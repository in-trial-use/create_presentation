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 txBox="1"/>
          <p:nvPr/>
        </p:nvSpPr>
        <p:spPr>
          <a:xfrm>
            <a:off x="5215680" y="1859400"/>
            <a:ext cx="186444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物体検知輪読</a:t>
            </a:r>
            <a:r>
              <a:rPr b="0" lang="en-US" sz="1950" spc="-1" strike="noStrike">
                <a:solidFill>
                  <a:srgbClr val="0b4b78"/>
                </a:solidFill>
                <a:latin typeface="NotoSansJP"/>
                <a:ea typeface="NotoSansJP"/>
              </a:rPr>
              <a:t>#3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4809960" y="-190440"/>
            <a:ext cx="2571480" cy="2571480"/>
          </a:xfrm>
          <a:prstGeom prst="rect">
            <a:avLst/>
          </a:prstGeom>
          <a:ln w="0">
            <a:noFill/>
          </a:ln>
        </p:spPr>
      </p:pic>
      <p:sp>
        <p:nvSpPr>
          <p:cNvPr id="9" name=""/>
          <p:cNvSpPr/>
          <p:nvPr/>
        </p:nvSpPr>
        <p:spPr>
          <a:xfrm>
            <a:off x="0" y="3771720"/>
            <a:ext cx="12192120" cy="3086280"/>
          </a:xfrm>
          <a:custGeom>
            <a:avLst/>
            <a:gdLst/>
            <a:ahLst/>
            <a:rect l="0" t="0" r="r" b="b"/>
            <a:pathLst>
              <a:path w="33867" h="8573">
                <a:moveTo>
                  <a:pt x="0" y="0"/>
                </a:moveTo>
                <a:lnTo>
                  <a:pt x="33867" y="0"/>
                </a:lnTo>
                <a:lnTo>
                  <a:pt x="33867" y="8573"/>
                </a:lnTo>
                <a:lnTo>
                  <a:pt x="0" y="8573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877920" y="2500920"/>
            <a:ext cx="3938760" cy="65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750" spc="-1" strike="noStrike">
                <a:solidFill>
                  <a:srgbClr val="0b4b78"/>
                </a:solidFill>
                <a:latin typeface="NotoSansJP"/>
                <a:ea typeface="NotoSansJP"/>
              </a:rPr>
              <a:t>Vision Transformer</a:t>
            </a:r>
            <a:endParaRPr b="0" lang="en-US" sz="37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153040" y="4708800"/>
            <a:ext cx="2086920" cy="332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00" spc="-1" strike="noStrike">
                <a:solidFill>
                  <a:srgbClr val="ffffff"/>
                </a:solidFill>
                <a:latin typeface="NotoSansJP"/>
                <a:ea typeface="NotoSansJP"/>
              </a:rPr>
              <a:t>工学部情報学科</a:t>
            </a:r>
            <a:r>
              <a:rPr b="0" lang="en-US" sz="1800" spc="-1" strike="noStrike">
                <a:solidFill>
                  <a:srgbClr val="ffffff"/>
                </a:solidFill>
                <a:latin typeface="NotoSansJP"/>
                <a:ea typeface="NotoSansJP"/>
              </a:rPr>
              <a:t>2</a:t>
            </a:r>
            <a:r>
              <a:rPr b="0" lang="zh-CN" sz="1800" spc="-1" strike="noStrike">
                <a:solidFill>
                  <a:srgbClr val="ffffff"/>
                </a:solidFill>
                <a:latin typeface="NotoSansJP"/>
                <a:ea typeface="NotoSansJP"/>
              </a:rPr>
              <a:t>回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563440" y="5285880"/>
            <a:ext cx="114660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250" spc="-1" strike="noStrike">
                <a:solidFill>
                  <a:srgbClr val="ffffff"/>
                </a:solidFill>
                <a:latin typeface="NotoSansJP"/>
                <a:ea typeface="NotoSansJP"/>
              </a:rPr>
              <a:t>知能太郎</a:t>
            </a:r>
            <a:endParaRPr b="0" lang="en-US" sz="22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009960" y="2207880"/>
            <a:ext cx="16232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1.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研究背景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009960" y="2665080"/>
            <a:ext cx="253764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2.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解決したい課題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009960" y="3122280"/>
            <a:ext cx="28422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3.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提案手法の全体像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009960" y="3579480"/>
            <a:ext cx="284220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4.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手法の詳細と数式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3009960" y="4036680"/>
            <a:ext cx="4061520" cy="44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5. </a:t>
            </a:r>
            <a:r>
              <a:rPr b="0" lang="zh-CN" sz="2400" spc="-1" strike="noStrike">
                <a:solidFill>
                  <a:srgbClr val="0b4b78"/>
                </a:solidFill>
                <a:latin typeface="NotoSansJP"/>
                <a:ea typeface="NotoSansJP"/>
              </a:rPr>
              <a:t>実験‧結果‧考察‧まとめ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209520" y="266400"/>
            <a:ext cx="152640" cy="305280"/>
          </a:xfrm>
          <a:custGeom>
            <a:avLst/>
            <a:gdLst/>
            <a:ahLst/>
            <a:rect l="0" t="0" r="r" b="b"/>
            <a:pathLst>
              <a:path w="424" h="848">
                <a:moveTo>
                  <a:pt x="0" y="0"/>
                </a:moveTo>
                <a:lnTo>
                  <a:pt x="424" y="0"/>
                </a:lnTo>
                <a:lnTo>
                  <a:pt x="424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10744200" y="-219240"/>
            <a:ext cx="1256760" cy="1256760"/>
          </a:xfrm>
          <a:prstGeom prst="rect">
            <a:avLst/>
          </a:prstGeom>
          <a:ln w="0">
            <a:noFill/>
          </a:ln>
        </p:spPr>
      </p:pic>
      <p:sp>
        <p:nvSpPr>
          <p:cNvPr id="24" name=""/>
          <p:cNvSpPr/>
          <p:nvPr/>
        </p:nvSpPr>
        <p:spPr>
          <a:xfrm>
            <a:off x="2666880" y="23335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27907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666880" y="32479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666880" y="37051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666880" y="4162320"/>
            <a:ext cx="171720" cy="171720"/>
          </a:xfrm>
          <a:custGeom>
            <a:avLst/>
            <a:gdLst/>
            <a:ahLst/>
            <a:rect l="0" t="0" r="r" b="b"/>
            <a:pathLst>
              <a:path w="477" h="477">
                <a:moveTo>
                  <a:pt x="0" y="0"/>
                </a:moveTo>
                <a:lnTo>
                  <a:pt x="477" y="0"/>
                </a:lnTo>
                <a:lnTo>
                  <a:pt x="477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95360" y="187200"/>
            <a:ext cx="1623960" cy="46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550" spc="-1" strike="noStrike">
                <a:solidFill>
                  <a:srgbClr val="111111"/>
                </a:solidFill>
                <a:latin typeface="NotoSansJP"/>
                <a:ea typeface="NotoSansJP"/>
              </a:rPr>
              <a:t>アジェンダ</a:t>
            </a:r>
            <a:endParaRPr b="0" lang="en-US" sz="25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5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6" name=""/>
          <p:cNvSpPr/>
          <p:nvPr/>
        </p:nvSpPr>
        <p:spPr>
          <a:xfrm>
            <a:off x="542880" y="1666800"/>
            <a:ext cx="5410440" cy="3143520"/>
          </a:xfrm>
          <a:custGeom>
            <a:avLst/>
            <a:gdLst/>
            <a:ahLst/>
            <a:rect l="0" t="0" r="r" b="b"/>
            <a:pathLst>
              <a:path w="15029" h="8732">
                <a:moveTo>
                  <a:pt x="0" y="854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8547"/>
                </a:lnTo>
                <a:cubicBezTo>
                  <a:pt x="15029" y="8559"/>
                  <a:pt x="15028" y="8571"/>
                  <a:pt x="15025" y="8583"/>
                </a:cubicBezTo>
                <a:cubicBezTo>
                  <a:pt x="15023" y="8595"/>
                  <a:pt x="15020" y="8606"/>
                  <a:pt x="15015" y="8618"/>
                </a:cubicBezTo>
                <a:cubicBezTo>
                  <a:pt x="15010" y="8629"/>
                  <a:pt x="15005" y="8640"/>
                  <a:pt x="14998" y="8650"/>
                </a:cubicBezTo>
                <a:cubicBezTo>
                  <a:pt x="14991" y="8660"/>
                  <a:pt x="14983" y="8669"/>
                  <a:pt x="14975" y="8678"/>
                </a:cubicBezTo>
                <a:cubicBezTo>
                  <a:pt x="14966" y="8686"/>
                  <a:pt x="14957" y="8694"/>
                  <a:pt x="14947" y="8701"/>
                </a:cubicBezTo>
                <a:cubicBezTo>
                  <a:pt x="14937" y="8707"/>
                  <a:pt x="14926" y="8713"/>
                  <a:pt x="14915" y="8718"/>
                </a:cubicBezTo>
                <a:cubicBezTo>
                  <a:pt x="14903" y="8723"/>
                  <a:pt x="14892" y="8726"/>
                  <a:pt x="14880" y="8728"/>
                </a:cubicBezTo>
                <a:cubicBezTo>
                  <a:pt x="14868" y="8731"/>
                  <a:pt x="14856" y="8732"/>
                  <a:pt x="14844" y="8732"/>
                </a:cubicBezTo>
                <a:lnTo>
                  <a:pt x="185" y="8732"/>
                </a:lnTo>
                <a:cubicBezTo>
                  <a:pt x="173" y="8732"/>
                  <a:pt x="161" y="8731"/>
                  <a:pt x="149" y="8728"/>
                </a:cubicBezTo>
                <a:cubicBezTo>
                  <a:pt x="137" y="8726"/>
                  <a:pt x="125" y="8723"/>
                  <a:pt x="114" y="8718"/>
                </a:cubicBezTo>
                <a:cubicBezTo>
                  <a:pt x="103" y="8713"/>
                  <a:pt x="92" y="8707"/>
                  <a:pt x="82" y="8701"/>
                </a:cubicBezTo>
                <a:cubicBezTo>
                  <a:pt x="72" y="8694"/>
                  <a:pt x="62" y="8686"/>
                  <a:pt x="54" y="8678"/>
                </a:cubicBezTo>
                <a:cubicBezTo>
                  <a:pt x="45" y="8669"/>
                  <a:pt x="38" y="8660"/>
                  <a:pt x="31" y="8650"/>
                </a:cubicBezTo>
                <a:cubicBezTo>
                  <a:pt x="24" y="8640"/>
                  <a:pt x="18" y="8629"/>
                  <a:pt x="14" y="8618"/>
                </a:cubicBezTo>
                <a:cubicBezTo>
                  <a:pt x="9" y="8606"/>
                  <a:pt x="6" y="8595"/>
                  <a:pt x="3" y="8583"/>
                </a:cubicBezTo>
                <a:cubicBezTo>
                  <a:pt x="1" y="8571"/>
                  <a:pt x="0" y="8559"/>
                  <a:pt x="0" y="85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542880" y="1666800"/>
            <a:ext cx="5410440" cy="3143520"/>
          </a:xfrm>
          <a:custGeom>
            <a:avLst/>
            <a:gdLst/>
            <a:ahLst/>
            <a:rect l="0" t="0" r="r" b="b"/>
            <a:pathLst>
              <a:path w="15029" h="8732">
                <a:moveTo>
                  <a:pt x="0" y="854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8547"/>
                </a:lnTo>
                <a:cubicBezTo>
                  <a:pt x="15029" y="8559"/>
                  <a:pt x="15028" y="8571"/>
                  <a:pt x="15025" y="8583"/>
                </a:cubicBezTo>
                <a:cubicBezTo>
                  <a:pt x="15023" y="8595"/>
                  <a:pt x="15020" y="8606"/>
                  <a:pt x="15015" y="8618"/>
                </a:cubicBezTo>
                <a:cubicBezTo>
                  <a:pt x="15010" y="8629"/>
                  <a:pt x="15005" y="8640"/>
                  <a:pt x="14998" y="8650"/>
                </a:cubicBezTo>
                <a:cubicBezTo>
                  <a:pt x="14991" y="8660"/>
                  <a:pt x="14983" y="8669"/>
                  <a:pt x="14975" y="8678"/>
                </a:cubicBezTo>
                <a:cubicBezTo>
                  <a:pt x="14966" y="8686"/>
                  <a:pt x="14957" y="8694"/>
                  <a:pt x="14947" y="8701"/>
                </a:cubicBezTo>
                <a:cubicBezTo>
                  <a:pt x="14937" y="8707"/>
                  <a:pt x="14926" y="8713"/>
                  <a:pt x="14915" y="8718"/>
                </a:cubicBezTo>
                <a:cubicBezTo>
                  <a:pt x="14903" y="8723"/>
                  <a:pt x="14892" y="8726"/>
                  <a:pt x="14880" y="8728"/>
                </a:cubicBezTo>
                <a:cubicBezTo>
                  <a:pt x="14868" y="8731"/>
                  <a:pt x="14856" y="8732"/>
                  <a:pt x="14844" y="8732"/>
                </a:cubicBezTo>
                <a:lnTo>
                  <a:pt x="185" y="8732"/>
                </a:lnTo>
                <a:cubicBezTo>
                  <a:pt x="173" y="8732"/>
                  <a:pt x="161" y="8731"/>
                  <a:pt x="149" y="8728"/>
                </a:cubicBezTo>
                <a:cubicBezTo>
                  <a:pt x="137" y="8726"/>
                  <a:pt x="125" y="8723"/>
                  <a:pt x="114" y="8718"/>
                </a:cubicBezTo>
                <a:cubicBezTo>
                  <a:pt x="103" y="8713"/>
                  <a:pt x="92" y="8707"/>
                  <a:pt x="82" y="8701"/>
                </a:cubicBezTo>
                <a:cubicBezTo>
                  <a:pt x="72" y="8694"/>
                  <a:pt x="62" y="8686"/>
                  <a:pt x="54" y="8678"/>
                </a:cubicBezTo>
                <a:cubicBezTo>
                  <a:pt x="45" y="8669"/>
                  <a:pt x="38" y="8660"/>
                  <a:pt x="31" y="8650"/>
                </a:cubicBezTo>
                <a:cubicBezTo>
                  <a:pt x="24" y="8640"/>
                  <a:pt x="18" y="8629"/>
                  <a:pt x="14" y="8618"/>
                </a:cubicBezTo>
                <a:cubicBezTo>
                  <a:pt x="9" y="8606"/>
                  <a:pt x="6" y="8595"/>
                  <a:pt x="3" y="8583"/>
                </a:cubicBezTo>
                <a:cubicBezTo>
                  <a:pt x="1" y="8571"/>
                  <a:pt x="0" y="8559"/>
                  <a:pt x="0" y="8547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533520" y="924480"/>
            <a:ext cx="1002348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NLP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では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が標準になった一方、画像認識では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が長く主流だった。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809280" y="24573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762120" y="1848600"/>
            <a:ext cx="161208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NLP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側の成功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059480" y="2336400"/>
            <a:ext cx="40147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は大規模事前学習と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fine-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809280" y="325728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4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5"/>
                  <a:pt x="17" y="200"/>
                  <a:pt x="11" y="184"/>
                </a:cubicBezTo>
                <a:cubicBezTo>
                  <a:pt x="4" y="168"/>
                  <a:pt x="0" y="151"/>
                  <a:pt x="0" y="134"/>
                </a:cubicBezTo>
                <a:cubicBezTo>
                  <a:pt x="0" y="116"/>
                  <a:pt x="4" y="99"/>
                  <a:pt x="11" y="83"/>
                </a:cubicBezTo>
                <a:cubicBezTo>
                  <a:pt x="17" y="67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7"/>
                  <a:pt x="255" y="83"/>
                </a:cubicBezTo>
                <a:cubicBezTo>
                  <a:pt x="263" y="99"/>
                  <a:pt x="266" y="116"/>
                  <a:pt x="266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059480" y="2698200"/>
            <a:ext cx="26395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tuning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で高性能を示した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059480" y="3136320"/>
            <a:ext cx="47253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BERT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や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GPT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系のように、事前学習済み表現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809280" y="40575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3"/>
                </a:cubicBezTo>
                <a:cubicBezTo>
                  <a:pt x="248" y="199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199"/>
                  <a:pt x="11" y="183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059480" y="3498120"/>
            <a:ext cx="237816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を転移する流れが強い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059480" y="393660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モデルとデータを大きくしても性能が伸び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6238800" y="1666800"/>
            <a:ext cx="5410440" cy="3143520"/>
          </a:xfrm>
          <a:custGeom>
            <a:avLst/>
            <a:gdLst/>
            <a:ahLst/>
            <a:rect l="0" t="0" r="r" b="b"/>
            <a:pathLst>
              <a:path w="15029" h="8732">
                <a:moveTo>
                  <a:pt x="0" y="854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8547"/>
                </a:lnTo>
                <a:cubicBezTo>
                  <a:pt x="15029" y="8559"/>
                  <a:pt x="15028" y="8571"/>
                  <a:pt x="15025" y="8583"/>
                </a:cubicBezTo>
                <a:cubicBezTo>
                  <a:pt x="15023" y="8595"/>
                  <a:pt x="15020" y="8606"/>
                  <a:pt x="15015" y="8618"/>
                </a:cubicBezTo>
                <a:cubicBezTo>
                  <a:pt x="15010" y="8629"/>
                  <a:pt x="15005" y="8640"/>
                  <a:pt x="14998" y="8650"/>
                </a:cubicBezTo>
                <a:cubicBezTo>
                  <a:pt x="14991" y="8660"/>
                  <a:pt x="14983" y="8669"/>
                  <a:pt x="14975" y="8678"/>
                </a:cubicBezTo>
                <a:cubicBezTo>
                  <a:pt x="14966" y="8686"/>
                  <a:pt x="14957" y="8694"/>
                  <a:pt x="14947" y="8701"/>
                </a:cubicBezTo>
                <a:cubicBezTo>
                  <a:pt x="14937" y="8707"/>
                  <a:pt x="14926" y="8713"/>
                  <a:pt x="14915" y="8718"/>
                </a:cubicBezTo>
                <a:cubicBezTo>
                  <a:pt x="14903" y="8723"/>
                  <a:pt x="14892" y="8726"/>
                  <a:pt x="14880" y="8728"/>
                </a:cubicBezTo>
                <a:cubicBezTo>
                  <a:pt x="14868" y="8731"/>
                  <a:pt x="14856" y="8732"/>
                  <a:pt x="14844" y="8732"/>
                </a:cubicBezTo>
                <a:lnTo>
                  <a:pt x="185" y="8732"/>
                </a:lnTo>
                <a:cubicBezTo>
                  <a:pt x="173" y="8732"/>
                  <a:pt x="161" y="8731"/>
                  <a:pt x="149" y="8728"/>
                </a:cubicBezTo>
                <a:cubicBezTo>
                  <a:pt x="137" y="8726"/>
                  <a:pt x="125" y="8723"/>
                  <a:pt x="114" y="8718"/>
                </a:cubicBezTo>
                <a:cubicBezTo>
                  <a:pt x="103" y="8713"/>
                  <a:pt x="92" y="8707"/>
                  <a:pt x="82" y="8701"/>
                </a:cubicBezTo>
                <a:cubicBezTo>
                  <a:pt x="72" y="8694"/>
                  <a:pt x="63" y="8686"/>
                  <a:pt x="54" y="8678"/>
                </a:cubicBezTo>
                <a:cubicBezTo>
                  <a:pt x="45" y="8669"/>
                  <a:pt x="38" y="8660"/>
                  <a:pt x="31" y="8650"/>
                </a:cubicBezTo>
                <a:cubicBezTo>
                  <a:pt x="24" y="8640"/>
                  <a:pt x="18" y="8629"/>
                  <a:pt x="14" y="8618"/>
                </a:cubicBezTo>
                <a:cubicBezTo>
                  <a:pt x="9" y="8606"/>
                  <a:pt x="6" y="8595"/>
                  <a:pt x="3" y="8583"/>
                </a:cubicBezTo>
                <a:cubicBezTo>
                  <a:pt x="1" y="8571"/>
                  <a:pt x="0" y="8559"/>
                  <a:pt x="0" y="8547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238800" y="1666800"/>
            <a:ext cx="5410440" cy="3143520"/>
          </a:xfrm>
          <a:custGeom>
            <a:avLst/>
            <a:gdLst/>
            <a:ahLst/>
            <a:rect l="0" t="0" r="r" b="b"/>
            <a:pathLst>
              <a:path w="15029" h="8732">
                <a:moveTo>
                  <a:pt x="0" y="8547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8547"/>
                </a:lnTo>
                <a:cubicBezTo>
                  <a:pt x="15029" y="8559"/>
                  <a:pt x="15028" y="8571"/>
                  <a:pt x="15025" y="8583"/>
                </a:cubicBezTo>
                <a:cubicBezTo>
                  <a:pt x="15023" y="8595"/>
                  <a:pt x="15020" y="8606"/>
                  <a:pt x="15015" y="8618"/>
                </a:cubicBezTo>
                <a:cubicBezTo>
                  <a:pt x="15010" y="8629"/>
                  <a:pt x="15005" y="8640"/>
                  <a:pt x="14998" y="8650"/>
                </a:cubicBezTo>
                <a:cubicBezTo>
                  <a:pt x="14991" y="8660"/>
                  <a:pt x="14983" y="8669"/>
                  <a:pt x="14975" y="8678"/>
                </a:cubicBezTo>
                <a:cubicBezTo>
                  <a:pt x="14966" y="8686"/>
                  <a:pt x="14957" y="8694"/>
                  <a:pt x="14947" y="8701"/>
                </a:cubicBezTo>
                <a:cubicBezTo>
                  <a:pt x="14937" y="8707"/>
                  <a:pt x="14926" y="8713"/>
                  <a:pt x="14915" y="8718"/>
                </a:cubicBezTo>
                <a:cubicBezTo>
                  <a:pt x="14903" y="8723"/>
                  <a:pt x="14892" y="8726"/>
                  <a:pt x="14880" y="8728"/>
                </a:cubicBezTo>
                <a:cubicBezTo>
                  <a:pt x="14868" y="8731"/>
                  <a:pt x="14856" y="8732"/>
                  <a:pt x="14844" y="8732"/>
                </a:cubicBezTo>
                <a:lnTo>
                  <a:pt x="185" y="8732"/>
                </a:lnTo>
                <a:cubicBezTo>
                  <a:pt x="173" y="8732"/>
                  <a:pt x="161" y="8731"/>
                  <a:pt x="149" y="8728"/>
                </a:cubicBezTo>
                <a:cubicBezTo>
                  <a:pt x="137" y="8726"/>
                  <a:pt x="125" y="8723"/>
                  <a:pt x="114" y="8718"/>
                </a:cubicBezTo>
                <a:cubicBezTo>
                  <a:pt x="103" y="8713"/>
                  <a:pt x="92" y="8707"/>
                  <a:pt x="82" y="8701"/>
                </a:cubicBezTo>
                <a:cubicBezTo>
                  <a:pt x="72" y="8694"/>
                  <a:pt x="63" y="8686"/>
                  <a:pt x="54" y="8678"/>
                </a:cubicBezTo>
                <a:cubicBezTo>
                  <a:pt x="45" y="8669"/>
                  <a:pt x="38" y="8660"/>
                  <a:pt x="31" y="8650"/>
                </a:cubicBezTo>
                <a:cubicBezTo>
                  <a:pt x="24" y="8640"/>
                  <a:pt x="18" y="8629"/>
                  <a:pt x="14" y="8618"/>
                </a:cubicBezTo>
                <a:cubicBezTo>
                  <a:pt x="9" y="8606"/>
                  <a:pt x="6" y="8595"/>
                  <a:pt x="3" y="8583"/>
                </a:cubicBezTo>
                <a:cubicBezTo>
                  <a:pt x="1" y="8571"/>
                  <a:pt x="0" y="8559"/>
                  <a:pt x="0" y="8547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59480" y="4298400"/>
            <a:ext cx="7138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続けた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6505560" y="2457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6458040" y="1848600"/>
            <a:ext cx="21344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画像認識側の状況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6505560" y="2904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6755760" y="2336400"/>
            <a:ext cx="43754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系の畳み込みネットワークが強い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6755760" y="278388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局所性や平行移動等価性が画像に合ってい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6505560" y="37051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7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6755760" y="3136320"/>
            <a:ext cx="238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た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755760" y="3584160"/>
            <a:ext cx="4653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自己注意は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と組み合わせる研究が多か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33160" y="4991040"/>
            <a:ext cx="11125440" cy="648000"/>
          </a:xfrm>
          <a:custGeom>
            <a:avLst/>
            <a:gdLst/>
            <a:ahLst/>
            <a:rect l="0" t="0" r="r" b="b"/>
            <a:pathLst>
              <a:path w="30904" h="1800">
                <a:moveTo>
                  <a:pt x="0" y="0"/>
                </a:moveTo>
                <a:lnTo>
                  <a:pt x="30904" y="0"/>
                </a:lnTo>
                <a:lnTo>
                  <a:pt x="30904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533160" y="4991040"/>
            <a:ext cx="76680" cy="648000"/>
          </a:xfrm>
          <a:custGeom>
            <a:avLst/>
            <a:gdLst/>
            <a:ahLst/>
            <a:rect l="0" t="0" r="r" b="b"/>
            <a:pathLst>
              <a:path w="213" h="1800">
                <a:moveTo>
                  <a:pt x="0" y="0"/>
                </a:moveTo>
                <a:lnTo>
                  <a:pt x="213" y="0"/>
                </a:lnTo>
                <a:lnTo>
                  <a:pt x="213" y="1800"/>
                </a:lnTo>
                <a:lnTo>
                  <a:pt x="0" y="1800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755760" y="3936600"/>
            <a:ext cx="4762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った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781200" y="5144760"/>
            <a:ext cx="955152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は、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に依存せず標準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を画像分類へ直接使えるかを検証する。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914400" y="392400"/>
            <a:ext cx="9943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研究背景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3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71" name=""/>
          <p:cNvSpPr/>
          <p:nvPr/>
        </p:nvSpPr>
        <p:spPr>
          <a:xfrm>
            <a:off x="54288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2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54288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2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33520" y="924480"/>
            <a:ext cx="1099512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画像を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へ入れるには、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次元画像を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次元トークン列として扱う必要がある。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809280" y="24573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762120" y="1848600"/>
            <a:ext cx="160092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技術的な課題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059480" y="2336400"/>
            <a:ext cx="33872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は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1D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系列の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token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809280" y="325728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4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5"/>
                  <a:pt x="17" y="200"/>
                  <a:pt x="11" y="184"/>
                </a:cubicBezTo>
                <a:cubicBezTo>
                  <a:pt x="4" y="168"/>
                  <a:pt x="0" y="151"/>
                  <a:pt x="0" y="134"/>
                </a:cubicBezTo>
                <a:cubicBezTo>
                  <a:pt x="0" y="116"/>
                  <a:pt x="4" y="99"/>
                  <a:pt x="11" y="83"/>
                </a:cubicBezTo>
                <a:cubicBezTo>
                  <a:pt x="17" y="67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7"/>
                  <a:pt x="255" y="83"/>
                </a:cubicBezTo>
                <a:cubicBezTo>
                  <a:pt x="263" y="99"/>
                  <a:pt x="266" y="116"/>
                  <a:pt x="266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1059480" y="2698200"/>
            <a:ext cx="27993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embeddings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を入力にする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809280" y="370512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1"/>
                  <a:pt x="263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7"/>
                  <a:pt x="0" y="151"/>
                  <a:pt x="0" y="132"/>
                </a:cubicBezTo>
                <a:cubicBezTo>
                  <a:pt x="0" y="115"/>
                  <a:pt x="4" y="98"/>
                  <a:pt x="11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5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059480" y="3136320"/>
            <a:ext cx="32860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画像は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2D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構造と局所性を持つ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059480" y="358416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画像固有の帰納バイアスを減らすとデータ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23880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3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623880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3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059480" y="3936600"/>
            <a:ext cx="19026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要求が大きくなる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6505560" y="2457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458040" y="1848600"/>
            <a:ext cx="13341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論文の問い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6505560" y="2904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755760" y="2336400"/>
            <a:ext cx="33292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画像を単語列のように扱えるか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6755760" y="2783880"/>
            <a:ext cx="44917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標準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 encoder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だけで画像分類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505560" y="37051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1"/>
                  <a:pt x="262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7"/>
                  <a:pt x="0" y="151"/>
                  <a:pt x="0" y="132"/>
                </a:cubicBez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755760" y="3136320"/>
            <a:ext cx="9518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できるか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6755760" y="3584160"/>
            <a:ext cx="4653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大規模事前学習で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との差を埋められる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533160" y="4638600"/>
            <a:ext cx="11125440" cy="1009800"/>
          </a:xfrm>
          <a:custGeom>
            <a:avLst/>
            <a:gdLst/>
            <a:ahLst/>
            <a:rect l="0" t="0" r="r" b="b"/>
            <a:pathLst>
              <a:path w="30904" h="2805">
                <a:moveTo>
                  <a:pt x="0" y="0"/>
                </a:moveTo>
                <a:lnTo>
                  <a:pt x="30904" y="0"/>
                </a:lnTo>
                <a:lnTo>
                  <a:pt x="30904" y="2805"/>
                </a:lnTo>
                <a:lnTo>
                  <a:pt x="0" y="2805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33160" y="4638600"/>
            <a:ext cx="76680" cy="1009800"/>
          </a:xfrm>
          <a:custGeom>
            <a:avLst/>
            <a:gdLst/>
            <a:ahLst/>
            <a:rect l="0" t="0" r="r" b="b"/>
            <a:pathLst>
              <a:path w="213" h="2805">
                <a:moveTo>
                  <a:pt x="0" y="0"/>
                </a:moveTo>
                <a:lnTo>
                  <a:pt x="213" y="0"/>
                </a:lnTo>
                <a:lnTo>
                  <a:pt x="213" y="2805"/>
                </a:lnTo>
                <a:lnTo>
                  <a:pt x="0" y="2805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755760" y="3936600"/>
            <a:ext cx="238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781200" y="4792320"/>
            <a:ext cx="1073844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中規模データでは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に劣るが、大規模事前学習で状況が変わる、という仮説が中心にな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781200" y="5163840"/>
            <a:ext cx="51588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る。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914400" y="392400"/>
            <a:ext cx="17395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解決したい課題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4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06" name=""/>
          <p:cNvSpPr txBox="1"/>
          <p:nvPr/>
        </p:nvSpPr>
        <p:spPr>
          <a:xfrm>
            <a:off x="533520" y="924480"/>
            <a:ext cx="1080648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は画像を固定サイズのパッチに分け、それぞれを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の入力トークンとして扱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542880" y="2076120"/>
            <a:ext cx="5410440" cy="2076840"/>
          </a:xfrm>
          <a:custGeom>
            <a:avLst/>
            <a:gdLst/>
            <a:ahLst/>
            <a:rect l="0" t="0" r="r" b="b"/>
            <a:pathLst>
              <a:path w="15029" h="5769">
                <a:moveTo>
                  <a:pt x="0" y="558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5584"/>
                </a:lnTo>
                <a:cubicBezTo>
                  <a:pt x="15029" y="5596"/>
                  <a:pt x="15028" y="5608"/>
                  <a:pt x="15025" y="5620"/>
                </a:cubicBezTo>
                <a:cubicBezTo>
                  <a:pt x="15023" y="5632"/>
                  <a:pt x="15020" y="5644"/>
                  <a:pt x="15015" y="5655"/>
                </a:cubicBezTo>
                <a:cubicBezTo>
                  <a:pt x="15010" y="5666"/>
                  <a:pt x="15005" y="5677"/>
                  <a:pt x="14998" y="5687"/>
                </a:cubicBezTo>
                <a:cubicBezTo>
                  <a:pt x="14991" y="5697"/>
                  <a:pt x="14983" y="5706"/>
                  <a:pt x="14975" y="5715"/>
                </a:cubicBezTo>
                <a:cubicBezTo>
                  <a:pt x="14966" y="5724"/>
                  <a:pt x="14957" y="5731"/>
                  <a:pt x="14947" y="5738"/>
                </a:cubicBezTo>
                <a:cubicBezTo>
                  <a:pt x="14937" y="5745"/>
                  <a:pt x="14926" y="5751"/>
                  <a:pt x="14915" y="5755"/>
                </a:cubicBezTo>
                <a:cubicBezTo>
                  <a:pt x="14903" y="5760"/>
                  <a:pt x="14892" y="5763"/>
                  <a:pt x="14880" y="5766"/>
                </a:cubicBezTo>
                <a:cubicBezTo>
                  <a:pt x="14868" y="5768"/>
                  <a:pt x="14856" y="5769"/>
                  <a:pt x="14844" y="5769"/>
                </a:cubicBezTo>
                <a:lnTo>
                  <a:pt x="185" y="5769"/>
                </a:lnTo>
                <a:cubicBezTo>
                  <a:pt x="173" y="5769"/>
                  <a:pt x="161" y="5768"/>
                  <a:pt x="149" y="5766"/>
                </a:cubicBezTo>
                <a:cubicBezTo>
                  <a:pt x="137" y="5763"/>
                  <a:pt x="125" y="5760"/>
                  <a:pt x="114" y="5755"/>
                </a:cubicBezTo>
                <a:cubicBezTo>
                  <a:pt x="103" y="5751"/>
                  <a:pt x="92" y="5745"/>
                  <a:pt x="82" y="5738"/>
                </a:cubicBezTo>
                <a:cubicBezTo>
                  <a:pt x="72" y="5731"/>
                  <a:pt x="62" y="5724"/>
                  <a:pt x="54" y="5715"/>
                </a:cubicBezTo>
                <a:cubicBezTo>
                  <a:pt x="45" y="5706"/>
                  <a:pt x="38" y="5697"/>
                  <a:pt x="31" y="5687"/>
                </a:cubicBezTo>
                <a:cubicBezTo>
                  <a:pt x="24" y="5677"/>
                  <a:pt x="18" y="5666"/>
                  <a:pt x="14" y="5655"/>
                </a:cubicBezTo>
                <a:cubicBezTo>
                  <a:pt x="9" y="5644"/>
                  <a:pt x="6" y="5632"/>
                  <a:pt x="3" y="5620"/>
                </a:cubicBezTo>
                <a:cubicBezTo>
                  <a:pt x="1" y="5608"/>
                  <a:pt x="0" y="5596"/>
                  <a:pt x="0" y="55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42880" y="2076120"/>
            <a:ext cx="5410440" cy="2076840"/>
          </a:xfrm>
          <a:custGeom>
            <a:avLst/>
            <a:gdLst/>
            <a:ahLst/>
            <a:rect l="0" t="0" r="r" b="b"/>
            <a:pathLst>
              <a:path w="15029" h="5769">
                <a:moveTo>
                  <a:pt x="0" y="558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5584"/>
                </a:lnTo>
                <a:cubicBezTo>
                  <a:pt x="15029" y="5596"/>
                  <a:pt x="15028" y="5608"/>
                  <a:pt x="15025" y="5620"/>
                </a:cubicBezTo>
                <a:cubicBezTo>
                  <a:pt x="15023" y="5632"/>
                  <a:pt x="15020" y="5644"/>
                  <a:pt x="15015" y="5655"/>
                </a:cubicBezTo>
                <a:cubicBezTo>
                  <a:pt x="15010" y="5666"/>
                  <a:pt x="15005" y="5677"/>
                  <a:pt x="14998" y="5687"/>
                </a:cubicBezTo>
                <a:cubicBezTo>
                  <a:pt x="14991" y="5697"/>
                  <a:pt x="14983" y="5706"/>
                  <a:pt x="14975" y="5715"/>
                </a:cubicBezTo>
                <a:cubicBezTo>
                  <a:pt x="14966" y="5724"/>
                  <a:pt x="14957" y="5731"/>
                  <a:pt x="14947" y="5738"/>
                </a:cubicBezTo>
                <a:cubicBezTo>
                  <a:pt x="14937" y="5745"/>
                  <a:pt x="14926" y="5751"/>
                  <a:pt x="14915" y="5755"/>
                </a:cubicBezTo>
                <a:cubicBezTo>
                  <a:pt x="14903" y="5760"/>
                  <a:pt x="14892" y="5763"/>
                  <a:pt x="14880" y="5766"/>
                </a:cubicBezTo>
                <a:cubicBezTo>
                  <a:pt x="14868" y="5768"/>
                  <a:pt x="14856" y="5769"/>
                  <a:pt x="14844" y="5769"/>
                </a:cubicBezTo>
                <a:lnTo>
                  <a:pt x="185" y="5769"/>
                </a:lnTo>
                <a:cubicBezTo>
                  <a:pt x="173" y="5769"/>
                  <a:pt x="161" y="5768"/>
                  <a:pt x="149" y="5766"/>
                </a:cubicBezTo>
                <a:cubicBezTo>
                  <a:pt x="137" y="5763"/>
                  <a:pt x="125" y="5760"/>
                  <a:pt x="114" y="5755"/>
                </a:cubicBezTo>
                <a:cubicBezTo>
                  <a:pt x="103" y="5751"/>
                  <a:pt x="92" y="5745"/>
                  <a:pt x="82" y="5738"/>
                </a:cubicBezTo>
                <a:cubicBezTo>
                  <a:pt x="72" y="5731"/>
                  <a:pt x="62" y="5724"/>
                  <a:pt x="54" y="5715"/>
                </a:cubicBezTo>
                <a:cubicBezTo>
                  <a:pt x="45" y="5706"/>
                  <a:pt x="38" y="5697"/>
                  <a:pt x="31" y="5687"/>
                </a:cubicBezTo>
                <a:cubicBezTo>
                  <a:pt x="24" y="5677"/>
                  <a:pt x="18" y="5666"/>
                  <a:pt x="14" y="5655"/>
                </a:cubicBezTo>
                <a:cubicBezTo>
                  <a:pt x="9" y="5644"/>
                  <a:pt x="6" y="5632"/>
                  <a:pt x="3" y="5620"/>
                </a:cubicBezTo>
                <a:cubicBezTo>
                  <a:pt x="1" y="5608"/>
                  <a:pt x="0" y="5596"/>
                  <a:pt x="0" y="5584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533520" y="1343520"/>
            <a:ext cx="5342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う。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809280" y="287640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3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8"/>
                  <a:pt x="0" y="151"/>
                  <a:pt x="0" y="133"/>
                </a:cubicBezTo>
                <a:cubicBezTo>
                  <a:pt x="0" y="116"/>
                  <a:pt x="4" y="99"/>
                  <a:pt x="11" y="83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3"/>
                </a:cubicBezTo>
                <a:cubicBezTo>
                  <a:pt x="263" y="99"/>
                  <a:pt x="266" y="116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762120" y="2257920"/>
            <a:ext cx="8010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入力側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809280" y="331452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2"/>
                </a:moveTo>
                <a:cubicBezTo>
                  <a:pt x="266" y="150"/>
                  <a:pt x="263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8"/>
                  <a:pt x="0" y="150"/>
                  <a:pt x="0" y="132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3" y="98"/>
                  <a:pt x="266" y="115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059480" y="2755440"/>
            <a:ext cx="36511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パッチは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NLP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の単語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token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に対応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809280" y="37623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49"/>
                  <a:pt x="263" y="166"/>
                  <a:pt x="255" y="182"/>
                </a:cubicBezTo>
                <a:cubicBezTo>
                  <a:pt x="248" y="199"/>
                  <a:pt x="239" y="213"/>
                  <a:pt x="226" y="225"/>
                </a:cubicBezTo>
                <a:cubicBezTo>
                  <a:pt x="214" y="238"/>
                  <a:pt x="200" y="248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8"/>
                  <a:pt x="52" y="238"/>
                  <a:pt x="39" y="225"/>
                </a:cubicBezTo>
                <a:cubicBezTo>
                  <a:pt x="27" y="213"/>
                  <a:pt x="17" y="199"/>
                  <a:pt x="11" y="182"/>
                </a:cubicBezTo>
                <a:cubicBezTo>
                  <a:pt x="4" y="166"/>
                  <a:pt x="0" y="149"/>
                  <a:pt x="0" y="132"/>
                </a:cubicBezTo>
                <a:cubicBezTo>
                  <a:pt x="0" y="114"/>
                  <a:pt x="4" y="97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7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059480" y="3193560"/>
            <a:ext cx="40424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各パッチを同じ次元のベクトルへ写像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238800" y="2076120"/>
            <a:ext cx="5410440" cy="2076840"/>
          </a:xfrm>
          <a:custGeom>
            <a:avLst/>
            <a:gdLst/>
            <a:ahLst/>
            <a:rect l="0" t="0" r="r" b="b"/>
            <a:pathLst>
              <a:path w="15029" h="5769">
                <a:moveTo>
                  <a:pt x="0" y="558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5584"/>
                </a:lnTo>
                <a:cubicBezTo>
                  <a:pt x="15029" y="5596"/>
                  <a:pt x="15028" y="5608"/>
                  <a:pt x="15025" y="5620"/>
                </a:cubicBezTo>
                <a:cubicBezTo>
                  <a:pt x="15023" y="5632"/>
                  <a:pt x="15020" y="5644"/>
                  <a:pt x="15015" y="5655"/>
                </a:cubicBezTo>
                <a:cubicBezTo>
                  <a:pt x="15010" y="5666"/>
                  <a:pt x="15005" y="5677"/>
                  <a:pt x="14998" y="5687"/>
                </a:cubicBezTo>
                <a:cubicBezTo>
                  <a:pt x="14991" y="5697"/>
                  <a:pt x="14983" y="5706"/>
                  <a:pt x="14975" y="5715"/>
                </a:cubicBezTo>
                <a:cubicBezTo>
                  <a:pt x="14966" y="5724"/>
                  <a:pt x="14957" y="5731"/>
                  <a:pt x="14947" y="5738"/>
                </a:cubicBezTo>
                <a:cubicBezTo>
                  <a:pt x="14937" y="5745"/>
                  <a:pt x="14926" y="5751"/>
                  <a:pt x="14915" y="5755"/>
                </a:cubicBezTo>
                <a:cubicBezTo>
                  <a:pt x="14903" y="5760"/>
                  <a:pt x="14892" y="5763"/>
                  <a:pt x="14880" y="5766"/>
                </a:cubicBezTo>
                <a:cubicBezTo>
                  <a:pt x="14868" y="5768"/>
                  <a:pt x="14856" y="5769"/>
                  <a:pt x="14844" y="5769"/>
                </a:cubicBezTo>
                <a:lnTo>
                  <a:pt x="185" y="5769"/>
                </a:lnTo>
                <a:cubicBezTo>
                  <a:pt x="173" y="5769"/>
                  <a:pt x="161" y="5768"/>
                  <a:pt x="149" y="5766"/>
                </a:cubicBezTo>
                <a:cubicBezTo>
                  <a:pt x="137" y="5763"/>
                  <a:pt x="125" y="5760"/>
                  <a:pt x="114" y="5755"/>
                </a:cubicBezTo>
                <a:cubicBezTo>
                  <a:pt x="103" y="5751"/>
                  <a:pt x="92" y="5745"/>
                  <a:pt x="82" y="5738"/>
                </a:cubicBezTo>
                <a:cubicBezTo>
                  <a:pt x="72" y="5731"/>
                  <a:pt x="63" y="5724"/>
                  <a:pt x="54" y="5715"/>
                </a:cubicBezTo>
                <a:cubicBezTo>
                  <a:pt x="45" y="5706"/>
                  <a:pt x="38" y="5697"/>
                  <a:pt x="31" y="5687"/>
                </a:cubicBezTo>
                <a:cubicBezTo>
                  <a:pt x="24" y="5677"/>
                  <a:pt x="18" y="5666"/>
                  <a:pt x="14" y="5655"/>
                </a:cubicBezTo>
                <a:cubicBezTo>
                  <a:pt x="9" y="5644"/>
                  <a:pt x="6" y="5632"/>
                  <a:pt x="3" y="5620"/>
                </a:cubicBezTo>
                <a:cubicBezTo>
                  <a:pt x="1" y="5608"/>
                  <a:pt x="0" y="5596"/>
                  <a:pt x="0" y="5584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6238800" y="2076120"/>
            <a:ext cx="5410440" cy="2076840"/>
          </a:xfrm>
          <a:custGeom>
            <a:avLst/>
            <a:gdLst/>
            <a:ahLst/>
            <a:rect l="0" t="0" r="r" b="b"/>
            <a:pathLst>
              <a:path w="15029" h="5769">
                <a:moveTo>
                  <a:pt x="0" y="5584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5584"/>
                </a:lnTo>
                <a:cubicBezTo>
                  <a:pt x="15029" y="5596"/>
                  <a:pt x="15028" y="5608"/>
                  <a:pt x="15025" y="5620"/>
                </a:cubicBezTo>
                <a:cubicBezTo>
                  <a:pt x="15023" y="5632"/>
                  <a:pt x="15020" y="5644"/>
                  <a:pt x="15015" y="5655"/>
                </a:cubicBezTo>
                <a:cubicBezTo>
                  <a:pt x="15010" y="5666"/>
                  <a:pt x="15005" y="5677"/>
                  <a:pt x="14998" y="5687"/>
                </a:cubicBezTo>
                <a:cubicBezTo>
                  <a:pt x="14991" y="5697"/>
                  <a:pt x="14983" y="5706"/>
                  <a:pt x="14975" y="5715"/>
                </a:cubicBezTo>
                <a:cubicBezTo>
                  <a:pt x="14966" y="5724"/>
                  <a:pt x="14957" y="5731"/>
                  <a:pt x="14947" y="5738"/>
                </a:cubicBezTo>
                <a:cubicBezTo>
                  <a:pt x="14937" y="5745"/>
                  <a:pt x="14926" y="5751"/>
                  <a:pt x="14915" y="5755"/>
                </a:cubicBezTo>
                <a:cubicBezTo>
                  <a:pt x="14903" y="5760"/>
                  <a:pt x="14892" y="5763"/>
                  <a:pt x="14880" y="5766"/>
                </a:cubicBezTo>
                <a:cubicBezTo>
                  <a:pt x="14868" y="5768"/>
                  <a:pt x="14856" y="5769"/>
                  <a:pt x="14844" y="5769"/>
                </a:cubicBezTo>
                <a:lnTo>
                  <a:pt x="185" y="5769"/>
                </a:lnTo>
                <a:cubicBezTo>
                  <a:pt x="173" y="5769"/>
                  <a:pt x="161" y="5768"/>
                  <a:pt x="149" y="5766"/>
                </a:cubicBezTo>
                <a:cubicBezTo>
                  <a:pt x="137" y="5763"/>
                  <a:pt x="125" y="5760"/>
                  <a:pt x="114" y="5755"/>
                </a:cubicBezTo>
                <a:cubicBezTo>
                  <a:pt x="103" y="5751"/>
                  <a:pt x="92" y="5745"/>
                  <a:pt x="82" y="5738"/>
                </a:cubicBezTo>
                <a:cubicBezTo>
                  <a:pt x="72" y="5731"/>
                  <a:pt x="63" y="5724"/>
                  <a:pt x="54" y="5715"/>
                </a:cubicBezTo>
                <a:cubicBezTo>
                  <a:pt x="45" y="5706"/>
                  <a:pt x="38" y="5697"/>
                  <a:pt x="31" y="5687"/>
                </a:cubicBezTo>
                <a:cubicBezTo>
                  <a:pt x="24" y="5677"/>
                  <a:pt x="18" y="5666"/>
                  <a:pt x="14" y="5655"/>
                </a:cubicBezTo>
                <a:cubicBezTo>
                  <a:pt x="9" y="5644"/>
                  <a:pt x="6" y="5632"/>
                  <a:pt x="3" y="5620"/>
                </a:cubicBezTo>
                <a:cubicBezTo>
                  <a:pt x="1" y="5608"/>
                  <a:pt x="0" y="5596"/>
                  <a:pt x="0" y="5584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059480" y="3641040"/>
            <a:ext cx="411948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先頭に分類用の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learnable token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を追加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505560" y="28764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6458040" y="2257920"/>
            <a:ext cx="10674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モデル側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505560" y="33145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8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755760" y="2755440"/>
            <a:ext cx="37094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 encoder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はほぼ標準形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505560" y="3762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2"/>
                </a:cubicBezTo>
                <a:cubicBezTo>
                  <a:pt x="248" y="199"/>
                  <a:pt x="239" y="213"/>
                  <a:pt x="226" y="225"/>
                </a:cubicBezTo>
                <a:cubicBezTo>
                  <a:pt x="214" y="238"/>
                  <a:pt x="200" y="248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8"/>
                  <a:pt x="52" y="238"/>
                  <a:pt x="39" y="225"/>
                </a:cubicBezTo>
                <a:cubicBezTo>
                  <a:pt x="27" y="213"/>
                  <a:pt x="17" y="199"/>
                  <a:pt x="10" y="182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6755760" y="3193560"/>
            <a:ext cx="35668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画像固有の処理は入力変換に集中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533160" y="4371840"/>
            <a:ext cx="11125440" cy="1257480"/>
          </a:xfrm>
          <a:custGeom>
            <a:avLst/>
            <a:gdLst/>
            <a:ahLst/>
            <a:rect l="0" t="0" r="r" b="b"/>
            <a:pathLst>
              <a:path w="30904" h="3493">
                <a:moveTo>
                  <a:pt x="0" y="0"/>
                </a:moveTo>
                <a:lnTo>
                  <a:pt x="30904" y="0"/>
                </a:lnTo>
                <a:lnTo>
                  <a:pt x="30904" y="3493"/>
                </a:lnTo>
                <a:lnTo>
                  <a:pt x="0" y="3493"/>
                </a:lnTo>
                <a:lnTo>
                  <a:pt x="0" y="0"/>
                </a:lnTo>
                <a:close/>
              </a:path>
            </a:pathLst>
          </a:custGeom>
          <a:solidFill>
            <a:srgbClr val="f8f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21640" y="4360320"/>
            <a:ext cx="11148480" cy="1280520"/>
          </a:xfrm>
          <a:custGeom>
            <a:avLst/>
            <a:gdLst/>
            <a:ahLst/>
            <a:rect l="0" t="0" r="r" b="b"/>
            <a:pathLst>
              <a:path w="30968" h="3557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3" y="0"/>
                </a:moveTo>
                <a:lnTo>
                  <a:pt x="932" y="0"/>
                </a:lnTo>
                <a:lnTo>
                  <a:pt x="932" y="117"/>
                </a:lnTo>
                <a:lnTo>
                  <a:pt x="773" y="117"/>
                </a:lnTo>
                <a:lnTo>
                  <a:pt x="773" y="0"/>
                </a:lnTo>
                <a:moveTo>
                  <a:pt x="1037" y="0"/>
                </a:moveTo>
                <a:lnTo>
                  <a:pt x="1196" y="0"/>
                </a:lnTo>
                <a:lnTo>
                  <a:pt x="1196" y="117"/>
                </a:lnTo>
                <a:lnTo>
                  <a:pt x="1037" y="117"/>
                </a:lnTo>
                <a:lnTo>
                  <a:pt x="1037" y="0"/>
                </a:lnTo>
                <a:moveTo>
                  <a:pt x="1302" y="0"/>
                </a:moveTo>
                <a:lnTo>
                  <a:pt x="1461" y="0"/>
                </a:lnTo>
                <a:lnTo>
                  <a:pt x="1461" y="117"/>
                </a:lnTo>
                <a:lnTo>
                  <a:pt x="1302" y="117"/>
                </a:lnTo>
                <a:lnTo>
                  <a:pt x="1302" y="0"/>
                </a:lnTo>
                <a:moveTo>
                  <a:pt x="1566" y="0"/>
                </a:moveTo>
                <a:lnTo>
                  <a:pt x="1725" y="0"/>
                </a:lnTo>
                <a:lnTo>
                  <a:pt x="1725" y="117"/>
                </a:lnTo>
                <a:lnTo>
                  <a:pt x="1566" y="117"/>
                </a:lnTo>
                <a:lnTo>
                  <a:pt x="1566" y="0"/>
                </a:lnTo>
                <a:moveTo>
                  <a:pt x="1831" y="0"/>
                </a:moveTo>
                <a:lnTo>
                  <a:pt x="1989" y="0"/>
                </a:lnTo>
                <a:lnTo>
                  <a:pt x="1989" y="117"/>
                </a:lnTo>
                <a:lnTo>
                  <a:pt x="1831" y="117"/>
                </a:lnTo>
                <a:lnTo>
                  <a:pt x="1831" y="0"/>
                </a:lnTo>
                <a:moveTo>
                  <a:pt x="2095" y="0"/>
                </a:moveTo>
                <a:lnTo>
                  <a:pt x="2254" y="0"/>
                </a:lnTo>
                <a:lnTo>
                  <a:pt x="2254" y="117"/>
                </a:lnTo>
                <a:lnTo>
                  <a:pt x="2095" y="117"/>
                </a:lnTo>
                <a:lnTo>
                  <a:pt x="2095" y="0"/>
                </a:lnTo>
                <a:moveTo>
                  <a:pt x="2360" y="0"/>
                </a:moveTo>
                <a:lnTo>
                  <a:pt x="2518" y="0"/>
                </a:lnTo>
                <a:lnTo>
                  <a:pt x="2518" y="117"/>
                </a:lnTo>
                <a:lnTo>
                  <a:pt x="2360" y="117"/>
                </a:lnTo>
                <a:lnTo>
                  <a:pt x="2360" y="0"/>
                </a:lnTo>
                <a:moveTo>
                  <a:pt x="2624" y="0"/>
                </a:moveTo>
                <a:lnTo>
                  <a:pt x="2783" y="0"/>
                </a:lnTo>
                <a:lnTo>
                  <a:pt x="2783" y="117"/>
                </a:lnTo>
                <a:lnTo>
                  <a:pt x="2624" y="117"/>
                </a:lnTo>
                <a:lnTo>
                  <a:pt x="2624" y="0"/>
                </a:lnTo>
                <a:moveTo>
                  <a:pt x="2889" y="0"/>
                </a:moveTo>
                <a:lnTo>
                  <a:pt x="3047" y="0"/>
                </a:lnTo>
                <a:lnTo>
                  <a:pt x="3047" y="117"/>
                </a:lnTo>
                <a:lnTo>
                  <a:pt x="2889" y="117"/>
                </a:lnTo>
                <a:lnTo>
                  <a:pt x="2889" y="0"/>
                </a:lnTo>
                <a:moveTo>
                  <a:pt x="3153" y="0"/>
                </a:moveTo>
                <a:lnTo>
                  <a:pt x="3312" y="0"/>
                </a:lnTo>
                <a:lnTo>
                  <a:pt x="3312" y="117"/>
                </a:lnTo>
                <a:lnTo>
                  <a:pt x="3153" y="117"/>
                </a:lnTo>
                <a:lnTo>
                  <a:pt x="3153" y="0"/>
                </a:lnTo>
                <a:moveTo>
                  <a:pt x="3418" y="0"/>
                </a:moveTo>
                <a:lnTo>
                  <a:pt x="3576" y="0"/>
                </a:lnTo>
                <a:lnTo>
                  <a:pt x="3576" y="117"/>
                </a:lnTo>
                <a:lnTo>
                  <a:pt x="3418" y="117"/>
                </a:lnTo>
                <a:lnTo>
                  <a:pt x="3418" y="0"/>
                </a:lnTo>
                <a:moveTo>
                  <a:pt x="3682" y="0"/>
                </a:moveTo>
                <a:lnTo>
                  <a:pt x="3841" y="0"/>
                </a:lnTo>
                <a:lnTo>
                  <a:pt x="3841" y="117"/>
                </a:lnTo>
                <a:lnTo>
                  <a:pt x="3682" y="117"/>
                </a:lnTo>
                <a:lnTo>
                  <a:pt x="3682" y="0"/>
                </a:lnTo>
                <a:moveTo>
                  <a:pt x="3947" y="0"/>
                </a:moveTo>
                <a:lnTo>
                  <a:pt x="4105" y="0"/>
                </a:lnTo>
                <a:lnTo>
                  <a:pt x="4105" y="117"/>
                </a:lnTo>
                <a:lnTo>
                  <a:pt x="3947" y="117"/>
                </a:lnTo>
                <a:lnTo>
                  <a:pt x="3947" y="0"/>
                </a:lnTo>
                <a:moveTo>
                  <a:pt x="4211" y="0"/>
                </a:moveTo>
                <a:lnTo>
                  <a:pt x="4370" y="0"/>
                </a:lnTo>
                <a:lnTo>
                  <a:pt x="4370" y="117"/>
                </a:lnTo>
                <a:lnTo>
                  <a:pt x="4211" y="117"/>
                </a:lnTo>
                <a:lnTo>
                  <a:pt x="4211" y="0"/>
                </a:lnTo>
                <a:moveTo>
                  <a:pt x="4476" y="0"/>
                </a:moveTo>
                <a:lnTo>
                  <a:pt x="4634" y="0"/>
                </a:lnTo>
                <a:lnTo>
                  <a:pt x="4634" y="117"/>
                </a:lnTo>
                <a:lnTo>
                  <a:pt x="4476" y="117"/>
                </a:lnTo>
                <a:lnTo>
                  <a:pt x="4476" y="0"/>
                </a:lnTo>
                <a:moveTo>
                  <a:pt x="4740" y="0"/>
                </a:moveTo>
                <a:lnTo>
                  <a:pt x="4899" y="0"/>
                </a:lnTo>
                <a:lnTo>
                  <a:pt x="4899" y="117"/>
                </a:lnTo>
                <a:lnTo>
                  <a:pt x="4740" y="117"/>
                </a:lnTo>
                <a:lnTo>
                  <a:pt x="4740" y="0"/>
                </a:lnTo>
                <a:moveTo>
                  <a:pt x="5004" y="0"/>
                </a:moveTo>
                <a:lnTo>
                  <a:pt x="5163" y="0"/>
                </a:lnTo>
                <a:lnTo>
                  <a:pt x="5163" y="117"/>
                </a:lnTo>
                <a:lnTo>
                  <a:pt x="5004" y="117"/>
                </a:lnTo>
                <a:lnTo>
                  <a:pt x="5004" y="0"/>
                </a:lnTo>
                <a:moveTo>
                  <a:pt x="5269" y="0"/>
                </a:moveTo>
                <a:lnTo>
                  <a:pt x="5428" y="0"/>
                </a:lnTo>
                <a:lnTo>
                  <a:pt x="5428" y="117"/>
                </a:lnTo>
                <a:lnTo>
                  <a:pt x="5269" y="117"/>
                </a:lnTo>
                <a:lnTo>
                  <a:pt x="5269" y="0"/>
                </a:lnTo>
                <a:moveTo>
                  <a:pt x="5533" y="0"/>
                </a:moveTo>
                <a:lnTo>
                  <a:pt x="5692" y="0"/>
                </a:lnTo>
                <a:lnTo>
                  <a:pt x="5692" y="117"/>
                </a:lnTo>
                <a:lnTo>
                  <a:pt x="5533" y="117"/>
                </a:lnTo>
                <a:lnTo>
                  <a:pt x="5533" y="0"/>
                </a:lnTo>
                <a:moveTo>
                  <a:pt x="5798" y="0"/>
                </a:moveTo>
                <a:lnTo>
                  <a:pt x="5957" y="0"/>
                </a:lnTo>
                <a:lnTo>
                  <a:pt x="5957" y="117"/>
                </a:lnTo>
                <a:lnTo>
                  <a:pt x="5798" y="117"/>
                </a:lnTo>
                <a:lnTo>
                  <a:pt x="5798" y="0"/>
                </a:lnTo>
                <a:moveTo>
                  <a:pt x="6062" y="0"/>
                </a:moveTo>
                <a:lnTo>
                  <a:pt x="6221" y="0"/>
                </a:lnTo>
                <a:lnTo>
                  <a:pt x="6221" y="117"/>
                </a:lnTo>
                <a:lnTo>
                  <a:pt x="6062" y="117"/>
                </a:lnTo>
                <a:lnTo>
                  <a:pt x="6062" y="0"/>
                </a:lnTo>
                <a:moveTo>
                  <a:pt x="6327" y="0"/>
                </a:moveTo>
                <a:lnTo>
                  <a:pt x="6486" y="0"/>
                </a:lnTo>
                <a:lnTo>
                  <a:pt x="6486" y="117"/>
                </a:lnTo>
                <a:lnTo>
                  <a:pt x="6327" y="117"/>
                </a:lnTo>
                <a:lnTo>
                  <a:pt x="6327" y="0"/>
                </a:lnTo>
                <a:moveTo>
                  <a:pt x="6591" y="0"/>
                </a:moveTo>
                <a:lnTo>
                  <a:pt x="6750" y="0"/>
                </a:lnTo>
                <a:lnTo>
                  <a:pt x="6750" y="117"/>
                </a:lnTo>
                <a:lnTo>
                  <a:pt x="6591" y="117"/>
                </a:lnTo>
                <a:lnTo>
                  <a:pt x="6591" y="0"/>
                </a:lnTo>
                <a:moveTo>
                  <a:pt x="6856" y="0"/>
                </a:moveTo>
                <a:lnTo>
                  <a:pt x="7015" y="0"/>
                </a:lnTo>
                <a:lnTo>
                  <a:pt x="7015" y="117"/>
                </a:lnTo>
                <a:lnTo>
                  <a:pt x="6856" y="117"/>
                </a:lnTo>
                <a:lnTo>
                  <a:pt x="6856" y="0"/>
                </a:lnTo>
                <a:moveTo>
                  <a:pt x="7120" y="0"/>
                </a:moveTo>
                <a:lnTo>
                  <a:pt x="7279" y="0"/>
                </a:lnTo>
                <a:lnTo>
                  <a:pt x="7279" y="117"/>
                </a:lnTo>
                <a:lnTo>
                  <a:pt x="7120" y="117"/>
                </a:lnTo>
                <a:lnTo>
                  <a:pt x="7120" y="0"/>
                </a:lnTo>
                <a:moveTo>
                  <a:pt x="7385" y="0"/>
                </a:moveTo>
                <a:lnTo>
                  <a:pt x="7544" y="0"/>
                </a:lnTo>
                <a:lnTo>
                  <a:pt x="7544" y="117"/>
                </a:lnTo>
                <a:lnTo>
                  <a:pt x="7385" y="117"/>
                </a:lnTo>
                <a:lnTo>
                  <a:pt x="7385" y="0"/>
                </a:lnTo>
                <a:moveTo>
                  <a:pt x="7649" y="0"/>
                </a:moveTo>
                <a:lnTo>
                  <a:pt x="7808" y="0"/>
                </a:lnTo>
                <a:lnTo>
                  <a:pt x="7808" y="117"/>
                </a:lnTo>
                <a:lnTo>
                  <a:pt x="7649" y="117"/>
                </a:lnTo>
                <a:lnTo>
                  <a:pt x="7649" y="0"/>
                </a:lnTo>
                <a:moveTo>
                  <a:pt x="7914" y="0"/>
                </a:moveTo>
                <a:lnTo>
                  <a:pt x="8073" y="0"/>
                </a:lnTo>
                <a:lnTo>
                  <a:pt x="8073" y="117"/>
                </a:lnTo>
                <a:lnTo>
                  <a:pt x="7914" y="117"/>
                </a:lnTo>
                <a:lnTo>
                  <a:pt x="7914" y="0"/>
                </a:lnTo>
                <a:moveTo>
                  <a:pt x="8178" y="0"/>
                </a:moveTo>
                <a:lnTo>
                  <a:pt x="8337" y="0"/>
                </a:lnTo>
                <a:lnTo>
                  <a:pt x="8337" y="117"/>
                </a:lnTo>
                <a:lnTo>
                  <a:pt x="8178" y="117"/>
                </a:lnTo>
                <a:lnTo>
                  <a:pt x="8178" y="0"/>
                </a:lnTo>
                <a:moveTo>
                  <a:pt x="8443" y="0"/>
                </a:moveTo>
                <a:lnTo>
                  <a:pt x="8601" y="0"/>
                </a:lnTo>
                <a:lnTo>
                  <a:pt x="8601" y="117"/>
                </a:lnTo>
                <a:lnTo>
                  <a:pt x="8443" y="117"/>
                </a:lnTo>
                <a:lnTo>
                  <a:pt x="8443" y="0"/>
                </a:lnTo>
                <a:moveTo>
                  <a:pt x="8707" y="0"/>
                </a:moveTo>
                <a:lnTo>
                  <a:pt x="8866" y="0"/>
                </a:lnTo>
                <a:lnTo>
                  <a:pt x="8866" y="117"/>
                </a:lnTo>
                <a:lnTo>
                  <a:pt x="8707" y="117"/>
                </a:lnTo>
                <a:lnTo>
                  <a:pt x="8707" y="0"/>
                </a:lnTo>
                <a:moveTo>
                  <a:pt x="8972" y="0"/>
                </a:moveTo>
                <a:lnTo>
                  <a:pt x="9130" y="0"/>
                </a:lnTo>
                <a:lnTo>
                  <a:pt x="9130" y="117"/>
                </a:lnTo>
                <a:lnTo>
                  <a:pt x="8972" y="117"/>
                </a:lnTo>
                <a:lnTo>
                  <a:pt x="8972" y="0"/>
                </a:lnTo>
                <a:moveTo>
                  <a:pt x="9236" y="0"/>
                </a:moveTo>
                <a:lnTo>
                  <a:pt x="9395" y="0"/>
                </a:lnTo>
                <a:lnTo>
                  <a:pt x="9395" y="117"/>
                </a:lnTo>
                <a:lnTo>
                  <a:pt x="9236" y="117"/>
                </a:lnTo>
                <a:lnTo>
                  <a:pt x="9236" y="0"/>
                </a:lnTo>
                <a:moveTo>
                  <a:pt x="9501" y="0"/>
                </a:moveTo>
                <a:lnTo>
                  <a:pt x="9659" y="0"/>
                </a:lnTo>
                <a:lnTo>
                  <a:pt x="9659" y="117"/>
                </a:lnTo>
                <a:lnTo>
                  <a:pt x="9501" y="117"/>
                </a:lnTo>
                <a:lnTo>
                  <a:pt x="9501" y="0"/>
                </a:lnTo>
                <a:moveTo>
                  <a:pt x="9765" y="0"/>
                </a:moveTo>
                <a:lnTo>
                  <a:pt x="9924" y="0"/>
                </a:lnTo>
                <a:lnTo>
                  <a:pt x="9924" y="117"/>
                </a:lnTo>
                <a:lnTo>
                  <a:pt x="9765" y="117"/>
                </a:lnTo>
                <a:lnTo>
                  <a:pt x="9765" y="0"/>
                </a:lnTo>
                <a:moveTo>
                  <a:pt x="10030" y="0"/>
                </a:moveTo>
                <a:lnTo>
                  <a:pt x="10188" y="0"/>
                </a:lnTo>
                <a:lnTo>
                  <a:pt x="10188" y="117"/>
                </a:lnTo>
                <a:lnTo>
                  <a:pt x="10030" y="117"/>
                </a:lnTo>
                <a:lnTo>
                  <a:pt x="10030" y="0"/>
                </a:lnTo>
                <a:moveTo>
                  <a:pt x="10294" y="0"/>
                </a:moveTo>
                <a:lnTo>
                  <a:pt x="10453" y="0"/>
                </a:lnTo>
                <a:lnTo>
                  <a:pt x="10453" y="117"/>
                </a:lnTo>
                <a:lnTo>
                  <a:pt x="10294" y="117"/>
                </a:lnTo>
                <a:lnTo>
                  <a:pt x="10294" y="0"/>
                </a:lnTo>
                <a:moveTo>
                  <a:pt x="10559" y="0"/>
                </a:moveTo>
                <a:lnTo>
                  <a:pt x="10717" y="0"/>
                </a:lnTo>
                <a:lnTo>
                  <a:pt x="10717" y="117"/>
                </a:lnTo>
                <a:lnTo>
                  <a:pt x="10559" y="117"/>
                </a:lnTo>
                <a:lnTo>
                  <a:pt x="10559" y="0"/>
                </a:lnTo>
                <a:moveTo>
                  <a:pt x="10823" y="0"/>
                </a:moveTo>
                <a:lnTo>
                  <a:pt x="10982" y="0"/>
                </a:lnTo>
                <a:lnTo>
                  <a:pt x="10982" y="117"/>
                </a:lnTo>
                <a:lnTo>
                  <a:pt x="10823" y="117"/>
                </a:lnTo>
                <a:lnTo>
                  <a:pt x="10823" y="0"/>
                </a:lnTo>
                <a:moveTo>
                  <a:pt x="11088" y="0"/>
                </a:moveTo>
                <a:lnTo>
                  <a:pt x="11246" y="0"/>
                </a:lnTo>
                <a:lnTo>
                  <a:pt x="11246" y="117"/>
                </a:lnTo>
                <a:lnTo>
                  <a:pt x="11088" y="117"/>
                </a:lnTo>
                <a:lnTo>
                  <a:pt x="11088" y="0"/>
                </a:lnTo>
                <a:moveTo>
                  <a:pt x="11352" y="0"/>
                </a:moveTo>
                <a:lnTo>
                  <a:pt x="11511" y="0"/>
                </a:lnTo>
                <a:lnTo>
                  <a:pt x="11511" y="117"/>
                </a:lnTo>
                <a:lnTo>
                  <a:pt x="11352" y="117"/>
                </a:lnTo>
                <a:lnTo>
                  <a:pt x="11352" y="0"/>
                </a:lnTo>
                <a:moveTo>
                  <a:pt x="11617" y="0"/>
                </a:moveTo>
                <a:lnTo>
                  <a:pt x="11775" y="0"/>
                </a:lnTo>
                <a:lnTo>
                  <a:pt x="11775" y="117"/>
                </a:lnTo>
                <a:lnTo>
                  <a:pt x="11617" y="117"/>
                </a:lnTo>
                <a:lnTo>
                  <a:pt x="11617" y="0"/>
                </a:lnTo>
                <a:moveTo>
                  <a:pt x="11881" y="0"/>
                </a:moveTo>
                <a:lnTo>
                  <a:pt x="12040" y="0"/>
                </a:lnTo>
                <a:lnTo>
                  <a:pt x="12040" y="117"/>
                </a:lnTo>
                <a:lnTo>
                  <a:pt x="11881" y="117"/>
                </a:lnTo>
                <a:lnTo>
                  <a:pt x="11881" y="0"/>
                </a:lnTo>
                <a:moveTo>
                  <a:pt x="12145" y="0"/>
                </a:moveTo>
                <a:lnTo>
                  <a:pt x="12304" y="0"/>
                </a:lnTo>
                <a:lnTo>
                  <a:pt x="12304" y="117"/>
                </a:lnTo>
                <a:lnTo>
                  <a:pt x="12145" y="117"/>
                </a:lnTo>
                <a:lnTo>
                  <a:pt x="12145" y="0"/>
                </a:lnTo>
                <a:moveTo>
                  <a:pt x="12410" y="0"/>
                </a:moveTo>
                <a:lnTo>
                  <a:pt x="12569" y="0"/>
                </a:lnTo>
                <a:lnTo>
                  <a:pt x="12569" y="117"/>
                </a:lnTo>
                <a:lnTo>
                  <a:pt x="12410" y="117"/>
                </a:lnTo>
                <a:lnTo>
                  <a:pt x="12410" y="0"/>
                </a:lnTo>
                <a:moveTo>
                  <a:pt x="12674" y="0"/>
                </a:moveTo>
                <a:lnTo>
                  <a:pt x="12833" y="0"/>
                </a:lnTo>
                <a:lnTo>
                  <a:pt x="12833" y="117"/>
                </a:lnTo>
                <a:lnTo>
                  <a:pt x="12674" y="117"/>
                </a:lnTo>
                <a:lnTo>
                  <a:pt x="12674" y="0"/>
                </a:lnTo>
                <a:moveTo>
                  <a:pt x="12939" y="0"/>
                </a:moveTo>
                <a:lnTo>
                  <a:pt x="13098" y="0"/>
                </a:lnTo>
                <a:lnTo>
                  <a:pt x="13098" y="117"/>
                </a:lnTo>
                <a:lnTo>
                  <a:pt x="12939" y="117"/>
                </a:lnTo>
                <a:lnTo>
                  <a:pt x="12939" y="0"/>
                </a:lnTo>
                <a:moveTo>
                  <a:pt x="13203" y="0"/>
                </a:moveTo>
                <a:lnTo>
                  <a:pt x="13362" y="0"/>
                </a:lnTo>
                <a:lnTo>
                  <a:pt x="13362" y="117"/>
                </a:lnTo>
                <a:lnTo>
                  <a:pt x="13203" y="117"/>
                </a:lnTo>
                <a:lnTo>
                  <a:pt x="13203" y="0"/>
                </a:lnTo>
                <a:moveTo>
                  <a:pt x="13468" y="0"/>
                </a:moveTo>
                <a:lnTo>
                  <a:pt x="13627" y="0"/>
                </a:lnTo>
                <a:lnTo>
                  <a:pt x="13627" y="117"/>
                </a:lnTo>
                <a:lnTo>
                  <a:pt x="13468" y="117"/>
                </a:lnTo>
                <a:lnTo>
                  <a:pt x="13468" y="0"/>
                </a:lnTo>
                <a:moveTo>
                  <a:pt x="13732" y="0"/>
                </a:moveTo>
                <a:lnTo>
                  <a:pt x="13891" y="0"/>
                </a:lnTo>
                <a:lnTo>
                  <a:pt x="13891" y="117"/>
                </a:lnTo>
                <a:lnTo>
                  <a:pt x="13732" y="117"/>
                </a:lnTo>
                <a:lnTo>
                  <a:pt x="13732" y="0"/>
                </a:lnTo>
                <a:moveTo>
                  <a:pt x="13997" y="0"/>
                </a:moveTo>
                <a:lnTo>
                  <a:pt x="14157" y="0"/>
                </a:lnTo>
                <a:lnTo>
                  <a:pt x="14157" y="117"/>
                </a:lnTo>
                <a:lnTo>
                  <a:pt x="13997" y="117"/>
                </a:lnTo>
                <a:lnTo>
                  <a:pt x="13997" y="0"/>
                </a:lnTo>
                <a:moveTo>
                  <a:pt x="14262" y="0"/>
                </a:moveTo>
                <a:lnTo>
                  <a:pt x="14421" y="0"/>
                </a:lnTo>
                <a:lnTo>
                  <a:pt x="14421" y="117"/>
                </a:lnTo>
                <a:lnTo>
                  <a:pt x="14262" y="117"/>
                </a:lnTo>
                <a:lnTo>
                  <a:pt x="14262" y="0"/>
                </a:lnTo>
                <a:moveTo>
                  <a:pt x="14527" y="0"/>
                </a:moveTo>
                <a:lnTo>
                  <a:pt x="14686" y="0"/>
                </a:lnTo>
                <a:lnTo>
                  <a:pt x="14686" y="117"/>
                </a:lnTo>
                <a:lnTo>
                  <a:pt x="14527" y="117"/>
                </a:lnTo>
                <a:lnTo>
                  <a:pt x="14527" y="0"/>
                </a:lnTo>
                <a:moveTo>
                  <a:pt x="14791" y="0"/>
                </a:moveTo>
                <a:lnTo>
                  <a:pt x="14950" y="0"/>
                </a:lnTo>
                <a:lnTo>
                  <a:pt x="14950" y="117"/>
                </a:lnTo>
                <a:lnTo>
                  <a:pt x="14791" y="117"/>
                </a:lnTo>
                <a:lnTo>
                  <a:pt x="14791" y="0"/>
                </a:lnTo>
                <a:moveTo>
                  <a:pt x="15056" y="0"/>
                </a:moveTo>
                <a:lnTo>
                  <a:pt x="15215" y="0"/>
                </a:lnTo>
                <a:lnTo>
                  <a:pt x="15215" y="117"/>
                </a:lnTo>
                <a:lnTo>
                  <a:pt x="15056" y="117"/>
                </a:lnTo>
                <a:lnTo>
                  <a:pt x="15056" y="0"/>
                </a:lnTo>
                <a:moveTo>
                  <a:pt x="15320" y="0"/>
                </a:moveTo>
                <a:lnTo>
                  <a:pt x="15479" y="0"/>
                </a:lnTo>
                <a:lnTo>
                  <a:pt x="15479" y="117"/>
                </a:lnTo>
                <a:lnTo>
                  <a:pt x="15320" y="117"/>
                </a:lnTo>
                <a:lnTo>
                  <a:pt x="15320" y="0"/>
                </a:lnTo>
                <a:moveTo>
                  <a:pt x="15585" y="0"/>
                </a:moveTo>
                <a:lnTo>
                  <a:pt x="15743" y="0"/>
                </a:lnTo>
                <a:lnTo>
                  <a:pt x="15743" y="117"/>
                </a:lnTo>
                <a:lnTo>
                  <a:pt x="15585" y="117"/>
                </a:lnTo>
                <a:lnTo>
                  <a:pt x="15585" y="0"/>
                </a:lnTo>
                <a:moveTo>
                  <a:pt x="15849" y="0"/>
                </a:moveTo>
                <a:lnTo>
                  <a:pt x="16008" y="0"/>
                </a:lnTo>
                <a:lnTo>
                  <a:pt x="16008" y="117"/>
                </a:lnTo>
                <a:lnTo>
                  <a:pt x="15849" y="117"/>
                </a:lnTo>
                <a:lnTo>
                  <a:pt x="15849" y="0"/>
                </a:lnTo>
                <a:moveTo>
                  <a:pt x="16114" y="0"/>
                </a:moveTo>
                <a:lnTo>
                  <a:pt x="16272" y="0"/>
                </a:lnTo>
                <a:lnTo>
                  <a:pt x="16272" y="117"/>
                </a:lnTo>
                <a:lnTo>
                  <a:pt x="16114" y="117"/>
                </a:lnTo>
                <a:lnTo>
                  <a:pt x="16114" y="0"/>
                </a:lnTo>
                <a:moveTo>
                  <a:pt x="16378" y="0"/>
                </a:moveTo>
                <a:lnTo>
                  <a:pt x="16537" y="0"/>
                </a:lnTo>
                <a:lnTo>
                  <a:pt x="16537" y="117"/>
                </a:lnTo>
                <a:lnTo>
                  <a:pt x="16378" y="117"/>
                </a:lnTo>
                <a:lnTo>
                  <a:pt x="16378" y="0"/>
                </a:lnTo>
                <a:moveTo>
                  <a:pt x="16643" y="0"/>
                </a:moveTo>
                <a:lnTo>
                  <a:pt x="16801" y="0"/>
                </a:lnTo>
                <a:lnTo>
                  <a:pt x="16801" y="117"/>
                </a:lnTo>
                <a:lnTo>
                  <a:pt x="16643" y="117"/>
                </a:lnTo>
                <a:lnTo>
                  <a:pt x="16643" y="0"/>
                </a:lnTo>
                <a:moveTo>
                  <a:pt x="16907" y="0"/>
                </a:moveTo>
                <a:lnTo>
                  <a:pt x="17066" y="0"/>
                </a:lnTo>
                <a:lnTo>
                  <a:pt x="17066" y="117"/>
                </a:lnTo>
                <a:lnTo>
                  <a:pt x="16907" y="117"/>
                </a:lnTo>
                <a:lnTo>
                  <a:pt x="16907" y="0"/>
                </a:lnTo>
                <a:moveTo>
                  <a:pt x="17172" y="0"/>
                </a:moveTo>
                <a:lnTo>
                  <a:pt x="17330" y="0"/>
                </a:lnTo>
                <a:lnTo>
                  <a:pt x="17330" y="117"/>
                </a:lnTo>
                <a:lnTo>
                  <a:pt x="17172" y="117"/>
                </a:lnTo>
                <a:lnTo>
                  <a:pt x="17172" y="0"/>
                </a:lnTo>
                <a:moveTo>
                  <a:pt x="17436" y="0"/>
                </a:moveTo>
                <a:lnTo>
                  <a:pt x="17595" y="0"/>
                </a:lnTo>
                <a:lnTo>
                  <a:pt x="17595" y="117"/>
                </a:lnTo>
                <a:lnTo>
                  <a:pt x="17436" y="117"/>
                </a:lnTo>
                <a:lnTo>
                  <a:pt x="17436" y="0"/>
                </a:lnTo>
                <a:moveTo>
                  <a:pt x="17701" y="0"/>
                </a:moveTo>
                <a:lnTo>
                  <a:pt x="17859" y="0"/>
                </a:lnTo>
                <a:lnTo>
                  <a:pt x="17859" y="117"/>
                </a:lnTo>
                <a:lnTo>
                  <a:pt x="17701" y="117"/>
                </a:lnTo>
                <a:lnTo>
                  <a:pt x="17701" y="0"/>
                </a:lnTo>
                <a:moveTo>
                  <a:pt x="17965" y="0"/>
                </a:moveTo>
                <a:lnTo>
                  <a:pt x="18124" y="0"/>
                </a:lnTo>
                <a:lnTo>
                  <a:pt x="18124" y="117"/>
                </a:lnTo>
                <a:lnTo>
                  <a:pt x="17965" y="117"/>
                </a:lnTo>
                <a:lnTo>
                  <a:pt x="17965" y="0"/>
                </a:lnTo>
                <a:moveTo>
                  <a:pt x="18230" y="0"/>
                </a:moveTo>
                <a:lnTo>
                  <a:pt x="18388" y="0"/>
                </a:lnTo>
                <a:lnTo>
                  <a:pt x="18388" y="117"/>
                </a:lnTo>
                <a:lnTo>
                  <a:pt x="18230" y="117"/>
                </a:lnTo>
                <a:lnTo>
                  <a:pt x="18230" y="0"/>
                </a:lnTo>
                <a:moveTo>
                  <a:pt x="18494" y="0"/>
                </a:moveTo>
                <a:lnTo>
                  <a:pt x="18653" y="0"/>
                </a:lnTo>
                <a:lnTo>
                  <a:pt x="18653" y="117"/>
                </a:lnTo>
                <a:lnTo>
                  <a:pt x="18494" y="117"/>
                </a:lnTo>
                <a:lnTo>
                  <a:pt x="18494" y="0"/>
                </a:lnTo>
                <a:moveTo>
                  <a:pt x="18758" y="0"/>
                </a:moveTo>
                <a:lnTo>
                  <a:pt x="18917" y="0"/>
                </a:lnTo>
                <a:lnTo>
                  <a:pt x="18917" y="117"/>
                </a:lnTo>
                <a:lnTo>
                  <a:pt x="18758" y="117"/>
                </a:lnTo>
                <a:lnTo>
                  <a:pt x="18758" y="0"/>
                </a:lnTo>
                <a:moveTo>
                  <a:pt x="19023" y="0"/>
                </a:moveTo>
                <a:lnTo>
                  <a:pt x="19182" y="0"/>
                </a:lnTo>
                <a:lnTo>
                  <a:pt x="19182" y="117"/>
                </a:lnTo>
                <a:lnTo>
                  <a:pt x="19023" y="117"/>
                </a:lnTo>
                <a:lnTo>
                  <a:pt x="19023" y="0"/>
                </a:lnTo>
                <a:moveTo>
                  <a:pt x="19287" y="0"/>
                </a:moveTo>
                <a:lnTo>
                  <a:pt x="19446" y="0"/>
                </a:lnTo>
                <a:lnTo>
                  <a:pt x="19446" y="117"/>
                </a:lnTo>
                <a:lnTo>
                  <a:pt x="19287" y="117"/>
                </a:lnTo>
                <a:lnTo>
                  <a:pt x="19287" y="0"/>
                </a:lnTo>
                <a:moveTo>
                  <a:pt x="19552" y="0"/>
                </a:moveTo>
                <a:lnTo>
                  <a:pt x="19711" y="0"/>
                </a:lnTo>
                <a:lnTo>
                  <a:pt x="19711" y="117"/>
                </a:lnTo>
                <a:lnTo>
                  <a:pt x="19552" y="117"/>
                </a:lnTo>
                <a:lnTo>
                  <a:pt x="19552" y="0"/>
                </a:lnTo>
                <a:moveTo>
                  <a:pt x="19816" y="0"/>
                </a:moveTo>
                <a:lnTo>
                  <a:pt x="19975" y="0"/>
                </a:lnTo>
                <a:lnTo>
                  <a:pt x="19975" y="117"/>
                </a:lnTo>
                <a:lnTo>
                  <a:pt x="19816" y="117"/>
                </a:lnTo>
                <a:lnTo>
                  <a:pt x="19816" y="0"/>
                </a:lnTo>
                <a:moveTo>
                  <a:pt x="20081" y="0"/>
                </a:moveTo>
                <a:lnTo>
                  <a:pt x="20240" y="0"/>
                </a:lnTo>
                <a:lnTo>
                  <a:pt x="20240" y="117"/>
                </a:lnTo>
                <a:lnTo>
                  <a:pt x="20081" y="117"/>
                </a:lnTo>
                <a:lnTo>
                  <a:pt x="20081" y="0"/>
                </a:lnTo>
                <a:moveTo>
                  <a:pt x="20345" y="0"/>
                </a:moveTo>
                <a:lnTo>
                  <a:pt x="20504" y="0"/>
                </a:lnTo>
                <a:lnTo>
                  <a:pt x="20504" y="117"/>
                </a:lnTo>
                <a:lnTo>
                  <a:pt x="20345" y="117"/>
                </a:lnTo>
                <a:lnTo>
                  <a:pt x="20345" y="0"/>
                </a:lnTo>
                <a:moveTo>
                  <a:pt x="20610" y="0"/>
                </a:moveTo>
                <a:lnTo>
                  <a:pt x="20769" y="0"/>
                </a:lnTo>
                <a:lnTo>
                  <a:pt x="20769" y="117"/>
                </a:lnTo>
                <a:lnTo>
                  <a:pt x="20610" y="117"/>
                </a:lnTo>
                <a:lnTo>
                  <a:pt x="20610" y="0"/>
                </a:lnTo>
                <a:moveTo>
                  <a:pt x="20874" y="0"/>
                </a:moveTo>
                <a:lnTo>
                  <a:pt x="21033" y="0"/>
                </a:lnTo>
                <a:lnTo>
                  <a:pt x="21033" y="117"/>
                </a:lnTo>
                <a:lnTo>
                  <a:pt x="20874" y="117"/>
                </a:lnTo>
                <a:lnTo>
                  <a:pt x="20874" y="0"/>
                </a:lnTo>
                <a:moveTo>
                  <a:pt x="21139" y="0"/>
                </a:moveTo>
                <a:lnTo>
                  <a:pt x="21298" y="0"/>
                </a:lnTo>
                <a:lnTo>
                  <a:pt x="21298" y="117"/>
                </a:lnTo>
                <a:lnTo>
                  <a:pt x="21139" y="117"/>
                </a:lnTo>
                <a:lnTo>
                  <a:pt x="21139" y="0"/>
                </a:lnTo>
                <a:moveTo>
                  <a:pt x="21403" y="0"/>
                </a:moveTo>
                <a:lnTo>
                  <a:pt x="21562" y="0"/>
                </a:lnTo>
                <a:lnTo>
                  <a:pt x="21562" y="117"/>
                </a:lnTo>
                <a:lnTo>
                  <a:pt x="21403" y="117"/>
                </a:lnTo>
                <a:lnTo>
                  <a:pt x="21403" y="0"/>
                </a:lnTo>
                <a:moveTo>
                  <a:pt x="21668" y="0"/>
                </a:moveTo>
                <a:lnTo>
                  <a:pt x="21827" y="0"/>
                </a:lnTo>
                <a:lnTo>
                  <a:pt x="21827" y="117"/>
                </a:lnTo>
                <a:lnTo>
                  <a:pt x="21668" y="117"/>
                </a:lnTo>
                <a:lnTo>
                  <a:pt x="21668" y="0"/>
                </a:lnTo>
                <a:moveTo>
                  <a:pt x="21932" y="0"/>
                </a:moveTo>
                <a:lnTo>
                  <a:pt x="22091" y="0"/>
                </a:lnTo>
                <a:lnTo>
                  <a:pt x="22091" y="117"/>
                </a:lnTo>
                <a:lnTo>
                  <a:pt x="21932" y="117"/>
                </a:lnTo>
                <a:lnTo>
                  <a:pt x="21932" y="0"/>
                </a:lnTo>
                <a:moveTo>
                  <a:pt x="22197" y="0"/>
                </a:moveTo>
                <a:lnTo>
                  <a:pt x="22355" y="0"/>
                </a:lnTo>
                <a:lnTo>
                  <a:pt x="22355" y="117"/>
                </a:lnTo>
                <a:lnTo>
                  <a:pt x="22197" y="117"/>
                </a:lnTo>
                <a:lnTo>
                  <a:pt x="22197" y="0"/>
                </a:lnTo>
                <a:moveTo>
                  <a:pt x="22461" y="0"/>
                </a:moveTo>
                <a:lnTo>
                  <a:pt x="22620" y="0"/>
                </a:lnTo>
                <a:lnTo>
                  <a:pt x="22620" y="117"/>
                </a:lnTo>
                <a:lnTo>
                  <a:pt x="22461" y="117"/>
                </a:lnTo>
                <a:lnTo>
                  <a:pt x="22461" y="0"/>
                </a:lnTo>
                <a:moveTo>
                  <a:pt x="22726" y="0"/>
                </a:moveTo>
                <a:lnTo>
                  <a:pt x="22884" y="0"/>
                </a:lnTo>
                <a:lnTo>
                  <a:pt x="22884" y="117"/>
                </a:lnTo>
                <a:lnTo>
                  <a:pt x="22726" y="117"/>
                </a:lnTo>
                <a:lnTo>
                  <a:pt x="22726" y="0"/>
                </a:lnTo>
                <a:moveTo>
                  <a:pt x="22990" y="0"/>
                </a:moveTo>
                <a:lnTo>
                  <a:pt x="23149" y="0"/>
                </a:lnTo>
                <a:lnTo>
                  <a:pt x="23149" y="117"/>
                </a:lnTo>
                <a:lnTo>
                  <a:pt x="22990" y="117"/>
                </a:lnTo>
                <a:lnTo>
                  <a:pt x="22990" y="0"/>
                </a:lnTo>
                <a:moveTo>
                  <a:pt x="23255" y="0"/>
                </a:moveTo>
                <a:lnTo>
                  <a:pt x="23413" y="0"/>
                </a:lnTo>
                <a:lnTo>
                  <a:pt x="23413" y="117"/>
                </a:lnTo>
                <a:lnTo>
                  <a:pt x="23255" y="117"/>
                </a:lnTo>
                <a:lnTo>
                  <a:pt x="23255" y="0"/>
                </a:lnTo>
                <a:moveTo>
                  <a:pt x="23519" y="0"/>
                </a:moveTo>
                <a:lnTo>
                  <a:pt x="23678" y="0"/>
                </a:lnTo>
                <a:lnTo>
                  <a:pt x="23678" y="117"/>
                </a:lnTo>
                <a:lnTo>
                  <a:pt x="23519" y="117"/>
                </a:lnTo>
                <a:lnTo>
                  <a:pt x="23519" y="0"/>
                </a:lnTo>
                <a:moveTo>
                  <a:pt x="23784" y="0"/>
                </a:moveTo>
                <a:lnTo>
                  <a:pt x="23942" y="0"/>
                </a:lnTo>
                <a:lnTo>
                  <a:pt x="23942" y="117"/>
                </a:lnTo>
                <a:lnTo>
                  <a:pt x="23784" y="117"/>
                </a:lnTo>
                <a:lnTo>
                  <a:pt x="23784" y="0"/>
                </a:lnTo>
                <a:moveTo>
                  <a:pt x="24048" y="0"/>
                </a:moveTo>
                <a:lnTo>
                  <a:pt x="24207" y="0"/>
                </a:lnTo>
                <a:lnTo>
                  <a:pt x="24207" y="117"/>
                </a:lnTo>
                <a:lnTo>
                  <a:pt x="24048" y="117"/>
                </a:lnTo>
                <a:lnTo>
                  <a:pt x="24048" y="0"/>
                </a:lnTo>
                <a:moveTo>
                  <a:pt x="24313" y="0"/>
                </a:moveTo>
                <a:lnTo>
                  <a:pt x="24471" y="0"/>
                </a:lnTo>
                <a:lnTo>
                  <a:pt x="24471" y="117"/>
                </a:lnTo>
                <a:lnTo>
                  <a:pt x="24313" y="117"/>
                </a:lnTo>
                <a:lnTo>
                  <a:pt x="24313" y="0"/>
                </a:lnTo>
                <a:moveTo>
                  <a:pt x="24577" y="0"/>
                </a:moveTo>
                <a:lnTo>
                  <a:pt x="24736" y="0"/>
                </a:lnTo>
                <a:lnTo>
                  <a:pt x="24736" y="117"/>
                </a:lnTo>
                <a:lnTo>
                  <a:pt x="24577" y="117"/>
                </a:lnTo>
                <a:lnTo>
                  <a:pt x="24577" y="0"/>
                </a:lnTo>
                <a:moveTo>
                  <a:pt x="24842" y="0"/>
                </a:moveTo>
                <a:lnTo>
                  <a:pt x="25000" y="0"/>
                </a:lnTo>
                <a:lnTo>
                  <a:pt x="25000" y="117"/>
                </a:lnTo>
                <a:lnTo>
                  <a:pt x="24842" y="117"/>
                </a:lnTo>
                <a:lnTo>
                  <a:pt x="24842" y="0"/>
                </a:lnTo>
                <a:moveTo>
                  <a:pt x="25106" y="0"/>
                </a:moveTo>
                <a:lnTo>
                  <a:pt x="25265" y="0"/>
                </a:lnTo>
                <a:lnTo>
                  <a:pt x="25265" y="117"/>
                </a:lnTo>
                <a:lnTo>
                  <a:pt x="25106" y="117"/>
                </a:lnTo>
                <a:lnTo>
                  <a:pt x="25106" y="0"/>
                </a:lnTo>
                <a:moveTo>
                  <a:pt x="25371" y="0"/>
                </a:moveTo>
                <a:lnTo>
                  <a:pt x="25529" y="0"/>
                </a:lnTo>
                <a:lnTo>
                  <a:pt x="25529" y="117"/>
                </a:lnTo>
                <a:lnTo>
                  <a:pt x="25371" y="117"/>
                </a:lnTo>
                <a:lnTo>
                  <a:pt x="25371" y="0"/>
                </a:lnTo>
                <a:moveTo>
                  <a:pt x="25635" y="0"/>
                </a:moveTo>
                <a:lnTo>
                  <a:pt x="25794" y="0"/>
                </a:lnTo>
                <a:lnTo>
                  <a:pt x="25794" y="117"/>
                </a:lnTo>
                <a:lnTo>
                  <a:pt x="25635" y="117"/>
                </a:lnTo>
                <a:lnTo>
                  <a:pt x="25635" y="0"/>
                </a:lnTo>
                <a:moveTo>
                  <a:pt x="25899" y="0"/>
                </a:moveTo>
                <a:lnTo>
                  <a:pt x="26058" y="0"/>
                </a:lnTo>
                <a:lnTo>
                  <a:pt x="26058" y="117"/>
                </a:lnTo>
                <a:lnTo>
                  <a:pt x="25899" y="117"/>
                </a:lnTo>
                <a:lnTo>
                  <a:pt x="25899" y="0"/>
                </a:lnTo>
                <a:moveTo>
                  <a:pt x="26164" y="0"/>
                </a:moveTo>
                <a:lnTo>
                  <a:pt x="26323" y="0"/>
                </a:lnTo>
                <a:lnTo>
                  <a:pt x="26323" y="117"/>
                </a:lnTo>
                <a:lnTo>
                  <a:pt x="26164" y="117"/>
                </a:lnTo>
                <a:lnTo>
                  <a:pt x="26164" y="0"/>
                </a:lnTo>
                <a:moveTo>
                  <a:pt x="26428" y="0"/>
                </a:moveTo>
                <a:lnTo>
                  <a:pt x="26587" y="0"/>
                </a:lnTo>
                <a:lnTo>
                  <a:pt x="26587" y="117"/>
                </a:lnTo>
                <a:lnTo>
                  <a:pt x="26428" y="117"/>
                </a:lnTo>
                <a:lnTo>
                  <a:pt x="26428" y="0"/>
                </a:lnTo>
                <a:moveTo>
                  <a:pt x="26693" y="0"/>
                </a:moveTo>
                <a:lnTo>
                  <a:pt x="26852" y="0"/>
                </a:lnTo>
                <a:lnTo>
                  <a:pt x="26852" y="117"/>
                </a:lnTo>
                <a:lnTo>
                  <a:pt x="26693" y="117"/>
                </a:lnTo>
                <a:lnTo>
                  <a:pt x="26693" y="0"/>
                </a:lnTo>
                <a:moveTo>
                  <a:pt x="26957" y="0"/>
                </a:moveTo>
                <a:lnTo>
                  <a:pt x="27116" y="0"/>
                </a:lnTo>
                <a:lnTo>
                  <a:pt x="27116" y="117"/>
                </a:lnTo>
                <a:lnTo>
                  <a:pt x="26957" y="117"/>
                </a:lnTo>
                <a:lnTo>
                  <a:pt x="26957" y="0"/>
                </a:lnTo>
                <a:moveTo>
                  <a:pt x="27222" y="0"/>
                </a:moveTo>
                <a:lnTo>
                  <a:pt x="27381" y="0"/>
                </a:lnTo>
                <a:lnTo>
                  <a:pt x="27381" y="117"/>
                </a:lnTo>
                <a:lnTo>
                  <a:pt x="27222" y="117"/>
                </a:lnTo>
                <a:lnTo>
                  <a:pt x="27222" y="0"/>
                </a:lnTo>
                <a:moveTo>
                  <a:pt x="27486" y="0"/>
                </a:moveTo>
                <a:lnTo>
                  <a:pt x="27645" y="0"/>
                </a:lnTo>
                <a:lnTo>
                  <a:pt x="27645" y="117"/>
                </a:lnTo>
                <a:lnTo>
                  <a:pt x="27486" y="117"/>
                </a:lnTo>
                <a:lnTo>
                  <a:pt x="27486" y="0"/>
                </a:lnTo>
                <a:moveTo>
                  <a:pt x="27751" y="0"/>
                </a:moveTo>
                <a:lnTo>
                  <a:pt x="27910" y="0"/>
                </a:lnTo>
                <a:lnTo>
                  <a:pt x="27910" y="117"/>
                </a:lnTo>
                <a:lnTo>
                  <a:pt x="27751" y="117"/>
                </a:lnTo>
                <a:lnTo>
                  <a:pt x="27751" y="0"/>
                </a:lnTo>
                <a:moveTo>
                  <a:pt x="28015" y="0"/>
                </a:moveTo>
                <a:lnTo>
                  <a:pt x="28174" y="0"/>
                </a:lnTo>
                <a:lnTo>
                  <a:pt x="28174" y="117"/>
                </a:lnTo>
                <a:lnTo>
                  <a:pt x="28015" y="117"/>
                </a:lnTo>
                <a:lnTo>
                  <a:pt x="28015" y="0"/>
                </a:lnTo>
                <a:moveTo>
                  <a:pt x="28280" y="0"/>
                </a:moveTo>
                <a:lnTo>
                  <a:pt x="28439" y="0"/>
                </a:lnTo>
                <a:lnTo>
                  <a:pt x="28439" y="117"/>
                </a:lnTo>
                <a:lnTo>
                  <a:pt x="28280" y="117"/>
                </a:lnTo>
                <a:lnTo>
                  <a:pt x="28280" y="0"/>
                </a:lnTo>
                <a:moveTo>
                  <a:pt x="28544" y="0"/>
                </a:moveTo>
                <a:lnTo>
                  <a:pt x="28703" y="0"/>
                </a:lnTo>
                <a:lnTo>
                  <a:pt x="28703" y="117"/>
                </a:lnTo>
                <a:lnTo>
                  <a:pt x="28544" y="117"/>
                </a:lnTo>
                <a:lnTo>
                  <a:pt x="28544" y="0"/>
                </a:lnTo>
                <a:moveTo>
                  <a:pt x="28809" y="0"/>
                </a:moveTo>
                <a:lnTo>
                  <a:pt x="28968" y="0"/>
                </a:lnTo>
                <a:lnTo>
                  <a:pt x="28968" y="117"/>
                </a:lnTo>
                <a:lnTo>
                  <a:pt x="28809" y="117"/>
                </a:lnTo>
                <a:lnTo>
                  <a:pt x="28809" y="0"/>
                </a:lnTo>
                <a:moveTo>
                  <a:pt x="29073" y="0"/>
                </a:moveTo>
                <a:lnTo>
                  <a:pt x="29232" y="0"/>
                </a:lnTo>
                <a:lnTo>
                  <a:pt x="29232" y="117"/>
                </a:lnTo>
                <a:lnTo>
                  <a:pt x="29073" y="117"/>
                </a:lnTo>
                <a:lnTo>
                  <a:pt x="29073" y="0"/>
                </a:lnTo>
                <a:moveTo>
                  <a:pt x="29338" y="0"/>
                </a:moveTo>
                <a:lnTo>
                  <a:pt x="29496" y="0"/>
                </a:lnTo>
                <a:lnTo>
                  <a:pt x="29496" y="117"/>
                </a:lnTo>
                <a:lnTo>
                  <a:pt x="29338" y="117"/>
                </a:lnTo>
                <a:lnTo>
                  <a:pt x="29338" y="0"/>
                </a:lnTo>
                <a:moveTo>
                  <a:pt x="29602" y="0"/>
                </a:moveTo>
                <a:lnTo>
                  <a:pt x="29761" y="0"/>
                </a:lnTo>
                <a:lnTo>
                  <a:pt x="29761" y="117"/>
                </a:lnTo>
                <a:lnTo>
                  <a:pt x="29602" y="117"/>
                </a:lnTo>
                <a:lnTo>
                  <a:pt x="29602" y="0"/>
                </a:lnTo>
                <a:moveTo>
                  <a:pt x="29867" y="0"/>
                </a:moveTo>
                <a:lnTo>
                  <a:pt x="30025" y="0"/>
                </a:lnTo>
                <a:lnTo>
                  <a:pt x="30025" y="117"/>
                </a:lnTo>
                <a:lnTo>
                  <a:pt x="29867" y="117"/>
                </a:lnTo>
                <a:lnTo>
                  <a:pt x="29867" y="0"/>
                </a:lnTo>
                <a:moveTo>
                  <a:pt x="30131" y="0"/>
                </a:moveTo>
                <a:lnTo>
                  <a:pt x="30290" y="0"/>
                </a:lnTo>
                <a:lnTo>
                  <a:pt x="30290" y="117"/>
                </a:lnTo>
                <a:lnTo>
                  <a:pt x="30131" y="117"/>
                </a:lnTo>
                <a:lnTo>
                  <a:pt x="30131" y="0"/>
                </a:lnTo>
                <a:moveTo>
                  <a:pt x="30396" y="0"/>
                </a:moveTo>
                <a:lnTo>
                  <a:pt x="30554" y="0"/>
                </a:lnTo>
                <a:lnTo>
                  <a:pt x="30554" y="117"/>
                </a:lnTo>
                <a:lnTo>
                  <a:pt x="30396" y="117"/>
                </a:lnTo>
                <a:lnTo>
                  <a:pt x="30396" y="0"/>
                </a:lnTo>
                <a:moveTo>
                  <a:pt x="30660" y="0"/>
                </a:moveTo>
                <a:lnTo>
                  <a:pt x="30725" y="0"/>
                </a:lnTo>
                <a:cubicBezTo>
                  <a:pt x="30767" y="0"/>
                  <a:pt x="30807" y="10"/>
                  <a:pt x="30843" y="31"/>
                </a:cubicBezTo>
                <a:lnTo>
                  <a:pt x="30787" y="133"/>
                </a:lnTo>
                <a:cubicBezTo>
                  <a:pt x="30767" y="122"/>
                  <a:pt x="30747" y="117"/>
                  <a:pt x="30725" y="117"/>
                </a:cubicBezTo>
                <a:lnTo>
                  <a:pt x="30660" y="117"/>
                </a:lnTo>
                <a:lnTo>
                  <a:pt x="30660" y="0"/>
                </a:lnTo>
                <a:moveTo>
                  <a:pt x="30940" y="130"/>
                </a:moveTo>
                <a:cubicBezTo>
                  <a:pt x="30959" y="166"/>
                  <a:pt x="30968" y="204"/>
                  <a:pt x="30968" y="244"/>
                </a:cubicBezTo>
                <a:lnTo>
                  <a:pt x="30968" y="313"/>
                </a:lnTo>
                <a:lnTo>
                  <a:pt x="30852" y="313"/>
                </a:lnTo>
                <a:lnTo>
                  <a:pt x="30852" y="244"/>
                </a:lnTo>
                <a:cubicBezTo>
                  <a:pt x="30852" y="223"/>
                  <a:pt x="30847" y="203"/>
                  <a:pt x="30837" y="185"/>
                </a:cubicBezTo>
                <a:lnTo>
                  <a:pt x="30940" y="130"/>
                </a:lnTo>
                <a:moveTo>
                  <a:pt x="30968" y="420"/>
                </a:moveTo>
                <a:lnTo>
                  <a:pt x="30968" y="578"/>
                </a:lnTo>
                <a:lnTo>
                  <a:pt x="30852" y="578"/>
                </a:lnTo>
                <a:lnTo>
                  <a:pt x="30852" y="420"/>
                </a:lnTo>
                <a:lnTo>
                  <a:pt x="30968" y="420"/>
                </a:lnTo>
                <a:moveTo>
                  <a:pt x="30968" y="684"/>
                </a:moveTo>
                <a:lnTo>
                  <a:pt x="30968" y="843"/>
                </a:lnTo>
                <a:lnTo>
                  <a:pt x="30852" y="843"/>
                </a:lnTo>
                <a:lnTo>
                  <a:pt x="30852" y="684"/>
                </a:lnTo>
                <a:lnTo>
                  <a:pt x="30968" y="684"/>
                </a:lnTo>
                <a:moveTo>
                  <a:pt x="30968" y="949"/>
                </a:moveTo>
                <a:lnTo>
                  <a:pt x="30968" y="1107"/>
                </a:lnTo>
                <a:lnTo>
                  <a:pt x="30852" y="1107"/>
                </a:lnTo>
                <a:lnTo>
                  <a:pt x="30852" y="949"/>
                </a:lnTo>
                <a:lnTo>
                  <a:pt x="30968" y="949"/>
                </a:lnTo>
                <a:moveTo>
                  <a:pt x="30968" y="1213"/>
                </a:moveTo>
                <a:lnTo>
                  <a:pt x="30968" y="1372"/>
                </a:lnTo>
                <a:lnTo>
                  <a:pt x="30852" y="1372"/>
                </a:lnTo>
                <a:lnTo>
                  <a:pt x="30852" y="1213"/>
                </a:lnTo>
                <a:lnTo>
                  <a:pt x="30968" y="1213"/>
                </a:lnTo>
                <a:moveTo>
                  <a:pt x="30968" y="1478"/>
                </a:moveTo>
                <a:lnTo>
                  <a:pt x="30968" y="1636"/>
                </a:lnTo>
                <a:lnTo>
                  <a:pt x="30852" y="1636"/>
                </a:lnTo>
                <a:lnTo>
                  <a:pt x="30852" y="1478"/>
                </a:lnTo>
                <a:lnTo>
                  <a:pt x="30968" y="1478"/>
                </a:lnTo>
                <a:moveTo>
                  <a:pt x="30968" y="1742"/>
                </a:moveTo>
                <a:lnTo>
                  <a:pt x="30968" y="1901"/>
                </a:lnTo>
                <a:lnTo>
                  <a:pt x="30852" y="1901"/>
                </a:lnTo>
                <a:lnTo>
                  <a:pt x="30852" y="1742"/>
                </a:lnTo>
                <a:lnTo>
                  <a:pt x="30968" y="1742"/>
                </a:lnTo>
                <a:moveTo>
                  <a:pt x="30968" y="2007"/>
                </a:moveTo>
                <a:lnTo>
                  <a:pt x="30968" y="2165"/>
                </a:lnTo>
                <a:lnTo>
                  <a:pt x="30852" y="2165"/>
                </a:lnTo>
                <a:lnTo>
                  <a:pt x="30852" y="2007"/>
                </a:lnTo>
                <a:lnTo>
                  <a:pt x="30968" y="2007"/>
                </a:lnTo>
                <a:moveTo>
                  <a:pt x="30968" y="2271"/>
                </a:moveTo>
                <a:lnTo>
                  <a:pt x="30968" y="2430"/>
                </a:lnTo>
                <a:lnTo>
                  <a:pt x="30852" y="2430"/>
                </a:lnTo>
                <a:lnTo>
                  <a:pt x="30852" y="2271"/>
                </a:lnTo>
                <a:lnTo>
                  <a:pt x="30968" y="2271"/>
                </a:lnTo>
                <a:moveTo>
                  <a:pt x="30968" y="2536"/>
                </a:moveTo>
                <a:lnTo>
                  <a:pt x="30968" y="2694"/>
                </a:lnTo>
                <a:lnTo>
                  <a:pt x="30852" y="2694"/>
                </a:lnTo>
                <a:lnTo>
                  <a:pt x="30852" y="2536"/>
                </a:lnTo>
                <a:lnTo>
                  <a:pt x="30968" y="2536"/>
                </a:lnTo>
                <a:moveTo>
                  <a:pt x="30968" y="2800"/>
                </a:moveTo>
                <a:lnTo>
                  <a:pt x="30968" y="2959"/>
                </a:lnTo>
                <a:lnTo>
                  <a:pt x="30852" y="2959"/>
                </a:lnTo>
                <a:lnTo>
                  <a:pt x="30852" y="2800"/>
                </a:lnTo>
                <a:lnTo>
                  <a:pt x="30968" y="2800"/>
                </a:lnTo>
                <a:moveTo>
                  <a:pt x="30968" y="3065"/>
                </a:moveTo>
                <a:lnTo>
                  <a:pt x="30968" y="3223"/>
                </a:lnTo>
                <a:lnTo>
                  <a:pt x="30852" y="3223"/>
                </a:lnTo>
                <a:lnTo>
                  <a:pt x="30852" y="3065"/>
                </a:lnTo>
                <a:lnTo>
                  <a:pt x="30968" y="3065"/>
                </a:lnTo>
                <a:moveTo>
                  <a:pt x="30967" y="3333"/>
                </a:moveTo>
                <a:cubicBezTo>
                  <a:pt x="30962" y="3408"/>
                  <a:pt x="30928" y="3468"/>
                  <a:pt x="30867" y="3511"/>
                </a:cubicBezTo>
                <a:lnTo>
                  <a:pt x="30799" y="3417"/>
                </a:lnTo>
                <a:cubicBezTo>
                  <a:pt x="30831" y="3394"/>
                  <a:pt x="30848" y="3363"/>
                  <a:pt x="30851" y="3324"/>
                </a:cubicBezTo>
                <a:lnTo>
                  <a:pt x="30967" y="3333"/>
                </a:lnTo>
                <a:moveTo>
                  <a:pt x="30736" y="3557"/>
                </a:moveTo>
                <a:cubicBezTo>
                  <a:pt x="30733" y="3557"/>
                  <a:pt x="30729" y="3557"/>
                  <a:pt x="30725" y="3557"/>
                </a:cubicBezTo>
                <a:lnTo>
                  <a:pt x="30575" y="3557"/>
                </a:lnTo>
                <a:lnTo>
                  <a:pt x="30575" y="3441"/>
                </a:lnTo>
                <a:lnTo>
                  <a:pt x="30725" y="3441"/>
                </a:lnTo>
                <a:cubicBezTo>
                  <a:pt x="30727" y="3441"/>
                  <a:pt x="30729" y="3441"/>
                  <a:pt x="30731" y="3441"/>
                </a:cubicBezTo>
                <a:lnTo>
                  <a:pt x="30736" y="3557"/>
                </a:lnTo>
                <a:moveTo>
                  <a:pt x="30470" y="3557"/>
                </a:moveTo>
                <a:lnTo>
                  <a:pt x="30311" y="3557"/>
                </a:lnTo>
                <a:lnTo>
                  <a:pt x="30311" y="3441"/>
                </a:lnTo>
                <a:lnTo>
                  <a:pt x="30470" y="3441"/>
                </a:lnTo>
                <a:lnTo>
                  <a:pt x="30470" y="3557"/>
                </a:lnTo>
                <a:moveTo>
                  <a:pt x="30205" y="3557"/>
                </a:moveTo>
                <a:lnTo>
                  <a:pt x="30046" y="3557"/>
                </a:lnTo>
                <a:lnTo>
                  <a:pt x="30046" y="3441"/>
                </a:lnTo>
                <a:lnTo>
                  <a:pt x="30205" y="3441"/>
                </a:lnTo>
                <a:lnTo>
                  <a:pt x="30205" y="3557"/>
                </a:lnTo>
                <a:moveTo>
                  <a:pt x="29941" y="3557"/>
                </a:moveTo>
                <a:lnTo>
                  <a:pt x="29782" y="3557"/>
                </a:lnTo>
                <a:lnTo>
                  <a:pt x="29782" y="3441"/>
                </a:lnTo>
                <a:lnTo>
                  <a:pt x="29941" y="3441"/>
                </a:lnTo>
                <a:lnTo>
                  <a:pt x="29941" y="3557"/>
                </a:lnTo>
                <a:moveTo>
                  <a:pt x="29676" y="3557"/>
                </a:moveTo>
                <a:lnTo>
                  <a:pt x="29517" y="3557"/>
                </a:lnTo>
                <a:lnTo>
                  <a:pt x="29517" y="3441"/>
                </a:lnTo>
                <a:lnTo>
                  <a:pt x="29676" y="3441"/>
                </a:lnTo>
                <a:lnTo>
                  <a:pt x="29676" y="3557"/>
                </a:lnTo>
                <a:moveTo>
                  <a:pt x="29412" y="3557"/>
                </a:moveTo>
                <a:lnTo>
                  <a:pt x="29253" y="3557"/>
                </a:lnTo>
                <a:lnTo>
                  <a:pt x="29253" y="3441"/>
                </a:lnTo>
                <a:lnTo>
                  <a:pt x="29412" y="3441"/>
                </a:lnTo>
                <a:lnTo>
                  <a:pt x="29412" y="3557"/>
                </a:lnTo>
                <a:moveTo>
                  <a:pt x="29147" y="3557"/>
                </a:moveTo>
                <a:lnTo>
                  <a:pt x="28988" y="3557"/>
                </a:lnTo>
                <a:lnTo>
                  <a:pt x="28988" y="3441"/>
                </a:lnTo>
                <a:lnTo>
                  <a:pt x="29147" y="3441"/>
                </a:lnTo>
                <a:lnTo>
                  <a:pt x="29147" y="3557"/>
                </a:lnTo>
                <a:moveTo>
                  <a:pt x="28883" y="3557"/>
                </a:moveTo>
                <a:lnTo>
                  <a:pt x="28724" y="3557"/>
                </a:lnTo>
                <a:lnTo>
                  <a:pt x="28724" y="3441"/>
                </a:lnTo>
                <a:lnTo>
                  <a:pt x="28883" y="3441"/>
                </a:lnTo>
                <a:lnTo>
                  <a:pt x="28883" y="3557"/>
                </a:lnTo>
                <a:moveTo>
                  <a:pt x="28618" y="3557"/>
                </a:moveTo>
                <a:lnTo>
                  <a:pt x="28459" y="3557"/>
                </a:lnTo>
                <a:lnTo>
                  <a:pt x="28459" y="3441"/>
                </a:lnTo>
                <a:lnTo>
                  <a:pt x="28618" y="3441"/>
                </a:lnTo>
                <a:lnTo>
                  <a:pt x="28618" y="3557"/>
                </a:lnTo>
                <a:moveTo>
                  <a:pt x="28354" y="3557"/>
                </a:moveTo>
                <a:lnTo>
                  <a:pt x="28195" y="3557"/>
                </a:lnTo>
                <a:lnTo>
                  <a:pt x="28195" y="3441"/>
                </a:lnTo>
                <a:lnTo>
                  <a:pt x="28354" y="3441"/>
                </a:lnTo>
                <a:lnTo>
                  <a:pt x="28354" y="3557"/>
                </a:lnTo>
                <a:moveTo>
                  <a:pt x="28089" y="3557"/>
                </a:moveTo>
                <a:lnTo>
                  <a:pt x="27931" y="3557"/>
                </a:lnTo>
                <a:lnTo>
                  <a:pt x="27931" y="3441"/>
                </a:lnTo>
                <a:lnTo>
                  <a:pt x="28089" y="3441"/>
                </a:lnTo>
                <a:lnTo>
                  <a:pt x="28089" y="3557"/>
                </a:lnTo>
                <a:moveTo>
                  <a:pt x="27825" y="3557"/>
                </a:moveTo>
                <a:lnTo>
                  <a:pt x="27666" y="3557"/>
                </a:lnTo>
                <a:lnTo>
                  <a:pt x="27666" y="3441"/>
                </a:lnTo>
                <a:lnTo>
                  <a:pt x="27825" y="3441"/>
                </a:lnTo>
                <a:lnTo>
                  <a:pt x="27825" y="3557"/>
                </a:lnTo>
                <a:moveTo>
                  <a:pt x="27560" y="3557"/>
                </a:moveTo>
                <a:lnTo>
                  <a:pt x="27402" y="3557"/>
                </a:lnTo>
                <a:lnTo>
                  <a:pt x="27402" y="3441"/>
                </a:lnTo>
                <a:lnTo>
                  <a:pt x="27560" y="3441"/>
                </a:lnTo>
                <a:lnTo>
                  <a:pt x="27560" y="3557"/>
                </a:lnTo>
                <a:moveTo>
                  <a:pt x="27296" y="3557"/>
                </a:moveTo>
                <a:lnTo>
                  <a:pt x="27137" y="3557"/>
                </a:lnTo>
                <a:lnTo>
                  <a:pt x="27137" y="3441"/>
                </a:lnTo>
                <a:lnTo>
                  <a:pt x="27296" y="3441"/>
                </a:lnTo>
                <a:lnTo>
                  <a:pt x="27296" y="3557"/>
                </a:lnTo>
                <a:moveTo>
                  <a:pt x="27031" y="3557"/>
                </a:moveTo>
                <a:lnTo>
                  <a:pt x="26873" y="3557"/>
                </a:lnTo>
                <a:lnTo>
                  <a:pt x="26873" y="3441"/>
                </a:lnTo>
                <a:lnTo>
                  <a:pt x="27031" y="3441"/>
                </a:lnTo>
                <a:lnTo>
                  <a:pt x="27031" y="3557"/>
                </a:lnTo>
                <a:moveTo>
                  <a:pt x="26767" y="3557"/>
                </a:moveTo>
                <a:lnTo>
                  <a:pt x="26608" y="3557"/>
                </a:lnTo>
                <a:lnTo>
                  <a:pt x="26608" y="3441"/>
                </a:lnTo>
                <a:lnTo>
                  <a:pt x="26767" y="3441"/>
                </a:lnTo>
                <a:lnTo>
                  <a:pt x="26767" y="3557"/>
                </a:lnTo>
                <a:moveTo>
                  <a:pt x="26502" y="3557"/>
                </a:moveTo>
                <a:lnTo>
                  <a:pt x="26344" y="3557"/>
                </a:lnTo>
                <a:lnTo>
                  <a:pt x="26344" y="3441"/>
                </a:lnTo>
                <a:lnTo>
                  <a:pt x="26502" y="3441"/>
                </a:lnTo>
                <a:lnTo>
                  <a:pt x="26502" y="3557"/>
                </a:lnTo>
                <a:moveTo>
                  <a:pt x="26238" y="3557"/>
                </a:moveTo>
                <a:lnTo>
                  <a:pt x="26079" y="3557"/>
                </a:lnTo>
                <a:lnTo>
                  <a:pt x="26079" y="3441"/>
                </a:lnTo>
                <a:lnTo>
                  <a:pt x="26238" y="3441"/>
                </a:lnTo>
                <a:lnTo>
                  <a:pt x="26238" y="3557"/>
                </a:lnTo>
                <a:moveTo>
                  <a:pt x="25973" y="3557"/>
                </a:moveTo>
                <a:lnTo>
                  <a:pt x="25815" y="3557"/>
                </a:lnTo>
                <a:lnTo>
                  <a:pt x="25815" y="3441"/>
                </a:lnTo>
                <a:lnTo>
                  <a:pt x="25973" y="3441"/>
                </a:lnTo>
                <a:lnTo>
                  <a:pt x="25973" y="3557"/>
                </a:lnTo>
                <a:moveTo>
                  <a:pt x="25709" y="3557"/>
                </a:moveTo>
                <a:lnTo>
                  <a:pt x="25550" y="3557"/>
                </a:lnTo>
                <a:lnTo>
                  <a:pt x="25550" y="3441"/>
                </a:lnTo>
                <a:lnTo>
                  <a:pt x="25709" y="3441"/>
                </a:lnTo>
                <a:lnTo>
                  <a:pt x="25709" y="3557"/>
                </a:lnTo>
                <a:moveTo>
                  <a:pt x="25444" y="3557"/>
                </a:moveTo>
                <a:lnTo>
                  <a:pt x="25286" y="3557"/>
                </a:lnTo>
                <a:lnTo>
                  <a:pt x="25286" y="3441"/>
                </a:lnTo>
                <a:lnTo>
                  <a:pt x="25444" y="3441"/>
                </a:lnTo>
                <a:lnTo>
                  <a:pt x="25444" y="3557"/>
                </a:lnTo>
                <a:moveTo>
                  <a:pt x="25180" y="3557"/>
                </a:moveTo>
                <a:lnTo>
                  <a:pt x="25021" y="3557"/>
                </a:lnTo>
                <a:lnTo>
                  <a:pt x="25021" y="3441"/>
                </a:lnTo>
                <a:lnTo>
                  <a:pt x="25180" y="3441"/>
                </a:lnTo>
                <a:lnTo>
                  <a:pt x="25180" y="3557"/>
                </a:lnTo>
                <a:moveTo>
                  <a:pt x="24916" y="3557"/>
                </a:moveTo>
                <a:lnTo>
                  <a:pt x="24757" y="3557"/>
                </a:lnTo>
                <a:lnTo>
                  <a:pt x="24757" y="3441"/>
                </a:lnTo>
                <a:lnTo>
                  <a:pt x="24916" y="3441"/>
                </a:lnTo>
                <a:lnTo>
                  <a:pt x="24916" y="3557"/>
                </a:lnTo>
                <a:moveTo>
                  <a:pt x="24651" y="3557"/>
                </a:moveTo>
                <a:lnTo>
                  <a:pt x="24492" y="3557"/>
                </a:lnTo>
                <a:lnTo>
                  <a:pt x="24492" y="3441"/>
                </a:lnTo>
                <a:lnTo>
                  <a:pt x="24651" y="3441"/>
                </a:lnTo>
                <a:lnTo>
                  <a:pt x="24651" y="3557"/>
                </a:lnTo>
                <a:moveTo>
                  <a:pt x="24387" y="3557"/>
                </a:moveTo>
                <a:lnTo>
                  <a:pt x="24228" y="3557"/>
                </a:lnTo>
                <a:lnTo>
                  <a:pt x="24228" y="3441"/>
                </a:lnTo>
                <a:lnTo>
                  <a:pt x="24387" y="3441"/>
                </a:lnTo>
                <a:lnTo>
                  <a:pt x="24387" y="3557"/>
                </a:lnTo>
                <a:moveTo>
                  <a:pt x="24122" y="3557"/>
                </a:moveTo>
                <a:lnTo>
                  <a:pt x="23963" y="3557"/>
                </a:lnTo>
                <a:lnTo>
                  <a:pt x="23963" y="3441"/>
                </a:lnTo>
                <a:lnTo>
                  <a:pt x="24122" y="3441"/>
                </a:lnTo>
                <a:lnTo>
                  <a:pt x="24122" y="3557"/>
                </a:lnTo>
                <a:moveTo>
                  <a:pt x="23858" y="3557"/>
                </a:moveTo>
                <a:lnTo>
                  <a:pt x="23699" y="3557"/>
                </a:lnTo>
                <a:lnTo>
                  <a:pt x="23699" y="3441"/>
                </a:lnTo>
                <a:lnTo>
                  <a:pt x="23858" y="3441"/>
                </a:lnTo>
                <a:lnTo>
                  <a:pt x="23858" y="3557"/>
                </a:lnTo>
                <a:moveTo>
                  <a:pt x="23593" y="3557"/>
                </a:moveTo>
                <a:lnTo>
                  <a:pt x="23434" y="3557"/>
                </a:lnTo>
                <a:lnTo>
                  <a:pt x="23434" y="3441"/>
                </a:lnTo>
                <a:lnTo>
                  <a:pt x="23593" y="3441"/>
                </a:lnTo>
                <a:lnTo>
                  <a:pt x="23593" y="3557"/>
                </a:lnTo>
                <a:moveTo>
                  <a:pt x="23329" y="3557"/>
                </a:moveTo>
                <a:lnTo>
                  <a:pt x="23170" y="3557"/>
                </a:lnTo>
                <a:lnTo>
                  <a:pt x="23170" y="3441"/>
                </a:lnTo>
                <a:lnTo>
                  <a:pt x="23329" y="3441"/>
                </a:lnTo>
                <a:lnTo>
                  <a:pt x="23329" y="3557"/>
                </a:lnTo>
                <a:moveTo>
                  <a:pt x="23064" y="3557"/>
                </a:moveTo>
                <a:lnTo>
                  <a:pt x="22905" y="3557"/>
                </a:lnTo>
                <a:lnTo>
                  <a:pt x="22905" y="3441"/>
                </a:lnTo>
                <a:lnTo>
                  <a:pt x="23064" y="3441"/>
                </a:lnTo>
                <a:lnTo>
                  <a:pt x="23064" y="3557"/>
                </a:lnTo>
                <a:moveTo>
                  <a:pt x="22800" y="3557"/>
                </a:moveTo>
                <a:lnTo>
                  <a:pt x="22641" y="3557"/>
                </a:lnTo>
                <a:lnTo>
                  <a:pt x="22641" y="3441"/>
                </a:lnTo>
                <a:lnTo>
                  <a:pt x="22800" y="3441"/>
                </a:lnTo>
                <a:lnTo>
                  <a:pt x="22800" y="3557"/>
                </a:lnTo>
                <a:moveTo>
                  <a:pt x="22535" y="3557"/>
                </a:moveTo>
                <a:lnTo>
                  <a:pt x="22376" y="3557"/>
                </a:lnTo>
                <a:lnTo>
                  <a:pt x="22376" y="3441"/>
                </a:lnTo>
                <a:lnTo>
                  <a:pt x="22535" y="3441"/>
                </a:lnTo>
                <a:lnTo>
                  <a:pt x="22535" y="3557"/>
                </a:lnTo>
                <a:moveTo>
                  <a:pt x="22271" y="3557"/>
                </a:moveTo>
                <a:lnTo>
                  <a:pt x="22112" y="3557"/>
                </a:lnTo>
                <a:lnTo>
                  <a:pt x="22112" y="3441"/>
                </a:lnTo>
                <a:lnTo>
                  <a:pt x="22271" y="3441"/>
                </a:lnTo>
                <a:lnTo>
                  <a:pt x="22271" y="3557"/>
                </a:lnTo>
                <a:moveTo>
                  <a:pt x="22006" y="3557"/>
                </a:moveTo>
                <a:lnTo>
                  <a:pt x="21847" y="3557"/>
                </a:lnTo>
                <a:lnTo>
                  <a:pt x="21847" y="3441"/>
                </a:lnTo>
                <a:lnTo>
                  <a:pt x="22006" y="3441"/>
                </a:lnTo>
                <a:lnTo>
                  <a:pt x="22006" y="3557"/>
                </a:lnTo>
                <a:moveTo>
                  <a:pt x="21742" y="3557"/>
                </a:moveTo>
                <a:lnTo>
                  <a:pt x="21583" y="3557"/>
                </a:lnTo>
                <a:lnTo>
                  <a:pt x="21583" y="3441"/>
                </a:lnTo>
                <a:lnTo>
                  <a:pt x="21742" y="3441"/>
                </a:lnTo>
                <a:lnTo>
                  <a:pt x="21742" y="3557"/>
                </a:lnTo>
                <a:moveTo>
                  <a:pt x="21477" y="3557"/>
                </a:moveTo>
                <a:lnTo>
                  <a:pt x="21319" y="3557"/>
                </a:lnTo>
                <a:lnTo>
                  <a:pt x="21319" y="3441"/>
                </a:lnTo>
                <a:lnTo>
                  <a:pt x="21477" y="3441"/>
                </a:lnTo>
                <a:lnTo>
                  <a:pt x="21477" y="3557"/>
                </a:lnTo>
                <a:moveTo>
                  <a:pt x="21213" y="3557"/>
                </a:moveTo>
                <a:lnTo>
                  <a:pt x="21054" y="3557"/>
                </a:lnTo>
                <a:lnTo>
                  <a:pt x="21054" y="3441"/>
                </a:lnTo>
                <a:lnTo>
                  <a:pt x="21213" y="3441"/>
                </a:lnTo>
                <a:lnTo>
                  <a:pt x="21213" y="3557"/>
                </a:lnTo>
                <a:moveTo>
                  <a:pt x="20948" y="3557"/>
                </a:moveTo>
                <a:lnTo>
                  <a:pt x="20790" y="3557"/>
                </a:lnTo>
                <a:lnTo>
                  <a:pt x="20790" y="3441"/>
                </a:lnTo>
                <a:lnTo>
                  <a:pt x="20948" y="3441"/>
                </a:lnTo>
                <a:lnTo>
                  <a:pt x="20948" y="3557"/>
                </a:lnTo>
                <a:moveTo>
                  <a:pt x="20684" y="3557"/>
                </a:moveTo>
                <a:lnTo>
                  <a:pt x="20525" y="3557"/>
                </a:lnTo>
                <a:lnTo>
                  <a:pt x="20525" y="3441"/>
                </a:lnTo>
                <a:lnTo>
                  <a:pt x="20684" y="3441"/>
                </a:lnTo>
                <a:lnTo>
                  <a:pt x="20684" y="3557"/>
                </a:lnTo>
                <a:moveTo>
                  <a:pt x="20419" y="3557"/>
                </a:moveTo>
                <a:lnTo>
                  <a:pt x="20261" y="3557"/>
                </a:lnTo>
                <a:lnTo>
                  <a:pt x="20261" y="3441"/>
                </a:lnTo>
                <a:lnTo>
                  <a:pt x="20419" y="3441"/>
                </a:lnTo>
                <a:lnTo>
                  <a:pt x="20419" y="3557"/>
                </a:lnTo>
                <a:moveTo>
                  <a:pt x="20155" y="3557"/>
                </a:moveTo>
                <a:lnTo>
                  <a:pt x="19996" y="3557"/>
                </a:lnTo>
                <a:lnTo>
                  <a:pt x="19996" y="3441"/>
                </a:lnTo>
                <a:lnTo>
                  <a:pt x="20155" y="3441"/>
                </a:lnTo>
                <a:lnTo>
                  <a:pt x="20155" y="3557"/>
                </a:lnTo>
                <a:moveTo>
                  <a:pt x="19890" y="3557"/>
                </a:moveTo>
                <a:lnTo>
                  <a:pt x="19732" y="3557"/>
                </a:lnTo>
                <a:lnTo>
                  <a:pt x="19732" y="3441"/>
                </a:lnTo>
                <a:lnTo>
                  <a:pt x="19890" y="3441"/>
                </a:lnTo>
                <a:lnTo>
                  <a:pt x="19890" y="3557"/>
                </a:lnTo>
                <a:moveTo>
                  <a:pt x="19626" y="3557"/>
                </a:moveTo>
                <a:lnTo>
                  <a:pt x="19467" y="3557"/>
                </a:lnTo>
                <a:lnTo>
                  <a:pt x="19467" y="3441"/>
                </a:lnTo>
                <a:lnTo>
                  <a:pt x="19626" y="3441"/>
                </a:lnTo>
                <a:lnTo>
                  <a:pt x="19626" y="3557"/>
                </a:lnTo>
                <a:moveTo>
                  <a:pt x="19361" y="3557"/>
                </a:moveTo>
                <a:lnTo>
                  <a:pt x="19203" y="3557"/>
                </a:lnTo>
                <a:lnTo>
                  <a:pt x="19203" y="3441"/>
                </a:lnTo>
                <a:lnTo>
                  <a:pt x="19361" y="3441"/>
                </a:lnTo>
                <a:lnTo>
                  <a:pt x="19361" y="3557"/>
                </a:lnTo>
                <a:moveTo>
                  <a:pt x="19097" y="3557"/>
                </a:moveTo>
                <a:lnTo>
                  <a:pt x="18938" y="3557"/>
                </a:lnTo>
                <a:lnTo>
                  <a:pt x="18938" y="3441"/>
                </a:lnTo>
                <a:lnTo>
                  <a:pt x="19097" y="3441"/>
                </a:lnTo>
                <a:lnTo>
                  <a:pt x="19097" y="3557"/>
                </a:lnTo>
                <a:moveTo>
                  <a:pt x="18832" y="3557"/>
                </a:moveTo>
                <a:lnTo>
                  <a:pt x="18674" y="3557"/>
                </a:lnTo>
                <a:lnTo>
                  <a:pt x="18674" y="3441"/>
                </a:lnTo>
                <a:lnTo>
                  <a:pt x="18832" y="3441"/>
                </a:lnTo>
                <a:lnTo>
                  <a:pt x="18832" y="3557"/>
                </a:lnTo>
                <a:moveTo>
                  <a:pt x="18568" y="3557"/>
                </a:moveTo>
                <a:lnTo>
                  <a:pt x="18409" y="3557"/>
                </a:lnTo>
                <a:lnTo>
                  <a:pt x="18409" y="3441"/>
                </a:lnTo>
                <a:lnTo>
                  <a:pt x="18568" y="3441"/>
                </a:lnTo>
                <a:lnTo>
                  <a:pt x="18568" y="3557"/>
                </a:lnTo>
                <a:moveTo>
                  <a:pt x="18303" y="3557"/>
                </a:moveTo>
                <a:lnTo>
                  <a:pt x="18145" y="3557"/>
                </a:lnTo>
                <a:lnTo>
                  <a:pt x="18145" y="3441"/>
                </a:lnTo>
                <a:lnTo>
                  <a:pt x="18303" y="3441"/>
                </a:lnTo>
                <a:lnTo>
                  <a:pt x="18303" y="3557"/>
                </a:lnTo>
                <a:moveTo>
                  <a:pt x="18039" y="3557"/>
                </a:moveTo>
                <a:lnTo>
                  <a:pt x="17880" y="3557"/>
                </a:lnTo>
                <a:lnTo>
                  <a:pt x="17880" y="3441"/>
                </a:lnTo>
                <a:lnTo>
                  <a:pt x="18039" y="3441"/>
                </a:lnTo>
                <a:lnTo>
                  <a:pt x="18039" y="3557"/>
                </a:lnTo>
                <a:moveTo>
                  <a:pt x="17775" y="3557"/>
                </a:moveTo>
                <a:lnTo>
                  <a:pt x="17616" y="3557"/>
                </a:lnTo>
                <a:lnTo>
                  <a:pt x="17616" y="3441"/>
                </a:lnTo>
                <a:lnTo>
                  <a:pt x="17775" y="3441"/>
                </a:lnTo>
                <a:lnTo>
                  <a:pt x="17775" y="3557"/>
                </a:lnTo>
                <a:moveTo>
                  <a:pt x="17510" y="3557"/>
                </a:moveTo>
                <a:lnTo>
                  <a:pt x="17351" y="3557"/>
                </a:lnTo>
                <a:lnTo>
                  <a:pt x="17351" y="3441"/>
                </a:lnTo>
                <a:lnTo>
                  <a:pt x="17510" y="3441"/>
                </a:lnTo>
                <a:lnTo>
                  <a:pt x="17510" y="3557"/>
                </a:lnTo>
                <a:moveTo>
                  <a:pt x="17246" y="3557"/>
                </a:moveTo>
                <a:lnTo>
                  <a:pt x="17087" y="3557"/>
                </a:lnTo>
                <a:lnTo>
                  <a:pt x="17087" y="3441"/>
                </a:lnTo>
                <a:lnTo>
                  <a:pt x="17246" y="3441"/>
                </a:lnTo>
                <a:lnTo>
                  <a:pt x="17246" y="3557"/>
                </a:lnTo>
                <a:moveTo>
                  <a:pt x="16981" y="3557"/>
                </a:moveTo>
                <a:lnTo>
                  <a:pt x="16822" y="3557"/>
                </a:lnTo>
                <a:lnTo>
                  <a:pt x="16822" y="3441"/>
                </a:lnTo>
                <a:lnTo>
                  <a:pt x="16981" y="3441"/>
                </a:lnTo>
                <a:lnTo>
                  <a:pt x="16981" y="3557"/>
                </a:lnTo>
                <a:moveTo>
                  <a:pt x="16717" y="3557"/>
                </a:moveTo>
                <a:lnTo>
                  <a:pt x="16558" y="3557"/>
                </a:lnTo>
                <a:lnTo>
                  <a:pt x="16558" y="3441"/>
                </a:lnTo>
                <a:lnTo>
                  <a:pt x="16717" y="3441"/>
                </a:lnTo>
                <a:lnTo>
                  <a:pt x="16717" y="3557"/>
                </a:lnTo>
                <a:moveTo>
                  <a:pt x="16452" y="3557"/>
                </a:moveTo>
                <a:lnTo>
                  <a:pt x="16293" y="3557"/>
                </a:lnTo>
                <a:lnTo>
                  <a:pt x="16293" y="3441"/>
                </a:lnTo>
                <a:lnTo>
                  <a:pt x="16452" y="3441"/>
                </a:lnTo>
                <a:lnTo>
                  <a:pt x="16452" y="3557"/>
                </a:lnTo>
                <a:moveTo>
                  <a:pt x="16188" y="3557"/>
                </a:moveTo>
                <a:lnTo>
                  <a:pt x="16029" y="3557"/>
                </a:lnTo>
                <a:lnTo>
                  <a:pt x="16029" y="3441"/>
                </a:lnTo>
                <a:lnTo>
                  <a:pt x="16188" y="3441"/>
                </a:lnTo>
                <a:lnTo>
                  <a:pt x="16188" y="3557"/>
                </a:lnTo>
                <a:moveTo>
                  <a:pt x="15923" y="3557"/>
                </a:moveTo>
                <a:lnTo>
                  <a:pt x="15764" y="3557"/>
                </a:lnTo>
                <a:lnTo>
                  <a:pt x="15764" y="3441"/>
                </a:lnTo>
                <a:lnTo>
                  <a:pt x="15923" y="3441"/>
                </a:lnTo>
                <a:lnTo>
                  <a:pt x="15923" y="3557"/>
                </a:lnTo>
                <a:moveTo>
                  <a:pt x="15659" y="3557"/>
                </a:moveTo>
                <a:lnTo>
                  <a:pt x="15500" y="3557"/>
                </a:lnTo>
                <a:lnTo>
                  <a:pt x="15500" y="3441"/>
                </a:lnTo>
                <a:lnTo>
                  <a:pt x="15659" y="3441"/>
                </a:lnTo>
                <a:lnTo>
                  <a:pt x="15659" y="3557"/>
                </a:lnTo>
                <a:moveTo>
                  <a:pt x="15394" y="3557"/>
                </a:moveTo>
                <a:lnTo>
                  <a:pt x="15235" y="3557"/>
                </a:lnTo>
                <a:lnTo>
                  <a:pt x="15235" y="3441"/>
                </a:lnTo>
                <a:lnTo>
                  <a:pt x="15394" y="3441"/>
                </a:lnTo>
                <a:lnTo>
                  <a:pt x="15394" y="3557"/>
                </a:lnTo>
                <a:moveTo>
                  <a:pt x="15130" y="3557"/>
                </a:moveTo>
                <a:lnTo>
                  <a:pt x="14971" y="3557"/>
                </a:lnTo>
                <a:lnTo>
                  <a:pt x="14971" y="3441"/>
                </a:lnTo>
                <a:lnTo>
                  <a:pt x="15130" y="3441"/>
                </a:lnTo>
                <a:lnTo>
                  <a:pt x="15130" y="3557"/>
                </a:lnTo>
                <a:moveTo>
                  <a:pt x="14865" y="3557"/>
                </a:moveTo>
                <a:lnTo>
                  <a:pt x="14706" y="3557"/>
                </a:lnTo>
                <a:lnTo>
                  <a:pt x="14706" y="3441"/>
                </a:lnTo>
                <a:lnTo>
                  <a:pt x="14865" y="3441"/>
                </a:lnTo>
                <a:lnTo>
                  <a:pt x="14865" y="3557"/>
                </a:lnTo>
                <a:moveTo>
                  <a:pt x="14601" y="3557"/>
                </a:moveTo>
                <a:lnTo>
                  <a:pt x="14442" y="3557"/>
                </a:lnTo>
                <a:lnTo>
                  <a:pt x="14442" y="3441"/>
                </a:lnTo>
                <a:lnTo>
                  <a:pt x="14601" y="3441"/>
                </a:lnTo>
                <a:lnTo>
                  <a:pt x="14601" y="3557"/>
                </a:lnTo>
                <a:moveTo>
                  <a:pt x="14336" y="3557"/>
                </a:moveTo>
                <a:lnTo>
                  <a:pt x="14178" y="3557"/>
                </a:lnTo>
                <a:lnTo>
                  <a:pt x="14178" y="3441"/>
                </a:lnTo>
                <a:lnTo>
                  <a:pt x="14336" y="3441"/>
                </a:lnTo>
                <a:lnTo>
                  <a:pt x="14336" y="3557"/>
                </a:lnTo>
                <a:moveTo>
                  <a:pt x="14072" y="3557"/>
                </a:moveTo>
                <a:lnTo>
                  <a:pt x="13912" y="3557"/>
                </a:lnTo>
                <a:lnTo>
                  <a:pt x="13912" y="3441"/>
                </a:lnTo>
                <a:lnTo>
                  <a:pt x="14072" y="3441"/>
                </a:lnTo>
                <a:lnTo>
                  <a:pt x="14072" y="3557"/>
                </a:lnTo>
                <a:moveTo>
                  <a:pt x="13806" y="3557"/>
                </a:moveTo>
                <a:lnTo>
                  <a:pt x="13648" y="3557"/>
                </a:lnTo>
                <a:lnTo>
                  <a:pt x="13648" y="3441"/>
                </a:lnTo>
                <a:lnTo>
                  <a:pt x="13806" y="3441"/>
                </a:lnTo>
                <a:lnTo>
                  <a:pt x="13806" y="3557"/>
                </a:lnTo>
                <a:moveTo>
                  <a:pt x="13542" y="3557"/>
                </a:moveTo>
                <a:lnTo>
                  <a:pt x="13383" y="3557"/>
                </a:lnTo>
                <a:lnTo>
                  <a:pt x="13383" y="3441"/>
                </a:lnTo>
                <a:lnTo>
                  <a:pt x="13542" y="3441"/>
                </a:lnTo>
                <a:lnTo>
                  <a:pt x="13542" y="3557"/>
                </a:lnTo>
                <a:moveTo>
                  <a:pt x="13277" y="3557"/>
                </a:moveTo>
                <a:lnTo>
                  <a:pt x="13119" y="3557"/>
                </a:lnTo>
                <a:lnTo>
                  <a:pt x="13119" y="3441"/>
                </a:lnTo>
                <a:lnTo>
                  <a:pt x="13277" y="3441"/>
                </a:lnTo>
                <a:lnTo>
                  <a:pt x="13277" y="3557"/>
                </a:lnTo>
                <a:moveTo>
                  <a:pt x="13013" y="3557"/>
                </a:moveTo>
                <a:lnTo>
                  <a:pt x="12854" y="3557"/>
                </a:lnTo>
                <a:lnTo>
                  <a:pt x="12854" y="3441"/>
                </a:lnTo>
                <a:lnTo>
                  <a:pt x="13013" y="3441"/>
                </a:lnTo>
                <a:lnTo>
                  <a:pt x="13013" y="3557"/>
                </a:lnTo>
                <a:moveTo>
                  <a:pt x="12748" y="3557"/>
                </a:moveTo>
                <a:lnTo>
                  <a:pt x="12590" y="3557"/>
                </a:lnTo>
                <a:lnTo>
                  <a:pt x="12590" y="3441"/>
                </a:lnTo>
                <a:lnTo>
                  <a:pt x="12748" y="3441"/>
                </a:lnTo>
                <a:lnTo>
                  <a:pt x="12748" y="3557"/>
                </a:lnTo>
                <a:moveTo>
                  <a:pt x="12484" y="3557"/>
                </a:moveTo>
                <a:lnTo>
                  <a:pt x="12325" y="3557"/>
                </a:lnTo>
                <a:lnTo>
                  <a:pt x="12325" y="3441"/>
                </a:lnTo>
                <a:lnTo>
                  <a:pt x="12484" y="3441"/>
                </a:lnTo>
                <a:lnTo>
                  <a:pt x="12484" y="3557"/>
                </a:lnTo>
                <a:moveTo>
                  <a:pt x="12219" y="3557"/>
                </a:moveTo>
                <a:lnTo>
                  <a:pt x="12061" y="3557"/>
                </a:lnTo>
                <a:lnTo>
                  <a:pt x="12061" y="3441"/>
                </a:lnTo>
                <a:lnTo>
                  <a:pt x="12219" y="3441"/>
                </a:lnTo>
                <a:lnTo>
                  <a:pt x="12219" y="3557"/>
                </a:lnTo>
                <a:moveTo>
                  <a:pt x="11955" y="3557"/>
                </a:moveTo>
                <a:lnTo>
                  <a:pt x="11796" y="3557"/>
                </a:lnTo>
                <a:lnTo>
                  <a:pt x="11796" y="3441"/>
                </a:lnTo>
                <a:lnTo>
                  <a:pt x="11955" y="3441"/>
                </a:lnTo>
                <a:lnTo>
                  <a:pt x="11955" y="3557"/>
                </a:lnTo>
                <a:moveTo>
                  <a:pt x="11690" y="3557"/>
                </a:moveTo>
                <a:lnTo>
                  <a:pt x="11532" y="3557"/>
                </a:lnTo>
                <a:lnTo>
                  <a:pt x="11532" y="3441"/>
                </a:lnTo>
                <a:lnTo>
                  <a:pt x="11690" y="3441"/>
                </a:lnTo>
                <a:lnTo>
                  <a:pt x="11690" y="3557"/>
                </a:lnTo>
                <a:moveTo>
                  <a:pt x="11426" y="3557"/>
                </a:moveTo>
                <a:lnTo>
                  <a:pt x="11267" y="3557"/>
                </a:lnTo>
                <a:lnTo>
                  <a:pt x="11267" y="3441"/>
                </a:lnTo>
                <a:lnTo>
                  <a:pt x="11426" y="3441"/>
                </a:lnTo>
                <a:lnTo>
                  <a:pt x="11426" y="3557"/>
                </a:lnTo>
                <a:moveTo>
                  <a:pt x="11162" y="3557"/>
                </a:moveTo>
                <a:lnTo>
                  <a:pt x="11003" y="3557"/>
                </a:lnTo>
                <a:lnTo>
                  <a:pt x="11003" y="3441"/>
                </a:lnTo>
                <a:lnTo>
                  <a:pt x="11162" y="3441"/>
                </a:lnTo>
                <a:lnTo>
                  <a:pt x="11162" y="3557"/>
                </a:lnTo>
                <a:moveTo>
                  <a:pt x="10897" y="3557"/>
                </a:moveTo>
                <a:lnTo>
                  <a:pt x="10738" y="3557"/>
                </a:lnTo>
                <a:lnTo>
                  <a:pt x="10738" y="3441"/>
                </a:lnTo>
                <a:lnTo>
                  <a:pt x="10897" y="3441"/>
                </a:lnTo>
                <a:lnTo>
                  <a:pt x="10897" y="3557"/>
                </a:lnTo>
                <a:moveTo>
                  <a:pt x="10633" y="3557"/>
                </a:moveTo>
                <a:lnTo>
                  <a:pt x="10474" y="3557"/>
                </a:lnTo>
                <a:lnTo>
                  <a:pt x="10474" y="3441"/>
                </a:lnTo>
                <a:lnTo>
                  <a:pt x="10633" y="3441"/>
                </a:lnTo>
                <a:lnTo>
                  <a:pt x="10633" y="3557"/>
                </a:lnTo>
                <a:moveTo>
                  <a:pt x="10368" y="3557"/>
                </a:moveTo>
                <a:lnTo>
                  <a:pt x="10209" y="3557"/>
                </a:lnTo>
                <a:lnTo>
                  <a:pt x="10209" y="3441"/>
                </a:lnTo>
                <a:lnTo>
                  <a:pt x="10368" y="3441"/>
                </a:lnTo>
                <a:lnTo>
                  <a:pt x="10368" y="3557"/>
                </a:lnTo>
                <a:moveTo>
                  <a:pt x="10104" y="3557"/>
                </a:moveTo>
                <a:lnTo>
                  <a:pt x="9945" y="3557"/>
                </a:lnTo>
                <a:lnTo>
                  <a:pt x="9945" y="3441"/>
                </a:lnTo>
                <a:lnTo>
                  <a:pt x="10104" y="3441"/>
                </a:lnTo>
                <a:lnTo>
                  <a:pt x="10104" y="3557"/>
                </a:lnTo>
                <a:moveTo>
                  <a:pt x="9839" y="3557"/>
                </a:moveTo>
                <a:lnTo>
                  <a:pt x="9680" y="3557"/>
                </a:lnTo>
                <a:lnTo>
                  <a:pt x="9680" y="3441"/>
                </a:lnTo>
                <a:lnTo>
                  <a:pt x="9839" y="3441"/>
                </a:lnTo>
                <a:lnTo>
                  <a:pt x="9839" y="3557"/>
                </a:lnTo>
                <a:moveTo>
                  <a:pt x="9575" y="3557"/>
                </a:moveTo>
                <a:lnTo>
                  <a:pt x="9416" y="3557"/>
                </a:lnTo>
                <a:lnTo>
                  <a:pt x="9416" y="3441"/>
                </a:lnTo>
                <a:lnTo>
                  <a:pt x="9575" y="3441"/>
                </a:lnTo>
                <a:lnTo>
                  <a:pt x="9575" y="3557"/>
                </a:lnTo>
                <a:moveTo>
                  <a:pt x="9310" y="3557"/>
                </a:moveTo>
                <a:lnTo>
                  <a:pt x="9151" y="3557"/>
                </a:lnTo>
                <a:lnTo>
                  <a:pt x="9151" y="3441"/>
                </a:lnTo>
                <a:lnTo>
                  <a:pt x="9310" y="3441"/>
                </a:lnTo>
                <a:lnTo>
                  <a:pt x="9310" y="3557"/>
                </a:lnTo>
                <a:moveTo>
                  <a:pt x="9046" y="3557"/>
                </a:moveTo>
                <a:lnTo>
                  <a:pt x="8887" y="3557"/>
                </a:lnTo>
                <a:lnTo>
                  <a:pt x="8887" y="3441"/>
                </a:lnTo>
                <a:lnTo>
                  <a:pt x="9046" y="3441"/>
                </a:lnTo>
                <a:lnTo>
                  <a:pt x="9046" y="3557"/>
                </a:lnTo>
                <a:moveTo>
                  <a:pt x="8781" y="3557"/>
                </a:moveTo>
                <a:lnTo>
                  <a:pt x="8622" y="3557"/>
                </a:lnTo>
                <a:lnTo>
                  <a:pt x="8622" y="3441"/>
                </a:lnTo>
                <a:lnTo>
                  <a:pt x="8781" y="3441"/>
                </a:lnTo>
                <a:lnTo>
                  <a:pt x="8781" y="3557"/>
                </a:lnTo>
                <a:moveTo>
                  <a:pt x="8517" y="3557"/>
                </a:moveTo>
                <a:lnTo>
                  <a:pt x="8358" y="3557"/>
                </a:lnTo>
                <a:lnTo>
                  <a:pt x="8358" y="3441"/>
                </a:lnTo>
                <a:lnTo>
                  <a:pt x="8517" y="3441"/>
                </a:lnTo>
                <a:lnTo>
                  <a:pt x="8517" y="3557"/>
                </a:lnTo>
                <a:moveTo>
                  <a:pt x="8252" y="3557"/>
                </a:moveTo>
                <a:lnTo>
                  <a:pt x="8093" y="3557"/>
                </a:lnTo>
                <a:lnTo>
                  <a:pt x="8093" y="3441"/>
                </a:lnTo>
                <a:lnTo>
                  <a:pt x="8252" y="3441"/>
                </a:lnTo>
                <a:lnTo>
                  <a:pt x="8252" y="3557"/>
                </a:lnTo>
                <a:moveTo>
                  <a:pt x="7988" y="3557"/>
                </a:moveTo>
                <a:lnTo>
                  <a:pt x="7829" y="3557"/>
                </a:lnTo>
                <a:lnTo>
                  <a:pt x="7829" y="3441"/>
                </a:lnTo>
                <a:lnTo>
                  <a:pt x="7988" y="3441"/>
                </a:lnTo>
                <a:lnTo>
                  <a:pt x="7988" y="3557"/>
                </a:lnTo>
                <a:moveTo>
                  <a:pt x="7723" y="3557"/>
                </a:moveTo>
                <a:lnTo>
                  <a:pt x="7565" y="3557"/>
                </a:lnTo>
                <a:lnTo>
                  <a:pt x="7565" y="3441"/>
                </a:lnTo>
                <a:lnTo>
                  <a:pt x="7723" y="3441"/>
                </a:lnTo>
                <a:lnTo>
                  <a:pt x="7723" y="3557"/>
                </a:lnTo>
                <a:moveTo>
                  <a:pt x="7459" y="3557"/>
                </a:moveTo>
                <a:lnTo>
                  <a:pt x="7300" y="3557"/>
                </a:lnTo>
                <a:lnTo>
                  <a:pt x="7300" y="3441"/>
                </a:lnTo>
                <a:lnTo>
                  <a:pt x="7459" y="3441"/>
                </a:lnTo>
                <a:lnTo>
                  <a:pt x="7459" y="3557"/>
                </a:lnTo>
                <a:moveTo>
                  <a:pt x="7194" y="3557"/>
                </a:moveTo>
                <a:lnTo>
                  <a:pt x="7036" y="3557"/>
                </a:lnTo>
                <a:lnTo>
                  <a:pt x="7036" y="3441"/>
                </a:lnTo>
                <a:lnTo>
                  <a:pt x="7194" y="3441"/>
                </a:lnTo>
                <a:lnTo>
                  <a:pt x="7194" y="3557"/>
                </a:lnTo>
                <a:moveTo>
                  <a:pt x="6930" y="3557"/>
                </a:moveTo>
                <a:lnTo>
                  <a:pt x="6771" y="3557"/>
                </a:lnTo>
                <a:lnTo>
                  <a:pt x="6771" y="3441"/>
                </a:lnTo>
                <a:lnTo>
                  <a:pt x="6930" y="3441"/>
                </a:lnTo>
                <a:lnTo>
                  <a:pt x="6930" y="3557"/>
                </a:lnTo>
                <a:moveTo>
                  <a:pt x="6665" y="3557"/>
                </a:moveTo>
                <a:lnTo>
                  <a:pt x="6507" y="3557"/>
                </a:lnTo>
                <a:lnTo>
                  <a:pt x="6507" y="3441"/>
                </a:lnTo>
                <a:lnTo>
                  <a:pt x="6665" y="3441"/>
                </a:lnTo>
                <a:lnTo>
                  <a:pt x="6665" y="3557"/>
                </a:lnTo>
                <a:moveTo>
                  <a:pt x="6401" y="3557"/>
                </a:moveTo>
                <a:lnTo>
                  <a:pt x="6242" y="3557"/>
                </a:lnTo>
                <a:lnTo>
                  <a:pt x="6242" y="3441"/>
                </a:lnTo>
                <a:lnTo>
                  <a:pt x="6401" y="3441"/>
                </a:lnTo>
                <a:lnTo>
                  <a:pt x="6401" y="3557"/>
                </a:lnTo>
                <a:moveTo>
                  <a:pt x="6136" y="3557"/>
                </a:moveTo>
                <a:lnTo>
                  <a:pt x="5978" y="3557"/>
                </a:lnTo>
                <a:lnTo>
                  <a:pt x="5978" y="3441"/>
                </a:lnTo>
                <a:lnTo>
                  <a:pt x="6136" y="3441"/>
                </a:lnTo>
                <a:lnTo>
                  <a:pt x="6136" y="3557"/>
                </a:lnTo>
                <a:moveTo>
                  <a:pt x="5872" y="3557"/>
                </a:moveTo>
                <a:lnTo>
                  <a:pt x="5713" y="3557"/>
                </a:lnTo>
                <a:lnTo>
                  <a:pt x="5713" y="3441"/>
                </a:lnTo>
                <a:lnTo>
                  <a:pt x="5872" y="3441"/>
                </a:lnTo>
                <a:lnTo>
                  <a:pt x="5872" y="3557"/>
                </a:lnTo>
                <a:moveTo>
                  <a:pt x="5607" y="3557"/>
                </a:moveTo>
                <a:lnTo>
                  <a:pt x="5449" y="3557"/>
                </a:lnTo>
                <a:lnTo>
                  <a:pt x="5449" y="3441"/>
                </a:lnTo>
                <a:lnTo>
                  <a:pt x="5607" y="3441"/>
                </a:lnTo>
                <a:lnTo>
                  <a:pt x="5607" y="3557"/>
                </a:lnTo>
                <a:moveTo>
                  <a:pt x="5343" y="3557"/>
                </a:moveTo>
                <a:lnTo>
                  <a:pt x="5184" y="3557"/>
                </a:lnTo>
                <a:lnTo>
                  <a:pt x="5184" y="3441"/>
                </a:lnTo>
                <a:lnTo>
                  <a:pt x="5343" y="3441"/>
                </a:lnTo>
                <a:lnTo>
                  <a:pt x="5343" y="3557"/>
                </a:lnTo>
                <a:moveTo>
                  <a:pt x="5078" y="3557"/>
                </a:moveTo>
                <a:lnTo>
                  <a:pt x="4920" y="3557"/>
                </a:lnTo>
                <a:lnTo>
                  <a:pt x="4920" y="3441"/>
                </a:lnTo>
                <a:lnTo>
                  <a:pt x="5078" y="3441"/>
                </a:lnTo>
                <a:lnTo>
                  <a:pt x="5078" y="3557"/>
                </a:lnTo>
                <a:moveTo>
                  <a:pt x="4814" y="3557"/>
                </a:moveTo>
                <a:lnTo>
                  <a:pt x="4655" y="3557"/>
                </a:lnTo>
                <a:lnTo>
                  <a:pt x="4655" y="3441"/>
                </a:lnTo>
                <a:lnTo>
                  <a:pt x="4814" y="3441"/>
                </a:lnTo>
                <a:lnTo>
                  <a:pt x="4814" y="3557"/>
                </a:lnTo>
                <a:moveTo>
                  <a:pt x="4549" y="3557"/>
                </a:moveTo>
                <a:lnTo>
                  <a:pt x="4391" y="3557"/>
                </a:lnTo>
                <a:lnTo>
                  <a:pt x="4391" y="3441"/>
                </a:lnTo>
                <a:lnTo>
                  <a:pt x="4549" y="3441"/>
                </a:lnTo>
                <a:lnTo>
                  <a:pt x="4549" y="3557"/>
                </a:lnTo>
                <a:moveTo>
                  <a:pt x="4285" y="3557"/>
                </a:moveTo>
                <a:lnTo>
                  <a:pt x="4126" y="3557"/>
                </a:lnTo>
                <a:lnTo>
                  <a:pt x="4126" y="3441"/>
                </a:lnTo>
                <a:lnTo>
                  <a:pt x="4285" y="3441"/>
                </a:lnTo>
                <a:lnTo>
                  <a:pt x="4285" y="3557"/>
                </a:lnTo>
                <a:moveTo>
                  <a:pt x="4021" y="3557"/>
                </a:moveTo>
                <a:lnTo>
                  <a:pt x="3862" y="3557"/>
                </a:lnTo>
                <a:lnTo>
                  <a:pt x="3862" y="3441"/>
                </a:lnTo>
                <a:lnTo>
                  <a:pt x="4021" y="3441"/>
                </a:lnTo>
                <a:lnTo>
                  <a:pt x="4021" y="3557"/>
                </a:lnTo>
                <a:moveTo>
                  <a:pt x="3756" y="3557"/>
                </a:moveTo>
                <a:lnTo>
                  <a:pt x="3597" y="3557"/>
                </a:lnTo>
                <a:lnTo>
                  <a:pt x="3597" y="3441"/>
                </a:lnTo>
                <a:lnTo>
                  <a:pt x="3756" y="3441"/>
                </a:lnTo>
                <a:lnTo>
                  <a:pt x="3756" y="3557"/>
                </a:lnTo>
                <a:moveTo>
                  <a:pt x="3492" y="3557"/>
                </a:moveTo>
                <a:lnTo>
                  <a:pt x="3333" y="3557"/>
                </a:lnTo>
                <a:lnTo>
                  <a:pt x="3333" y="3441"/>
                </a:lnTo>
                <a:lnTo>
                  <a:pt x="3492" y="3441"/>
                </a:lnTo>
                <a:lnTo>
                  <a:pt x="3492" y="3557"/>
                </a:lnTo>
                <a:moveTo>
                  <a:pt x="3227" y="3557"/>
                </a:moveTo>
                <a:lnTo>
                  <a:pt x="3068" y="3557"/>
                </a:lnTo>
                <a:lnTo>
                  <a:pt x="3068" y="3441"/>
                </a:lnTo>
                <a:lnTo>
                  <a:pt x="3227" y="3441"/>
                </a:lnTo>
                <a:lnTo>
                  <a:pt x="3227" y="3557"/>
                </a:lnTo>
                <a:moveTo>
                  <a:pt x="2963" y="3557"/>
                </a:moveTo>
                <a:lnTo>
                  <a:pt x="2804" y="3557"/>
                </a:lnTo>
                <a:lnTo>
                  <a:pt x="2804" y="3441"/>
                </a:lnTo>
                <a:lnTo>
                  <a:pt x="2963" y="3441"/>
                </a:lnTo>
                <a:lnTo>
                  <a:pt x="2963" y="3557"/>
                </a:lnTo>
                <a:moveTo>
                  <a:pt x="2698" y="3557"/>
                </a:moveTo>
                <a:lnTo>
                  <a:pt x="2539" y="3557"/>
                </a:lnTo>
                <a:lnTo>
                  <a:pt x="2539" y="3441"/>
                </a:lnTo>
                <a:lnTo>
                  <a:pt x="2698" y="3441"/>
                </a:lnTo>
                <a:lnTo>
                  <a:pt x="2698" y="3557"/>
                </a:lnTo>
                <a:moveTo>
                  <a:pt x="2434" y="3557"/>
                </a:moveTo>
                <a:lnTo>
                  <a:pt x="2275" y="3557"/>
                </a:lnTo>
                <a:lnTo>
                  <a:pt x="2275" y="3441"/>
                </a:lnTo>
                <a:lnTo>
                  <a:pt x="2434" y="3441"/>
                </a:lnTo>
                <a:lnTo>
                  <a:pt x="2434" y="3557"/>
                </a:lnTo>
                <a:moveTo>
                  <a:pt x="2169" y="3557"/>
                </a:moveTo>
                <a:lnTo>
                  <a:pt x="2010" y="3557"/>
                </a:lnTo>
                <a:lnTo>
                  <a:pt x="2010" y="3441"/>
                </a:lnTo>
                <a:lnTo>
                  <a:pt x="2169" y="3441"/>
                </a:lnTo>
                <a:lnTo>
                  <a:pt x="2169" y="3557"/>
                </a:lnTo>
                <a:moveTo>
                  <a:pt x="1905" y="3557"/>
                </a:moveTo>
                <a:lnTo>
                  <a:pt x="1746" y="3557"/>
                </a:lnTo>
                <a:lnTo>
                  <a:pt x="1746" y="3441"/>
                </a:lnTo>
                <a:lnTo>
                  <a:pt x="1905" y="3441"/>
                </a:lnTo>
                <a:lnTo>
                  <a:pt x="1905" y="3557"/>
                </a:lnTo>
                <a:moveTo>
                  <a:pt x="1640" y="3557"/>
                </a:moveTo>
                <a:lnTo>
                  <a:pt x="1481" y="3557"/>
                </a:lnTo>
                <a:lnTo>
                  <a:pt x="1481" y="3441"/>
                </a:lnTo>
                <a:lnTo>
                  <a:pt x="1640" y="3441"/>
                </a:lnTo>
                <a:lnTo>
                  <a:pt x="1640" y="3557"/>
                </a:lnTo>
                <a:moveTo>
                  <a:pt x="1376" y="3557"/>
                </a:moveTo>
                <a:lnTo>
                  <a:pt x="1217" y="3557"/>
                </a:lnTo>
                <a:lnTo>
                  <a:pt x="1217" y="3441"/>
                </a:lnTo>
                <a:lnTo>
                  <a:pt x="1376" y="3441"/>
                </a:lnTo>
                <a:lnTo>
                  <a:pt x="1376" y="3557"/>
                </a:lnTo>
                <a:moveTo>
                  <a:pt x="1111" y="3557"/>
                </a:moveTo>
                <a:lnTo>
                  <a:pt x="952" y="3557"/>
                </a:lnTo>
                <a:lnTo>
                  <a:pt x="952" y="3441"/>
                </a:lnTo>
                <a:lnTo>
                  <a:pt x="1111" y="3441"/>
                </a:lnTo>
                <a:lnTo>
                  <a:pt x="1111" y="3557"/>
                </a:lnTo>
                <a:moveTo>
                  <a:pt x="847" y="3557"/>
                </a:moveTo>
                <a:lnTo>
                  <a:pt x="688" y="3557"/>
                </a:lnTo>
                <a:lnTo>
                  <a:pt x="688" y="3441"/>
                </a:lnTo>
                <a:lnTo>
                  <a:pt x="847" y="3441"/>
                </a:lnTo>
                <a:lnTo>
                  <a:pt x="847" y="3557"/>
                </a:lnTo>
                <a:moveTo>
                  <a:pt x="582" y="3557"/>
                </a:moveTo>
                <a:lnTo>
                  <a:pt x="424" y="3557"/>
                </a:lnTo>
                <a:lnTo>
                  <a:pt x="424" y="3441"/>
                </a:lnTo>
                <a:lnTo>
                  <a:pt x="582" y="3441"/>
                </a:lnTo>
                <a:lnTo>
                  <a:pt x="582" y="3557"/>
                </a:lnTo>
                <a:moveTo>
                  <a:pt x="318" y="3557"/>
                </a:moveTo>
                <a:lnTo>
                  <a:pt x="244" y="3557"/>
                </a:lnTo>
                <a:cubicBezTo>
                  <a:pt x="206" y="3557"/>
                  <a:pt x="170" y="3549"/>
                  <a:pt x="136" y="3532"/>
                </a:cubicBezTo>
                <a:lnTo>
                  <a:pt x="188" y="3428"/>
                </a:lnTo>
                <a:cubicBezTo>
                  <a:pt x="205" y="3436"/>
                  <a:pt x="224" y="3441"/>
                  <a:pt x="244" y="3441"/>
                </a:cubicBezTo>
                <a:lnTo>
                  <a:pt x="318" y="3441"/>
                </a:lnTo>
                <a:lnTo>
                  <a:pt x="318" y="3557"/>
                </a:lnTo>
                <a:moveTo>
                  <a:pt x="34" y="3437"/>
                </a:moveTo>
                <a:cubicBezTo>
                  <a:pt x="12" y="3399"/>
                  <a:pt x="0" y="3358"/>
                  <a:pt x="0" y="3314"/>
                </a:cubicBezTo>
                <a:lnTo>
                  <a:pt x="0" y="3253"/>
                </a:lnTo>
                <a:lnTo>
                  <a:pt x="117" y="3253"/>
                </a:lnTo>
                <a:lnTo>
                  <a:pt x="117" y="3314"/>
                </a:lnTo>
                <a:cubicBezTo>
                  <a:pt x="117" y="3337"/>
                  <a:pt x="123" y="3358"/>
                  <a:pt x="134" y="3378"/>
                </a:cubicBezTo>
                <a:lnTo>
                  <a:pt x="34" y="3437"/>
                </a:lnTo>
                <a:moveTo>
                  <a:pt x="0" y="3148"/>
                </a:moveTo>
                <a:lnTo>
                  <a:pt x="0" y="2989"/>
                </a:lnTo>
                <a:lnTo>
                  <a:pt x="117" y="2989"/>
                </a:lnTo>
                <a:lnTo>
                  <a:pt x="117" y="3148"/>
                </a:lnTo>
                <a:lnTo>
                  <a:pt x="0" y="3148"/>
                </a:lnTo>
                <a:moveTo>
                  <a:pt x="0" y="2883"/>
                </a:moveTo>
                <a:lnTo>
                  <a:pt x="0" y="2725"/>
                </a:lnTo>
                <a:lnTo>
                  <a:pt x="117" y="2725"/>
                </a:lnTo>
                <a:lnTo>
                  <a:pt x="117" y="2883"/>
                </a:lnTo>
                <a:lnTo>
                  <a:pt x="0" y="2883"/>
                </a:lnTo>
                <a:moveTo>
                  <a:pt x="0" y="2619"/>
                </a:moveTo>
                <a:lnTo>
                  <a:pt x="0" y="2460"/>
                </a:lnTo>
                <a:lnTo>
                  <a:pt x="117" y="2460"/>
                </a:lnTo>
                <a:lnTo>
                  <a:pt x="117" y="2619"/>
                </a:lnTo>
                <a:lnTo>
                  <a:pt x="0" y="2619"/>
                </a:lnTo>
                <a:moveTo>
                  <a:pt x="0" y="2354"/>
                </a:moveTo>
                <a:lnTo>
                  <a:pt x="0" y="2196"/>
                </a:lnTo>
                <a:lnTo>
                  <a:pt x="117" y="2196"/>
                </a:lnTo>
                <a:lnTo>
                  <a:pt x="117" y="2354"/>
                </a:lnTo>
                <a:lnTo>
                  <a:pt x="0" y="2354"/>
                </a:lnTo>
                <a:moveTo>
                  <a:pt x="0" y="2090"/>
                </a:moveTo>
                <a:lnTo>
                  <a:pt x="0" y="1931"/>
                </a:lnTo>
                <a:lnTo>
                  <a:pt x="117" y="1931"/>
                </a:lnTo>
                <a:lnTo>
                  <a:pt x="117" y="2090"/>
                </a:lnTo>
                <a:lnTo>
                  <a:pt x="0" y="2090"/>
                </a:lnTo>
                <a:moveTo>
                  <a:pt x="0" y="1825"/>
                </a:moveTo>
                <a:lnTo>
                  <a:pt x="0" y="1667"/>
                </a:lnTo>
                <a:lnTo>
                  <a:pt x="117" y="1667"/>
                </a:lnTo>
                <a:lnTo>
                  <a:pt x="117" y="1825"/>
                </a:lnTo>
                <a:lnTo>
                  <a:pt x="0" y="1825"/>
                </a:lnTo>
                <a:moveTo>
                  <a:pt x="0" y="1561"/>
                </a:moveTo>
                <a:lnTo>
                  <a:pt x="0" y="1402"/>
                </a:lnTo>
                <a:lnTo>
                  <a:pt x="117" y="1402"/>
                </a:lnTo>
                <a:lnTo>
                  <a:pt x="117" y="1561"/>
                </a:lnTo>
                <a:lnTo>
                  <a:pt x="0" y="1561"/>
                </a:lnTo>
                <a:moveTo>
                  <a:pt x="0" y="1296"/>
                </a:moveTo>
                <a:lnTo>
                  <a:pt x="0" y="1138"/>
                </a:lnTo>
                <a:lnTo>
                  <a:pt x="117" y="1138"/>
                </a:lnTo>
                <a:lnTo>
                  <a:pt x="117" y="1296"/>
                </a:lnTo>
                <a:lnTo>
                  <a:pt x="0" y="1296"/>
                </a:lnTo>
                <a:moveTo>
                  <a:pt x="0" y="1032"/>
                </a:moveTo>
                <a:lnTo>
                  <a:pt x="0" y="873"/>
                </a:lnTo>
                <a:lnTo>
                  <a:pt x="117" y="873"/>
                </a:lnTo>
                <a:lnTo>
                  <a:pt x="117" y="1032"/>
                </a:lnTo>
                <a:lnTo>
                  <a:pt x="0" y="1032"/>
                </a:lnTo>
                <a:moveTo>
                  <a:pt x="0" y="767"/>
                </a:moveTo>
                <a:lnTo>
                  <a:pt x="0" y="609"/>
                </a:lnTo>
                <a:lnTo>
                  <a:pt x="117" y="609"/>
                </a:lnTo>
                <a:lnTo>
                  <a:pt x="117" y="767"/>
                </a:lnTo>
                <a:lnTo>
                  <a:pt x="0" y="767"/>
                </a:lnTo>
                <a:moveTo>
                  <a:pt x="0" y="503"/>
                </a:moveTo>
                <a:lnTo>
                  <a:pt x="0" y="344"/>
                </a:lnTo>
                <a:lnTo>
                  <a:pt x="117" y="344"/>
                </a:lnTo>
                <a:lnTo>
                  <a:pt x="117" y="503"/>
                </a:lnTo>
                <a:lnTo>
                  <a:pt x="0" y="503"/>
                </a:lnTo>
                <a:moveTo>
                  <a:pt x="1" y="236"/>
                </a:moveTo>
                <a:cubicBezTo>
                  <a:pt x="3" y="161"/>
                  <a:pt x="33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21640" y="4360320"/>
            <a:ext cx="11148480" cy="1280520"/>
          </a:xfrm>
          <a:custGeom>
            <a:avLst/>
            <a:gdLst/>
            <a:ahLst/>
            <a:rect l="0" t="0" r="r" b="b"/>
            <a:pathLst>
              <a:path w="30968" h="3557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3" y="0"/>
                </a:moveTo>
                <a:lnTo>
                  <a:pt x="932" y="0"/>
                </a:lnTo>
                <a:lnTo>
                  <a:pt x="932" y="117"/>
                </a:lnTo>
                <a:lnTo>
                  <a:pt x="773" y="117"/>
                </a:lnTo>
                <a:lnTo>
                  <a:pt x="773" y="0"/>
                </a:lnTo>
                <a:moveTo>
                  <a:pt x="1037" y="0"/>
                </a:moveTo>
                <a:lnTo>
                  <a:pt x="1196" y="0"/>
                </a:lnTo>
                <a:lnTo>
                  <a:pt x="1196" y="117"/>
                </a:lnTo>
                <a:lnTo>
                  <a:pt x="1037" y="117"/>
                </a:lnTo>
                <a:lnTo>
                  <a:pt x="1037" y="0"/>
                </a:lnTo>
                <a:moveTo>
                  <a:pt x="1302" y="0"/>
                </a:moveTo>
                <a:lnTo>
                  <a:pt x="1461" y="0"/>
                </a:lnTo>
                <a:lnTo>
                  <a:pt x="1461" y="117"/>
                </a:lnTo>
                <a:lnTo>
                  <a:pt x="1302" y="117"/>
                </a:lnTo>
                <a:lnTo>
                  <a:pt x="1302" y="0"/>
                </a:lnTo>
                <a:moveTo>
                  <a:pt x="1566" y="0"/>
                </a:moveTo>
                <a:lnTo>
                  <a:pt x="1725" y="0"/>
                </a:lnTo>
                <a:lnTo>
                  <a:pt x="1725" y="117"/>
                </a:lnTo>
                <a:lnTo>
                  <a:pt x="1566" y="117"/>
                </a:lnTo>
                <a:lnTo>
                  <a:pt x="1566" y="0"/>
                </a:lnTo>
                <a:moveTo>
                  <a:pt x="1831" y="0"/>
                </a:moveTo>
                <a:lnTo>
                  <a:pt x="1989" y="0"/>
                </a:lnTo>
                <a:lnTo>
                  <a:pt x="1989" y="117"/>
                </a:lnTo>
                <a:lnTo>
                  <a:pt x="1831" y="117"/>
                </a:lnTo>
                <a:lnTo>
                  <a:pt x="1831" y="0"/>
                </a:lnTo>
                <a:moveTo>
                  <a:pt x="2095" y="0"/>
                </a:moveTo>
                <a:lnTo>
                  <a:pt x="2254" y="0"/>
                </a:lnTo>
                <a:lnTo>
                  <a:pt x="2254" y="117"/>
                </a:lnTo>
                <a:lnTo>
                  <a:pt x="2095" y="117"/>
                </a:lnTo>
                <a:lnTo>
                  <a:pt x="2095" y="0"/>
                </a:lnTo>
                <a:moveTo>
                  <a:pt x="2360" y="0"/>
                </a:moveTo>
                <a:lnTo>
                  <a:pt x="2518" y="0"/>
                </a:lnTo>
                <a:lnTo>
                  <a:pt x="2518" y="117"/>
                </a:lnTo>
                <a:lnTo>
                  <a:pt x="2360" y="117"/>
                </a:lnTo>
                <a:lnTo>
                  <a:pt x="2360" y="0"/>
                </a:lnTo>
                <a:moveTo>
                  <a:pt x="2624" y="0"/>
                </a:moveTo>
                <a:lnTo>
                  <a:pt x="2783" y="0"/>
                </a:lnTo>
                <a:lnTo>
                  <a:pt x="2783" y="117"/>
                </a:lnTo>
                <a:lnTo>
                  <a:pt x="2624" y="117"/>
                </a:lnTo>
                <a:lnTo>
                  <a:pt x="2624" y="0"/>
                </a:lnTo>
                <a:moveTo>
                  <a:pt x="2889" y="0"/>
                </a:moveTo>
                <a:lnTo>
                  <a:pt x="3047" y="0"/>
                </a:lnTo>
                <a:lnTo>
                  <a:pt x="3047" y="117"/>
                </a:lnTo>
                <a:lnTo>
                  <a:pt x="2889" y="117"/>
                </a:lnTo>
                <a:lnTo>
                  <a:pt x="2889" y="0"/>
                </a:lnTo>
                <a:moveTo>
                  <a:pt x="3153" y="0"/>
                </a:moveTo>
                <a:lnTo>
                  <a:pt x="3312" y="0"/>
                </a:lnTo>
                <a:lnTo>
                  <a:pt x="3312" y="117"/>
                </a:lnTo>
                <a:lnTo>
                  <a:pt x="3153" y="117"/>
                </a:lnTo>
                <a:lnTo>
                  <a:pt x="3153" y="0"/>
                </a:lnTo>
                <a:moveTo>
                  <a:pt x="3418" y="0"/>
                </a:moveTo>
                <a:lnTo>
                  <a:pt x="3576" y="0"/>
                </a:lnTo>
                <a:lnTo>
                  <a:pt x="3576" y="117"/>
                </a:lnTo>
                <a:lnTo>
                  <a:pt x="3418" y="117"/>
                </a:lnTo>
                <a:lnTo>
                  <a:pt x="3418" y="0"/>
                </a:lnTo>
                <a:moveTo>
                  <a:pt x="3682" y="0"/>
                </a:moveTo>
                <a:lnTo>
                  <a:pt x="3841" y="0"/>
                </a:lnTo>
                <a:lnTo>
                  <a:pt x="3841" y="117"/>
                </a:lnTo>
                <a:lnTo>
                  <a:pt x="3682" y="117"/>
                </a:lnTo>
                <a:lnTo>
                  <a:pt x="3682" y="0"/>
                </a:lnTo>
                <a:moveTo>
                  <a:pt x="3947" y="0"/>
                </a:moveTo>
                <a:lnTo>
                  <a:pt x="4105" y="0"/>
                </a:lnTo>
                <a:lnTo>
                  <a:pt x="4105" y="117"/>
                </a:lnTo>
                <a:lnTo>
                  <a:pt x="3947" y="117"/>
                </a:lnTo>
                <a:lnTo>
                  <a:pt x="3947" y="0"/>
                </a:lnTo>
                <a:moveTo>
                  <a:pt x="4211" y="0"/>
                </a:moveTo>
                <a:lnTo>
                  <a:pt x="4370" y="0"/>
                </a:lnTo>
                <a:lnTo>
                  <a:pt x="4370" y="117"/>
                </a:lnTo>
                <a:lnTo>
                  <a:pt x="4211" y="117"/>
                </a:lnTo>
                <a:lnTo>
                  <a:pt x="4211" y="0"/>
                </a:lnTo>
                <a:moveTo>
                  <a:pt x="4476" y="0"/>
                </a:moveTo>
                <a:lnTo>
                  <a:pt x="4634" y="0"/>
                </a:lnTo>
                <a:lnTo>
                  <a:pt x="4634" y="117"/>
                </a:lnTo>
                <a:lnTo>
                  <a:pt x="4476" y="117"/>
                </a:lnTo>
                <a:lnTo>
                  <a:pt x="4476" y="0"/>
                </a:lnTo>
                <a:moveTo>
                  <a:pt x="4740" y="0"/>
                </a:moveTo>
                <a:lnTo>
                  <a:pt x="4899" y="0"/>
                </a:lnTo>
                <a:lnTo>
                  <a:pt x="4899" y="117"/>
                </a:lnTo>
                <a:lnTo>
                  <a:pt x="4740" y="117"/>
                </a:lnTo>
                <a:lnTo>
                  <a:pt x="4740" y="0"/>
                </a:lnTo>
                <a:moveTo>
                  <a:pt x="5004" y="0"/>
                </a:moveTo>
                <a:lnTo>
                  <a:pt x="5163" y="0"/>
                </a:lnTo>
                <a:lnTo>
                  <a:pt x="5163" y="117"/>
                </a:lnTo>
                <a:lnTo>
                  <a:pt x="5004" y="117"/>
                </a:lnTo>
                <a:lnTo>
                  <a:pt x="5004" y="0"/>
                </a:lnTo>
                <a:moveTo>
                  <a:pt x="5269" y="0"/>
                </a:moveTo>
                <a:lnTo>
                  <a:pt x="5428" y="0"/>
                </a:lnTo>
                <a:lnTo>
                  <a:pt x="5428" y="117"/>
                </a:lnTo>
                <a:lnTo>
                  <a:pt x="5269" y="117"/>
                </a:lnTo>
                <a:lnTo>
                  <a:pt x="5269" y="0"/>
                </a:lnTo>
                <a:moveTo>
                  <a:pt x="5533" y="0"/>
                </a:moveTo>
                <a:lnTo>
                  <a:pt x="5692" y="0"/>
                </a:lnTo>
                <a:lnTo>
                  <a:pt x="5692" y="117"/>
                </a:lnTo>
                <a:lnTo>
                  <a:pt x="5533" y="117"/>
                </a:lnTo>
                <a:lnTo>
                  <a:pt x="5533" y="0"/>
                </a:lnTo>
                <a:moveTo>
                  <a:pt x="5798" y="0"/>
                </a:moveTo>
                <a:lnTo>
                  <a:pt x="5957" y="0"/>
                </a:lnTo>
                <a:lnTo>
                  <a:pt x="5957" y="117"/>
                </a:lnTo>
                <a:lnTo>
                  <a:pt x="5798" y="117"/>
                </a:lnTo>
                <a:lnTo>
                  <a:pt x="5798" y="0"/>
                </a:lnTo>
                <a:moveTo>
                  <a:pt x="6062" y="0"/>
                </a:moveTo>
                <a:lnTo>
                  <a:pt x="6221" y="0"/>
                </a:lnTo>
                <a:lnTo>
                  <a:pt x="6221" y="117"/>
                </a:lnTo>
                <a:lnTo>
                  <a:pt x="6062" y="117"/>
                </a:lnTo>
                <a:lnTo>
                  <a:pt x="6062" y="0"/>
                </a:lnTo>
                <a:moveTo>
                  <a:pt x="6327" y="0"/>
                </a:moveTo>
                <a:lnTo>
                  <a:pt x="6486" y="0"/>
                </a:lnTo>
                <a:lnTo>
                  <a:pt x="6486" y="117"/>
                </a:lnTo>
                <a:lnTo>
                  <a:pt x="6327" y="117"/>
                </a:lnTo>
                <a:lnTo>
                  <a:pt x="6327" y="0"/>
                </a:lnTo>
                <a:moveTo>
                  <a:pt x="6591" y="0"/>
                </a:moveTo>
                <a:lnTo>
                  <a:pt x="6750" y="0"/>
                </a:lnTo>
                <a:lnTo>
                  <a:pt x="6750" y="117"/>
                </a:lnTo>
                <a:lnTo>
                  <a:pt x="6591" y="117"/>
                </a:lnTo>
                <a:lnTo>
                  <a:pt x="6591" y="0"/>
                </a:lnTo>
                <a:moveTo>
                  <a:pt x="6856" y="0"/>
                </a:moveTo>
                <a:lnTo>
                  <a:pt x="7015" y="0"/>
                </a:lnTo>
                <a:lnTo>
                  <a:pt x="7015" y="117"/>
                </a:lnTo>
                <a:lnTo>
                  <a:pt x="6856" y="117"/>
                </a:lnTo>
                <a:lnTo>
                  <a:pt x="6856" y="0"/>
                </a:lnTo>
                <a:moveTo>
                  <a:pt x="7120" y="0"/>
                </a:moveTo>
                <a:lnTo>
                  <a:pt x="7279" y="0"/>
                </a:lnTo>
                <a:lnTo>
                  <a:pt x="7279" y="117"/>
                </a:lnTo>
                <a:lnTo>
                  <a:pt x="7120" y="117"/>
                </a:lnTo>
                <a:lnTo>
                  <a:pt x="7120" y="0"/>
                </a:lnTo>
                <a:moveTo>
                  <a:pt x="7385" y="0"/>
                </a:moveTo>
                <a:lnTo>
                  <a:pt x="7544" y="0"/>
                </a:lnTo>
                <a:lnTo>
                  <a:pt x="7544" y="117"/>
                </a:lnTo>
                <a:lnTo>
                  <a:pt x="7385" y="117"/>
                </a:lnTo>
                <a:lnTo>
                  <a:pt x="7385" y="0"/>
                </a:lnTo>
                <a:moveTo>
                  <a:pt x="7649" y="0"/>
                </a:moveTo>
                <a:lnTo>
                  <a:pt x="7808" y="0"/>
                </a:lnTo>
                <a:lnTo>
                  <a:pt x="7808" y="117"/>
                </a:lnTo>
                <a:lnTo>
                  <a:pt x="7649" y="117"/>
                </a:lnTo>
                <a:lnTo>
                  <a:pt x="7649" y="0"/>
                </a:lnTo>
                <a:moveTo>
                  <a:pt x="7914" y="0"/>
                </a:moveTo>
                <a:lnTo>
                  <a:pt x="8073" y="0"/>
                </a:lnTo>
                <a:lnTo>
                  <a:pt x="8073" y="117"/>
                </a:lnTo>
                <a:lnTo>
                  <a:pt x="7914" y="117"/>
                </a:lnTo>
                <a:lnTo>
                  <a:pt x="7914" y="0"/>
                </a:lnTo>
                <a:moveTo>
                  <a:pt x="8178" y="0"/>
                </a:moveTo>
                <a:lnTo>
                  <a:pt x="8337" y="0"/>
                </a:lnTo>
                <a:lnTo>
                  <a:pt x="8337" y="117"/>
                </a:lnTo>
                <a:lnTo>
                  <a:pt x="8178" y="117"/>
                </a:lnTo>
                <a:lnTo>
                  <a:pt x="8178" y="0"/>
                </a:lnTo>
                <a:moveTo>
                  <a:pt x="8443" y="0"/>
                </a:moveTo>
                <a:lnTo>
                  <a:pt x="8601" y="0"/>
                </a:lnTo>
                <a:lnTo>
                  <a:pt x="8601" y="117"/>
                </a:lnTo>
                <a:lnTo>
                  <a:pt x="8443" y="117"/>
                </a:lnTo>
                <a:lnTo>
                  <a:pt x="8443" y="0"/>
                </a:lnTo>
                <a:moveTo>
                  <a:pt x="8707" y="0"/>
                </a:moveTo>
                <a:lnTo>
                  <a:pt x="8866" y="0"/>
                </a:lnTo>
                <a:lnTo>
                  <a:pt x="8866" y="117"/>
                </a:lnTo>
                <a:lnTo>
                  <a:pt x="8707" y="117"/>
                </a:lnTo>
                <a:lnTo>
                  <a:pt x="8707" y="0"/>
                </a:lnTo>
                <a:moveTo>
                  <a:pt x="8972" y="0"/>
                </a:moveTo>
                <a:lnTo>
                  <a:pt x="9130" y="0"/>
                </a:lnTo>
                <a:lnTo>
                  <a:pt x="9130" y="117"/>
                </a:lnTo>
                <a:lnTo>
                  <a:pt x="8972" y="117"/>
                </a:lnTo>
                <a:lnTo>
                  <a:pt x="8972" y="0"/>
                </a:lnTo>
                <a:moveTo>
                  <a:pt x="9236" y="0"/>
                </a:moveTo>
                <a:lnTo>
                  <a:pt x="9395" y="0"/>
                </a:lnTo>
                <a:lnTo>
                  <a:pt x="9395" y="117"/>
                </a:lnTo>
                <a:lnTo>
                  <a:pt x="9236" y="117"/>
                </a:lnTo>
                <a:lnTo>
                  <a:pt x="9236" y="0"/>
                </a:lnTo>
                <a:moveTo>
                  <a:pt x="9501" y="0"/>
                </a:moveTo>
                <a:lnTo>
                  <a:pt x="9659" y="0"/>
                </a:lnTo>
                <a:lnTo>
                  <a:pt x="9659" y="117"/>
                </a:lnTo>
                <a:lnTo>
                  <a:pt x="9501" y="117"/>
                </a:lnTo>
                <a:lnTo>
                  <a:pt x="9501" y="0"/>
                </a:lnTo>
                <a:moveTo>
                  <a:pt x="9765" y="0"/>
                </a:moveTo>
                <a:lnTo>
                  <a:pt x="9924" y="0"/>
                </a:lnTo>
                <a:lnTo>
                  <a:pt x="9924" y="117"/>
                </a:lnTo>
                <a:lnTo>
                  <a:pt x="9765" y="117"/>
                </a:lnTo>
                <a:lnTo>
                  <a:pt x="9765" y="0"/>
                </a:lnTo>
                <a:moveTo>
                  <a:pt x="10030" y="0"/>
                </a:moveTo>
                <a:lnTo>
                  <a:pt x="10188" y="0"/>
                </a:lnTo>
                <a:lnTo>
                  <a:pt x="10188" y="117"/>
                </a:lnTo>
                <a:lnTo>
                  <a:pt x="10030" y="117"/>
                </a:lnTo>
                <a:lnTo>
                  <a:pt x="10030" y="0"/>
                </a:lnTo>
                <a:moveTo>
                  <a:pt x="10294" y="0"/>
                </a:moveTo>
                <a:lnTo>
                  <a:pt x="10453" y="0"/>
                </a:lnTo>
                <a:lnTo>
                  <a:pt x="10453" y="117"/>
                </a:lnTo>
                <a:lnTo>
                  <a:pt x="10294" y="117"/>
                </a:lnTo>
                <a:lnTo>
                  <a:pt x="10294" y="0"/>
                </a:lnTo>
                <a:moveTo>
                  <a:pt x="10559" y="0"/>
                </a:moveTo>
                <a:lnTo>
                  <a:pt x="10717" y="0"/>
                </a:lnTo>
                <a:lnTo>
                  <a:pt x="10717" y="117"/>
                </a:lnTo>
                <a:lnTo>
                  <a:pt x="10559" y="117"/>
                </a:lnTo>
                <a:lnTo>
                  <a:pt x="10559" y="0"/>
                </a:lnTo>
                <a:moveTo>
                  <a:pt x="10823" y="0"/>
                </a:moveTo>
                <a:lnTo>
                  <a:pt x="10982" y="0"/>
                </a:lnTo>
                <a:lnTo>
                  <a:pt x="10982" y="117"/>
                </a:lnTo>
                <a:lnTo>
                  <a:pt x="10823" y="117"/>
                </a:lnTo>
                <a:lnTo>
                  <a:pt x="10823" y="0"/>
                </a:lnTo>
                <a:moveTo>
                  <a:pt x="11088" y="0"/>
                </a:moveTo>
                <a:lnTo>
                  <a:pt x="11246" y="0"/>
                </a:lnTo>
                <a:lnTo>
                  <a:pt x="11246" y="117"/>
                </a:lnTo>
                <a:lnTo>
                  <a:pt x="11088" y="117"/>
                </a:lnTo>
                <a:lnTo>
                  <a:pt x="11088" y="0"/>
                </a:lnTo>
                <a:moveTo>
                  <a:pt x="11352" y="0"/>
                </a:moveTo>
                <a:lnTo>
                  <a:pt x="11511" y="0"/>
                </a:lnTo>
                <a:lnTo>
                  <a:pt x="11511" y="117"/>
                </a:lnTo>
                <a:lnTo>
                  <a:pt x="11352" y="117"/>
                </a:lnTo>
                <a:lnTo>
                  <a:pt x="11352" y="0"/>
                </a:lnTo>
                <a:moveTo>
                  <a:pt x="11617" y="0"/>
                </a:moveTo>
                <a:lnTo>
                  <a:pt x="11775" y="0"/>
                </a:lnTo>
                <a:lnTo>
                  <a:pt x="11775" y="117"/>
                </a:lnTo>
                <a:lnTo>
                  <a:pt x="11617" y="117"/>
                </a:lnTo>
                <a:lnTo>
                  <a:pt x="11617" y="0"/>
                </a:lnTo>
                <a:moveTo>
                  <a:pt x="11881" y="0"/>
                </a:moveTo>
                <a:lnTo>
                  <a:pt x="12040" y="0"/>
                </a:lnTo>
                <a:lnTo>
                  <a:pt x="12040" y="117"/>
                </a:lnTo>
                <a:lnTo>
                  <a:pt x="11881" y="117"/>
                </a:lnTo>
                <a:lnTo>
                  <a:pt x="11881" y="0"/>
                </a:lnTo>
                <a:moveTo>
                  <a:pt x="12145" y="0"/>
                </a:moveTo>
                <a:lnTo>
                  <a:pt x="12304" y="0"/>
                </a:lnTo>
                <a:lnTo>
                  <a:pt x="12304" y="117"/>
                </a:lnTo>
                <a:lnTo>
                  <a:pt x="12145" y="117"/>
                </a:lnTo>
                <a:lnTo>
                  <a:pt x="12145" y="0"/>
                </a:lnTo>
                <a:moveTo>
                  <a:pt x="12410" y="0"/>
                </a:moveTo>
                <a:lnTo>
                  <a:pt x="12569" y="0"/>
                </a:lnTo>
                <a:lnTo>
                  <a:pt x="12569" y="117"/>
                </a:lnTo>
                <a:lnTo>
                  <a:pt x="12410" y="117"/>
                </a:lnTo>
                <a:lnTo>
                  <a:pt x="12410" y="0"/>
                </a:lnTo>
                <a:moveTo>
                  <a:pt x="12674" y="0"/>
                </a:moveTo>
                <a:lnTo>
                  <a:pt x="12833" y="0"/>
                </a:lnTo>
                <a:lnTo>
                  <a:pt x="12833" y="117"/>
                </a:lnTo>
                <a:lnTo>
                  <a:pt x="12674" y="117"/>
                </a:lnTo>
                <a:lnTo>
                  <a:pt x="12674" y="0"/>
                </a:lnTo>
                <a:moveTo>
                  <a:pt x="12939" y="0"/>
                </a:moveTo>
                <a:lnTo>
                  <a:pt x="13098" y="0"/>
                </a:lnTo>
                <a:lnTo>
                  <a:pt x="13098" y="117"/>
                </a:lnTo>
                <a:lnTo>
                  <a:pt x="12939" y="117"/>
                </a:lnTo>
                <a:lnTo>
                  <a:pt x="12939" y="0"/>
                </a:lnTo>
                <a:moveTo>
                  <a:pt x="13203" y="0"/>
                </a:moveTo>
                <a:lnTo>
                  <a:pt x="13362" y="0"/>
                </a:lnTo>
                <a:lnTo>
                  <a:pt x="13362" y="117"/>
                </a:lnTo>
                <a:lnTo>
                  <a:pt x="13203" y="117"/>
                </a:lnTo>
                <a:lnTo>
                  <a:pt x="13203" y="0"/>
                </a:lnTo>
                <a:moveTo>
                  <a:pt x="13468" y="0"/>
                </a:moveTo>
                <a:lnTo>
                  <a:pt x="13627" y="0"/>
                </a:lnTo>
                <a:lnTo>
                  <a:pt x="13627" y="117"/>
                </a:lnTo>
                <a:lnTo>
                  <a:pt x="13468" y="117"/>
                </a:lnTo>
                <a:lnTo>
                  <a:pt x="13468" y="0"/>
                </a:lnTo>
                <a:moveTo>
                  <a:pt x="13732" y="0"/>
                </a:moveTo>
                <a:lnTo>
                  <a:pt x="13891" y="0"/>
                </a:lnTo>
                <a:lnTo>
                  <a:pt x="13891" y="117"/>
                </a:lnTo>
                <a:lnTo>
                  <a:pt x="13732" y="117"/>
                </a:lnTo>
                <a:lnTo>
                  <a:pt x="13732" y="0"/>
                </a:lnTo>
                <a:moveTo>
                  <a:pt x="13997" y="0"/>
                </a:moveTo>
                <a:lnTo>
                  <a:pt x="14157" y="0"/>
                </a:lnTo>
                <a:lnTo>
                  <a:pt x="14157" y="117"/>
                </a:lnTo>
                <a:lnTo>
                  <a:pt x="13997" y="117"/>
                </a:lnTo>
                <a:lnTo>
                  <a:pt x="13997" y="0"/>
                </a:lnTo>
                <a:moveTo>
                  <a:pt x="14262" y="0"/>
                </a:moveTo>
                <a:lnTo>
                  <a:pt x="14421" y="0"/>
                </a:lnTo>
                <a:lnTo>
                  <a:pt x="14421" y="117"/>
                </a:lnTo>
                <a:lnTo>
                  <a:pt x="14262" y="117"/>
                </a:lnTo>
                <a:lnTo>
                  <a:pt x="14262" y="0"/>
                </a:lnTo>
                <a:moveTo>
                  <a:pt x="14527" y="0"/>
                </a:moveTo>
                <a:lnTo>
                  <a:pt x="14686" y="0"/>
                </a:lnTo>
                <a:lnTo>
                  <a:pt x="14686" y="117"/>
                </a:lnTo>
                <a:lnTo>
                  <a:pt x="14527" y="117"/>
                </a:lnTo>
                <a:lnTo>
                  <a:pt x="14527" y="0"/>
                </a:lnTo>
                <a:moveTo>
                  <a:pt x="14791" y="0"/>
                </a:moveTo>
                <a:lnTo>
                  <a:pt x="14950" y="0"/>
                </a:lnTo>
                <a:lnTo>
                  <a:pt x="14950" y="117"/>
                </a:lnTo>
                <a:lnTo>
                  <a:pt x="14791" y="117"/>
                </a:lnTo>
                <a:lnTo>
                  <a:pt x="14791" y="0"/>
                </a:lnTo>
                <a:moveTo>
                  <a:pt x="15056" y="0"/>
                </a:moveTo>
                <a:lnTo>
                  <a:pt x="15215" y="0"/>
                </a:lnTo>
                <a:lnTo>
                  <a:pt x="15215" y="117"/>
                </a:lnTo>
                <a:lnTo>
                  <a:pt x="15056" y="117"/>
                </a:lnTo>
                <a:lnTo>
                  <a:pt x="15056" y="0"/>
                </a:lnTo>
                <a:moveTo>
                  <a:pt x="15320" y="0"/>
                </a:moveTo>
                <a:lnTo>
                  <a:pt x="15479" y="0"/>
                </a:lnTo>
                <a:lnTo>
                  <a:pt x="15479" y="117"/>
                </a:lnTo>
                <a:lnTo>
                  <a:pt x="15320" y="117"/>
                </a:lnTo>
                <a:lnTo>
                  <a:pt x="15320" y="0"/>
                </a:lnTo>
                <a:moveTo>
                  <a:pt x="15585" y="0"/>
                </a:moveTo>
                <a:lnTo>
                  <a:pt x="15743" y="0"/>
                </a:lnTo>
                <a:lnTo>
                  <a:pt x="15743" y="117"/>
                </a:lnTo>
                <a:lnTo>
                  <a:pt x="15585" y="117"/>
                </a:lnTo>
                <a:lnTo>
                  <a:pt x="15585" y="0"/>
                </a:lnTo>
                <a:moveTo>
                  <a:pt x="15849" y="0"/>
                </a:moveTo>
                <a:lnTo>
                  <a:pt x="16008" y="0"/>
                </a:lnTo>
                <a:lnTo>
                  <a:pt x="16008" y="117"/>
                </a:lnTo>
                <a:lnTo>
                  <a:pt x="15849" y="117"/>
                </a:lnTo>
                <a:lnTo>
                  <a:pt x="15849" y="0"/>
                </a:lnTo>
                <a:moveTo>
                  <a:pt x="16114" y="0"/>
                </a:moveTo>
                <a:lnTo>
                  <a:pt x="16272" y="0"/>
                </a:lnTo>
                <a:lnTo>
                  <a:pt x="16272" y="117"/>
                </a:lnTo>
                <a:lnTo>
                  <a:pt x="16114" y="117"/>
                </a:lnTo>
                <a:lnTo>
                  <a:pt x="16114" y="0"/>
                </a:lnTo>
                <a:moveTo>
                  <a:pt x="16378" y="0"/>
                </a:moveTo>
                <a:lnTo>
                  <a:pt x="16537" y="0"/>
                </a:lnTo>
                <a:lnTo>
                  <a:pt x="16537" y="117"/>
                </a:lnTo>
                <a:lnTo>
                  <a:pt x="16378" y="117"/>
                </a:lnTo>
                <a:lnTo>
                  <a:pt x="16378" y="0"/>
                </a:lnTo>
                <a:moveTo>
                  <a:pt x="16643" y="0"/>
                </a:moveTo>
                <a:lnTo>
                  <a:pt x="16801" y="0"/>
                </a:lnTo>
                <a:lnTo>
                  <a:pt x="16801" y="117"/>
                </a:lnTo>
                <a:lnTo>
                  <a:pt x="16643" y="117"/>
                </a:lnTo>
                <a:lnTo>
                  <a:pt x="16643" y="0"/>
                </a:lnTo>
                <a:moveTo>
                  <a:pt x="16907" y="0"/>
                </a:moveTo>
                <a:lnTo>
                  <a:pt x="17066" y="0"/>
                </a:lnTo>
                <a:lnTo>
                  <a:pt x="17066" y="117"/>
                </a:lnTo>
                <a:lnTo>
                  <a:pt x="16907" y="117"/>
                </a:lnTo>
                <a:lnTo>
                  <a:pt x="16907" y="0"/>
                </a:lnTo>
                <a:moveTo>
                  <a:pt x="17172" y="0"/>
                </a:moveTo>
                <a:lnTo>
                  <a:pt x="17330" y="0"/>
                </a:lnTo>
                <a:lnTo>
                  <a:pt x="17330" y="117"/>
                </a:lnTo>
                <a:lnTo>
                  <a:pt x="17172" y="117"/>
                </a:lnTo>
                <a:lnTo>
                  <a:pt x="17172" y="0"/>
                </a:lnTo>
                <a:moveTo>
                  <a:pt x="17436" y="0"/>
                </a:moveTo>
                <a:lnTo>
                  <a:pt x="17595" y="0"/>
                </a:lnTo>
                <a:lnTo>
                  <a:pt x="17595" y="117"/>
                </a:lnTo>
                <a:lnTo>
                  <a:pt x="17436" y="117"/>
                </a:lnTo>
                <a:lnTo>
                  <a:pt x="17436" y="0"/>
                </a:lnTo>
                <a:moveTo>
                  <a:pt x="17701" y="0"/>
                </a:moveTo>
                <a:lnTo>
                  <a:pt x="17859" y="0"/>
                </a:lnTo>
                <a:lnTo>
                  <a:pt x="17859" y="117"/>
                </a:lnTo>
                <a:lnTo>
                  <a:pt x="17701" y="117"/>
                </a:lnTo>
                <a:lnTo>
                  <a:pt x="17701" y="0"/>
                </a:lnTo>
                <a:moveTo>
                  <a:pt x="17965" y="0"/>
                </a:moveTo>
                <a:lnTo>
                  <a:pt x="18124" y="0"/>
                </a:lnTo>
                <a:lnTo>
                  <a:pt x="18124" y="117"/>
                </a:lnTo>
                <a:lnTo>
                  <a:pt x="17965" y="117"/>
                </a:lnTo>
                <a:lnTo>
                  <a:pt x="17965" y="0"/>
                </a:lnTo>
                <a:moveTo>
                  <a:pt x="18230" y="0"/>
                </a:moveTo>
                <a:lnTo>
                  <a:pt x="18388" y="0"/>
                </a:lnTo>
                <a:lnTo>
                  <a:pt x="18388" y="117"/>
                </a:lnTo>
                <a:lnTo>
                  <a:pt x="18230" y="117"/>
                </a:lnTo>
                <a:lnTo>
                  <a:pt x="18230" y="0"/>
                </a:lnTo>
                <a:moveTo>
                  <a:pt x="18494" y="0"/>
                </a:moveTo>
                <a:lnTo>
                  <a:pt x="18653" y="0"/>
                </a:lnTo>
                <a:lnTo>
                  <a:pt x="18653" y="117"/>
                </a:lnTo>
                <a:lnTo>
                  <a:pt x="18494" y="117"/>
                </a:lnTo>
                <a:lnTo>
                  <a:pt x="18494" y="0"/>
                </a:lnTo>
                <a:moveTo>
                  <a:pt x="18758" y="0"/>
                </a:moveTo>
                <a:lnTo>
                  <a:pt x="18917" y="0"/>
                </a:lnTo>
                <a:lnTo>
                  <a:pt x="18917" y="117"/>
                </a:lnTo>
                <a:lnTo>
                  <a:pt x="18758" y="117"/>
                </a:lnTo>
                <a:lnTo>
                  <a:pt x="18758" y="0"/>
                </a:lnTo>
                <a:moveTo>
                  <a:pt x="19023" y="0"/>
                </a:moveTo>
                <a:lnTo>
                  <a:pt x="19182" y="0"/>
                </a:lnTo>
                <a:lnTo>
                  <a:pt x="19182" y="117"/>
                </a:lnTo>
                <a:lnTo>
                  <a:pt x="19023" y="117"/>
                </a:lnTo>
                <a:lnTo>
                  <a:pt x="19023" y="0"/>
                </a:lnTo>
                <a:moveTo>
                  <a:pt x="19287" y="0"/>
                </a:moveTo>
                <a:lnTo>
                  <a:pt x="19446" y="0"/>
                </a:lnTo>
                <a:lnTo>
                  <a:pt x="19446" y="117"/>
                </a:lnTo>
                <a:lnTo>
                  <a:pt x="19287" y="117"/>
                </a:lnTo>
                <a:lnTo>
                  <a:pt x="19287" y="0"/>
                </a:lnTo>
                <a:moveTo>
                  <a:pt x="19552" y="0"/>
                </a:moveTo>
                <a:lnTo>
                  <a:pt x="19711" y="0"/>
                </a:lnTo>
                <a:lnTo>
                  <a:pt x="19711" y="117"/>
                </a:lnTo>
                <a:lnTo>
                  <a:pt x="19552" y="117"/>
                </a:lnTo>
                <a:lnTo>
                  <a:pt x="19552" y="0"/>
                </a:lnTo>
                <a:moveTo>
                  <a:pt x="19816" y="0"/>
                </a:moveTo>
                <a:lnTo>
                  <a:pt x="19975" y="0"/>
                </a:lnTo>
                <a:lnTo>
                  <a:pt x="19975" y="117"/>
                </a:lnTo>
                <a:lnTo>
                  <a:pt x="19816" y="117"/>
                </a:lnTo>
                <a:lnTo>
                  <a:pt x="19816" y="0"/>
                </a:lnTo>
                <a:moveTo>
                  <a:pt x="20081" y="0"/>
                </a:moveTo>
                <a:lnTo>
                  <a:pt x="20240" y="0"/>
                </a:lnTo>
                <a:lnTo>
                  <a:pt x="20240" y="117"/>
                </a:lnTo>
                <a:lnTo>
                  <a:pt x="20081" y="117"/>
                </a:lnTo>
                <a:lnTo>
                  <a:pt x="20081" y="0"/>
                </a:lnTo>
                <a:moveTo>
                  <a:pt x="20345" y="0"/>
                </a:moveTo>
                <a:lnTo>
                  <a:pt x="20504" y="0"/>
                </a:lnTo>
                <a:lnTo>
                  <a:pt x="20504" y="117"/>
                </a:lnTo>
                <a:lnTo>
                  <a:pt x="20345" y="117"/>
                </a:lnTo>
                <a:lnTo>
                  <a:pt x="20345" y="0"/>
                </a:lnTo>
                <a:moveTo>
                  <a:pt x="20610" y="0"/>
                </a:moveTo>
                <a:lnTo>
                  <a:pt x="20769" y="0"/>
                </a:lnTo>
                <a:lnTo>
                  <a:pt x="20769" y="117"/>
                </a:lnTo>
                <a:lnTo>
                  <a:pt x="20610" y="117"/>
                </a:lnTo>
                <a:lnTo>
                  <a:pt x="20610" y="0"/>
                </a:lnTo>
                <a:moveTo>
                  <a:pt x="20874" y="0"/>
                </a:moveTo>
                <a:lnTo>
                  <a:pt x="21033" y="0"/>
                </a:lnTo>
                <a:lnTo>
                  <a:pt x="21033" y="117"/>
                </a:lnTo>
                <a:lnTo>
                  <a:pt x="20874" y="117"/>
                </a:lnTo>
                <a:lnTo>
                  <a:pt x="20874" y="0"/>
                </a:lnTo>
                <a:moveTo>
                  <a:pt x="21139" y="0"/>
                </a:moveTo>
                <a:lnTo>
                  <a:pt x="21298" y="0"/>
                </a:lnTo>
                <a:lnTo>
                  <a:pt x="21298" y="117"/>
                </a:lnTo>
                <a:lnTo>
                  <a:pt x="21139" y="117"/>
                </a:lnTo>
                <a:lnTo>
                  <a:pt x="21139" y="0"/>
                </a:lnTo>
                <a:moveTo>
                  <a:pt x="21403" y="0"/>
                </a:moveTo>
                <a:lnTo>
                  <a:pt x="21562" y="0"/>
                </a:lnTo>
                <a:lnTo>
                  <a:pt x="21562" y="117"/>
                </a:lnTo>
                <a:lnTo>
                  <a:pt x="21403" y="117"/>
                </a:lnTo>
                <a:lnTo>
                  <a:pt x="21403" y="0"/>
                </a:lnTo>
                <a:moveTo>
                  <a:pt x="21668" y="0"/>
                </a:moveTo>
                <a:lnTo>
                  <a:pt x="21827" y="0"/>
                </a:lnTo>
                <a:lnTo>
                  <a:pt x="21827" y="117"/>
                </a:lnTo>
                <a:lnTo>
                  <a:pt x="21668" y="117"/>
                </a:lnTo>
                <a:lnTo>
                  <a:pt x="21668" y="0"/>
                </a:lnTo>
                <a:moveTo>
                  <a:pt x="21932" y="0"/>
                </a:moveTo>
                <a:lnTo>
                  <a:pt x="22091" y="0"/>
                </a:lnTo>
                <a:lnTo>
                  <a:pt x="22091" y="117"/>
                </a:lnTo>
                <a:lnTo>
                  <a:pt x="21932" y="117"/>
                </a:lnTo>
                <a:lnTo>
                  <a:pt x="21932" y="0"/>
                </a:lnTo>
                <a:moveTo>
                  <a:pt x="22197" y="0"/>
                </a:moveTo>
                <a:lnTo>
                  <a:pt x="22355" y="0"/>
                </a:lnTo>
                <a:lnTo>
                  <a:pt x="22355" y="117"/>
                </a:lnTo>
                <a:lnTo>
                  <a:pt x="22197" y="117"/>
                </a:lnTo>
                <a:lnTo>
                  <a:pt x="22197" y="0"/>
                </a:lnTo>
                <a:moveTo>
                  <a:pt x="22461" y="0"/>
                </a:moveTo>
                <a:lnTo>
                  <a:pt x="22620" y="0"/>
                </a:lnTo>
                <a:lnTo>
                  <a:pt x="22620" y="117"/>
                </a:lnTo>
                <a:lnTo>
                  <a:pt x="22461" y="117"/>
                </a:lnTo>
                <a:lnTo>
                  <a:pt x="22461" y="0"/>
                </a:lnTo>
                <a:moveTo>
                  <a:pt x="22726" y="0"/>
                </a:moveTo>
                <a:lnTo>
                  <a:pt x="22884" y="0"/>
                </a:lnTo>
                <a:lnTo>
                  <a:pt x="22884" y="117"/>
                </a:lnTo>
                <a:lnTo>
                  <a:pt x="22726" y="117"/>
                </a:lnTo>
                <a:lnTo>
                  <a:pt x="22726" y="0"/>
                </a:lnTo>
                <a:moveTo>
                  <a:pt x="22990" y="0"/>
                </a:moveTo>
                <a:lnTo>
                  <a:pt x="23149" y="0"/>
                </a:lnTo>
                <a:lnTo>
                  <a:pt x="23149" y="117"/>
                </a:lnTo>
                <a:lnTo>
                  <a:pt x="22990" y="117"/>
                </a:lnTo>
                <a:lnTo>
                  <a:pt x="22990" y="0"/>
                </a:lnTo>
                <a:moveTo>
                  <a:pt x="23255" y="0"/>
                </a:moveTo>
                <a:lnTo>
                  <a:pt x="23413" y="0"/>
                </a:lnTo>
                <a:lnTo>
                  <a:pt x="23413" y="117"/>
                </a:lnTo>
                <a:lnTo>
                  <a:pt x="23255" y="117"/>
                </a:lnTo>
                <a:lnTo>
                  <a:pt x="23255" y="0"/>
                </a:lnTo>
                <a:moveTo>
                  <a:pt x="23519" y="0"/>
                </a:moveTo>
                <a:lnTo>
                  <a:pt x="23678" y="0"/>
                </a:lnTo>
                <a:lnTo>
                  <a:pt x="23678" y="117"/>
                </a:lnTo>
                <a:lnTo>
                  <a:pt x="23519" y="117"/>
                </a:lnTo>
                <a:lnTo>
                  <a:pt x="23519" y="0"/>
                </a:lnTo>
                <a:moveTo>
                  <a:pt x="23784" y="0"/>
                </a:moveTo>
                <a:lnTo>
                  <a:pt x="23942" y="0"/>
                </a:lnTo>
                <a:lnTo>
                  <a:pt x="23942" y="117"/>
                </a:lnTo>
                <a:lnTo>
                  <a:pt x="23784" y="117"/>
                </a:lnTo>
                <a:lnTo>
                  <a:pt x="23784" y="0"/>
                </a:lnTo>
                <a:moveTo>
                  <a:pt x="24048" y="0"/>
                </a:moveTo>
                <a:lnTo>
                  <a:pt x="24207" y="0"/>
                </a:lnTo>
                <a:lnTo>
                  <a:pt x="24207" y="117"/>
                </a:lnTo>
                <a:lnTo>
                  <a:pt x="24048" y="117"/>
                </a:lnTo>
                <a:lnTo>
                  <a:pt x="24048" y="0"/>
                </a:lnTo>
                <a:moveTo>
                  <a:pt x="24313" y="0"/>
                </a:moveTo>
                <a:lnTo>
                  <a:pt x="24471" y="0"/>
                </a:lnTo>
                <a:lnTo>
                  <a:pt x="24471" y="117"/>
                </a:lnTo>
                <a:lnTo>
                  <a:pt x="24313" y="117"/>
                </a:lnTo>
                <a:lnTo>
                  <a:pt x="24313" y="0"/>
                </a:lnTo>
                <a:moveTo>
                  <a:pt x="24577" y="0"/>
                </a:moveTo>
                <a:lnTo>
                  <a:pt x="24736" y="0"/>
                </a:lnTo>
                <a:lnTo>
                  <a:pt x="24736" y="117"/>
                </a:lnTo>
                <a:lnTo>
                  <a:pt x="24577" y="117"/>
                </a:lnTo>
                <a:lnTo>
                  <a:pt x="24577" y="0"/>
                </a:lnTo>
                <a:moveTo>
                  <a:pt x="24842" y="0"/>
                </a:moveTo>
                <a:lnTo>
                  <a:pt x="25000" y="0"/>
                </a:lnTo>
                <a:lnTo>
                  <a:pt x="25000" y="117"/>
                </a:lnTo>
                <a:lnTo>
                  <a:pt x="24842" y="117"/>
                </a:lnTo>
                <a:lnTo>
                  <a:pt x="24842" y="0"/>
                </a:lnTo>
                <a:moveTo>
                  <a:pt x="25106" y="0"/>
                </a:moveTo>
                <a:lnTo>
                  <a:pt x="25265" y="0"/>
                </a:lnTo>
                <a:lnTo>
                  <a:pt x="25265" y="117"/>
                </a:lnTo>
                <a:lnTo>
                  <a:pt x="25106" y="117"/>
                </a:lnTo>
                <a:lnTo>
                  <a:pt x="25106" y="0"/>
                </a:lnTo>
                <a:moveTo>
                  <a:pt x="25371" y="0"/>
                </a:moveTo>
                <a:lnTo>
                  <a:pt x="25529" y="0"/>
                </a:lnTo>
                <a:lnTo>
                  <a:pt x="25529" y="117"/>
                </a:lnTo>
                <a:lnTo>
                  <a:pt x="25371" y="117"/>
                </a:lnTo>
                <a:lnTo>
                  <a:pt x="25371" y="0"/>
                </a:lnTo>
                <a:moveTo>
                  <a:pt x="25635" y="0"/>
                </a:moveTo>
                <a:lnTo>
                  <a:pt x="25794" y="0"/>
                </a:lnTo>
                <a:lnTo>
                  <a:pt x="25794" y="117"/>
                </a:lnTo>
                <a:lnTo>
                  <a:pt x="25635" y="117"/>
                </a:lnTo>
                <a:lnTo>
                  <a:pt x="25635" y="0"/>
                </a:lnTo>
                <a:moveTo>
                  <a:pt x="25899" y="0"/>
                </a:moveTo>
                <a:lnTo>
                  <a:pt x="26058" y="0"/>
                </a:lnTo>
                <a:lnTo>
                  <a:pt x="26058" y="117"/>
                </a:lnTo>
                <a:lnTo>
                  <a:pt x="25899" y="117"/>
                </a:lnTo>
                <a:lnTo>
                  <a:pt x="25899" y="0"/>
                </a:lnTo>
                <a:moveTo>
                  <a:pt x="26164" y="0"/>
                </a:moveTo>
                <a:lnTo>
                  <a:pt x="26323" y="0"/>
                </a:lnTo>
                <a:lnTo>
                  <a:pt x="26323" y="117"/>
                </a:lnTo>
                <a:lnTo>
                  <a:pt x="26164" y="117"/>
                </a:lnTo>
                <a:lnTo>
                  <a:pt x="26164" y="0"/>
                </a:lnTo>
                <a:moveTo>
                  <a:pt x="26428" y="0"/>
                </a:moveTo>
                <a:lnTo>
                  <a:pt x="26587" y="0"/>
                </a:lnTo>
                <a:lnTo>
                  <a:pt x="26587" y="117"/>
                </a:lnTo>
                <a:lnTo>
                  <a:pt x="26428" y="117"/>
                </a:lnTo>
                <a:lnTo>
                  <a:pt x="26428" y="0"/>
                </a:lnTo>
                <a:moveTo>
                  <a:pt x="26693" y="0"/>
                </a:moveTo>
                <a:lnTo>
                  <a:pt x="26852" y="0"/>
                </a:lnTo>
                <a:lnTo>
                  <a:pt x="26852" y="117"/>
                </a:lnTo>
                <a:lnTo>
                  <a:pt x="26693" y="117"/>
                </a:lnTo>
                <a:lnTo>
                  <a:pt x="26693" y="0"/>
                </a:lnTo>
                <a:moveTo>
                  <a:pt x="26957" y="0"/>
                </a:moveTo>
                <a:lnTo>
                  <a:pt x="27116" y="0"/>
                </a:lnTo>
                <a:lnTo>
                  <a:pt x="27116" y="117"/>
                </a:lnTo>
                <a:lnTo>
                  <a:pt x="26957" y="117"/>
                </a:lnTo>
                <a:lnTo>
                  <a:pt x="26957" y="0"/>
                </a:lnTo>
                <a:moveTo>
                  <a:pt x="27222" y="0"/>
                </a:moveTo>
                <a:lnTo>
                  <a:pt x="27381" y="0"/>
                </a:lnTo>
                <a:lnTo>
                  <a:pt x="27381" y="117"/>
                </a:lnTo>
                <a:lnTo>
                  <a:pt x="27222" y="117"/>
                </a:lnTo>
                <a:lnTo>
                  <a:pt x="27222" y="0"/>
                </a:lnTo>
                <a:moveTo>
                  <a:pt x="27486" y="0"/>
                </a:moveTo>
                <a:lnTo>
                  <a:pt x="27645" y="0"/>
                </a:lnTo>
                <a:lnTo>
                  <a:pt x="27645" y="117"/>
                </a:lnTo>
                <a:lnTo>
                  <a:pt x="27486" y="117"/>
                </a:lnTo>
                <a:lnTo>
                  <a:pt x="27486" y="0"/>
                </a:lnTo>
                <a:moveTo>
                  <a:pt x="27751" y="0"/>
                </a:moveTo>
                <a:lnTo>
                  <a:pt x="27910" y="0"/>
                </a:lnTo>
                <a:lnTo>
                  <a:pt x="27910" y="117"/>
                </a:lnTo>
                <a:lnTo>
                  <a:pt x="27751" y="117"/>
                </a:lnTo>
                <a:lnTo>
                  <a:pt x="27751" y="0"/>
                </a:lnTo>
                <a:moveTo>
                  <a:pt x="28015" y="0"/>
                </a:moveTo>
                <a:lnTo>
                  <a:pt x="28174" y="0"/>
                </a:lnTo>
                <a:lnTo>
                  <a:pt x="28174" y="117"/>
                </a:lnTo>
                <a:lnTo>
                  <a:pt x="28015" y="117"/>
                </a:lnTo>
                <a:lnTo>
                  <a:pt x="28015" y="0"/>
                </a:lnTo>
                <a:moveTo>
                  <a:pt x="28280" y="0"/>
                </a:moveTo>
                <a:lnTo>
                  <a:pt x="28439" y="0"/>
                </a:lnTo>
                <a:lnTo>
                  <a:pt x="28439" y="117"/>
                </a:lnTo>
                <a:lnTo>
                  <a:pt x="28280" y="117"/>
                </a:lnTo>
                <a:lnTo>
                  <a:pt x="28280" y="0"/>
                </a:lnTo>
                <a:moveTo>
                  <a:pt x="28544" y="0"/>
                </a:moveTo>
                <a:lnTo>
                  <a:pt x="28703" y="0"/>
                </a:lnTo>
                <a:lnTo>
                  <a:pt x="28703" y="117"/>
                </a:lnTo>
                <a:lnTo>
                  <a:pt x="28544" y="117"/>
                </a:lnTo>
                <a:lnTo>
                  <a:pt x="28544" y="0"/>
                </a:lnTo>
                <a:moveTo>
                  <a:pt x="28809" y="0"/>
                </a:moveTo>
                <a:lnTo>
                  <a:pt x="28968" y="0"/>
                </a:lnTo>
                <a:lnTo>
                  <a:pt x="28968" y="117"/>
                </a:lnTo>
                <a:lnTo>
                  <a:pt x="28809" y="117"/>
                </a:lnTo>
                <a:lnTo>
                  <a:pt x="28809" y="0"/>
                </a:lnTo>
                <a:moveTo>
                  <a:pt x="29073" y="0"/>
                </a:moveTo>
                <a:lnTo>
                  <a:pt x="29232" y="0"/>
                </a:lnTo>
                <a:lnTo>
                  <a:pt x="29232" y="117"/>
                </a:lnTo>
                <a:lnTo>
                  <a:pt x="29073" y="117"/>
                </a:lnTo>
                <a:lnTo>
                  <a:pt x="29073" y="0"/>
                </a:lnTo>
                <a:moveTo>
                  <a:pt x="29338" y="0"/>
                </a:moveTo>
                <a:lnTo>
                  <a:pt x="29496" y="0"/>
                </a:lnTo>
                <a:lnTo>
                  <a:pt x="29496" y="117"/>
                </a:lnTo>
                <a:lnTo>
                  <a:pt x="29338" y="117"/>
                </a:lnTo>
                <a:lnTo>
                  <a:pt x="29338" y="0"/>
                </a:lnTo>
                <a:moveTo>
                  <a:pt x="29602" y="0"/>
                </a:moveTo>
                <a:lnTo>
                  <a:pt x="29761" y="0"/>
                </a:lnTo>
                <a:lnTo>
                  <a:pt x="29761" y="117"/>
                </a:lnTo>
                <a:lnTo>
                  <a:pt x="29602" y="117"/>
                </a:lnTo>
                <a:lnTo>
                  <a:pt x="29602" y="0"/>
                </a:lnTo>
                <a:moveTo>
                  <a:pt x="29867" y="0"/>
                </a:moveTo>
                <a:lnTo>
                  <a:pt x="30025" y="0"/>
                </a:lnTo>
                <a:lnTo>
                  <a:pt x="30025" y="117"/>
                </a:lnTo>
                <a:lnTo>
                  <a:pt x="29867" y="117"/>
                </a:lnTo>
                <a:lnTo>
                  <a:pt x="29867" y="0"/>
                </a:lnTo>
                <a:moveTo>
                  <a:pt x="30131" y="0"/>
                </a:moveTo>
                <a:lnTo>
                  <a:pt x="30290" y="0"/>
                </a:lnTo>
                <a:lnTo>
                  <a:pt x="30290" y="117"/>
                </a:lnTo>
                <a:lnTo>
                  <a:pt x="30131" y="117"/>
                </a:lnTo>
                <a:lnTo>
                  <a:pt x="30131" y="0"/>
                </a:lnTo>
                <a:moveTo>
                  <a:pt x="30396" y="0"/>
                </a:moveTo>
                <a:lnTo>
                  <a:pt x="30554" y="0"/>
                </a:lnTo>
                <a:lnTo>
                  <a:pt x="30554" y="117"/>
                </a:lnTo>
                <a:lnTo>
                  <a:pt x="30396" y="117"/>
                </a:lnTo>
                <a:lnTo>
                  <a:pt x="30396" y="0"/>
                </a:lnTo>
                <a:moveTo>
                  <a:pt x="30660" y="0"/>
                </a:moveTo>
                <a:lnTo>
                  <a:pt x="30725" y="0"/>
                </a:lnTo>
                <a:cubicBezTo>
                  <a:pt x="30767" y="0"/>
                  <a:pt x="30807" y="10"/>
                  <a:pt x="30843" y="31"/>
                </a:cubicBezTo>
                <a:lnTo>
                  <a:pt x="30787" y="133"/>
                </a:lnTo>
                <a:cubicBezTo>
                  <a:pt x="30767" y="122"/>
                  <a:pt x="30747" y="117"/>
                  <a:pt x="30725" y="117"/>
                </a:cubicBezTo>
                <a:lnTo>
                  <a:pt x="30660" y="117"/>
                </a:lnTo>
                <a:lnTo>
                  <a:pt x="30660" y="0"/>
                </a:lnTo>
                <a:moveTo>
                  <a:pt x="30940" y="130"/>
                </a:moveTo>
                <a:cubicBezTo>
                  <a:pt x="30959" y="166"/>
                  <a:pt x="30968" y="204"/>
                  <a:pt x="30968" y="244"/>
                </a:cubicBezTo>
                <a:lnTo>
                  <a:pt x="30968" y="313"/>
                </a:lnTo>
                <a:lnTo>
                  <a:pt x="30852" y="313"/>
                </a:lnTo>
                <a:lnTo>
                  <a:pt x="30852" y="244"/>
                </a:lnTo>
                <a:cubicBezTo>
                  <a:pt x="30852" y="223"/>
                  <a:pt x="30847" y="203"/>
                  <a:pt x="30837" y="185"/>
                </a:cubicBezTo>
                <a:lnTo>
                  <a:pt x="30940" y="130"/>
                </a:lnTo>
                <a:moveTo>
                  <a:pt x="30968" y="420"/>
                </a:moveTo>
                <a:lnTo>
                  <a:pt x="30968" y="578"/>
                </a:lnTo>
                <a:lnTo>
                  <a:pt x="30852" y="578"/>
                </a:lnTo>
                <a:lnTo>
                  <a:pt x="30852" y="420"/>
                </a:lnTo>
                <a:lnTo>
                  <a:pt x="30968" y="420"/>
                </a:lnTo>
                <a:moveTo>
                  <a:pt x="30968" y="684"/>
                </a:moveTo>
                <a:lnTo>
                  <a:pt x="30968" y="843"/>
                </a:lnTo>
                <a:lnTo>
                  <a:pt x="30852" y="843"/>
                </a:lnTo>
                <a:lnTo>
                  <a:pt x="30852" y="684"/>
                </a:lnTo>
                <a:lnTo>
                  <a:pt x="30968" y="684"/>
                </a:lnTo>
                <a:moveTo>
                  <a:pt x="30968" y="949"/>
                </a:moveTo>
                <a:lnTo>
                  <a:pt x="30968" y="1107"/>
                </a:lnTo>
                <a:lnTo>
                  <a:pt x="30852" y="1107"/>
                </a:lnTo>
                <a:lnTo>
                  <a:pt x="30852" y="949"/>
                </a:lnTo>
                <a:lnTo>
                  <a:pt x="30968" y="949"/>
                </a:lnTo>
                <a:moveTo>
                  <a:pt x="30968" y="1213"/>
                </a:moveTo>
                <a:lnTo>
                  <a:pt x="30968" y="1372"/>
                </a:lnTo>
                <a:lnTo>
                  <a:pt x="30852" y="1372"/>
                </a:lnTo>
                <a:lnTo>
                  <a:pt x="30852" y="1213"/>
                </a:lnTo>
                <a:lnTo>
                  <a:pt x="30968" y="1213"/>
                </a:lnTo>
                <a:moveTo>
                  <a:pt x="30968" y="1478"/>
                </a:moveTo>
                <a:lnTo>
                  <a:pt x="30968" y="1636"/>
                </a:lnTo>
                <a:lnTo>
                  <a:pt x="30852" y="1636"/>
                </a:lnTo>
                <a:lnTo>
                  <a:pt x="30852" y="1478"/>
                </a:lnTo>
                <a:lnTo>
                  <a:pt x="30968" y="1478"/>
                </a:lnTo>
                <a:moveTo>
                  <a:pt x="30968" y="1742"/>
                </a:moveTo>
                <a:lnTo>
                  <a:pt x="30968" y="1901"/>
                </a:lnTo>
                <a:lnTo>
                  <a:pt x="30852" y="1901"/>
                </a:lnTo>
                <a:lnTo>
                  <a:pt x="30852" y="1742"/>
                </a:lnTo>
                <a:lnTo>
                  <a:pt x="30968" y="1742"/>
                </a:lnTo>
                <a:moveTo>
                  <a:pt x="30968" y="2007"/>
                </a:moveTo>
                <a:lnTo>
                  <a:pt x="30968" y="2165"/>
                </a:lnTo>
                <a:lnTo>
                  <a:pt x="30852" y="2165"/>
                </a:lnTo>
                <a:lnTo>
                  <a:pt x="30852" y="2007"/>
                </a:lnTo>
                <a:lnTo>
                  <a:pt x="30968" y="2007"/>
                </a:lnTo>
                <a:moveTo>
                  <a:pt x="30968" y="2271"/>
                </a:moveTo>
                <a:lnTo>
                  <a:pt x="30968" y="2430"/>
                </a:lnTo>
                <a:lnTo>
                  <a:pt x="30852" y="2430"/>
                </a:lnTo>
                <a:lnTo>
                  <a:pt x="30852" y="2271"/>
                </a:lnTo>
                <a:lnTo>
                  <a:pt x="30968" y="2271"/>
                </a:lnTo>
                <a:moveTo>
                  <a:pt x="30968" y="2536"/>
                </a:moveTo>
                <a:lnTo>
                  <a:pt x="30968" y="2694"/>
                </a:lnTo>
                <a:lnTo>
                  <a:pt x="30852" y="2694"/>
                </a:lnTo>
                <a:lnTo>
                  <a:pt x="30852" y="2536"/>
                </a:lnTo>
                <a:lnTo>
                  <a:pt x="30968" y="2536"/>
                </a:lnTo>
                <a:moveTo>
                  <a:pt x="30968" y="2800"/>
                </a:moveTo>
                <a:lnTo>
                  <a:pt x="30968" y="2959"/>
                </a:lnTo>
                <a:lnTo>
                  <a:pt x="30852" y="2959"/>
                </a:lnTo>
                <a:lnTo>
                  <a:pt x="30852" y="2800"/>
                </a:lnTo>
                <a:lnTo>
                  <a:pt x="30968" y="2800"/>
                </a:lnTo>
                <a:moveTo>
                  <a:pt x="30968" y="3065"/>
                </a:moveTo>
                <a:lnTo>
                  <a:pt x="30968" y="3223"/>
                </a:lnTo>
                <a:lnTo>
                  <a:pt x="30852" y="3223"/>
                </a:lnTo>
                <a:lnTo>
                  <a:pt x="30852" y="3065"/>
                </a:lnTo>
                <a:lnTo>
                  <a:pt x="30968" y="3065"/>
                </a:lnTo>
                <a:moveTo>
                  <a:pt x="30967" y="3333"/>
                </a:moveTo>
                <a:cubicBezTo>
                  <a:pt x="30962" y="3408"/>
                  <a:pt x="30928" y="3468"/>
                  <a:pt x="30867" y="3511"/>
                </a:cubicBezTo>
                <a:lnTo>
                  <a:pt x="30799" y="3417"/>
                </a:lnTo>
                <a:cubicBezTo>
                  <a:pt x="30831" y="3394"/>
                  <a:pt x="30848" y="3363"/>
                  <a:pt x="30851" y="3324"/>
                </a:cubicBezTo>
                <a:lnTo>
                  <a:pt x="30967" y="3333"/>
                </a:lnTo>
                <a:moveTo>
                  <a:pt x="30736" y="3557"/>
                </a:moveTo>
                <a:cubicBezTo>
                  <a:pt x="30733" y="3557"/>
                  <a:pt x="30729" y="3557"/>
                  <a:pt x="30725" y="3557"/>
                </a:cubicBezTo>
                <a:lnTo>
                  <a:pt x="30575" y="3557"/>
                </a:lnTo>
                <a:lnTo>
                  <a:pt x="30575" y="3441"/>
                </a:lnTo>
                <a:lnTo>
                  <a:pt x="30725" y="3441"/>
                </a:lnTo>
                <a:cubicBezTo>
                  <a:pt x="30727" y="3441"/>
                  <a:pt x="30729" y="3441"/>
                  <a:pt x="30731" y="3441"/>
                </a:cubicBezTo>
                <a:lnTo>
                  <a:pt x="30736" y="3557"/>
                </a:lnTo>
                <a:moveTo>
                  <a:pt x="30470" y="3557"/>
                </a:moveTo>
                <a:lnTo>
                  <a:pt x="30311" y="3557"/>
                </a:lnTo>
                <a:lnTo>
                  <a:pt x="30311" y="3441"/>
                </a:lnTo>
                <a:lnTo>
                  <a:pt x="30470" y="3441"/>
                </a:lnTo>
                <a:lnTo>
                  <a:pt x="30470" y="3557"/>
                </a:lnTo>
                <a:moveTo>
                  <a:pt x="30205" y="3557"/>
                </a:moveTo>
                <a:lnTo>
                  <a:pt x="30046" y="3557"/>
                </a:lnTo>
                <a:lnTo>
                  <a:pt x="30046" y="3441"/>
                </a:lnTo>
                <a:lnTo>
                  <a:pt x="30205" y="3441"/>
                </a:lnTo>
                <a:lnTo>
                  <a:pt x="30205" y="3557"/>
                </a:lnTo>
                <a:moveTo>
                  <a:pt x="29941" y="3557"/>
                </a:moveTo>
                <a:lnTo>
                  <a:pt x="29782" y="3557"/>
                </a:lnTo>
                <a:lnTo>
                  <a:pt x="29782" y="3441"/>
                </a:lnTo>
                <a:lnTo>
                  <a:pt x="29941" y="3441"/>
                </a:lnTo>
                <a:lnTo>
                  <a:pt x="29941" y="3557"/>
                </a:lnTo>
                <a:moveTo>
                  <a:pt x="29676" y="3557"/>
                </a:moveTo>
                <a:lnTo>
                  <a:pt x="29517" y="3557"/>
                </a:lnTo>
                <a:lnTo>
                  <a:pt x="29517" y="3441"/>
                </a:lnTo>
                <a:lnTo>
                  <a:pt x="29676" y="3441"/>
                </a:lnTo>
                <a:lnTo>
                  <a:pt x="29676" y="3557"/>
                </a:lnTo>
                <a:moveTo>
                  <a:pt x="29412" y="3557"/>
                </a:moveTo>
                <a:lnTo>
                  <a:pt x="29253" y="3557"/>
                </a:lnTo>
                <a:lnTo>
                  <a:pt x="29253" y="3441"/>
                </a:lnTo>
                <a:lnTo>
                  <a:pt x="29412" y="3441"/>
                </a:lnTo>
                <a:lnTo>
                  <a:pt x="29412" y="3557"/>
                </a:lnTo>
                <a:moveTo>
                  <a:pt x="29147" y="3557"/>
                </a:moveTo>
                <a:lnTo>
                  <a:pt x="28988" y="3557"/>
                </a:lnTo>
                <a:lnTo>
                  <a:pt x="28988" y="3441"/>
                </a:lnTo>
                <a:lnTo>
                  <a:pt x="29147" y="3441"/>
                </a:lnTo>
                <a:lnTo>
                  <a:pt x="29147" y="3557"/>
                </a:lnTo>
                <a:moveTo>
                  <a:pt x="28883" y="3557"/>
                </a:moveTo>
                <a:lnTo>
                  <a:pt x="28724" y="3557"/>
                </a:lnTo>
                <a:lnTo>
                  <a:pt x="28724" y="3441"/>
                </a:lnTo>
                <a:lnTo>
                  <a:pt x="28883" y="3441"/>
                </a:lnTo>
                <a:lnTo>
                  <a:pt x="28883" y="3557"/>
                </a:lnTo>
                <a:moveTo>
                  <a:pt x="28618" y="3557"/>
                </a:moveTo>
                <a:lnTo>
                  <a:pt x="28459" y="3557"/>
                </a:lnTo>
                <a:lnTo>
                  <a:pt x="28459" y="3441"/>
                </a:lnTo>
                <a:lnTo>
                  <a:pt x="28618" y="3441"/>
                </a:lnTo>
                <a:lnTo>
                  <a:pt x="28618" y="3557"/>
                </a:lnTo>
                <a:moveTo>
                  <a:pt x="28354" y="3557"/>
                </a:moveTo>
                <a:lnTo>
                  <a:pt x="28195" y="3557"/>
                </a:lnTo>
                <a:lnTo>
                  <a:pt x="28195" y="3441"/>
                </a:lnTo>
                <a:lnTo>
                  <a:pt x="28354" y="3441"/>
                </a:lnTo>
                <a:lnTo>
                  <a:pt x="28354" y="3557"/>
                </a:lnTo>
                <a:moveTo>
                  <a:pt x="28089" y="3557"/>
                </a:moveTo>
                <a:lnTo>
                  <a:pt x="27931" y="3557"/>
                </a:lnTo>
                <a:lnTo>
                  <a:pt x="27931" y="3441"/>
                </a:lnTo>
                <a:lnTo>
                  <a:pt x="28089" y="3441"/>
                </a:lnTo>
                <a:lnTo>
                  <a:pt x="28089" y="3557"/>
                </a:lnTo>
                <a:moveTo>
                  <a:pt x="27825" y="3557"/>
                </a:moveTo>
                <a:lnTo>
                  <a:pt x="27666" y="3557"/>
                </a:lnTo>
                <a:lnTo>
                  <a:pt x="27666" y="3441"/>
                </a:lnTo>
                <a:lnTo>
                  <a:pt x="27825" y="3441"/>
                </a:lnTo>
                <a:lnTo>
                  <a:pt x="27825" y="3557"/>
                </a:lnTo>
                <a:moveTo>
                  <a:pt x="27560" y="3557"/>
                </a:moveTo>
                <a:lnTo>
                  <a:pt x="27402" y="3557"/>
                </a:lnTo>
                <a:lnTo>
                  <a:pt x="27402" y="3441"/>
                </a:lnTo>
                <a:lnTo>
                  <a:pt x="27560" y="3441"/>
                </a:lnTo>
                <a:lnTo>
                  <a:pt x="27560" y="3557"/>
                </a:lnTo>
                <a:moveTo>
                  <a:pt x="27296" y="3557"/>
                </a:moveTo>
                <a:lnTo>
                  <a:pt x="27137" y="3557"/>
                </a:lnTo>
                <a:lnTo>
                  <a:pt x="27137" y="3441"/>
                </a:lnTo>
                <a:lnTo>
                  <a:pt x="27296" y="3441"/>
                </a:lnTo>
                <a:lnTo>
                  <a:pt x="27296" y="3557"/>
                </a:lnTo>
                <a:moveTo>
                  <a:pt x="27031" y="3557"/>
                </a:moveTo>
                <a:lnTo>
                  <a:pt x="26873" y="3557"/>
                </a:lnTo>
                <a:lnTo>
                  <a:pt x="26873" y="3441"/>
                </a:lnTo>
                <a:lnTo>
                  <a:pt x="27031" y="3441"/>
                </a:lnTo>
                <a:lnTo>
                  <a:pt x="27031" y="3557"/>
                </a:lnTo>
                <a:moveTo>
                  <a:pt x="26767" y="3557"/>
                </a:moveTo>
                <a:lnTo>
                  <a:pt x="26608" y="3557"/>
                </a:lnTo>
                <a:lnTo>
                  <a:pt x="26608" y="3441"/>
                </a:lnTo>
                <a:lnTo>
                  <a:pt x="26767" y="3441"/>
                </a:lnTo>
                <a:lnTo>
                  <a:pt x="26767" y="3557"/>
                </a:lnTo>
                <a:moveTo>
                  <a:pt x="26502" y="3557"/>
                </a:moveTo>
                <a:lnTo>
                  <a:pt x="26344" y="3557"/>
                </a:lnTo>
                <a:lnTo>
                  <a:pt x="26344" y="3441"/>
                </a:lnTo>
                <a:lnTo>
                  <a:pt x="26502" y="3441"/>
                </a:lnTo>
                <a:lnTo>
                  <a:pt x="26502" y="3557"/>
                </a:lnTo>
                <a:moveTo>
                  <a:pt x="26238" y="3557"/>
                </a:moveTo>
                <a:lnTo>
                  <a:pt x="26079" y="3557"/>
                </a:lnTo>
                <a:lnTo>
                  <a:pt x="26079" y="3441"/>
                </a:lnTo>
                <a:lnTo>
                  <a:pt x="26238" y="3441"/>
                </a:lnTo>
                <a:lnTo>
                  <a:pt x="26238" y="3557"/>
                </a:lnTo>
                <a:moveTo>
                  <a:pt x="25973" y="3557"/>
                </a:moveTo>
                <a:lnTo>
                  <a:pt x="25815" y="3557"/>
                </a:lnTo>
                <a:lnTo>
                  <a:pt x="25815" y="3441"/>
                </a:lnTo>
                <a:lnTo>
                  <a:pt x="25973" y="3441"/>
                </a:lnTo>
                <a:lnTo>
                  <a:pt x="25973" y="3557"/>
                </a:lnTo>
                <a:moveTo>
                  <a:pt x="25709" y="3557"/>
                </a:moveTo>
                <a:lnTo>
                  <a:pt x="25550" y="3557"/>
                </a:lnTo>
                <a:lnTo>
                  <a:pt x="25550" y="3441"/>
                </a:lnTo>
                <a:lnTo>
                  <a:pt x="25709" y="3441"/>
                </a:lnTo>
                <a:lnTo>
                  <a:pt x="25709" y="3557"/>
                </a:lnTo>
                <a:moveTo>
                  <a:pt x="25444" y="3557"/>
                </a:moveTo>
                <a:lnTo>
                  <a:pt x="25286" y="3557"/>
                </a:lnTo>
                <a:lnTo>
                  <a:pt x="25286" y="3441"/>
                </a:lnTo>
                <a:lnTo>
                  <a:pt x="25444" y="3441"/>
                </a:lnTo>
                <a:lnTo>
                  <a:pt x="25444" y="3557"/>
                </a:lnTo>
                <a:moveTo>
                  <a:pt x="25180" y="3557"/>
                </a:moveTo>
                <a:lnTo>
                  <a:pt x="25021" y="3557"/>
                </a:lnTo>
                <a:lnTo>
                  <a:pt x="25021" y="3441"/>
                </a:lnTo>
                <a:lnTo>
                  <a:pt x="25180" y="3441"/>
                </a:lnTo>
                <a:lnTo>
                  <a:pt x="25180" y="3557"/>
                </a:lnTo>
                <a:moveTo>
                  <a:pt x="24916" y="3557"/>
                </a:moveTo>
                <a:lnTo>
                  <a:pt x="24757" y="3557"/>
                </a:lnTo>
                <a:lnTo>
                  <a:pt x="24757" y="3441"/>
                </a:lnTo>
                <a:lnTo>
                  <a:pt x="24916" y="3441"/>
                </a:lnTo>
                <a:lnTo>
                  <a:pt x="24916" y="3557"/>
                </a:lnTo>
                <a:moveTo>
                  <a:pt x="24651" y="3557"/>
                </a:moveTo>
                <a:lnTo>
                  <a:pt x="24492" y="3557"/>
                </a:lnTo>
                <a:lnTo>
                  <a:pt x="24492" y="3441"/>
                </a:lnTo>
                <a:lnTo>
                  <a:pt x="24651" y="3441"/>
                </a:lnTo>
                <a:lnTo>
                  <a:pt x="24651" y="3557"/>
                </a:lnTo>
                <a:moveTo>
                  <a:pt x="24387" y="3557"/>
                </a:moveTo>
                <a:lnTo>
                  <a:pt x="24228" y="3557"/>
                </a:lnTo>
                <a:lnTo>
                  <a:pt x="24228" y="3441"/>
                </a:lnTo>
                <a:lnTo>
                  <a:pt x="24387" y="3441"/>
                </a:lnTo>
                <a:lnTo>
                  <a:pt x="24387" y="3557"/>
                </a:lnTo>
                <a:moveTo>
                  <a:pt x="24122" y="3557"/>
                </a:moveTo>
                <a:lnTo>
                  <a:pt x="23963" y="3557"/>
                </a:lnTo>
                <a:lnTo>
                  <a:pt x="23963" y="3441"/>
                </a:lnTo>
                <a:lnTo>
                  <a:pt x="24122" y="3441"/>
                </a:lnTo>
                <a:lnTo>
                  <a:pt x="24122" y="3557"/>
                </a:lnTo>
                <a:moveTo>
                  <a:pt x="23858" y="3557"/>
                </a:moveTo>
                <a:lnTo>
                  <a:pt x="23699" y="3557"/>
                </a:lnTo>
                <a:lnTo>
                  <a:pt x="23699" y="3441"/>
                </a:lnTo>
                <a:lnTo>
                  <a:pt x="23858" y="3441"/>
                </a:lnTo>
                <a:lnTo>
                  <a:pt x="23858" y="3557"/>
                </a:lnTo>
                <a:moveTo>
                  <a:pt x="23593" y="3557"/>
                </a:moveTo>
                <a:lnTo>
                  <a:pt x="23434" y="3557"/>
                </a:lnTo>
                <a:lnTo>
                  <a:pt x="23434" y="3441"/>
                </a:lnTo>
                <a:lnTo>
                  <a:pt x="23593" y="3441"/>
                </a:lnTo>
                <a:lnTo>
                  <a:pt x="23593" y="3557"/>
                </a:lnTo>
                <a:moveTo>
                  <a:pt x="23329" y="3557"/>
                </a:moveTo>
                <a:lnTo>
                  <a:pt x="23170" y="3557"/>
                </a:lnTo>
                <a:lnTo>
                  <a:pt x="23170" y="3441"/>
                </a:lnTo>
                <a:lnTo>
                  <a:pt x="23329" y="3441"/>
                </a:lnTo>
                <a:lnTo>
                  <a:pt x="23329" y="3557"/>
                </a:lnTo>
                <a:moveTo>
                  <a:pt x="23064" y="3557"/>
                </a:moveTo>
                <a:lnTo>
                  <a:pt x="22905" y="3557"/>
                </a:lnTo>
                <a:lnTo>
                  <a:pt x="22905" y="3441"/>
                </a:lnTo>
                <a:lnTo>
                  <a:pt x="23064" y="3441"/>
                </a:lnTo>
                <a:lnTo>
                  <a:pt x="23064" y="3557"/>
                </a:lnTo>
                <a:moveTo>
                  <a:pt x="22800" y="3557"/>
                </a:moveTo>
                <a:lnTo>
                  <a:pt x="22641" y="3557"/>
                </a:lnTo>
                <a:lnTo>
                  <a:pt x="22641" y="3441"/>
                </a:lnTo>
                <a:lnTo>
                  <a:pt x="22800" y="3441"/>
                </a:lnTo>
                <a:lnTo>
                  <a:pt x="22800" y="3557"/>
                </a:lnTo>
                <a:moveTo>
                  <a:pt x="22535" y="3557"/>
                </a:moveTo>
                <a:lnTo>
                  <a:pt x="22376" y="3557"/>
                </a:lnTo>
                <a:lnTo>
                  <a:pt x="22376" y="3441"/>
                </a:lnTo>
                <a:lnTo>
                  <a:pt x="22535" y="3441"/>
                </a:lnTo>
                <a:lnTo>
                  <a:pt x="22535" y="3557"/>
                </a:lnTo>
                <a:moveTo>
                  <a:pt x="22271" y="3557"/>
                </a:moveTo>
                <a:lnTo>
                  <a:pt x="22112" y="3557"/>
                </a:lnTo>
                <a:lnTo>
                  <a:pt x="22112" y="3441"/>
                </a:lnTo>
                <a:lnTo>
                  <a:pt x="22271" y="3441"/>
                </a:lnTo>
                <a:lnTo>
                  <a:pt x="22271" y="3557"/>
                </a:lnTo>
                <a:moveTo>
                  <a:pt x="22006" y="3557"/>
                </a:moveTo>
                <a:lnTo>
                  <a:pt x="21847" y="3557"/>
                </a:lnTo>
                <a:lnTo>
                  <a:pt x="21847" y="3441"/>
                </a:lnTo>
                <a:lnTo>
                  <a:pt x="22006" y="3441"/>
                </a:lnTo>
                <a:lnTo>
                  <a:pt x="22006" y="3557"/>
                </a:lnTo>
                <a:moveTo>
                  <a:pt x="21742" y="3557"/>
                </a:moveTo>
                <a:lnTo>
                  <a:pt x="21583" y="3557"/>
                </a:lnTo>
                <a:lnTo>
                  <a:pt x="21583" y="3441"/>
                </a:lnTo>
                <a:lnTo>
                  <a:pt x="21742" y="3441"/>
                </a:lnTo>
                <a:lnTo>
                  <a:pt x="21742" y="3557"/>
                </a:lnTo>
                <a:moveTo>
                  <a:pt x="21477" y="3557"/>
                </a:moveTo>
                <a:lnTo>
                  <a:pt x="21319" y="3557"/>
                </a:lnTo>
                <a:lnTo>
                  <a:pt x="21319" y="3441"/>
                </a:lnTo>
                <a:lnTo>
                  <a:pt x="21477" y="3441"/>
                </a:lnTo>
                <a:lnTo>
                  <a:pt x="21477" y="3557"/>
                </a:lnTo>
                <a:moveTo>
                  <a:pt x="21213" y="3557"/>
                </a:moveTo>
                <a:lnTo>
                  <a:pt x="21054" y="3557"/>
                </a:lnTo>
                <a:lnTo>
                  <a:pt x="21054" y="3441"/>
                </a:lnTo>
                <a:lnTo>
                  <a:pt x="21213" y="3441"/>
                </a:lnTo>
                <a:lnTo>
                  <a:pt x="21213" y="3557"/>
                </a:lnTo>
                <a:moveTo>
                  <a:pt x="20948" y="3557"/>
                </a:moveTo>
                <a:lnTo>
                  <a:pt x="20790" y="3557"/>
                </a:lnTo>
                <a:lnTo>
                  <a:pt x="20790" y="3441"/>
                </a:lnTo>
                <a:lnTo>
                  <a:pt x="20948" y="3441"/>
                </a:lnTo>
                <a:lnTo>
                  <a:pt x="20948" y="3557"/>
                </a:lnTo>
                <a:moveTo>
                  <a:pt x="20684" y="3557"/>
                </a:moveTo>
                <a:lnTo>
                  <a:pt x="20525" y="3557"/>
                </a:lnTo>
                <a:lnTo>
                  <a:pt x="20525" y="3441"/>
                </a:lnTo>
                <a:lnTo>
                  <a:pt x="20684" y="3441"/>
                </a:lnTo>
                <a:lnTo>
                  <a:pt x="20684" y="3557"/>
                </a:lnTo>
                <a:moveTo>
                  <a:pt x="20419" y="3557"/>
                </a:moveTo>
                <a:lnTo>
                  <a:pt x="20261" y="3557"/>
                </a:lnTo>
                <a:lnTo>
                  <a:pt x="20261" y="3441"/>
                </a:lnTo>
                <a:lnTo>
                  <a:pt x="20419" y="3441"/>
                </a:lnTo>
                <a:lnTo>
                  <a:pt x="20419" y="3557"/>
                </a:lnTo>
                <a:moveTo>
                  <a:pt x="20155" y="3557"/>
                </a:moveTo>
                <a:lnTo>
                  <a:pt x="19996" y="3557"/>
                </a:lnTo>
                <a:lnTo>
                  <a:pt x="19996" y="3441"/>
                </a:lnTo>
                <a:lnTo>
                  <a:pt x="20155" y="3441"/>
                </a:lnTo>
                <a:lnTo>
                  <a:pt x="20155" y="3557"/>
                </a:lnTo>
                <a:moveTo>
                  <a:pt x="19890" y="3557"/>
                </a:moveTo>
                <a:lnTo>
                  <a:pt x="19732" y="3557"/>
                </a:lnTo>
                <a:lnTo>
                  <a:pt x="19732" y="3441"/>
                </a:lnTo>
                <a:lnTo>
                  <a:pt x="19890" y="3441"/>
                </a:lnTo>
                <a:lnTo>
                  <a:pt x="19890" y="3557"/>
                </a:lnTo>
                <a:moveTo>
                  <a:pt x="19626" y="3557"/>
                </a:moveTo>
                <a:lnTo>
                  <a:pt x="19467" y="3557"/>
                </a:lnTo>
                <a:lnTo>
                  <a:pt x="19467" y="3441"/>
                </a:lnTo>
                <a:lnTo>
                  <a:pt x="19626" y="3441"/>
                </a:lnTo>
                <a:lnTo>
                  <a:pt x="19626" y="3557"/>
                </a:lnTo>
                <a:moveTo>
                  <a:pt x="19361" y="3557"/>
                </a:moveTo>
                <a:lnTo>
                  <a:pt x="19203" y="3557"/>
                </a:lnTo>
                <a:lnTo>
                  <a:pt x="19203" y="3441"/>
                </a:lnTo>
                <a:lnTo>
                  <a:pt x="19361" y="3441"/>
                </a:lnTo>
                <a:lnTo>
                  <a:pt x="19361" y="3557"/>
                </a:lnTo>
                <a:moveTo>
                  <a:pt x="19097" y="3557"/>
                </a:moveTo>
                <a:lnTo>
                  <a:pt x="18938" y="3557"/>
                </a:lnTo>
                <a:lnTo>
                  <a:pt x="18938" y="3441"/>
                </a:lnTo>
                <a:lnTo>
                  <a:pt x="19097" y="3441"/>
                </a:lnTo>
                <a:lnTo>
                  <a:pt x="19097" y="3557"/>
                </a:lnTo>
                <a:moveTo>
                  <a:pt x="18832" y="3557"/>
                </a:moveTo>
                <a:lnTo>
                  <a:pt x="18674" y="3557"/>
                </a:lnTo>
                <a:lnTo>
                  <a:pt x="18674" y="3441"/>
                </a:lnTo>
                <a:lnTo>
                  <a:pt x="18832" y="3441"/>
                </a:lnTo>
                <a:lnTo>
                  <a:pt x="18832" y="3557"/>
                </a:lnTo>
                <a:moveTo>
                  <a:pt x="18568" y="3557"/>
                </a:moveTo>
                <a:lnTo>
                  <a:pt x="18409" y="3557"/>
                </a:lnTo>
                <a:lnTo>
                  <a:pt x="18409" y="3441"/>
                </a:lnTo>
                <a:lnTo>
                  <a:pt x="18568" y="3441"/>
                </a:lnTo>
                <a:lnTo>
                  <a:pt x="18568" y="3557"/>
                </a:lnTo>
                <a:moveTo>
                  <a:pt x="18303" y="3557"/>
                </a:moveTo>
                <a:lnTo>
                  <a:pt x="18145" y="3557"/>
                </a:lnTo>
                <a:lnTo>
                  <a:pt x="18145" y="3441"/>
                </a:lnTo>
                <a:lnTo>
                  <a:pt x="18303" y="3441"/>
                </a:lnTo>
                <a:lnTo>
                  <a:pt x="18303" y="3557"/>
                </a:lnTo>
                <a:moveTo>
                  <a:pt x="18039" y="3557"/>
                </a:moveTo>
                <a:lnTo>
                  <a:pt x="17880" y="3557"/>
                </a:lnTo>
                <a:lnTo>
                  <a:pt x="17880" y="3441"/>
                </a:lnTo>
                <a:lnTo>
                  <a:pt x="18039" y="3441"/>
                </a:lnTo>
                <a:lnTo>
                  <a:pt x="18039" y="3557"/>
                </a:lnTo>
                <a:moveTo>
                  <a:pt x="17775" y="3557"/>
                </a:moveTo>
                <a:lnTo>
                  <a:pt x="17616" y="3557"/>
                </a:lnTo>
                <a:lnTo>
                  <a:pt x="17616" y="3441"/>
                </a:lnTo>
                <a:lnTo>
                  <a:pt x="17775" y="3441"/>
                </a:lnTo>
                <a:lnTo>
                  <a:pt x="17775" y="3557"/>
                </a:lnTo>
                <a:moveTo>
                  <a:pt x="17510" y="3557"/>
                </a:moveTo>
                <a:lnTo>
                  <a:pt x="17351" y="3557"/>
                </a:lnTo>
                <a:lnTo>
                  <a:pt x="17351" y="3441"/>
                </a:lnTo>
                <a:lnTo>
                  <a:pt x="17510" y="3441"/>
                </a:lnTo>
                <a:lnTo>
                  <a:pt x="17510" y="3557"/>
                </a:lnTo>
                <a:moveTo>
                  <a:pt x="17246" y="3557"/>
                </a:moveTo>
                <a:lnTo>
                  <a:pt x="17087" y="3557"/>
                </a:lnTo>
                <a:lnTo>
                  <a:pt x="17087" y="3441"/>
                </a:lnTo>
                <a:lnTo>
                  <a:pt x="17246" y="3441"/>
                </a:lnTo>
                <a:lnTo>
                  <a:pt x="17246" y="3557"/>
                </a:lnTo>
                <a:moveTo>
                  <a:pt x="16981" y="3557"/>
                </a:moveTo>
                <a:lnTo>
                  <a:pt x="16822" y="3557"/>
                </a:lnTo>
                <a:lnTo>
                  <a:pt x="16822" y="3441"/>
                </a:lnTo>
                <a:lnTo>
                  <a:pt x="16981" y="3441"/>
                </a:lnTo>
                <a:lnTo>
                  <a:pt x="16981" y="3557"/>
                </a:lnTo>
                <a:moveTo>
                  <a:pt x="16717" y="3557"/>
                </a:moveTo>
                <a:lnTo>
                  <a:pt x="16558" y="3557"/>
                </a:lnTo>
                <a:lnTo>
                  <a:pt x="16558" y="3441"/>
                </a:lnTo>
                <a:lnTo>
                  <a:pt x="16717" y="3441"/>
                </a:lnTo>
                <a:lnTo>
                  <a:pt x="16717" y="3557"/>
                </a:lnTo>
                <a:moveTo>
                  <a:pt x="16452" y="3557"/>
                </a:moveTo>
                <a:lnTo>
                  <a:pt x="16293" y="3557"/>
                </a:lnTo>
                <a:lnTo>
                  <a:pt x="16293" y="3441"/>
                </a:lnTo>
                <a:lnTo>
                  <a:pt x="16452" y="3441"/>
                </a:lnTo>
                <a:lnTo>
                  <a:pt x="16452" y="3557"/>
                </a:lnTo>
                <a:moveTo>
                  <a:pt x="16188" y="3557"/>
                </a:moveTo>
                <a:lnTo>
                  <a:pt x="16029" y="3557"/>
                </a:lnTo>
                <a:lnTo>
                  <a:pt x="16029" y="3441"/>
                </a:lnTo>
                <a:lnTo>
                  <a:pt x="16188" y="3441"/>
                </a:lnTo>
                <a:lnTo>
                  <a:pt x="16188" y="3557"/>
                </a:lnTo>
                <a:moveTo>
                  <a:pt x="15923" y="3557"/>
                </a:moveTo>
                <a:lnTo>
                  <a:pt x="15764" y="3557"/>
                </a:lnTo>
                <a:lnTo>
                  <a:pt x="15764" y="3441"/>
                </a:lnTo>
                <a:lnTo>
                  <a:pt x="15923" y="3441"/>
                </a:lnTo>
                <a:lnTo>
                  <a:pt x="15923" y="3557"/>
                </a:lnTo>
                <a:moveTo>
                  <a:pt x="15659" y="3557"/>
                </a:moveTo>
                <a:lnTo>
                  <a:pt x="15500" y="3557"/>
                </a:lnTo>
                <a:lnTo>
                  <a:pt x="15500" y="3441"/>
                </a:lnTo>
                <a:lnTo>
                  <a:pt x="15659" y="3441"/>
                </a:lnTo>
                <a:lnTo>
                  <a:pt x="15659" y="3557"/>
                </a:lnTo>
                <a:moveTo>
                  <a:pt x="15394" y="3557"/>
                </a:moveTo>
                <a:lnTo>
                  <a:pt x="15235" y="3557"/>
                </a:lnTo>
                <a:lnTo>
                  <a:pt x="15235" y="3441"/>
                </a:lnTo>
                <a:lnTo>
                  <a:pt x="15394" y="3441"/>
                </a:lnTo>
                <a:lnTo>
                  <a:pt x="15394" y="3557"/>
                </a:lnTo>
                <a:moveTo>
                  <a:pt x="15130" y="3557"/>
                </a:moveTo>
                <a:lnTo>
                  <a:pt x="14971" y="3557"/>
                </a:lnTo>
                <a:lnTo>
                  <a:pt x="14971" y="3441"/>
                </a:lnTo>
                <a:lnTo>
                  <a:pt x="15130" y="3441"/>
                </a:lnTo>
                <a:lnTo>
                  <a:pt x="15130" y="3557"/>
                </a:lnTo>
                <a:moveTo>
                  <a:pt x="14865" y="3557"/>
                </a:moveTo>
                <a:lnTo>
                  <a:pt x="14706" y="3557"/>
                </a:lnTo>
                <a:lnTo>
                  <a:pt x="14706" y="3441"/>
                </a:lnTo>
                <a:lnTo>
                  <a:pt x="14865" y="3441"/>
                </a:lnTo>
                <a:lnTo>
                  <a:pt x="14865" y="3557"/>
                </a:lnTo>
                <a:moveTo>
                  <a:pt x="14601" y="3557"/>
                </a:moveTo>
                <a:lnTo>
                  <a:pt x="14442" y="3557"/>
                </a:lnTo>
                <a:lnTo>
                  <a:pt x="14442" y="3441"/>
                </a:lnTo>
                <a:lnTo>
                  <a:pt x="14601" y="3441"/>
                </a:lnTo>
                <a:lnTo>
                  <a:pt x="14601" y="3557"/>
                </a:lnTo>
                <a:moveTo>
                  <a:pt x="14336" y="3557"/>
                </a:moveTo>
                <a:lnTo>
                  <a:pt x="14178" y="3557"/>
                </a:lnTo>
                <a:lnTo>
                  <a:pt x="14178" y="3441"/>
                </a:lnTo>
                <a:lnTo>
                  <a:pt x="14336" y="3441"/>
                </a:lnTo>
                <a:lnTo>
                  <a:pt x="14336" y="3557"/>
                </a:lnTo>
                <a:moveTo>
                  <a:pt x="14072" y="3557"/>
                </a:moveTo>
                <a:lnTo>
                  <a:pt x="13912" y="3557"/>
                </a:lnTo>
                <a:lnTo>
                  <a:pt x="13912" y="3441"/>
                </a:lnTo>
                <a:lnTo>
                  <a:pt x="14072" y="3441"/>
                </a:lnTo>
                <a:lnTo>
                  <a:pt x="14072" y="3557"/>
                </a:lnTo>
                <a:moveTo>
                  <a:pt x="13806" y="3557"/>
                </a:moveTo>
                <a:lnTo>
                  <a:pt x="13648" y="3557"/>
                </a:lnTo>
                <a:lnTo>
                  <a:pt x="13648" y="3441"/>
                </a:lnTo>
                <a:lnTo>
                  <a:pt x="13806" y="3441"/>
                </a:lnTo>
                <a:lnTo>
                  <a:pt x="13806" y="3557"/>
                </a:lnTo>
                <a:moveTo>
                  <a:pt x="13542" y="3557"/>
                </a:moveTo>
                <a:lnTo>
                  <a:pt x="13383" y="3557"/>
                </a:lnTo>
                <a:lnTo>
                  <a:pt x="13383" y="3441"/>
                </a:lnTo>
                <a:lnTo>
                  <a:pt x="13542" y="3441"/>
                </a:lnTo>
                <a:lnTo>
                  <a:pt x="13542" y="3557"/>
                </a:lnTo>
                <a:moveTo>
                  <a:pt x="13277" y="3557"/>
                </a:moveTo>
                <a:lnTo>
                  <a:pt x="13119" y="3557"/>
                </a:lnTo>
                <a:lnTo>
                  <a:pt x="13119" y="3441"/>
                </a:lnTo>
                <a:lnTo>
                  <a:pt x="13277" y="3441"/>
                </a:lnTo>
                <a:lnTo>
                  <a:pt x="13277" y="3557"/>
                </a:lnTo>
                <a:moveTo>
                  <a:pt x="13013" y="3557"/>
                </a:moveTo>
                <a:lnTo>
                  <a:pt x="12854" y="3557"/>
                </a:lnTo>
                <a:lnTo>
                  <a:pt x="12854" y="3441"/>
                </a:lnTo>
                <a:lnTo>
                  <a:pt x="13013" y="3441"/>
                </a:lnTo>
                <a:lnTo>
                  <a:pt x="13013" y="3557"/>
                </a:lnTo>
                <a:moveTo>
                  <a:pt x="12748" y="3557"/>
                </a:moveTo>
                <a:lnTo>
                  <a:pt x="12590" y="3557"/>
                </a:lnTo>
                <a:lnTo>
                  <a:pt x="12590" y="3441"/>
                </a:lnTo>
                <a:lnTo>
                  <a:pt x="12748" y="3441"/>
                </a:lnTo>
                <a:lnTo>
                  <a:pt x="12748" y="3557"/>
                </a:lnTo>
                <a:moveTo>
                  <a:pt x="12484" y="3557"/>
                </a:moveTo>
                <a:lnTo>
                  <a:pt x="12325" y="3557"/>
                </a:lnTo>
                <a:lnTo>
                  <a:pt x="12325" y="3441"/>
                </a:lnTo>
                <a:lnTo>
                  <a:pt x="12484" y="3441"/>
                </a:lnTo>
                <a:lnTo>
                  <a:pt x="12484" y="3557"/>
                </a:lnTo>
                <a:moveTo>
                  <a:pt x="12219" y="3557"/>
                </a:moveTo>
                <a:lnTo>
                  <a:pt x="12061" y="3557"/>
                </a:lnTo>
                <a:lnTo>
                  <a:pt x="12061" y="3441"/>
                </a:lnTo>
                <a:lnTo>
                  <a:pt x="12219" y="3441"/>
                </a:lnTo>
                <a:lnTo>
                  <a:pt x="12219" y="3557"/>
                </a:lnTo>
                <a:moveTo>
                  <a:pt x="11955" y="3557"/>
                </a:moveTo>
                <a:lnTo>
                  <a:pt x="11796" y="3557"/>
                </a:lnTo>
                <a:lnTo>
                  <a:pt x="11796" y="3441"/>
                </a:lnTo>
                <a:lnTo>
                  <a:pt x="11955" y="3441"/>
                </a:lnTo>
                <a:lnTo>
                  <a:pt x="11955" y="3557"/>
                </a:lnTo>
                <a:moveTo>
                  <a:pt x="11690" y="3557"/>
                </a:moveTo>
                <a:lnTo>
                  <a:pt x="11532" y="3557"/>
                </a:lnTo>
                <a:lnTo>
                  <a:pt x="11532" y="3441"/>
                </a:lnTo>
                <a:lnTo>
                  <a:pt x="11690" y="3441"/>
                </a:lnTo>
                <a:lnTo>
                  <a:pt x="11690" y="3557"/>
                </a:lnTo>
                <a:moveTo>
                  <a:pt x="11426" y="3557"/>
                </a:moveTo>
                <a:lnTo>
                  <a:pt x="11267" y="3557"/>
                </a:lnTo>
                <a:lnTo>
                  <a:pt x="11267" y="3441"/>
                </a:lnTo>
                <a:lnTo>
                  <a:pt x="11426" y="3441"/>
                </a:lnTo>
                <a:lnTo>
                  <a:pt x="11426" y="3557"/>
                </a:lnTo>
                <a:moveTo>
                  <a:pt x="11162" y="3557"/>
                </a:moveTo>
                <a:lnTo>
                  <a:pt x="11003" y="3557"/>
                </a:lnTo>
                <a:lnTo>
                  <a:pt x="11003" y="3441"/>
                </a:lnTo>
                <a:lnTo>
                  <a:pt x="11162" y="3441"/>
                </a:lnTo>
                <a:lnTo>
                  <a:pt x="11162" y="3557"/>
                </a:lnTo>
                <a:moveTo>
                  <a:pt x="10897" y="3557"/>
                </a:moveTo>
                <a:lnTo>
                  <a:pt x="10738" y="3557"/>
                </a:lnTo>
                <a:lnTo>
                  <a:pt x="10738" y="3441"/>
                </a:lnTo>
                <a:lnTo>
                  <a:pt x="10897" y="3441"/>
                </a:lnTo>
                <a:lnTo>
                  <a:pt x="10897" y="3557"/>
                </a:lnTo>
                <a:moveTo>
                  <a:pt x="10633" y="3557"/>
                </a:moveTo>
                <a:lnTo>
                  <a:pt x="10474" y="3557"/>
                </a:lnTo>
                <a:lnTo>
                  <a:pt x="10474" y="3441"/>
                </a:lnTo>
                <a:lnTo>
                  <a:pt x="10633" y="3441"/>
                </a:lnTo>
                <a:lnTo>
                  <a:pt x="10633" y="3557"/>
                </a:lnTo>
                <a:moveTo>
                  <a:pt x="10368" y="3557"/>
                </a:moveTo>
                <a:lnTo>
                  <a:pt x="10209" y="3557"/>
                </a:lnTo>
                <a:lnTo>
                  <a:pt x="10209" y="3441"/>
                </a:lnTo>
                <a:lnTo>
                  <a:pt x="10368" y="3441"/>
                </a:lnTo>
                <a:lnTo>
                  <a:pt x="10368" y="3557"/>
                </a:lnTo>
                <a:moveTo>
                  <a:pt x="10104" y="3557"/>
                </a:moveTo>
                <a:lnTo>
                  <a:pt x="9945" y="3557"/>
                </a:lnTo>
                <a:lnTo>
                  <a:pt x="9945" y="3441"/>
                </a:lnTo>
                <a:lnTo>
                  <a:pt x="10104" y="3441"/>
                </a:lnTo>
                <a:lnTo>
                  <a:pt x="10104" y="3557"/>
                </a:lnTo>
                <a:moveTo>
                  <a:pt x="9839" y="3557"/>
                </a:moveTo>
                <a:lnTo>
                  <a:pt x="9680" y="3557"/>
                </a:lnTo>
                <a:lnTo>
                  <a:pt x="9680" y="3441"/>
                </a:lnTo>
                <a:lnTo>
                  <a:pt x="9839" y="3441"/>
                </a:lnTo>
                <a:lnTo>
                  <a:pt x="9839" y="3557"/>
                </a:lnTo>
                <a:moveTo>
                  <a:pt x="9575" y="3557"/>
                </a:moveTo>
                <a:lnTo>
                  <a:pt x="9416" y="3557"/>
                </a:lnTo>
                <a:lnTo>
                  <a:pt x="9416" y="3441"/>
                </a:lnTo>
                <a:lnTo>
                  <a:pt x="9575" y="3441"/>
                </a:lnTo>
                <a:lnTo>
                  <a:pt x="9575" y="3557"/>
                </a:lnTo>
                <a:moveTo>
                  <a:pt x="9310" y="3557"/>
                </a:moveTo>
                <a:lnTo>
                  <a:pt x="9151" y="3557"/>
                </a:lnTo>
                <a:lnTo>
                  <a:pt x="9151" y="3441"/>
                </a:lnTo>
                <a:lnTo>
                  <a:pt x="9310" y="3441"/>
                </a:lnTo>
                <a:lnTo>
                  <a:pt x="9310" y="3557"/>
                </a:lnTo>
                <a:moveTo>
                  <a:pt x="9046" y="3557"/>
                </a:moveTo>
                <a:lnTo>
                  <a:pt x="8887" y="3557"/>
                </a:lnTo>
                <a:lnTo>
                  <a:pt x="8887" y="3441"/>
                </a:lnTo>
                <a:lnTo>
                  <a:pt x="9046" y="3441"/>
                </a:lnTo>
                <a:lnTo>
                  <a:pt x="9046" y="3557"/>
                </a:lnTo>
                <a:moveTo>
                  <a:pt x="8781" y="3557"/>
                </a:moveTo>
                <a:lnTo>
                  <a:pt x="8622" y="3557"/>
                </a:lnTo>
                <a:lnTo>
                  <a:pt x="8622" y="3441"/>
                </a:lnTo>
                <a:lnTo>
                  <a:pt x="8781" y="3441"/>
                </a:lnTo>
                <a:lnTo>
                  <a:pt x="8781" y="3557"/>
                </a:lnTo>
                <a:moveTo>
                  <a:pt x="8517" y="3557"/>
                </a:moveTo>
                <a:lnTo>
                  <a:pt x="8358" y="3557"/>
                </a:lnTo>
                <a:lnTo>
                  <a:pt x="8358" y="3441"/>
                </a:lnTo>
                <a:lnTo>
                  <a:pt x="8517" y="3441"/>
                </a:lnTo>
                <a:lnTo>
                  <a:pt x="8517" y="3557"/>
                </a:lnTo>
                <a:moveTo>
                  <a:pt x="8252" y="3557"/>
                </a:moveTo>
                <a:lnTo>
                  <a:pt x="8093" y="3557"/>
                </a:lnTo>
                <a:lnTo>
                  <a:pt x="8093" y="3441"/>
                </a:lnTo>
                <a:lnTo>
                  <a:pt x="8252" y="3441"/>
                </a:lnTo>
                <a:lnTo>
                  <a:pt x="8252" y="3557"/>
                </a:lnTo>
                <a:moveTo>
                  <a:pt x="7988" y="3557"/>
                </a:moveTo>
                <a:lnTo>
                  <a:pt x="7829" y="3557"/>
                </a:lnTo>
                <a:lnTo>
                  <a:pt x="7829" y="3441"/>
                </a:lnTo>
                <a:lnTo>
                  <a:pt x="7988" y="3441"/>
                </a:lnTo>
                <a:lnTo>
                  <a:pt x="7988" y="3557"/>
                </a:lnTo>
                <a:moveTo>
                  <a:pt x="7723" y="3557"/>
                </a:moveTo>
                <a:lnTo>
                  <a:pt x="7565" y="3557"/>
                </a:lnTo>
                <a:lnTo>
                  <a:pt x="7565" y="3441"/>
                </a:lnTo>
                <a:lnTo>
                  <a:pt x="7723" y="3441"/>
                </a:lnTo>
                <a:lnTo>
                  <a:pt x="7723" y="3557"/>
                </a:lnTo>
                <a:moveTo>
                  <a:pt x="7459" y="3557"/>
                </a:moveTo>
                <a:lnTo>
                  <a:pt x="7300" y="3557"/>
                </a:lnTo>
                <a:lnTo>
                  <a:pt x="7300" y="3441"/>
                </a:lnTo>
                <a:lnTo>
                  <a:pt x="7459" y="3441"/>
                </a:lnTo>
                <a:lnTo>
                  <a:pt x="7459" y="3557"/>
                </a:lnTo>
                <a:moveTo>
                  <a:pt x="7194" y="3557"/>
                </a:moveTo>
                <a:lnTo>
                  <a:pt x="7036" y="3557"/>
                </a:lnTo>
                <a:lnTo>
                  <a:pt x="7036" y="3441"/>
                </a:lnTo>
                <a:lnTo>
                  <a:pt x="7194" y="3441"/>
                </a:lnTo>
                <a:lnTo>
                  <a:pt x="7194" y="3557"/>
                </a:lnTo>
                <a:moveTo>
                  <a:pt x="6930" y="3557"/>
                </a:moveTo>
                <a:lnTo>
                  <a:pt x="6771" y="3557"/>
                </a:lnTo>
                <a:lnTo>
                  <a:pt x="6771" y="3441"/>
                </a:lnTo>
                <a:lnTo>
                  <a:pt x="6930" y="3441"/>
                </a:lnTo>
                <a:lnTo>
                  <a:pt x="6930" y="3557"/>
                </a:lnTo>
                <a:moveTo>
                  <a:pt x="6665" y="3557"/>
                </a:moveTo>
                <a:lnTo>
                  <a:pt x="6507" y="3557"/>
                </a:lnTo>
                <a:lnTo>
                  <a:pt x="6507" y="3441"/>
                </a:lnTo>
                <a:lnTo>
                  <a:pt x="6665" y="3441"/>
                </a:lnTo>
                <a:lnTo>
                  <a:pt x="6665" y="3557"/>
                </a:lnTo>
                <a:moveTo>
                  <a:pt x="6401" y="3557"/>
                </a:moveTo>
                <a:lnTo>
                  <a:pt x="6242" y="3557"/>
                </a:lnTo>
                <a:lnTo>
                  <a:pt x="6242" y="3441"/>
                </a:lnTo>
                <a:lnTo>
                  <a:pt x="6401" y="3441"/>
                </a:lnTo>
                <a:lnTo>
                  <a:pt x="6401" y="3557"/>
                </a:lnTo>
                <a:moveTo>
                  <a:pt x="6136" y="3557"/>
                </a:moveTo>
                <a:lnTo>
                  <a:pt x="5978" y="3557"/>
                </a:lnTo>
                <a:lnTo>
                  <a:pt x="5978" y="3441"/>
                </a:lnTo>
                <a:lnTo>
                  <a:pt x="6136" y="3441"/>
                </a:lnTo>
                <a:lnTo>
                  <a:pt x="6136" y="3557"/>
                </a:lnTo>
                <a:moveTo>
                  <a:pt x="5872" y="3557"/>
                </a:moveTo>
                <a:lnTo>
                  <a:pt x="5713" y="3557"/>
                </a:lnTo>
                <a:lnTo>
                  <a:pt x="5713" y="3441"/>
                </a:lnTo>
                <a:lnTo>
                  <a:pt x="5872" y="3441"/>
                </a:lnTo>
                <a:lnTo>
                  <a:pt x="5872" y="3557"/>
                </a:lnTo>
                <a:moveTo>
                  <a:pt x="5607" y="3557"/>
                </a:moveTo>
                <a:lnTo>
                  <a:pt x="5449" y="3557"/>
                </a:lnTo>
                <a:lnTo>
                  <a:pt x="5449" y="3441"/>
                </a:lnTo>
                <a:lnTo>
                  <a:pt x="5607" y="3441"/>
                </a:lnTo>
                <a:lnTo>
                  <a:pt x="5607" y="3557"/>
                </a:lnTo>
                <a:moveTo>
                  <a:pt x="5343" y="3557"/>
                </a:moveTo>
                <a:lnTo>
                  <a:pt x="5184" y="3557"/>
                </a:lnTo>
                <a:lnTo>
                  <a:pt x="5184" y="3441"/>
                </a:lnTo>
                <a:lnTo>
                  <a:pt x="5343" y="3441"/>
                </a:lnTo>
                <a:lnTo>
                  <a:pt x="5343" y="3557"/>
                </a:lnTo>
                <a:moveTo>
                  <a:pt x="5078" y="3557"/>
                </a:moveTo>
                <a:lnTo>
                  <a:pt x="4920" y="3557"/>
                </a:lnTo>
                <a:lnTo>
                  <a:pt x="4920" y="3441"/>
                </a:lnTo>
                <a:lnTo>
                  <a:pt x="5078" y="3441"/>
                </a:lnTo>
                <a:lnTo>
                  <a:pt x="5078" y="3557"/>
                </a:lnTo>
                <a:moveTo>
                  <a:pt x="4814" y="3557"/>
                </a:moveTo>
                <a:lnTo>
                  <a:pt x="4655" y="3557"/>
                </a:lnTo>
                <a:lnTo>
                  <a:pt x="4655" y="3441"/>
                </a:lnTo>
                <a:lnTo>
                  <a:pt x="4814" y="3441"/>
                </a:lnTo>
                <a:lnTo>
                  <a:pt x="4814" y="3557"/>
                </a:lnTo>
                <a:moveTo>
                  <a:pt x="4549" y="3557"/>
                </a:moveTo>
                <a:lnTo>
                  <a:pt x="4391" y="3557"/>
                </a:lnTo>
                <a:lnTo>
                  <a:pt x="4391" y="3441"/>
                </a:lnTo>
                <a:lnTo>
                  <a:pt x="4549" y="3441"/>
                </a:lnTo>
                <a:lnTo>
                  <a:pt x="4549" y="3557"/>
                </a:lnTo>
                <a:moveTo>
                  <a:pt x="4285" y="3557"/>
                </a:moveTo>
                <a:lnTo>
                  <a:pt x="4126" y="3557"/>
                </a:lnTo>
                <a:lnTo>
                  <a:pt x="4126" y="3441"/>
                </a:lnTo>
                <a:lnTo>
                  <a:pt x="4285" y="3441"/>
                </a:lnTo>
                <a:lnTo>
                  <a:pt x="4285" y="3557"/>
                </a:lnTo>
                <a:moveTo>
                  <a:pt x="4021" y="3557"/>
                </a:moveTo>
                <a:lnTo>
                  <a:pt x="3862" y="3557"/>
                </a:lnTo>
                <a:lnTo>
                  <a:pt x="3862" y="3441"/>
                </a:lnTo>
                <a:lnTo>
                  <a:pt x="4021" y="3441"/>
                </a:lnTo>
                <a:lnTo>
                  <a:pt x="4021" y="3557"/>
                </a:lnTo>
                <a:moveTo>
                  <a:pt x="3756" y="3557"/>
                </a:moveTo>
                <a:lnTo>
                  <a:pt x="3597" y="3557"/>
                </a:lnTo>
                <a:lnTo>
                  <a:pt x="3597" y="3441"/>
                </a:lnTo>
                <a:lnTo>
                  <a:pt x="3756" y="3441"/>
                </a:lnTo>
                <a:lnTo>
                  <a:pt x="3756" y="3557"/>
                </a:lnTo>
                <a:moveTo>
                  <a:pt x="3492" y="3557"/>
                </a:moveTo>
                <a:lnTo>
                  <a:pt x="3333" y="3557"/>
                </a:lnTo>
                <a:lnTo>
                  <a:pt x="3333" y="3441"/>
                </a:lnTo>
                <a:lnTo>
                  <a:pt x="3492" y="3441"/>
                </a:lnTo>
                <a:lnTo>
                  <a:pt x="3492" y="3557"/>
                </a:lnTo>
                <a:moveTo>
                  <a:pt x="3227" y="3557"/>
                </a:moveTo>
                <a:lnTo>
                  <a:pt x="3068" y="3557"/>
                </a:lnTo>
                <a:lnTo>
                  <a:pt x="3068" y="3441"/>
                </a:lnTo>
                <a:lnTo>
                  <a:pt x="3227" y="3441"/>
                </a:lnTo>
                <a:lnTo>
                  <a:pt x="3227" y="3557"/>
                </a:lnTo>
                <a:moveTo>
                  <a:pt x="2963" y="3557"/>
                </a:moveTo>
                <a:lnTo>
                  <a:pt x="2804" y="3557"/>
                </a:lnTo>
                <a:lnTo>
                  <a:pt x="2804" y="3441"/>
                </a:lnTo>
                <a:lnTo>
                  <a:pt x="2963" y="3441"/>
                </a:lnTo>
                <a:lnTo>
                  <a:pt x="2963" y="3557"/>
                </a:lnTo>
                <a:moveTo>
                  <a:pt x="2698" y="3557"/>
                </a:moveTo>
                <a:lnTo>
                  <a:pt x="2539" y="3557"/>
                </a:lnTo>
                <a:lnTo>
                  <a:pt x="2539" y="3441"/>
                </a:lnTo>
                <a:lnTo>
                  <a:pt x="2698" y="3441"/>
                </a:lnTo>
                <a:lnTo>
                  <a:pt x="2698" y="3557"/>
                </a:lnTo>
                <a:moveTo>
                  <a:pt x="2434" y="3557"/>
                </a:moveTo>
                <a:lnTo>
                  <a:pt x="2275" y="3557"/>
                </a:lnTo>
                <a:lnTo>
                  <a:pt x="2275" y="3441"/>
                </a:lnTo>
                <a:lnTo>
                  <a:pt x="2434" y="3441"/>
                </a:lnTo>
                <a:lnTo>
                  <a:pt x="2434" y="3557"/>
                </a:lnTo>
                <a:moveTo>
                  <a:pt x="2169" y="3557"/>
                </a:moveTo>
                <a:lnTo>
                  <a:pt x="2010" y="3557"/>
                </a:lnTo>
                <a:lnTo>
                  <a:pt x="2010" y="3441"/>
                </a:lnTo>
                <a:lnTo>
                  <a:pt x="2169" y="3441"/>
                </a:lnTo>
                <a:lnTo>
                  <a:pt x="2169" y="3557"/>
                </a:lnTo>
                <a:moveTo>
                  <a:pt x="1905" y="3557"/>
                </a:moveTo>
                <a:lnTo>
                  <a:pt x="1746" y="3557"/>
                </a:lnTo>
                <a:lnTo>
                  <a:pt x="1746" y="3441"/>
                </a:lnTo>
                <a:lnTo>
                  <a:pt x="1905" y="3441"/>
                </a:lnTo>
                <a:lnTo>
                  <a:pt x="1905" y="3557"/>
                </a:lnTo>
                <a:moveTo>
                  <a:pt x="1640" y="3557"/>
                </a:moveTo>
                <a:lnTo>
                  <a:pt x="1481" y="3557"/>
                </a:lnTo>
                <a:lnTo>
                  <a:pt x="1481" y="3441"/>
                </a:lnTo>
                <a:lnTo>
                  <a:pt x="1640" y="3441"/>
                </a:lnTo>
                <a:lnTo>
                  <a:pt x="1640" y="3557"/>
                </a:lnTo>
                <a:moveTo>
                  <a:pt x="1376" y="3557"/>
                </a:moveTo>
                <a:lnTo>
                  <a:pt x="1217" y="3557"/>
                </a:lnTo>
                <a:lnTo>
                  <a:pt x="1217" y="3441"/>
                </a:lnTo>
                <a:lnTo>
                  <a:pt x="1376" y="3441"/>
                </a:lnTo>
                <a:lnTo>
                  <a:pt x="1376" y="3557"/>
                </a:lnTo>
                <a:moveTo>
                  <a:pt x="1111" y="3557"/>
                </a:moveTo>
                <a:lnTo>
                  <a:pt x="952" y="3557"/>
                </a:lnTo>
                <a:lnTo>
                  <a:pt x="952" y="3441"/>
                </a:lnTo>
                <a:lnTo>
                  <a:pt x="1111" y="3441"/>
                </a:lnTo>
                <a:lnTo>
                  <a:pt x="1111" y="3557"/>
                </a:lnTo>
                <a:moveTo>
                  <a:pt x="847" y="3557"/>
                </a:moveTo>
                <a:lnTo>
                  <a:pt x="688" y="3557"/>
                </a:lnTo>
                <a:lnTo>
                  <a:pt x="688" y="3441"/>
                </a:lnTo>
                <a:lnTo>
                  <a:pt x="847" y="3441"/>
                </a:lnTo>
                <a:lnTo>
                  <a:pt x="847" y="3557"/>
                </a:lnTo>
                <a:moveTo>
                  <a:pt x="582" y="3557"/>
                </a:moveTo>
                <a:lnTo>
                  <a:pt x="424" y="3557"/>
                </a:lnTo>
                <a:lnTo>
                  <a:pt x="424" y="3441"/>
                </a:lnTo>
                <a:lnTo>
                  <a:pt x="582" y="3441"/>
                </a:lnTo>
                <a:lnTo>
                  <a:pt x="582" y="3557"/>
                </a:lnTo>
                <a:moveTo>
                  <a:pt x="318" y="3557"/>
                </a:moveTo>
                <a:lnTo>
                  <a:pt x="244" y="3557"/>
                </a:lnTo>
                <a:cubicBezTo>
                  <a:pt x="206" y="3557"/>
                  <a:pt x="170" y="3549"/>
                  <a:pt x="136" y="3532"/>
                </a:cubicBezTo>
                <a:lnTo>
                  <a:pt x="188" y="3428"/>
                </a:lnTo>
                <a:cubicBezTo>
                  <a:pt x="205" y="3436"/>
                  <a:pt x="224" y="3441"/>
                  <a:pt x="244" y="3441"/>
                </a:cubicBezTo>
                <a:lnTo>
                  <a:pt x="318" y="3441"/>
                </a:lnTo>
                <a:lnTo>
                  <a:pt x="318" y="3557"/>
                </a:lnTo>
                <a:moveTo>
                  <a:pt x="34" y="3437"/>
                </a:moveTo>
                <a:cubicBezTo>
                  <a:pt x="12" y="3399"/>
                  <a:pt x="0" y="3358"/>
                  <a:pt x="0" y="3314"/>
                </a:cubicBezTo>
                <a:lnTo>
                  <a:pt x="0" y="3253"/>
                </a:lnTo>
                <a:lnTo>
                  <a:pt x="117" y="3253"/>
                </a:lnTo>
                <a:lnTo>
                  <a:pt x="117" y="3314"/>
                </a:lnTo>
                <a:cubicBezTo>
                  <a:pt x="117" y="3337"/>
                  <a:pt x="123" y="3358"/>
                  <a:pt x="134" y="3378"/>
                </a:cubicBezTo>
                <a:lnTo>
                  <a:pt x="34" y="3437"/>
                </a:lnTo>
                <a:moveTo>
                  <a:pt x="0" y="3148"/>
                </a:moveTo>
                <a:lnTo>
                  <a:pt x="0" y="2989"/>
                </a:lnTo>
                <a:lnTo>
                  <a:pt x="117" y="2989"/>
                </a:lnTo>
                <a:lnTo>
                  <a:pt x="117" y="3148"/>
                </a:lnTo>
                <a:lnTo>
                  <a:pt x="0" y="3148"/>
                </a:lnTo>
                <a:moveTo>
                  <a:pt x="0" y="2883"/>
                </a:moveTo>
                <a:lnTo>
                  <a:pt x="0" y="2725"/>
                </a:lnTo>
                <a:lnTo>
                  <a:pt x="117" y="2725"/>
                </a:lnTo>
                <a:lnTo>
                  <a:pt x="117" y="2883"/>
                </a:lnTo>
                <a:lnTo>
                  <a:pt x="0" y="2883"/>
                </a:lnTo>
                <a:moveTo>
                  <a:pt x="0" y="2619"/>
                </a:moveTo>
                <a:lnTo>
                  <a:pt x="0" y="2460"/>
                </a:lnTo>
                <a:lnTo>
                  <a:pt x="117" y="2460"/>
                </a:lnTo>
                <a:lnTo>
                  <a:pt x="117" y="2619"/>
                </a:lnTo>
                <a:lnTo>
                  <a:pt x="0" y="2619"/>
                </a:lnTo>
                <a:moveTo>
                  <a:pt x="0" y="2354"/>
                </a:moveTo>
                <a:lnTo>
                  <a:pt x="0" y="2196"/>
                </a:lnTo>
                <a:lnTo>
                  <a:pt x="117" y="2196"/>
                </a:lnTo>
                <a:lnTo>
                  <a:pt x="117" y="2354"/>
                </a:lnTo>
                <a:lnTo>
                  <a:pt x="0" y="2354"/>
                </a:lnTo>
                <a:moveTo>
                  <a:pt x="0" y="2090"/>
                </a:moveTo>
                <a:lnTo>
                  <a:pt x="0" y="1931"/>
                </a:lnTo>
                <a:lnTo>
                  <a:pt x="117" y="1931"/>
                </a:lnTo>
                <a:lnTo>
                  <a:pt x="117" y="2090"/>
                </a:lnTo>
                <a:lnTo>
                  <a:pt x="0" y="2090"/>
                </a:lnTo>
                <a:moveTo>
                  <a:pt x="0" y="1825"/>
                </a:moveTo>
                <a:lnTo>
                  <a:pt x="0" y="1667"/>
                </a:lnTo>
                <a:lnTo>
                  <a:pt x="117" y="1667"/>
                </a:lnTo>
                <a:lnTo>
                  <a:pt x="117" y="1825"/>
                </a:lnTo>
                <a:lnTo>
                  <a:pt x="0" y="1825"/>
                </a:lnTo>
                <a:moveTo>
                  <a:pt x="0" y="1561"/>
                </a:moveTo>
                <a:lnTo>
                  <a:pt x="0" y="1402"/>
                </a:lnTo>
                <a:lnTo>
                  <a:pt x="117" y="1402"/>
                </a:lnTo>
                <a:lnTo>
                  <a:pt x="117" y="1561"/>
                </a:lnTo>
                <a:lnTo>
                  <a:pt x="0" y="1561"/>
                </a:lnTo>
                <a:moveTo>
                  <a:pt x="0" y="1296"/>
                </a:moveTo>
                <a:lnTo>
                  <a:pt x="0" y="1138"/>
                </a:lnTo>
                <a:lnTo>
                  <a:pt x="117" y="1138"/>
                </a:lnTo>
                <a:lnTo>
                  <a:pt x="117" y="1296"/>
                </a:lnTo>
                <a:lnTo>
                  <a:pt x="0" y="1296"/>
                </a:lnTo>
                <a:moveTo>
                  <a:pt x="0" y="1032"/>
                </a:moveTo>
                <a:lnTo>
                  <a:pt x="0" y="873"/>
                </a:lnTo>
                <a:lnTo>
                  <a:pt x="117" y="873"/>
                </a:lnTo>
                <a:lnTo>
                  <a:pt x="117" y="1032"/>
                </a:lnTo>
                <a:lnTo>
                  <a:pt x="0" y="1032"/>
                </a:lnTo>
                <a:moveTo>
                  <a:pt x="0" y="767"/>
                </a:moveTo>
                <a:lnTo>
                  <a:pt x="0" y="609"/>
                </a:lnTo>
                <a:lnTo>
                  <a:pt x="117" y="609"/>
                </a:lnTo>
                <a:lnTo>
                  <a:pt x="117" y="767"/>
                </a:lnTo>
                <a:lnTo>
                  <a:pt x="0" y="767"/>
                </a:lnTo>
                <a:moveTo>
                  <a:pt x="0" y="503"/>
                </a:moveTo>
                <a:lnTo>
                  <a:pt x="0" y="344"/>
                </a:lnTo>
                <a:lnTo>
                  <a:pt x="117" y="344"/>
                </a:lnTo>
                <a:lnTo>
                  <a:pt x="117" y="503"/>
                </a:lnTo>
                <a:lnTo>
                  <a:pt x="0" y="503"/>
                </a:lnTo>
                <a:moveTo>
                  <a:pt x="1" y="236"/>
                </a:moveTo>
                <a:cubicBezTo>
                  <a:pt x="3" y="161"/>
                  <a:pt x="33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521640" y="4360320"/>
            <a:ext cx="11148480" cy="1280520"/>
          </a:xfrm>
          <a:custGeom>
            <a:avLst/>
            <a:gdLst/>
            <a:ahLst/>
            <a:rect l="0" t="0" r="r" b="b"/>
            <a:pathLst>
              <a:path w="30968" h="3557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3" y="0"/>
                </a:moveTo>
                <a:lnTo>
                  <a:pt x="932" y="0"/>
                </a:lnTo>
                <a:lnTo>
                  <a:pt x="932" y="117"/>
                </a:lnTo>
                <a:lnTo>
                  <a:pt x="773" y="117"/>
                </a:lnTo>
                <a:lnTo>
                  <a:pt x="773" y="0"/>
                </a:lnTo>
                <a:moveTo>
                  <a:pt x="1037" y="0"/>
                </a:moveTo>
                <a:lnTo>
                  <a:pt x="1196" y="0"/>
                </a:lnTo>
                <a:lnTo>
                  <a:pt x="1196" y="117"/>
                </a:lnTo>
                <a:lnTo>
                  <a:pt x="1037" y="117"/>
                </a:lnTo>
                <a:lnTo>
                  <a:pt x="1037" y="0"/>
                </a:lnTo>
                <a:moveTo>
                  <a:pt x="1302" y="0"/>
                </a:moveTo>
                <a:lnTo>
                  <a:pt x="1461" y="0"/>
                </a:lnTo>
                <a:lnTo>
                  <a:pt x="1461" y="117"/>
                </a:lnTo>
                <a:lnTo>
                  <a:pt x="1302" y="117"/>
                </a:lnTo>
                <a:lnTo>
                  <a:pt x="1302" y="0"/>
                </a:lnTo>
                <a:moveTo>
                  <a:pt x="1566" y="0"/>
                </a:moveTo>
                <a:lnTo>
                  <a:pt x="1725" y="0"/>
                </a:lnTo>
                <a:lnTo>
                  <a:pt x="1725" y="117"/>
                </a:lnTo>
                <a:lnTo>
                  <a:pt x="1566" y="117"/>
                </a:lnTo>
                <a:lnTo>
                  <a:pt x="1566" y="0"/>
                </a:lnTo>
                <a:moveTo>
                  <a:pt x="1831" y="0"/>
                </a:moveTo>
                <a:lnTo>
                  <a:pt x="1989" y="0"/>
                </a:lnTo>
                <a:lnTo>
                  <a:pt x="1989" y="117"/>
                </a:lnTo>
                <a:lnTo>
                  <a:pt x="1831" y="117"/>
                </a:lnTo>
                <a:lnTo>
                  <a:pt x="1831" y="0"/>
                </a:lnTo>
                <a:moveTo>
                  <a:pt x="2095" y="0"/>
                </a:moveTo>
                <a:lnTo>
                  <a:pt x="2254" y="0"/>
                </a:lnTo>
                <a:lnTo>
                  <a:pt x="2254" y="117"/>
                </a:lnTo>
                <a:lnTo>
                  <a:pt x="2095" y="117"/>
                </a:lnTo>
                <a:lnTo>
                  <a:pt x="2095" y="0"/>
                </a:lnTo>
                <a:moveTo>
                  <a:pt x="2360" y="0"/>
                </a:moveTo>
                <a:lnTo>
                  <a:pt x="2518" y="0"/>
                </a:lnTo>
                <a:lnTo>
                  <a:pt x="2518" y="117"/>
                </a:lnTo>
                <a:lnTo>
                  <a:pt x="2360" y="117"/>
                </a:lnTo>
                <a:lnTo>
                  <a:pt x="2360" y="0"/>
                </a:lnTo>
                <a:moveTo>
                  <a:pt x="2624" y="0"/>
                </a:moveTo>
                <a:lnTo>
                  <a:pt x="2783" y="0"/>
                </a:lnTo>
                <a:lnTo>
                  <a:pt x="2783" y="117"/>
                </a:lnTo>
                <a:lnTo>
                  <a:pt x="2624" y="117"/>
                </a:lnTo>
                <a:lnTo>
                  <a:pt x="2624" y="0"/>
                </a:lnTo>
                <a:moveTo>
                  <a:pt x="2889" y="0"/>
                </a:moveTo>
                <a:lnTo>
                  <a:pt x="3047" y="0"/>
                </a:lnTo>
                <a:lnTo>
                  <a:pt x="3047" y="117"/>
                </a:lnTo>
                <a:lnTo>
                  <a:pt x="2889" y="117"/>
                </a:lnTo>
                <a:lnTo>
                  <a:pt x="2889" y="0"/>
                </a:lnTo>
                <a:moveTo>
                  <a:pt x="3153" y="0"/>
                </a:moveTo>
                <a:lnTo>
                  <a:pt x="3312" y="0"/>
                </a:lnTo>
                <a:lnTo>
                  <a:pt x="3312" y="117"/>
                </a:lnTo>
                <a:lnTo>
                  <a:pt x="3153" y="117"/>
                </a:lnTo>
                <a:lnTo>
                  <a:pt x="3153" y="0"/>
                </a:lnTo>
                <a:moveTo>
                  <a:pt x="3418" y="0"/>
                </a:moveTo>
                <a:lnTo>
                  <a:pt x="3576" y="0"/>
                </a:lnTo>
                <a:lnTo>
                  <a:pt x="3576" y="117"/>
                </a:lnTo>
                <a:lnTo>
                  <a:pt x="3418" y="117"/>
                </a:lnTo>
                <a:lnTo>
                  <a:pt x="3418" y="0"/>
                </a:lnTo>
                <a:moveTo>
                  <a:pt x="3682" y="0"/>
                </a:moveTo>
                <a:lnTo>
                  <a:pt x="3841" y="0"/>
                </a:lnTo>
                <a:lnTo>
                  <a:pt x="3841" y="117"/>
                </a:lnTo>
                <a:lnTo>
                  <a:pt x="3682" y="117"/>
                </a:lnTo>
                <a:lnTo>
                  <a:pt x="3682" y="0"/>
                </a:lnTo>
                <a:moveTo>
                  <a:pt x="3947" y="0"/>
                </a:moveTo>
                <a:lnTo>
                  <a:pt x="4105" y="0"/>
                </a:lnTo>
                <a:lnTo>
                  <a:pt x="4105" y="117"/>
                </a:lnTo>
                <a:lnTo>
                  <a:pt x="3947" y="117"/>
                </a:lnTo>
                <a:lnTo>
                  <a:pt x="3947" y="0"/>
                </a:lnTo>
                <a:moveTo>
                  <a:pt x="4211" y="0"/>
                </a:moveTo>
                <a:lnTo>
                  <a:pt x="4370" y="0"/>
                </a:lnTo>
                <a:lnTo>
                  <a:pt x="4370" y="117"/>
                </a:lnTo>
                <a:lnTo>
                  <a:pt x="4211" y="117"/>
                </a:lnTo>
                <a:lnTo>
                  <a:pt x="4211" y="0"/>
                </a:lnTo>
                <a:moveTo>
                  <a:pt x="4476" y="0"/>
                </a:moveTo>
                <a:lnTo>
                  <a:pt x="4634" y="0"/>
                </a:lnTo>
                <a:lnTo>
                  <a:pt x="4634" y="117"/>
                </a:lnTo>
                <a:lnTo>
                  <a:pt x="4476" y="117"/>
                </a:lnTo>
                <a:lnTo>
                  <a:pt x="4476" y="0"/>
                </a:lnTo>
                <a:moveTo>
                  <a:pt x="4740" y="0"/>
                </a:moveTo>
                <a:lnTo>
                  <a:pt x="4899" y="0"/>
                </a:lnTo>
                <a:lnTo>
                  <a:pt x="4899" y="117"/>
                </a:lnTo>
                <a:lnTo>
                  <a:pt x="4740" y="117"/>
                </a:lnTo>
                <a:lnTo>
                  <a:pt x="4740" y="0"/>
                </a:lnTo>
                <a:moveTo>
                  <a:pt x="5004" y="0"/>
                </a:moveTo>
                <a:lnTo>
                  <a:pt x="5163" y="0"/>
                </a:lnTo>
                <a:lnTo>
                  <a:pt x="5163" y="117"/>
                </a:lnTo>
                <a:lnTo>
                  <a:pt x="5004" y="117"/>
                </a:lnTo>
                <a:lnTo>
                  <a:pt x="5004" y="0"/>
                </a:lnTo>
                <a:moveTo>
                  <a:pt x="5269" y="0"/>
                </a:moveTo>
                <a:lnTo>
                  <a:pt x="5428" y="0"/>
                </a:lnTo>
                <a:lnTo>
                  <a:pt x="5428" y="117"/>
                </a:lnTo>
                <a:lnTo>
                  <a:pt x="5269" y="117"/>
                </a:lnTo>
                <a:lnTo>
                  <a:pt x="5269" y="0"/>
                </a:lnTo>
                <a:moveTo>
                  <a:pt x="5533" y="0"/>
                </a:moveTo>
                <a:lnTo>
                  <a:pt x="5692" y="0"/>
                </a:lnTo>
                <a:lnTo>
                  <a:pt x="5692" y="117"/>
                </a:lnTo>
                <a:lnTo>
                  <a:pt x="5533" y="117"/>
                </a:lnTo>
                <a:lnTo>
                  <a:pt x="5533" y="0"/>
                </a:lnTo>
                <a:moveTo>
                  <a:pt x="5798" y="0"/>
                </a:moveTo>
                <a:lnTo>
                  <a:pt x="5957" y="0"/>
                </a:lnTo>
                <a:lnTo>
                  <a:pt x="5957" y="117"/>
                </a:lnTo>
                <a:lnTo>
                  <a:pt x="5798" y="117"/>
                </a:lnTo>
                <a:lnTo>
                  <a:pt x="5798" y="0"/>
                </a:lnTo>
                <a:moveTo>
                  <a:pt x="6062" y="0"/>
                </a:moveTo>
                <a:lnTo>
                  <a:pt x="6221" y="0"/>
                </a:lnTo>
                <a:lnTo>
                  <a:pt x="6221" y="117"/>
                </a:lnTo>
                <a:lnTo>
                  <a:pt x="6062" y="117"/>
                </a:lnTo>
                <a:lnTo>
                  <a:pt x="6062" y="0"/>
                </a:lnTo>
                <a:moveTo>
                  <a:pt x="6327" y="0"/>
                </a:moveTo>
                <a:lnTo>
                  <a:pt x="6486" y="0"/>
                </a:lnTo>
                <a:lnTo>
                  <a:pt x="6486" y="117"/>
                </a:lnTo>
                <a:lnTo>
                  <a:pt x="6327" y="117"/>
                </a:lnTo>
                <a:lnTo>
                  <a:pt x="6327" y="0"/>
                </a:lnTo>
                <a:moveTo>
                  <a:pt x="6591" y="0"/>
                </a:moveTo>
                <a:lnTo>
                  <a:pt x="6750" y="0"/>
                </a:lnTo>
                <a:lnTo>
                  <a:pt x="6750" y="117"/>
                </a:lnTo>
                <a:lnTo>
                  <a:pt x="6591" y="117"/>
                </a:lnTo>
                <a:lnTo>
                  <a:pt x="6591" y="0"/>
                </a:lnTo>
                <a:moveTo>
                  <a:pt x="6856" y="0"/>
                </a:moveTo>
                <a:lnTo>
                  <a:pt x="7015" y="0"/>
                </a:lnTo>
                <a:lnTo>
                  <a:pt x="7015" y="117"/>
                </a:lnTo>
                <a:lnTo>
                  <a:pt x="6856" y="117"/>
                </a:lnTo>
                <a:lnTo>
                  <a:pt x="6856" y="0"/>
                </a:lnTo>
                <a:moveTo>
                  <a:pt x="7120" y="0"/>
                </a:moveTo>
                <a:lnTo>
                  <a:pt x="7279" y="0"/>
                </a:lnTo>
                <a:lnTo>
                  <a:pt x="7279" y="117"/>
                </a:lnTo>
                <a:lnTo>
                  <a:pt x="7120" y="117"/>
                </a:lnTo>
                <a:lnTo>
                  <a:pt x="7120" y="0"/>
                </a:lnTo>
                <a:moveTo>
                  <a:pt x="7385" y="0"/>
                </a:moveTo>
                <a:lnTo>
                  <a:pt x="7544" y="0"/>
                </a:lnTo>
                <a:lnTo>
                  <a:pt x="7544" y="117"/>
                </a:lnTo>
                <a:lnTo>
                  <a:pt x="7385" y="117"/>
                </a:lnTo>
                <a:lnTo>
                  <a:pt x="7385" y="0"/>
                </a:lnTo>
                <a:moveTo>
                  <a:pt x="7649" y="0"/>
                </a:moveTo>
                <a:lnTo>
                  <a:pt x="7808" y="0"/>
                </a:lnTo>
                <a:lnTo>
                  <a:pt x="7808" y="117"/>
                </a:lnTo>
                <a:lnTo>
                  <a:pt x="7649" y="117"/>
                </a:lnTo>
                <a:lnTo>
                  <a:pt x="7649" y="0"/>
                </a:lnTo>
                <a:moveTo>
                  <a:pt x="7914" y="0"/>
                </a:moveTo>
                <a:lnTo>
                  <a:pt x="8073" y="0"/>
                </a:lnTo>
                <a:lnTo>
                  <a:pt x="8073" y="117"/>
                </a:lnTo>
                <a:lnTo>
                  <a:pt x="7914" y="117"/>
                </a:lnTo>
                <a:lnTo>
                  <a:pt x="7914" y="0"/>
                </a:lnTo>
                <a:moveTo>
                  <a:pt x="8178" y="0"/>
                </a:moveTo>
                <a:lnTo>
                  <a:pt x="8337" y="0"/>
                </a:lnTo>
                <a:lnTo>
                  <a:pt x="8337" y="117"/>
                </a:lnTo>
                <a:lnTo>
                  <a:pt x="8178" y="117"/>
                </a:lnTo>
                <a:lnTo>
                  <a:pt x="8178" y="0"/>
                </a:lnTo>
                <a:moveTo>
                  <a:pt x="8443" y="0"/>
                </a:moveTo>
                <a:lnTo>
                  <a:pt x="8601" y="0"/>
                </a:lnTo>
                <a:lnTo>
                  <a:pt x="8601" y="117"/>
                </a:lnTo>
                <a:lnTo>
                  <a:pt x="8443" y="117"/>
                </a:lnTo>
                <a:lnTo>
                  <a:pt x="8443" y="0"/>
                </a:lnTo>
                <a:moveTo>
                  <a:pt x="8707" y="0"/>
                </a:moveTo>
                <a:lnTo>
                  <a:pt x="8866" y="0"/>
                </a:lnTo>
                <a:lnTo>
                  <a:pt x="8866" y="117"/>
                </a:lnTo>
                <a:lnTo>
                  <a:pt x="8707" y="117"/>
                </a:lnTo>
                <a:lnTo>
                  <a:pt x="8707" y="0"/>
                </a:lnTo>
                <a:moveTo>
                  <a:pt x="8972" y="0"/>
                </a:moveTo>
                <a:lnTo>
                  <a:pt x="9130" y="0"/>
                </a:lnTo>
                <a:lnTo>
                  <a:pt x="9130" y="117"/>
                </a:lnTo>
                <a:lnTo>
                  <a:pt x="8972" y="117"/>
                </a:lnTo>
                <a:lnTo>
                  <a:pt x="8972" y="0"/>
                </a:lnTo>
                <a:moveTo>
                  <a:pt x="9236" y="0"/>
                </a:moveTo>
                <a:lnTo>
                  <a:pt x="9395" y="0"/>
                </a:lnTo>
                <a:lnTo>
                  <a:pt x="9395" y="117"/>
                </a:lnTo>
                <a:lnTo>
                  <a:pt x="9236" y="117"/>
                </a:lnTo>
                <a:lnTo>
                  <a:pt x="9236" y="0"/>
                </a:lnTo>
                <a:moveTo>
                  <a:pt x="9501" y="0"/>
                </a:moveTo>
                <a:lnTo>
                  <a:pt x="9659" y="0"/>
                </a:lnTo>
                <a:lnTo>
                  <a:pt x="9659" y="117"/>
                </a:lnTo>
                <a:lnTo>
                  <a:pt x="9501" y="117"/>
                </a:lnTo>
                <a:lnTo>
                  <a:pt x="9501" y="0"/>
                </a:lnTo>
                <a:moveTo>
                  <a:pt x="9765" y="0"/>
                </a:moveTo>
                <a:lnTo>
                  <a:pt x="9924" y="0"/>
                </a:lnTo>
                <a:lnTo>
                  <a:pt x="9924" y="117"/>
                </a:lnTo>
                <a:lnTo>
                  <a:pt x="9765" y="117"/>
                </a:lnTo>
                <a:lnTo>
                  <a:pt x="9765" y="0"/>
                </a:lnTo>
                <a:moveTo>
                  <a:pt x="10030" y="0"/>
                </a:moveTo>
                <a:lnTo>
                  <a:pt x="10188" y="0"/>
                </a:lnTo>
                <a:lnTo>
                  <a:pt x="10188" y="117"/>
                </a:lnTo>
                <a:lnTo>
                  <a:pt x="10030" y="117"/>
                </a:lnTo>
                <a:lnTo>
                  <a:pt x="10030" y="0"/>
                </a:lnTo>
                <a:moveTo>
                  <a:pt x="10294" y="0"/>
                </a:moveTo>
                <a:lnTo>
                  <a:pt x="10453" y="0"/>
                </a:lnTo>
                <a:lnTo>
                  <a:pt x="10453" y="117"/>
                </a:lnTo>
                <a:lnTo>
                  <a:pt x="10294" y="117"/>
                </a:lnTo>
                <a:lnTo>
                  <a:pt x="10294" y="0"/>
                </a:lnTo>
                <a:moveTo>
                  <a:pt x="10559" y="0"/>
                </a:moveTo>
                <a:lnTo>
                  <a:pt x="10717" y="0"/>
                </a:lnTo>
                <a:lnTo>
                  <a:pt x="10717" y="117"/>
                </a:lnTo>
                <a:lnTo>
                  <a:pt x="10559" y="117"/>
                </a:lnTo>
                <a:lnTo>
                  <a:pt x="10559" y="0"/>
                </a:lnTo>
                <a:moveTo>
                  <a:pt x="10823" y="0"/>
                </a:moveTo>
                <a:lnTo>
                  <a:pt x="10982" y="0"/>
                </a:lnTo>
                <a:lnTo>
                  <a:pt x="10982" y="117"/>
                </a:lnTo>
                <a:lnTo>
                  <a:pt x="10823" y="117"/>
                </a:lnTo>
                <a:lnTo>
                  <a:pt x="10823" y="0"/>
                </a:lnTo>
                <a:moveTo>
                  <a:pt x="11088" y="0"/>
                </a:moveTo>
                <a:lnTo>
                  <a:pt x="11246" y="0"/>
                </a:lnTo>
                <a:lnTo>
                  <a:pt x="11246" y="117"/>
                </a:lnTo>
                <a:lnTo>
                  <a:pt x="11088" y="117"/>
                </a:lnTo>
                <a:lnTo>
                  <a:pt x="11088" y="0"/>
                </a:lnTo>
                <a:moveTo>
                  <a:pt x="11352" y="0"/>
                </a:moveTo>
                <a:lnTo>
                  <a:pt x="11511" y="0"/>
                </a:lnTo>
                <a:lnTo>
                  <a:pt x="11511" y="117"/>
                </a:lnTo>
                <a:lnTo>
                  <a:pt x="11352" y="117"/>
                </a:lnTo>
                <a:lnTo>
                  <a:pt x="11352" y="0"/>
                </a:lnTo>
                <a:moveTo>
                  <a:pt x="11617" y="0"/>
                </a:moveTo>
                <a:lnTo>
                  <a:pt x="11775" y="0"/>
                </a:lnTo>
                <a:lnTo>
                  <a:pt x="11775" y="117"/>
                </a:lnTo>
                <a:lnTo>
                  <a:pt x="11617" y="117"/>
                </a:lnTo>
                <a:lnTo>
                  <a:pt x="11617" y="0"/>
                </a:lnTo>
                <a:moveTo>
                  <a:pt x="11881" y="0"/>
                </a:moveTo>
                <a:lnTo>
                  <a:pt x="12040" y="0"/>
                </a:lnTo>
                <a:lnTo>
                  <a:pt x="12040" y="117"/>
                </a:lnTo>
                <a:lnTo>
                  <a:pt x="11881" y="117"/>
                </a:lnTo>
                <a:lnTo>
                  <a:pt x="11881" y="0"/>
                </a:lnTo>
                <a:moveTo>
                  <a:pt x="12145" y="0"/>
                </a:moveTo>
                <a:lnTo>
                  <a:pt x="12304" y="0"/>
                </a:lnTo>
                <a:lnTo>
                  <a:pt x="12304" y="117"/>
                </a:lnTo>
                <a:lnTo>
                  <a:pt x="12145" y="117"/>
                </a:lnTo>
                <a:lnTo>
                  <a:pt x="12145" y="0"/>
                </a:lnTo>
                <a:moveTo>
                  <a:pt x="12410" y="0"/>
                </a:moveTo>
                <a:lnTo>
                  <a:pt x="12569" y="0"/>
                </a:lnTo>
                <a:lnTo>
                  <a:pt x="12569" y="117"/>
                </a:lnTo>
                <a:lnTo>
                  <a:pt x="12410" y="117"/>
                </a:lnTo>
                <a:lnTo>
                  <a:pt x="12410" y="0"/>
                </a:lnTo>
                <a:moveTo>
                  <a:pt x="12674" y="0"/>
                </a:moveTo>
                <a:lnTo>
                  <a:pt x="12833" y="0"/>
                </a:lnTo>
                <a:lnTo>
                  <a:pt x="12833" y="117"/>
                </a:lnTo>
                <a:lnTo>
                  <a:pt x="12674" y="117"/>
                </a:lnTo>
                <a:lnTo>
                  <a:pt x="12674" y="0"/>
                </a:lnTo>
                <a:moveTo>
                  <a:pt x="12939" y="0"/>
                </a:moveTo>
                <a:lnTo>
                  <a:pt x="13098" y="0"/>
                </a:lnTo>
                <a:lnTo>
                  <a:pt x="13098" y="117"/>
                </a:lnTo>
                <a:lnTo>
                  <a:pt x="12939" y="117"/>
                </a:lnTo>
                <a:lnTo>
                  <a:pt x="12939" y="0"/>
                </a:lnTo>
                <a:moveTo>
                  <a:pt x="13203" y="0"/>
                </a:moveTo>
                <a:lnTo>
                  <a:pt x="13362" y="0"/>
                </a:lnTo>
                <a:lnTo>
                  <a:pt x="13362" y="117"/>
                </a:lnTo>
                <a:lnTo>
                  <a:pt x="13203" y="117"/>
                </a:lnTo>
                <a:lnTo>
                  <a:pt x="13203" y="0"/>
                </a:lnTo>
                <a:moveTo>
                  <a:pt x="13468" y="0"/>
                </a:moveTo>
                <a:lnTo>
                  <a:pt x="13627" y="0"/>
                </a:lnTo>
                <a:lnTo>
                  <a:pt x="13627" y="117"/>
                </a:lnTo>
                <a:lnTo>
                  <a:pt x="13468" y="117"/>
                </a:lnTo>
                <a:lnTo>
                  <a:pt x="13468" y="0"/>
                </a:lnTo>
                <a:moveTo>
                  <a:pt x="13732" y="0"/>
                </a:moveTo>
                <a:lnTo>
                  <a:pt x="13891" y="0"/>
                </a:lnTo>
                <a:lnTo>
                  <a:pt x="13891" y="117"/>
                </a:lnTo>
                <a:lnTo>
                  <a:pt x="13732" y="117"/>
                </a:lnTo>
                <a:lnTo>
                  <a:pt x="13732" y="0"/>
                </a:lnTo>
                <a:moveTo>
                  <a:pt x="13997" y="0"/>
                </a:moveTo>
                <a:lnTo>
                  <a:pt x="14157" y="0"/>
                </a:lnTo>
                <a:lnTo>
                  <a:pt x="14157" y="117"/>
                </a:lnTo>
                <a:lnTo>
                  <a:pt x="13997" y="117"/>
                </a:lnTo>
                <a:lnTo>
                  <a:pt x="13997" y="0"/>
                </a:lnTo>
                <a:moveTo>
                  <a:pt x="14262" y="0"/>
                </a:moveTo>
                <a:lnTo>
                  <a:pt x="14421" y="0"/>
                </a:lnTo>
                <a:lnTo>
                  <a:pt x="14421" y="117"/>
                </a:lnTo>
                <a:lnTo>
                  <a:pt x="14262" y="117"/>
                </a:lnTo>
                <a:lnTo>
                  <a:pt x="14262" y="0"/>
                </a:lnTo>
                <a:moveTo>
                  <a:pt x="14527" y="0"/>
                </a:moveTo>
                <a:lnTo>
                  <a:pt x="14686" y="0"/>
                </a:lnTo>
                <a:lnTo>
                  <a:pt x="14686" y="117"/>
                </a:lnTo>
                <a:lnTo>
                  <a:pt x="14527" y="117"/>
                </a:lnTo>
                <a:lnTo>
                  <a:pt x="14527" y="0"/>
                </a:lnTo>
                <a:moveTo>
                  <a:pt x="14791" y="0"/>
                </a:moveTo>
                <a:lnTo>
                  <a:pt x="14950" y="0"/>
                </a:lnTo>
                <a:lnTo>
                  <a:pt x="14950" y="117"/>
                </a:lnTo>
                <a:lnTo>
                  <a:pt x="14791" y="117"/>
                </a:lnTo>
                <a:lnTo>
                  <a:pt x="14791" y="0"/>
                </a:lnTo>
                <a:moveTo>
                  <a:pt x="15056" y="0"/>
                </a:moveTo>
                <a:lnTo>
                  <a:pt x="15215" y="0"/>
                </a:lnTo>
                <a:lnTo>
                  <a:pt x="15215" y="117"/>
                </a:lnTo>
                <a:lnTo>
                  <a:pt x="15056" y="117"/>
                </a:lnTo>
                <a:lnTo>
                  <a:pt x="15056" y="0"/>
                </a:lnTo>
                <a:moveTo>
                  <a:pt x="15320" y="0"/>
                </a:moveTo>
                <a:lnTo>
                  <a:pt x="15479" y="0"/>
                </a:lnTo>
                <a:lnTo>
                  <a:pt x="15479" y="117"/>
                </a:lnTo>
                <a:lnTo>
                  <a:pt x="15320" y="117"/>
                </a:lnTo>
                <a:lnTo>
                  <a:pt x="15320" y="0"/>
                </a:lnTo>
                <a:moveTo>
                  <a:pt x="15585" y="0"/>
                </a:moveTo>
                <a:lnTo>
                  <a:pt x="15743" y="0"/>
                </a:lnTo>
                <a:lnTo>
                  <a:pt x="15743" y="117"/>
                </a:lnTo>
                <a:lnTo>
                  <a:pt x="15585" y="117"/>
                </a:lnTo>
                <a:lnTo>
                  <a:pt x="15585" y="0"/>
                </a:lnTo>
                <a:moveTo>
                  <a:pt x="15849" y="0"/>
                </a:moveTo>
                <a:lnTo>
                  <a:pt x="16008" y="0"/>
                </a:lnTo>
                <a:lnTo>
                  <a:pt x="16008" y="117"/>
                </a:lnTo>
                <a:lnTo>
                  <a:pt x="15849" y="117"/>
                </a:lnTo>
                <a:lnTo>
                  <a:pt x="15849" y="0"/>
                </a:lnTo>
                <a:moveTo>
                  <a:pt x="16114" y="0"/>
                </a:moveTo>
                <a:lnTo>
                  <a:pt x="16272" y="0"/>
                </a:lnTo>
                <a:lnTo>
                  <a:pt x="16272" y="117"/>
                </a:lnTo>
                <a:lnTo>
                  <a:pt x="16114" y="117"/>
                </a:lnTo>
                <a:lnTo>
                  <a:pt x="16114" y="0"/>
                </a:lnTo>
                <a:moveTo>
                  <a:pt x="16378" y="0"/>
                </a:moveTo>
                <a:lnTo>
                  <a:pt x="16537" y="0"/>
                </a:lnTo>
                <a:lnTo>
                  <a:pt x="16537" y="117"/>
                </a:lnTo>
                <a:lnTo>
                  <a:pt x="16378" y="117"/>
                </a:lnTo>
                <a:lnTo>
                  <a:pt x="16378" y="0"/>
                </a:lnTo>
                <a:moveTo>
                  <a:pt x="16643" y="0"/>
                </a:moveTo>
                <a:lnTo>
                  <a:pt x="16801" y="0"/>
                </a:lnTo>
                <a:lnTo>
                  <a:pt x="16801" y="117"/>
                </a:lnTo>
                <a:lnTo>
                  <a:pt x="16643" y="117"/>
                </a:lnTo>
                <a:lnTo>
                  <a:pt x="16643" y="0"/>
                </a:lnTo>
                <a:moveTo>
                  <a:pt x="16907" y="0"/>
                </a:moveTo>
                <a:lnTo>
                  <a:pt x="17066" y="0"/>
                </a:lnTo>
                <a:lnTo>
                  <a:pt x="17066" y="117"/>
                </a:lnTo>
                <a:lnTo>
                  <a:pt x="16907" y="117"/>
                </a:lnTo>
                <a:lnTo>
                  <a:pt x="16907" y="0"/>
                </a:lnTo>
                <a:moveTo>
                  <a:pt x="17172" y="0"/>
                </a:moveTo>
                <a:lnTo>
                  <a:pt x="17330" y="0"/>
                </a:lnTo>
                <a:lnTo>
                  <a:pt x="17330" y="117"/>
                </a:lnTo>
                <a:lnTo>
                  <a:pt x="17172" y="117"/>
                </a:lnTo>
                <a:lnTo>
                  <a:pt x="17172" y="0"/>
                </a:lnTo>
                <a:moveTo>
                  <a:pt x="17436" y="0"/>
                </a:moveTo>
                <a:lnTo>
                  <a:pt x="17595" y="0"/>
                </a:lnTo>
                <a:lnTo>
                  <a:pt x="17595" y="117"/>
                </a:lnTo>
                <a:lnTo>
                  <a:pt x="17436" y="117"/>
                </a:lnTo>
                <a:lnTo>
                  <a:pt x="17436" y="0"/>
                </a:lnTo>
                <a:moveTo>
                  <a:pt x="17701" y="0"/>
                </a:moveTo>
                <a:lnTo>
                  <a:pt x="17859" y="0"/>
                </a:lnTo>
                <a:lnTo>
                  <a:pt x="17859" y="117"/>
                </a:lnTo>
                <a:lnTo>
                  <a:pt x="17701" y="117"/>
                </a:lnTo>
                <a:lnTo>
                  <a:pt x="17701" y="0"/>
                </a:lnTo>
                <a:moveTo>
                  <a:pt x="17965" y="0"/>
                </a:moveTo>
                <a:lnTo>
                  <a:pt x="18124" y="0"/>
                </a:lnTo>
                <a:lnTo>
                  <a:pt x="18124" y="117"/>
                </a:lnTo>
                <a:lnTo>
                  <a:pt x="17965" y="117"/>
                </a:lnTo>
                <a:lnTo>
                  <a:pt x="17965" y="0"/>
                </a:lnTo>
                <a:moveTo>
                  <a:pt x="18230" y="0"/>
                </a:moveTo>
                <a:lnTo>
                  <a:pt x="18388" y="0"/>
                </a:lnTo>
                <a:lnTo>
                  <a:pt x="18388" y="117"/>
                </a:lnTo>
                <a:lnTo>
                  <a:pt x="18230" y="117"/>
                </a:lnTo>
                <a:lnTo>
                  <a:pt x="18230" y="0"/>
                </a:lnTo>
                <a:moveTo>
                  <a:pt x="18494" y="0"/>
                </a:moveTo>
                <a:lnTo>
                  <a:pt x="18653" y="0"/>
                </a:lnTo>
                <a:lnTo>
                  <a:pt x="18653" y="117"/>
                </a:lnTo>
                <a:lnTo>
                  <a:pt x="18494" y="117"/>
                </a:lnTo>
                <a:lnTo>
                  <a:pt x="18494" y="0"/>
                </a:lnTo>
                <a:moveTo>
                  <a:pt x="18758" y="0"/>
                </a:moveTo>
                <a:lnTo>
                  <a:pt x="18917" y="0"/>
                </a:lnTo>
                <a:lnTo>
                  <a:pt x="18917" y="117"/>
                </a:lnTo>
                <a:lnTo>
                  <a:pt x="18758" y="117"/>
                </a:lnTo>
                <a:lnTo>
                  <a:pt x="18758" y="0"/>
                </a:lnTo>
                <a:moveTo>
                  <a:pt x="19023" y="0"/>
                </a:moveTo>
                <a:lnTo>
                  <a:pt x="19182" y="0"/>
                </a:lnTo>
                <a:lnTo>
                  <a:pt x="19182" y="117"/>
                </a:lnTo>
                <a:lnTo>
                  <a:pt x="19023" y="117"/>
                </a:lnTo>
                <a:lnTo>
                  <a:pt x="19023" y="0"/>
                </a:lnTo>
                <a:moveTo>
                  <a:pt x="19287" y="0"/>
                </a:moveTo>
                <a:lnTo>
                  <a:pt x="19446" y="0"/>
                </a:lnTo>
                <a:lnTo>
                  <a:pt x="19446" y="117"/>
                </a:lnTo>
                <a:lnTo>
                  <a:pt x="19287" y="117"/>
                </a:lnTo>
                <a:lnTo>
                  <a:pt x="19287" y="0"/>
                </a:lnTo>
                <a:moveTo>
                  <a:pt x="19552" y="0"/>
                </a:moveTo>
                <a:lnTo>
                  <a:pt x="19711" y="0"/>
                </a:lnTo>
                <a:lnTo>
                  <a:pt x="19711" y="117"/>
                </a:lnTo>
                <a:lnTo>
                  <a:pt x="19552" y="117"/>
                </a:lnTo>
                <a:lnTo>
                  <a:pt x="19552" y="0"/>
                </a:lnTo>
                <a:moveTo>
                  <a:pt x="19816" y="0"/>
                </a:moveTo>
                <a:lnTo>
                  <a:pt x="19975" y="0"/>
                </a:lnTo>
                <a:lnTo>
                  <a:pt x="19975" y="117"/>
                </a:lnTo>
                <a:lnTo>
                  <a:pt x="19816" y="117"/>
                </a:lnTo>
                <a:lnTo>
                  <a:pt x="19816" y="0"/>
                </a:lnTo>
                <a:moveTo>
                  <a:pt x="20081" y="0"/>
                </a:moveTo>
                <a:lnTo>
                  <a:pt x="20240" y="0"/>
                </a:lnTo>
                <a:lnTo>
                  <a:pt x="20240" y="117"/>
                </a:lnTo>
                <a:lnTo>
                  <a:pt x="20081" y="117"/>
                </a:lnTo>
                <a:lnTo>
                  <a:pt x="20081" y="0"/>
                </a:lnTo>
                <a:moveTo>
                  <a:pt x="20345" y="0"/>
                </a:moveTo>
                <a:lnTo>
                  <a:pt x="20504" y="0"/>
                </a:lnTo>
                <a:lnTo>
                  <a:pt x="20504" y="117"/>
                </a:lnTo>
                <a:lnTo>
                  <a:pt x="20345" y="117"/>
                </a:lnTo>
                <a:lnTo>
                  <a:pt x="20345" y="0"/>
                </a:lnTo>
                <a:moveTo>
                  <a:pt x="20610" y="0"/>
                </a:moveTo>
                <a:lnTo>
                  <a:pt x="20769" y="0"/>
                </a:lnTo>
                <a:lnTo>
                  <a:pt x="20769" y="117"/>
                </a:lnTo>
                <a:lnTo>
                  <a:pt x="20610" y="117"/>
                </a:lnTo>
                <a:lnTo>
                  <a:pt x="20610" y="0"/>
                </a:lnTo>
                <a:moveTo>
                  <a:pt x="20874" y="0"/>
                </a:moveTo>
                <a:lnTo>
                  <a:pt x="21033" y="0"/>
                </a:lnTo>
                <a:lnTo>
                  <a:pt x="21033" y="117"/>
                </a:lnTo>
                <a:lnTo>
                  <a:pt x="20874" y="117"/>
                </a:lnTo>
                <a:lnTo>
                  <a:pt x="20874" y="0"/>
                </a:lnTo>
                <a:moveTo>
                  <a:pt x="21139" y="0"/>
                </a:moveTo>
                <a:lnTo>
                  <a:pt x="21298" y="0"/>
                </a:lnTo>
                <a:lnTo>
                  <a:pt x="21298" y="117"/>
                </a:lnTo>
                <a:lnTo>
                  <a:pt x="21139" y="117"/>
                </a:lnTo>
                <a:lnTo>
                  <a:pt x="21139" y="0"/>
                </a:lnTo>
                <a:moveTo>
                  <a:pt x="21403" y="0"/>
                </a:moveTo>
                <a:lnTo>
                  <a:pt x="21562" y="0"/>
                </a:lnTo>
                <a:lnTo>
                  <a:pt x="21562" y="117"/>
                </a:lnTo>
                <a:lnTo>
                  <a:pt x="21403" y="117"/>
                </a:lnTo>
                <a:lnTo>
                  <a:pt x="21403" y="0"/>
                </a:lnTo>
                <a:moveTo>
                  <a:pt x="21668" y="0"/>
                </a:moveTo>
                <a:lnTo>
                  <a:pt x="21827" y="0"/>
                </a:lnTo>
                <a:lnTo>
                  <a:pt x="21827" y="117"/>
                </a:lnTo>
                <a:lnTo>
                  <a:pt x="21668" y="117"/>
                </a:lnTo>
                <a:lnTo>
                  <a:pt x="21668" y="0"/>
                </a:lnTo>
                <a:moveTo>
                  <a:pt x="21932" y="0"/>
                </a:moveTo>
                <a:lnTo>
                  <a:pt x="22091" y="0"/>
                </a:lnTo>
                <a:lnTo>
                  <a:pt x="22091" y="117"/>
                </a:lnTo>
                <a:lnTo>
                  <a:pt x="21932" y="117"/>
                </a:lnTo>
                <a:lnTo>
                  <a:pt x="21932" y="0"/>
                </a:lnTo>
                <a:moveTo>
                  <a:pt x="22197" y="0"/>
                </a:moveTo>
                <a:lnTo>
                  <a:pt x="22355" y="0"/>
                </a:lnTo>
                <a:lnTo>
                  <a:pt x="22355" y="117"/>
                </a:lnTo>
                <a:lnTo>
                  <a:pt x="22197" y="117"/>
                </a:lnTo>
                <a:lnTo>
                  <a:pt x="22197" y="0"/>
                </a:lnTo>
                <a:moveTo>
                  <a:pt x="22461" y="0"/>
                </a:moveTo>
                <a:lnTo>
                  <a:pt x="22620" y="0"/>
                </a:lnTo>
                <a:lnTo>
                  <a:pt x="22620" y="117"/>
                </a:lnTo>
                <a:lnTo>
                  <a:pt x="22461" y="117"/>
                </a:lnTo>
                <a:lnTo>
                  <a:pt x="22461" y="0"/>
                </a:lnTo>
                <a:moveTo>
                  <a:pt x="22726" y="0"/>
                </a:moveTo>
                <a:lnTo>
                  <a:pt x="22884" y="0"/>
                </a:lnTo>
                <a:lnTo>
                  <a:pt x="22884" y="117"/>
                </a:lnTo>
                <a:lnTo>
                  <a:pt x="22726" y="117"/>
                </a:lnTo>
                <a:lnTo>
                  <a:pt x="22726" y="0"/>
                </a:lnTo>
                <a:moveTo>
                  <a:pt x="22990" y="0"/>
                </a:moveTo>
                <a:lnTo>
                  <a:pt x="23149" y="0"/>
                </a:lnTo>
                <a:lnTo>
                  <a:pt x="23149" y="117"/>
                </a:lnTo>
                <a:lnTo>
                  <a:pt x="22990" y="117"/>
                </a:lnTo>
                <a:lnTo>
                  <a:pt x="22990" y="0"/>
                </a:lnTo>
                <a:moveTo>
                  <a:pt x="23255" y="0"/>
                </a:moveTo>
                <a:lnTo>
                  <a:pt x="23413" y="0"/>
                </a:lnTo>
                <a:lnTo>
                  <a:pt x="23413" y="117"/>
                </a:lnTo>
                <a:lnTo>
                  <a:pt x="23255" y="117"/>
                </a:lnTo>
                <a:lnTo>
                  <a:pt x="23255" y="0"/>
                </a:lnTo>
                <a:moveTo>
                  <a:pt x="23519" y="0"/>
                </a:moveTo>
                <a:lnTo>
                  <a:pt x="23678" y="0"/>
                </a:lnTo>
                <a:lnTo>
                  <a:pt x="23678" y="117"/>
                </a:lnTo>
                <a:lnTo>
                  <a:pt x="23519" y="117"/>
                </a:lnTo>
                <a:lnTo>
                  <a:pt x="23519" y="0"/>
                </a:lnTo>
                <a:moveTo>
                  <a:pt x="23784" y="0"/>
                </a:moveTo>
                <a:lnTo>
                  <a:pt x="23942" y="0"/>
                </a:lnTo>
                <a:lnTo>
                  <a:pt x="23942" y="117"/>
                </a:lnTo>
                <a:lnTo>
                  <a:pt x="23784" y="117"/>
                </a:lnTo>
                <a:lnTo>
                  <a:pt x="23784" y="0"/>
                </a:lnTo>
                <a:moveTo>
                  <a:pt x="24048" y="0"/>
                </a:moveTo>
                <a:lnTo>
                  <a:pt x="24207" y="0"/>
                </a:lnTo>
                <a:lnTo>
                  <a:pt x="24207" y="117"/>
                </a:lnTo>
                <a:lnTo>
                  <a:pt x="24048" y="117"/>
                </a:lnTo>
                <a:lnTo>
                  <a:pt x="24048" y="0"/>
                </a:lnTo>
                <a:moveTo>
                  <a:pt x="24313" y="0"/>
                </a:moveTo>
                <a:lnTo>
                  <a:pt x="24471" y="0"/>
                </a:lnTo>
                <a:lnTo>
                  <a:pt x="24471" y="117"/>
                </a:lnTo>
                <a:lnTo>
                  <a:pt x="24313" y="117"/>
                </a:lnTo>
                <a:lnTo>
                  <a:pt x="24313" y="0"/>
                </a:lnTo>
                <a:moveTo>
                  <a:pt x="24577" y="0"/>
                </a:moveTo>
                <a:lnTo>
                  <a:pt x="24736" y="0"/>
                </a:lnTo>
                <a:lnTo>
                  <a:pt x="24736" y="117"/>
                </a:lnTo>
                <a:lnTo>
                  <a:pt x="24577" y="117"/>
                </a:lnTo>
                <a:lnTo>
                  <a:pt x="24577" y="0"/>
                </a:lnTo>
                <a:moveTo>
                  <a:pt x="24842" y="0"/>
                </a:moveTo>
                <a:lnTo>
                  <a:pt x="25000" y="0"/>
                </a:lnTo>
                <a:lnTo>
                  <a:pt x="25000" y="117"/>
                </a:lnTo>
                <a:lnTo>
                  <a:pt x="24842" y="117"/>
                </a:lnTo>
                <a:lnTo>
                  <a:pt x="24842" y="0"/>
                </a:lnTo>
                <a:moveTo>
                  <a:pt x="25106" y="0"/>
                </a:moveTo>
                <a:lnTo>
                  <a:pt x="25265" y="0"/>
                </a:lnTo>
                <a:lnTo>
                  <a:pt x="25265" y="117"/>
                </a:lnTo>
                <a:lnTo>
                  <a:pt x="25106" y="117"/>
                </a:lnTo>
                <a:lnTo>
                  <a:pt x="25106" y="0"/>
                </a:lnTo>
                <a:moveTo>
                  <a:pt x="25371" y="0"/>
                </a:moveTo>
                <a:lnTo>
                  <a:pt x="25529" y="0"/>
                </a:lnTo>
                <a:lnTo>
                  <a:pt x="25529" y="117"/>
                </a:lnTo>
                <a:lnTo>
                  <a:pt x="25371" y="117"/>
                </a:lnTo>
                <a:lnTo>
                  <a:pt x="25371" y="0"/>
                </a:lnTo>
                <a:moveTo>
                  <a:pt x="25635" y="0"/>
                </a:moveTo>
                <a:lnTo>
                  <a:pt x="25794" y="0"/>
                </a:lnTo>
                <a:lnTo>
                  <a:pt x="25794" y="117"/>
                </a:lnTo>
                <a:lnTo>
                  <a:pt x="25635" y="117"/>
                </a:lnTo>
                <a:lnTo>
                  <a:pt x="25635" y="0"/>
                </a:lnTo>
                <a:moveTo>
                  <a:pt x="25899" y="0"/>
                </a:moveTo>
                <a:lnTo>
                  <a:pt x="26058" y="0"/>
                </a:lnTo>
                <a:lnTo>
                  <a:pt x="26058" y="117"/>
                </a:lnTo>
                <a:lnTo>
                  <a:pt x="25899" y="117"/>
                </a:lnTo>
                <a:lnTo>
                  <a:pt x="25899" y="0"/>
                </a:lnTo>
                <a:moveTo>
                  <a:pt x="26164" y="0"/>
                </a:moveTo>
                <a:lnTo>
                  <a:pt x="26323" y="0"/>
                </a:lnTo>
                <a:lnTo>
                  <a:pt x="26323" y="117"/>
                </a:lnTo>
                <a:lnTo>
                  <a:pt x="26164" y="117"/>
                </a:lnTo>
                <a:lnTo>
                  <a:pt x="26164" y="0"/>
                </a:lnTo>
                <a:moveTo>
                  <a:pt x="26428" y="0"/>
                </a:moveTo>
                <a:lnTo>
                  <a:pt x="26587" y="0"/>
                </a:lnTo>
                <a:lnTo>
                  <a:pt x="26587" y="117"/>
                </a:lnTo>
                <a:lnTo>
                  <a:pt x="26428" y="117"/>
                </a:lnTo>
                <a:lnTo>
                  <a:pt x="26428" y="0"/>
                </a:lnTo>
                <a:moveTo>
                  <a:pt x="26693" y="0"/>
                </a:moveTo>
                <a:lnTo>
                  <a:pt x="26852" y="0"/>
                </a:lnTo>
                <a:lnTo>
                  <a:pt x="26852" y="117"/>
                </a:lnTo>
                <a:lnTo>
                  <a:pt x="26693" y="117"/>
                </a:lnTo>
                <a:lnTo>
                  <a:pt x="26693" y="0"/>
                </a:lnTo>
                <a:moveTo>
                  <a:pt x="26957" y="0"/>
                </a:moveTo>
                <a:lnTo>
                  <a:pt x="27116" y="0"/>
                </a:lnTo>
                <a:lnTo>
                  <a:pt x="27116" y="117"/>
                </a:lnTo>
                <a:lnTo>
                  <a:pt x="26957" y="117"/>
                </a:lnTo>
                <a:lnTo>
                  <a:pt x="26957" y="0"/>
                </a:lnTo>
                <a:moveTo>
                  <a:pt x="27222" y="0"/>
                </a:moveTo>
                <a:lnTo>
                  <a:pt x="27381" y="0"/>
                </a:lnTo>
                <a:lnTo>
                  <a:pt x="27381" y="117"/>
                </a:lnTo>
                <a:lnTo>
                  <a:pt x="27222" y="117"/>
                </a:lnTo>
                <a:lnTo>
                  <a:pt x="27222" y="0"/>
                </a:lnTo>
                <a:moveTo>
                  <a:pt x="27486" y="0"/>
                </a:moveTo>
                <a:lnTo>
                  <a:pt x="27645" y="0"/>
                </a:lnTo>
                <a:lnTo>
                  <a:pt x="27645" y="117"/>
                </a:lnTo>
                <a:lnTo>
                  <a:pt x="27486" y="117"/>
                </a:lnTo>
                <a:lnTo>
                  <a:pt x="27486" y="0"/>
                </a:lnTo>
                <a:moveTo>
                  <a:pt x="27751" y="0"/>
                </a:moveTo>
                <a:lnTo>
                  <a:pt x="27910" y="0"/>
                </a:lnTo>
                <a:lnTo>
                  <a:pt x="27910" y="117"/>
                </a:lnTo>
                <a:lnTo>
                  <a:pt x="27751" y="117"/>
                </a:lnTo>
                <a:lnTo>
                  <a:pt x="27751" y="0"/>
                </a:lnTo>
                <a:moveTo>
                  <a:pt x="28015" y="0"/>
                </a:moveTo>
                <a:lnTo>
                  <a:pt x="28174" y="0"/>
                </a:lnTo>
                <a:lnTo>
                  <a:pt x="28174" y="117"/>
                </a:lnTo>
                <a:lnTo>
                  <a:pt x="28015" y="117"/>
                </a:lnTo>
                <a:lnTo>
                  <a:pt x="28015" y="0"/>
                </a:lnTo>
                <a:moveTo>
                  <a:pt x="28280" y="0"/>
                </a:moveTo>
                <a:lnTo>
                  <a:pt x="28439" y="0"/>
                </a:lnTo>
                <a:lnTo>
                  <a:pt x="28439" y="117"/>
                </a:lnTo>
                <a:lnTo>
                  <a:pt x="28280" y="117"/>
                </a:lnTo>
                <a:lnTo>
                  <a:pt x="28280" y="0"/>
                </a:lnTo>
                <a:moveTo>
                  <a:pt x="28544" y="0"/>
                </a:moveTo>
                <a:lnTo>
                  <a:pt x="28703" y="0"/>
                </a:lnTo>
                <a:lnTo>
                  <a:pt x="28703" y="117"/>
                </a:lnTo>
                <a:lnTo>
                  <a:pt x="28544" y="117"/>
                </a:lnTo>
                <a:lnTo>
                  <a:pt x="28544" y="0"/>
                </a:lnTo>
                <a:moveTo>
                  <a:pt x="28809" y="0"/>
                </a:moveTo>
                <a:lnTo>
                  <a:pt x="28968" y="0"/>
                </a:lnTo>
                <a:lnTo>
                  <a:pt x="28968" y="117"/>
                </a:lnTo>
                <a:lnTo>
                  <a:pt x="28809" y="117"/>
                </a:lnTo>
                <a:lnTo>
                  <a:pt x="28809" y="0"/>
                </a:lnTo>
                <a:moveTo>
                  <a:pt x="29073" y="0"/>
                </a:moveTo>
                <a:lnTo>
                  <a:pt x="29232" y="0"/>
                </a:lnTo>
                <a:lnTo>
                  <a:pt x="29232" y="117"/>
                </a:lnTo>
                <a:lnTo>
                  <a:pt x="29073" y="117"/>
                </a:lnTo>
                <a:lnTo>
                  <a:pt x="29073" y="0"/>
                </a:lnTo>
                <a:moveTo>
                  <a:pt x="29338" y="0"/>
                </a:moveTo>
                <a:lnTo>
                  <a:pt x="29496" y="0"/>
                </a:lnTo>
                <a:lnTo>
                  <a:pt x="29496" y="117"/>
                </a:lnTo>
                <a:lnTo>
                  <a:pt x="29338" y="117"/>
                </a:lnTo>
                <a:lnTo>
                  <a:pt x="29338" y="0"/>
                </a:lnTo>
                <a:moveTo>
                  <a:pt x="29602" y="0"/>
                </a:moveTo>
                <a:lnTo>
                  <a:pt x="29761" y="0"/>
                </a:lnTo>
                <a:lnTo>
                  <a:pt x="29761" y="117"/>
                </a:lnTo>
                <a:lnTo>
                  <a:pt x="29602" y="117"/>
                </a:lnTo>
                <a:lnTo>
                  <a:pt x="29602" y="0"/>
                </a:lnTo>
                <a:moveTo>
                  <a:pt x="29867" y="0"/>
                </a:moveTo>
                <a:lnTo>
                  <a:pt x="30025" y="0"/>
                </a:lnTo>
                <a:lnTo>
                  <a:pt x="30025" y="117"/>
                </a:lnTo>
                <a:lnTo>
                  <a:pt x="29867" y="117"/>
                </a:lnTo>
                <a:lnTo>
                  <a:pt x="29867" y="0"/>
                </a:lnTo>
                <a:moveTo>
                  <a:pt x="30131" y="0"/>
                </a:moveTo>
                <a:lnTo>
                  <a:pt x="30290" y="0"/>
                </a:lnTo>
                <a:lnTo>
                  <a:pt x="30290" y="117"/>
                </a:lnTo>
                <a:lnTo>
                  <a:pt x="30131" y="117"/>
                </a:lnTo>
                <a:lnTo>
                  <a:pt x="30131" y="0"/>
                </a:lnTo>
                <a:moveTo>
                  <a:pt x="30396" y="0"/>
                </a:moveTo>
                <a:lnTo>
                  <a:pt x="30554" y="0"/>
                </a:lnTo>
                <a:lnTo>
                  <a:pt x="30554" y="117"/>
                </a:lnTo>
                <a:lnTo>
                  <a:pt x="30396" y="117"/>
                </a:lnTo>
                <a:lnTo>
                  <a:pt x="30396" y="0"/>
                </a:lnTo>
                <a:moveTo>
                  <a:pt x="30660" y="0"/>
                </a:moveTo>
                <a:lnTo>
                  <a:pt x="30725" y="0"/>
                </a:lnTo>
                <a:cubicBezTo>
                  <a:pt x="30767" y="0"/>
                  <a:pt x="30807" y="10"/>
                  <a:pt x="30843" y="31"/>
                </a:cubicBezTo>
                <a:lnTo>
                  <a:pt x="30787" y="133"/>
                </a:lnTo>
                <a:cubicBezTo>
                  <a:pt x="30767" y="122"/>
                  <a:pt x="30747" y="117"/>
                  <a:pt x="30725" y="117"/>
                </a:cubicBezTo>
                <a:lnTo>
                  <a:pt x="30660" y="117"/>
                </a:lnTo>
                <a:lnTo>
                  <a:pt x="30660" y="0"/>
                </a:lnTo>
                <a:moveTo>
                  <a:pt x="30940" y="130"/>
                </a:moveTo>
                <a:cubicBezTo>
                  <a:pt x="30959" y="166"/>
                  <a:pt x="30968" y="204"/>
                  <a:pt x="30968" y="244"/>
                </a:cubicBezTo>
                <a:lnTo>
                  <a:pt x="30968" y="313"/>
                </a:lnTo>
                <a:lnTo>
                  <a:pt x="30852" y="313"/>
                </a:lnTo>
                <a:lnTo>
                  <a:pt x="30852" y="244"/>
                </a:lnTo>
                <a:cubicBezTo>
                  <a:pt x="30852" y="223"/>
                  <a:pt x="30847" y="203"/>
                  <a:pt x="30837" y="185"/>
                </a:cubicBezTo>
                <a:lnTo>
                  <a:pt x="30940" y="130"/>
                </a:lnTo>
                <a:moveTo>
                  <a:pt x="30968" y="420"/>
                </a:moveTo>
                <a:lnTo>
                  <a:pt x="30968" y="578"/>
                </a:lnTo>
                <a:lnTo>
                  <a:pt x="30852" y="578"/>
                </a:lnTo>
                <a:lnTo>
                  <a:pt x="30852" y="420"/>
                </a:lnTo>
                <a:lnTo>
                  <a:pt x="30968" y="420"/>
                </a:lnTo>
                <a:moveTo>
                  <a:pt x="30968" y="684"/>
                </a:moveTo>
                <a:lnTo>
                  <a:pt x="30968" y="843"/>
                </a:lnTo>
                <a:lnTo>
                  <a:pt x="30852" y="843"/>
                </a:lnTo>
                <a:lnTo>
                  <a:pt x="30852" y="684"/>
                </a:lnTo>
                <a:lnTo>
                  <a:pt x="30968" y="684"/>
                </a:lnTo>
                <a:moveTo>
                  <a:pt x="30968" y="949"/>
                </a:moveTo>
                <a:lnTo>
                  <a:pt x="30968" y="1107"/>
                </a:lnTo>
                <a:lnTo>
                  <a:pt x="30852" y="1107"/>
                </a:lnTo>
                <a:lnTo>
                  <a:pt x="30852" y="949"/>
                </a:lnTo>
                <a:lnTo>
                  <a:pt x="30968" y="949"/>
                </a:lnTo>
                <a:moveTo>
                  <a:pt x="30968" y="1213"/>
                </a:moveTo>
                <a:lnTo>
                  <a:pt x="30968" y="1372"/>
                </a:lnTo>
                <a:lnTo>
                  <a:pt x="30852" y="1372"/>
                </a:lnTo>
                <a:lnTo>
                  <a:pt x="30852" y="1213"/>
                </a:lnTo>
                <a:lnTo>
                  <a:pt x="30968" y="1213"/>
                </a:lnTo>
                <a:moveTo>
                  <a:pt x="30968" y="1478"/>
                </a:moveTo>
                <a:lnTo>
                  <a:pt x="30968" y="1636"/>
                </a:lnTo>
                <a:lnTo>
                  <a:pt x="30852" y="1636"/>
                </a:lnTo>
                <a:lnTo>
                  <a:pt x="30852" y="1478"/>
                </a:lnTo>
                <a:lnTo>
                  <a:pt x="30968" y="1478"/>
                </a:lnTo>
                <a:moveTo>
                  <a:pt x="30968" y="1742"/>
                </a:moveTo>
                <a:lnTo>
                  <a:pt x="30968" y="1901"/>
                </a:lnTo>
                <a:lnTo>
                  <a:pt x="30852" y="1901"/>
                </a:lnTo>
                <a:lnTo>
                  <a:pt x="30852" y="1742"/>
                </a:lnTo>
                <a:lnTo>
                  <a:pt x="30968" y="1742"/>
                </a:lnTo>
                <a:moveTo>
                  <a:pt x="30968" y="2007"/>
                </a:moveTo>
                <a:lnTo>
                  <a:pt x="30968" y="2165"/>
                </a:lnTo>
                <a:lnTo>
                  <a:pt x="30852" y="2165"/>
                </a:lnTo>
                <a:lnTo>
                  <a:pt x="30852" y="2007"/>
                </a:lnTo>
                <a:lnTo>
                  <a:pt x="30968" y="2007"/>
                </a:lnTo>
                <a:moveTo>
                  <a:pt x="30968" y="2271"/>
                </a:moveTo>
                <a:lnTo>
                  <a:pt x="30968" y="2430"/>
                </a:lnTo>
                <a:lnTo>
                  <a:pt x="30852" y="2430"/>
                </a:lnTo>
                <a:lnTo>
                  <a:pt x="30852" y="2271"/>
                </a:lnTo>
                <a:lnTo>
                  <a:pt x="30968" y="2271"/>
                </a:lnTo>
                <a:moveTo>
                  <a:pt x="30968" y="2536"/>
                </a:moveTo>
                <a:lnTo>
                  <a:pt x="30968" y="2694"/>
                </a:lnTo>
                <a:lnTo>
                  <a:pt x="30852" y="2694"/>
                </a:lnTo>
                <a:lnTo>
                  <a:pt x="30852" y="2536"/>
                </a:lnTo>
                <a:lnTo>
                  <a:pt x="30968" y="2536"/>
                </a:lnTo>
                <a:moveTo>
                  <a:pt x="30968" y="2800"/>
                </a:moveTo>
                <a:lnTo>
                  <a:pt x="30968" y="2959"/>
                </a:lnTo>
                <a:lnTo>
                  <a:pt x="30852" y="2959"/>
                </a:lnTo>
                <a:lnTo>
                  <a:pt x="30852" y="2800"/>
                </a:lnTo>
                <a:lnTo>
                  <a:pt x="30968" y="2800"/>
                </a:lnTo>
                <a:moveTo>
                  <a:pt x="30968" y="3065"/>
                </a:moveTo>
                <a:lnTo>
                  <a:pt x="30968" y="3223"/>
                </a:lnTo>
                <a:lnTo>
                  <a:pt x="30852" y="3223"/>
                </a:lnTo>
                <a:lnTo>
                  <a:pt x="30852" y="3065"/>
                </a:lnTo>
                <a:lnTo>
                  <a:pt x="30968" y="3065"/>
                </a:lnTo>
                <a:moveTo>
                  <a:pt x="30967" y="3333"/>
                </a:moveTo>
                <a:cubicBezTo>
                  <a:pt x="30962" y="3408"/>
                  <a:pt x="30928" y="3468"/>
                  <a:pt x="30867" y="3511"/>
                </a:cubicBezTo>
                <a:lnTo>
                  <a:pt x="30799" y="3417"/>
                </a:lnTo>
                <a:cubicBezTo>
                  <a:pt x="30831" y="3394"/>
                  <a:pt x="30848" y="3363"/>
                  <a:pt x="30851" y="3324"/>
                </a:cubicBezTo>
                <a:lnTo>
                  <a:pt x="30967" y="3333"/>
                </a:lnTo>
                <a:moveTo>
                  <a:pt x="30736" y="3557"/>
                </a:moveTo>
                <a:cubicBezTo>
                  <a:pt x="30733" y="3557"/>
                  <a:pt x="30729" y="3557"/>
                  <a:pt x="30725" y="3557"/>
                </a:cubicBezTo>
                <a:lnTo>
                  <a:pt x="30575" y="3557"/>
                </a:lnTo>
                <a:lnTo>
                  <a:pt x="30575" y="3441"/>
                </a:lnTo>
                <a:lnTo>
                  <a:pt x="30725" y="3441"/>
                </a:lnTo>
                <a:cubicBezTo>
                  <a:pt x="30727" y="3441"/>
                  <a:pt x="30729" y="3441"/>
                  <a:pt x="30731" y="3441"/>
                </a:cubicBezTo>
                <a:lnTo>
                  <a:pt x="30736" y="3557"/>
                </a:lnTo>
                <a:moveTo>
                  <a:pt x="30470" y="3557"/>
                </a:moveTo>
                <a:lnTo>
                  <a:pt x="30311" y="3557"/>
                </a:lnTo>
                <a:lnTo>
                  <a:pt x="30311" y="3441"/>
                </a:lnTo>
                <a:lnTo>
                  <a:pt x="30470" y="3441"/>
                </a:lnTo>
                <a:lnTo>
                  <a:pt x="30470" y="3557"/>
                </a:lnTo>
                <a:moveTo>
                  <a:pt x="30205" y="3557"/>
                </a:moveTo>
                <a:lnTo>
                  <a:pt x="30046" y="3557"/>
                </a:lnTo>
                <a:lnTo>
                  <a:pt x="30046" y="3441"/>
                </a:lnTo>
                <a:lnTo>
                  <a:pt x="30205" y="3441"/>
                </a:lnTo>
                <a:lnTo>
                  <a:pt x="30205" y="3557"/>
                </a:lnTo>
                <a:moveTo>
                  <a:pt x="29941" y="3557"/>
                </a:moveTo>
                <a:lnTo>
                  <a:pt x="29782" y="3557"/>
                </a:lnTo>
                <a:lnTo>
                  <a:pt x="29782" y="3441"/>
                </a:lnTo>
                <a:lnTo>
                  <a:pt x="29941" y="3441"/>
                </a:lnTo>
                <a:lnTo>
                  <a:pt x="29941" y="3557"/>
                </a:lnTo>
                <a:moveTo>
                  <a:pt x="29676" y="3557"/>
                </a:moveTo>
                <a:lnTo>
                  <a:pt x="29517" y="3557"/>
                </a:lnTo>
                <a:lnTo>
                  <a:pt x="29517" y="3441"/>
                </a:lnTo>
                <a:lnTo>
                  <a:pt x="29676" y="3441"/>
                </a:lnTo>
                <a:lnTo>
                  <a:pt x="29676" y="3557"/>
                </a:lnTo>
                <a:moveTo>
                  <a:pt x="29412" y="3557"/>
                </a:moveTo>
                <a:lnTo>
                  <a:pt x="29253" y="3557"/>
                </a:lnTo>
                <a:lnTo>
                  <a:pt x="29253" y="3441"/>
                </a:lnTo>
                <a:lnTo>
                  <a:pt x="29412" y="3441"/>
                </a:lnTo>
                <a:lnTo>
                  <a:pt x="29412" y="3557"/>
                </a:lnTo>
                <a:moveTo>
                  <a:pt x="29147" y="3557"/>
                </a:moveTo>
                <a:lnTo>
                  <a:pt x="28988" y="3557"/>
                </a:lnTo>
                <a:lnTo>
                  <a:pt x="28988" y="3441"/>
                </a:lnTo>
                <a:lnTo>
                  <a:pt x="29147" y="3441"/>
                </a:lnTo>
                <a:lnTo>
                  <a:pt x="29147" y="3557"/>
                </a:lnTo>
                <a:moveTo>
                  <a:pt x="28883" y="3557"/>
                </a:moveTo>
                <a:lnTo>
                  <a:pt x="28724" y="3557"/>
                </a:lnTo>
                <a:lnTo>
                  <a:pt x="28724" y="3441"/>
                </a:lnTo>
                <a:lnTo>
                  <a:pt x="28883" y="3441"/>
                </a:lnTo>
                <a:lnTo>
                  <a:pt x="28883" y="3557"/>
                </a:lnTo>
                <a:moveTo>
                  <a:pt x="28618" y="3557"/>
                </a:moveTo>
                <a:lnTo>
                  <a:pt x="28459" y="3557"/>
                </a:lnTo>
                <a:lnTo>
                  <a:pt x="28459" y="3441"/>
                </a:lnTo>
                <a:lnTo>
                  <a:pt x="28618" y="3441"/>
                </a:lnTo>
                <a:lnTo>
                  <a:pt x="28618" y="3557"/>
                </a:lnTo>
                <a:moveTo>
                  <a:pt x="28354" y="3557"/>
                </a:moveTo>
                <a:lnTo>
                  <a:pt x="28195" y="3557"/>
                </a:lnTo>
                <a:lnTo>
                  <a:pt x="28195" y="3441"/>
                </a:lnTo>
                <a:lnTo>
                  <a:pt x="28354" y="3441"/>
                </a:lnTo>
                <a:lnTo>
                  <a:pt x="28354" y="3557"/>
                </a:lnTo>
                <a:moveTo>
                  <a:pt x="28089" y="3557"/>
                </a:moveTo>
                <a:lnTo>
                  <a:pt x="27931" y="3557"/>
                </a:lnTo>
                <a:lnTo>
                  <a:pt x="27931" y="3441"/>
                </a:lnTo>
                <a:lnTo>
                  <a:pt x="28089" y="3441"/>
                </a:lnTo>
                <a:lnTo>
                  <a:pt x="28089" y="3557"/>
                </a:lnTo>
                <a:moveTo>
                  <a:pt x="27825" y="3557"/>
                </a:moveTo>
                <a:lnTo>
                  <a:pt x="27666" y="3557"/>
                </a:lnTo>
                <a:lnTo>
                  <a:pt x="27666" y="3441"/>
                </a:lnTo>
                <a:lnTo>
                  <a:pt x="27825" y="3441"/>
                </a:lnTo>
                <a:lnTo>
                  <a:pt x="27825" y="3557"/>
                </a:lnTo>
                <a:moveTo>
                  <a:pt x="27560" y="3557"/>
                </a:moveTo>
                <a:lnTo>
                  <a:pt x="27402" y="3557"/>
                </a:lnTo>
                <a:lnTo>
                  <a:pt x="27402" y="3441"/>
                </a:lnTo>
                <a:lnTo>
                  <a:pt x="27560" y="3441"/>
                </a:lnTo>
                <a:lnTo>
                  <a:pt x="27560" y="3557"/>
                </a:lnTo>
                <a:moveTo>
                  <a:pt x="27296" y="3557"/>
                </a:moveTo>
                <a:lnTo>
                  <a:pt x="27137" y="3557"/>
                </a:lnTo>
                <a:lnTo>
                  <a:pt x="27137" y="3441"/>
                </a:lnTo>
                <a:lnTo>
                  <a:pt x="27296" y="3441"/>
                </a:lnTo>
                <a:lnTo>
                  <a:pt x="27296" y="3557"/>
                </a:lnTo>
                <a:moveTo>
                  <a:pt x="27031" y="3557"/>
                </a:moveTo>
                <a:lnTo>
                  <a:pt x="26873" y="3557"/>
                </a:lnTo>
                <a:lnTo>
                  <a:pt x="26873" y="3441"/>
                </a:lnTo>
                <a:lnTo>
                  <a:pt x="27031" y="3441"/>
                </a:lnTo>
                <a:lnTo>
                  <a:pt x="27031" y="3557"/>
                </a:lnTo>
                <a:moveTo>
                  <a:pt x="26767" y="3557"/>
                </a:moveTo>
                <a:lnTo>
                  <a:pt x="26608" y="3557"/>
                </a:lnTo>
                <a:lnTo>
                  <a:pt x="26608" y="3441"/>
                </a:lnTo>
                <a:lnTo>
                  <a:pt x="26767" y="3441"/>
                </a:lnTo>
                <a:lnTo>
                  <a:pt x="26767" y="3557"/>
                </a:lnTo>
                <a:moveTo>
                  <a:pt x="26502" y="3557"/>
                </a:moveTo>
                <a:lnTo>
                  <a:pt x="26344" y="3557"/>
                </a:lnTo>
                <a:lnTo>
                  <a:pt x="26344" y="3441"/>
                </a:lnTo>
                <a:lnTo>
                  <a:pt x="26502" y="3441"/>
                </a:lnTo>
                <a:lnTo>
                  <a:pt x="26502" y="3557"/>
                </a:lnTo>
                <a:moveTo>
                  <a:pt x="26238" y="3557"/>
                </a:moveTo>
                <a:lnTo>
                  <a:pt x="26079" y="3557"/>
                </a:lnTo>
                <a:lnTo>
                  <a:pt x="26079" y="3441"/>
                </a:lnTo>
                <a:lnTo>
                  <a:pt x="26238" y="3441"/>
                </a:lnTo>
                <a:lnTo>
                  <a:pt x="26238" y="3557"/>
                </a:lnTo>
                <a:moveTo>
                  <a:pt x="25973" y="3557"/>
                </a:moveTo>
                <a:lnTo>
                  <a:pt x="25815" y="3557"/>
                </a:lnTo>
                <a:lnTo>
                  <a:pt x="25815" y="3441"/>
                </a:lnTo>
                <a:lnTo>
                  <a:pt x="25973" y="3441"/>
                </a:lnTo>
                <a:lnTo>
                  <a:pt x="25973" y="3557"/>
                </a:lnTo>
                <a:moveTo>
                  <a:pt x="25709" y="3557"/>
                </a:moveTo>
                <a:lnTo>
                  <a:pt x="25550" y="3557"/>
                </a:lnTo>
                <a:lnTo>
                  <a:pt x="25550" y="3441"/>
                </a:lnTo>
                <a:lnTo>
                  <a:pt x="25709" y="3441"/>
                </a:lnTo>
                <a:lnTo>
                  <a:pt x="25709" y="3557"/>
                </a:lnTo>
                <a:moveTo>
                  <a:pt x="25444" y="3557"/>
                </a:moveTo>
                <a:lnTo>
                  <a:pt x="25286" y="3557"/>
                </a:lnTo>
                <a:lnTo>
                  <a:pt x="25286" y="3441"/>
                </a:lnTo>
                <a:lnTo>
                  <a:pt x="25444" y="3441"/>
                </a:lnTo>
                <a:lnTo>
                  <a:pt x="25444" y="3557"/>
                </a:lnTo>
                <a:moveTo>
                  <a:pt x="25180" y="3557"/>
                </a:moveTo>
                <a:lnTo>
                  <a:pt x="25021" y="3557"/>
                </a:lnTo>
                <a:lnTo>
                  <a:pt x="25021" y="3441"/>
                </a:lnTo>
                <a:lnTo>
                  <a:pt x="25180" y="3441"/>
                </a:lnTo>
                <a:lnTo>
                  <a:pt x="25180" y="3557"/>
                </a:lnTo>
                <a:moveTo>
                  <a:pt x="24916" y="3557"/>
                </a:moveTo>
                <a:lnTo>
                  <a:pt x="24757" y="3557"/>
                </a:lnTo>
                <a:lnTo>
                  <a:pt x="24757" y="3441"/>
                </a:lnTo>
                <a:lnTo>
                  <a:pt x="24916" y="3441"/>
                </a:lnTo>
                <a:lnTo>
                  <a:pt x="24916" y="3557"/>
                </a:lnTo>
                <a:moveTo>
                  <a:pt x="24651" y="3557"/>
                </a:moveTo>
                <a:lnTo>
                  <a:pt x="24492" y="3557"/>
                </a:lnTo>
                <a:lnTo>
                  <a:pt x="24492" y="3441"/>
                </a:lnTo>
                <a:lnTo>
                  <a:pt x="24651" y="3441"/>
                </a:lnTo>
                <a:lnTo>
                  <a:pt x="24651" y="3557"/>
                </a:lnTo>
                <a:moveTo>
                  <a:pt x="24387" y="3557"/>
                </a:moveTo>
                <a:lnTo>
                  <a:pt x="24228" y="3557"/>
                </a:lnTo>
                <a:lnTo>
                  <a:pt x="24228" y="3441"/>
                </a:lnTo>
                <a:lnTo>
                  <a:pt x="24387" y="3441"/>
                </a:lnTo>
                <a:lnTo>
                  <a:pt x="24387" y="3557"/>
                </a:lnTo>
                <a:moveTo>
                  <a:pt x="24122" y="3557"/>
                </a:moveTo>
                <a:lnTo>
                  <a:pt x="23963" y="3557"/>
                </a:lnTo>
                <a:lnTo>
                  <a:pt x="23963" y="3441"/>
                </a:lnTo>
                <a:lnTo>
                  <a:pt x="24122" y="3441"/>
                </a:lnTo>
                <a:lnTo>
                  <a:pt x="24122" y="3557"/>
                </a:lnTo>
                <a:moveTo>
                  <a:pt x="23858" y="3557"/>
                </a:moveTo>
                <a:lnTo>
                  <a:pt x="23699" y="3557"/>
                </a:lnTo>
                <a:lnTo>
                  <a:pt x="23699" y="3441"/>
                </a:lnTo>
                <a:lnTo>
                  <a:pt x="23858" y="3441"/>
                </a:lnTo>
                <a:lnTo>
                  <a:pt x="23858" y="3557"/>
                </a:lnTo>
                <a:moveTo>
                  <a:pt x="23593" y="3557"/>
                </a:moveTo>
                <a:lnTo>
                  <a:pt x="23434" y="3557"/>
                </a:lnTo>
                <a:lnTo>
                  <a:pt x="23434" y="3441"/>
                </a:lnTo>
                <a:lnTo>
                  <a:pt x="23593" y="3441"/>
                </a:lnTo>
                <a:lnTo>
                  <a:pt x="23593" y="3557"/>
                </a:lnTo>
                <a:moveTo>
                  <a:pt x="23329" y="3557"/>
                </a:moveTo>
                <a:lnTo>
                  <a:pt x="23170" y="3557"/>
                </a:lnTo>
                <a:lnTo>
                  <a:pt x="23170" y="3441"/>
                </a:lnTo>
                <a:lnTo>
                  <a:pt x="23329" y="3441"/>
                </a:lnTo>
                <a:lnTo>
                  <a:pt x="23329" y="3557"/>
                </a:lnTo>
                <a:moveTo>
                  <a:pt x="23064" y="3557"/>
                </a:moveTo>
                <a:lnTo>
                  <a:pt x="22905" y="3557"/>
                </a:lnTo>
                <a:lnTo>
                  <a:pt x="22905" y="3441"/>
                </a:lnTo>
                <a:lnTo>
                  <a:pt x="23064" y="3441"/>
                </a:lnTo>
                <a:lnTo>
                  <a:pt x="23064" y="3557"/>
                </a:lnTo>
                <a:moveTo>
                  <a:pt x="22800" y="3557"/>
                </a:moveTo>
                <a:lnTo>
                  <a:pt x="22641" y="3557"/>
                </a:lnTo>
                <a:lnTo>
                  <a:pt x="22641" y="3441"/>
                </a:lnTo>
                <a:lnTo>
                  <a:pt x="22800" y="3441"/>
                </a:lnTo>
                <a:lnTo>
                  <a:pt x="22800" y="3557"/>
                </a:lnTo>
                <a:moveTo>
                  <a:pt x="22535" y="3557"/>
                </a:moveTo>
                <a:lnTo>
                  <a:pt x="22376" y="3557"/>
                </a:lnTo>
                <a:lnTo>
                  <a:pt x="22376" y="3441"/>
                </a:lnTo>
                <a:lnTo>
                  <a:pt x="22535" y="3441"/>
                </a:lnTo>
                <a:lnTo>
                  <a:pt x="22535" y="3557"/>
                </a:lnTo>
                <a:moveTo>
                  <a:pt x="22271" y="3557"/>
                </a:moveTo>
                <a:lnTo>
                  <a:pt x="22112" y="3557"/>
                </a:lnTo>
                <a:lnTo>
                  <a:pt x="22112" y="3441"/>
                </a:lnTo>
                <a:lnTo>
                  <a:pt x="22271" y="3441"/>
                </a:lnTo>
                <a:lnTo>
                  <a:pt x="22271" y="3557"/>
                </a:lnTo>
                <a:moveTo>
                  <a:pt x="22006" y="3557"/>
                </a:moveTo>
                <a:lnTo>
                  <a:pt x="21847" y="3557"/>
                </a:lnTo>
                <a:lnTo>
                  <a:pt x="21847" y="3441"/>
                </a:lnTo>
                <a:lnTo>
                  <a:pt x="22006" y="3441"/>
                </a:lnTo>
                <a:lnTo>
                  <a:pt x="22006" y="3557"/>
                </a:lnTo>
                <a:moveTo>
                  <a:pt x="21742" y="3557"/>
                </a:moveTo>
                <a:lnTo>
                  <a:pt x="21583" y="3557"/>
                </a:lnTo>
                <a:lnTo>
                  <a:pt x="21583" y="3441"/>
                </a:lnTo>
                <a:lnTo>
                  <a:pt x="21742" y="3441"/>
                </a:lnTo>
                <a:lnTo>
                  <a:pt x="21742" y="3557"/>
                </a:lnTo>
                <a:moveTo>
                  <a:pt x="21477" y="3557"/>
                </a:moveTo>
                <a:lnTo>
                  <a:pt x="21319" y="3557"/>
                </a:lnTo>
                <a:lnTo>
                  <a:pt x="21319" y="3441"/>
                </a:lnTo>
                <a:lnTo>
                  <a:pt x="21477" y="3441"/>
                </a:lnTo>
                <a:lnTo>
                  <a:pt x="21477" y="3557"/>
                </a:lnTo>
                <a:moveTo>
                  <a:pt x="21213" y="3557"/>
                </a:moveTo>
                <a:lnTo>
                  <a:pt x="21054" y="3557"/>
                </a:lnTo>
                <a:lnTo>
                  <a:pt x="21054" y="3441"/>
                </a:lnTo>
                <a:lnTo>
                  <a:pt x="21213" y="3441"/>
                </a:lnTo>
                <a:lnTo>
                  <a:pt x="21213" y="3557"/>
                </a:lnTo>
                <a:moveTo>
                  <a:pt x="20948" y="3557"/>
                </a:moveTo>
                <a:lnTo>
                  <a:pt x="20790" y="3557"/>
                </a:lnTo>
                <a:lnTo>
                  <a:pt x="20790" y="3441"/>
                </a:lnTo>
                <a:lnTo>
                  <a:pt x="20948" y="3441"/>
                </a:lnTo>
                <a:lnTo>
                  <a:pt x="20948" y="3557"/>
                </a:lnTo>
                <a:moveTo>
                  <a:pt x="20684" y="3557"/>
                </a:moveTo>
                <a:lnTo>
                  <a:pt x="20525" y="3557"/>
                </a:lnTo>
                <a:lnTo>
                  <a:pt x="20525" y="3441"/>
                </a:lnTo>
                <a:lnTo>
                  <a:pt x="20684" y="3441"/>
                </a:lnTo>
                <a:lnTo>
                  <a:pt x="20684" y="3557"/>
                </a:lnTo>
                <a:moveTo>
                  <a:pt x="20419" y="3557"/>
                </a:moveTo>
                <a:lnTo>
                  <a:pt x="20261" y="3557"/>
                </a:lnTo>
                <a:lnTo>
                  <a:pt x="20261" y="3441"/>
                </a:lnTo>
                <a:lnTo>
                  <a:pt x="20419" y="3441"/>
                </a:lnTo>
                <a:lnTo>
                  <a:pt x="20419" y="3557"/>
                </a:lnTo>
                <a:moveTo>
                  <a:pt x="20155" y="3557"/>
                </a:moveTo>
                <a:lnTo>
                  <a:pt x="19996" y="3557"/>
                </a:lnTo>
                <a:lnTo>
                  <a:pt x="19996" y="3441"/>
                </a:lnTo>
                <a:lnTo>
                  <a:pt x="20155" y="3441"/>
                </a:lnTo>
                <a:lnTo>
                  <a:pt x="20155" y="3557"/>
                </a:lnTo>
                <a:moveTo>
                  <a:pt x="19890" y="3557"/>
                </a:moveTo>
                <a:lnTo>
                  <a:pt x="19732" y="3557"/>
                </a:lnTo>
                <a:lnTo>
                  <a:pt x="19732" y="3441"/>
                </a:lnTo>
                <a:lnTo>
                  <a:pt x="19890" y="3441"/>
                </a:lnTo>
                <a:lnTo>
                  <a:pt x="19890" y="3557"/>
                </a:lnTo>
                <a:moveTo>
                  <a:pt x="19626" y="3557"/>
                </a:moveTo>
                <a:lnTo>
                  <a:pt x="19467" y="3557"/>
                </a:lnTo>
                <a:lnTo>
                  <a:pt x="19467" y="3441"/>
                </a:lnTo>
                <a:lnTo>
                  <a:pt x="19626" y="3441"/>
                </a:lnTo>
                <a:lnTo>
                  <a:pt x="19626" y="3557"/>
                </a:lnTo>
                <a:moveTo>
                  <a:pt x="19361" y="3557"/>
                </a:moveTo>
                <a:lnTo>
                  <a:pt x="19203" y="3557"/>
                </a:lnTo>
                <a:lnTo>
                  <a:pt x="19203" y="3441"/>
                </a:lnTo>
                <a:lnTo>
                  <a:pt x="19361" y="3441"/>
                </a:lnTo>
                <a:lnTo>
                  <a:pt x="19361" y="3557"/>
                </a:lnTo>
                <a:moveTo>
                  <a:pt x="19097" y="3557"/>
                </a:moveTo>
                <a:lnTo>
                  <a:pt x="18938" y="3557"/>
                </a:lnTo>
                <a:lnTo>
                  <a:pt x="18938" y="3441"/>
                </a:lnTo>
                <a:lnTo>
                  <a:pt x="19097" y="3441"/>
                </a:lnTo>
                <a:lnTo>
                  <a:pt x="19097" y="3557"/>
                </a:lnTo>
                <a:moveTo>
                  <a:pt x="18832" y="3557"/>
                </a:moveTo>
                <a:lnTo>
                  <a:pt x="18674" y="3557"/>
                </a:lnTo>
                <a:lnTo>
                  <a:pt x="18674" y="3441"/>
                </a:lnTo>
                <a:lnTo>
                  <a:pt x="18832" y="3441"/>
                </a:lnTo>
                <a:lnTo>
                  <a:pt x="18832" y="3557"/>
                </a:lnTo>
                <a:moveTo>
                  <a:pt x="18568" y="3557"/>
                </a:moveTo>
                <a:lnTo>
                  <a:pt x="18409" y="3557"/>
                </a:lnTo>
                <a:lnTo>
                  <a:pt x="18409" y="3441"/>
                </a:lnTo>
                <a:lnTo>
                  <a:pt x="18568" y="3441"/>
                </a:lnTo>
                <a:lnTo>
                  <a:pt x="18568" y="3557"/>
                </a:lnTo>
                <a:moveTo>
                  <a:pt x="18303" y="3557"/>
                </a:moveTo>
                <a:lnTo>
                  <a:pt x="18145" y="3557"/>
                </a:lnTo>
                <a:lnTo>
                  <a:pt x="18145" y="3441"/>
                </a:lnTo>
                <a:lnTo>
                  <a:pt x="18303" y="3441"/>
                </a:lnTo>
                <a:lnTo>
                  <a:pt x="18303" y="3557"/>
                </a:lnTo>
                <a:moveTo>
                  <a:pt x="18039" y="3557"/>
                </a:moveTo>
                <a:lnTo>
                  <a:pt x="17880" y="3557"/>
                </a:lnTo>
                <a:lnTo>
                  <a:pt x="17880" y="3441"/>
                </a:lnTo>
                <a:lnTo>
                  <a:pt x="18039" y="3441"/>
                </a:lnTo>
                <a:lnTo>
                  <a:pt x="18039" y="3557"/>
                </a:lnTo>
                <a:moveTo>
                  <a:pt x="17775" y="3557"/>
                </a:moveTo>
                <a:lnTo>
                  <a:pt x="17616" y="3557"/>
                </a:lnTo>
                <a:lnTo>
                  <a:pt x="17616" y="3441"/>
                </a:lnTo>
                <a:lnTo>
                  <a:pt x="17775" y="3441"/>
                </a:lnTo>
                <a:lnTo>
                  <a:pt x="17775" y="3557"/>
                </a:lnTo>
                <a:moveTo>
                  <a:pt x="17510" y="3557"/>
                </a:moveTo>
                <a:lnTo>
                  <a:pt x="17351" y="3557"/>
                </a:lnTo>
                <a:lnTo>
                  <a:pt x="17351" y="3441"/>
                </a:lnTo>
                <a:lnTo>
                  <a:pt x="17510" y="3441"/>
                </a:lnTo>
                <a:lnTo>
                  <a:pt x="17510" y="3557"/>
                </a:lnTo>
                <a:moveTo>
                  <a:pt x="17246" y="3557"/>
                </a:moveTo>
                <a:lnTo>
                  <a:pt x="17087" y="3557"/>
                </a:lnTo>
                <a:lnTo>
                  <a:pt x="17087" y="3441"/>
                </a:lnTo>
                <a:lnTo>
                  <a:pt x="17246" y="3441"/>
                </a:lnTo>
                <a:lnTo>
                  <a:pt x="17246" y="3557"/>
                </a:lnTo>
                <a:moveTo>
                  <a:pt x="16981" y="3557"/>
                </a:moveTo>
                <a:lnTo>
                  <a:pt x="16822" y="3557"/>
                </a:lnTo>
                <a:lnTo>
                  <a:pt x="16822" y="3441"/>
                </a:lnTo>
                <a:lnTo>
                  <a:pt x="16981" y="3441"/>
                </a:lnTo>
                <a:lnTo>
                  <a:pt x="16981" y="3557"/>
                </a:lnTo>
                <a:moveTo>
                  <a:pt x="16717" y="3557"/>
                </a:moveTo>
                <a:lnTo>
                  <a:pt x="16558" y="3557"/>
                </a:lnTo>
                <a:lnTo>
                  <a:pt x="16558" y="3441"/>
                </a:lnTo>
                <a:lnTo>
                  <a:pt x="16717" y="3441"/>
                </a:lnTo>
                <a:lnTo>
                  <a:pt x="16717" y="3557"/>
                </a:lnTo>
                <a:moveTo>
                  <a:pt x="16452" y="3557"/>
                </a:moveTo>
                <a:lnTo>
                  <a:pt x="16293" y="3557"/>
                </a:lnTo>
                <a:lnTo>
                  <a:pt x="16293" y="3441"/>
                </a:lnTo>
                <a:lnTo>
                  <a:pt x="16452" y="3441"/>
                </a:lnTo>
                <a:lnTo>
                  <a:pt x="16452" y="3557"/>
                </a:lnTo>
                <a:moveTo>
                  <a:pt x="16188" y="3557"/>
                </a:moveTo>
                <a:lnTo>
                  <a:pt x="16029" y="3557"/>
                </a:lnTo>
                <a:lnTo>
                  <a:pt x="16029" y="3441"/>
                </a:lnTo>
                <a:lnTo>
                  <a:pt x="16188" y="3441"/>
                </a:lnTo>
                <a:lnTo>
                  <a:pt x="16188" y="3557"/>
                </a:lnTo>
                <a:moveTo>
                  <a:pt x="15923" y="3557"/>
                </a:moveTo>
                <a:lnTo>
                  <a:pt x="15764" y="3557"/>
                </a:lnTo>
                <a:lnTo>
                  <a:pt x="15764" y="3441"/>
                </a:lnTo>
                <a:lnTo>
                  <a:pt x="15923" y="3441"/>
                </a:lnTo>
                <a:lnTo>
                  <a:pt x="15923" y="3557"/>
                </a:lnTo>
                <a:moveTo>
                  <a:pt x="15659" y="3557"/>
                </a:moveTo>
                <a:lnTo>
                  <a:pt x="15500" y="3557"/>
                </a:lnTo>
                <a:lnTo>
                  <a:pt x="15500" y="3441"/>
                </a:lnTo>
                <a:lnTo>
                  <a:pt x="15659" y="3441"/>
                </a:lnTo>
                <a:lnTo>
                  <a:pt x="15659" y="3557"/>
                </a:lnTo>
                <a:moveTo>
                  <a:pt x="15394" y="3557"/>
                </a:moveTo>
                <a:lnTo>
                  <a:pt x="15235" y="3557"/>
                </a:lnTo>
                <a:lnTo>
                  <a:pt x="15235" y="3441"/>
                </a:lnTo>
                <a:lnTo>
                  <a:pt x="15394" y="3441"/>
                </a:lnTo>
                <a:lnTo>
                  <a:pt x="15394" y="3557"/>
                </a:lnTo>
                <a:moveTo>
                  <a:pt x="15130" y="3557"/>
                </a:moveTo>
                <a:lnTo>
                  <a:pt x="14971" y="3557"/>
                </a:lnTo>
                <a:lnTo>
                  <a:pt x="14971" y="3441"/>
                </a:lnTo>
                <a:lnTo>
                  <a:pt x="15130" y="3441"/>
                </a:lnTo>
                <a:lnTo>
                  <a:pt x="15130" y="3557"/>
                </a:lnTo>
                <a:moveTo>
                  <a:pt x="14865" y="3557"/>
                </a:moveTo>
                <a:lnTo>
                  <a:pt x="14706" y="3557"/>
                </a:lnTo>
                <a:lnTo>
                  <a:pt x="14706" y="3441"/>
                </a:lnTo>
                <a:lnTo>
                  <a:pt x="14865" y="3441"/>
                </a:lnTo>
                <a:lnTo>
                  <a:pt x="14865" y="3557"/>
                </a:lnTo>
                <a:moveTo>
                  <a:pt x="14601" y="3557"/>
                </a:moveTo>
                <a:lnTo>
                  <a:pt x="14442" y="3557"/>
                </a:lnTo>
                <a:lnTo>
                  <a:pt x="14442" y="3441"/>
                </a:lnTo>
                <a:lnTo>
                  <a:pt x="14601" y="3441"/>
                </a:lnTo>
                <a:lnTo>
                  <a:pt x="14601" y="3557"/>
                </a:lnTo>
                <a:moveTo>
                  <a:pt x="14336" y="3557"/>
                </a:moveTo>
                <a:lnTo>
                  <a:pt x="14178" y="3557"/>
                </a:lnTo>
                <a:lnTo>
                  <a:pt x="14178" y="3441"/>
                </a:lnTo>
                <a:lnTo>
                  <a:pt x="14336" y="3441"/>
                </a:lnTo>
                <a:lnTo>
                  <a:pt x="14336" y="3557"/>
                </a:lnTo>
                <a:moveTo>
                  <a:pt x="14072" y="3557"/>
                </a:moveTo>
                <a:lnTo>
                  <a:pt x="13912" y="3557"/>
                </a:lnTo>
                <a:lnTo>
                  <a:pt x="13912" y="3441"/>
                </a:lnTo>
                <a:lnTo>
                  <a:pt x="14072" y="3441"/>
                </a:lnTo>
                <a:lnTo>
                  <a:pt x="14072" y="3557"/>
                </a:lnTo>
                <a:moveTo>
                  <a:pt x="13806" y="3557"/>
                </a:moveTo>
                <a:lnTo>
                  <a:pt x="13648" y="3557"/>
                </a:lnTo>
                <a:lnTo>
                  <a:pt x="13648" y="3441"/>
                </a:lnTo>
                <a:lnTo>
                  <a:pt x="13806" y="3441"/>
                </a:lnTo>
                <a:lnTo>
                  <a:pt x="13806" y="3557"/>
                </a:lnTo>
                <a:moveTo>
                  <a:pt x="13542" y="3557"/>
                </a:moveTo>
                <a:lnTo>
                  <a:pt x="13383" y="3557"/>
                </a:lnTo>
                <a:lnTo>
                  <a:pt x="13383" y="3441"/>
                </a:lnTo>
                <a:lnTo>
                  <a:pt x="13542" y="3441"/>
                </a:lnTo>
                <a:lnTo>
                  <a:pt x="13542" y="3557"/>
                </a:lnTo>
                <a:moveTo>
                  <a:pt x="13277" y="3557"/>
                </a:moveTo>
                <a:lnTo>
                  <a:pt x="13119" y="3557"/>
                </a:lnTo>
                <a:lnTo>
                  <a:pt x="13119" y="3441"/>
                </a:lnTo>
                <a:lnTo>
                  <a:pt x="13277" y="3441"/>
                </a:lnTo>
                <a:lnTo>
                  <a:pt x="13277" y="3557"/>
                </a:lnTo>
                <a:moveTo>
                  <a:pt x="13013" y="3557"/>
                </a:moveTo>
                <a:lnTo>
                  <a:pt x="12854" y="3557"/>
                </a:lnTo>
                <a:lnTo>
                  <a:pt x="12854" y="3441"/>
                </a:lnTo>
                <a:lnTo>
                  <a:pt x="13013" y="3441"/>
                </a:lnTo>
                <a:lnTo>
                  <a:pt x="13013" y="3557"/>
                </a:lnTo>
                <a:moveTo>
                  <a:pt x="12748" y="3557"/>
                </a:moveTo>
                <a:lnTo>
                  <a:pt x="12590" y="3557"/>
                </a:lnTo>
                <a:lnTo>
                  <a:pt x="12590" y="3441"/>
                </a:lnTo>
                <a:lnTo>
                  <a:pt x="12748" y="3441"/>
                </a:lnTo>
                <a:lnTo>
                  <a:pt x="12748" y="3557"/>
                </a:lnTo>
                <a:moveTo>
                  <a:pt x="12484" y="3557"/>
                </a:moveTo>
                <a:lnTo>
                  <a:pt x="12325" y="3557"/>
                </a:lnTo>
                <a:lnTo>
                  <a:pt x="12325" y="3441"/>
                </a:lnTo>
                <a:lnTo>
                  <a:pt x="12484" y="3441"/>
                </a:lnTo>
                <a:lnTo>
                  <a:pt x="12484" y="3557"/>
                </a:lnTo>
                <a:moveTo>
                  <a:pt x="12219" y="3557"/>
                </a:moveTo>
                <a:lnTo>
                  <a:pt x="12061" y="3557"/>
                </a:lnTo>
                <a:lnTo>
                  <a:pt x="12061" y="3441"/>
                </a:lnTo>
                <a:lnTo>
                  <a:pt x="12219" y="3441"/>
                </a:lnTo>
                <a:lnTo>
                  <a:pt x="12219" y="3557"/>
                </a:lnTo>
                <a:moveTo>
                  <a:pt x="11955" y="3557"/>
                </a:moveTo>
                <a:lnTo>
                  <a:pt x="11796" y="3557"/>
                </a:lnTo>
                <a:lnTo>
                  <a:pt x="11796" y="3441"/>
                </a:lnTo>
                <a:lnTo>
                  <a:pt x="11955" y="3441"/>
                </a:lnTo>
                <a:lnTo>
                  <a:pt x="11955" y="3557"/>
                </a:lnTo>
                <a:moveTo>
                  <a:pt x="11690" y="3557"/>
                </a:moveTo>
                <a:lnTo>
                  <a:pt x="11532" y="3557"/>
                </a:lnTo>
                <a:lnTo>
                  <a:pt x="11532" y="3441"/>
                </a:lnTo>
                <a:lnTo>
                  <a:pt x="11690" y="3441"/>
                </a:lnTo>
                <a:lnTo>
                  <a:pt x="11690" y="3557"/>
                </a:lnTo>
                <a:moveTo>
                  <a:pt x="11426" y="3557"/>
                </a:moveTo>
                <a:lnTo>
                  <a:pt x="11267" y="3557"/>
                </a:lnTo>
                <a:lnTo>
                  <a:pt x="11267" y="3441"/>
                </a:lnTo>
                <a:lnTo>
                  <a:pt x="11426" y="3441"/>
                </a:lnTo>
                <a:lnTo>
                  <a:pt x="11426" y="3557"/>
                </a:lnTo>
                <a:moveTo>
                  <a:pt x="11162" y="3557"/>
                </a:moveTo>
                <a:lnTo>
                  <a:pt x="11003" y="3557"/>
                </a:lnTo>
                <a:lnTo>
                  <a:pt x="11003" y="3441"/>
                </a:lnTo>
                <a:lnTo>
                  <a:pt x="11162" y="3441"/>
                </a:lnTo>
                <a:lnTo>
                  <a:pt x="11162" y="3557"/>
                </a:lnTo>
                <a:moveTo>
                  <a:pt x="10897" y="3557"/>
                </a:moveTo>
                <a:lnTo>
                  <a:pt x="10738" y="3557"/>
                </a:lnTo>
                <a:lnTo>
                  <a:pt x="10738" y="3441"/>
                </a:lnTo>
                <a:lnTo>
                  <a:pt x="10897" y="3441"/>
                </a:lnTo>
                <a:lnTo>
                  <a:pt x="10897" y="3557"/>
                </a:lnTo>
                <a:moveTo>
                  <a:pt x="10633" y="3557"/>
                </a:moveTo>
                <a:lnTo>
                  <a:pt x="10474" y="3557"/>
                </a:lnTo>
                <a:lnTo>
                  <a:pt x="10474" y="3441"/>
                </a:lnTo>
                <a:lnTo>
                  <a:pt x="10633" y="3441"/>
                </a:lnTo>
                <a:lnTo>
                  <a:pt x="10633" y="3557"/>
                </a:lnTo>
                <a:moveTo>
                  <a:pt x="10368" y="3557"/>
                </a:moveTo>
                <a:lnTo>
                  <a:pt x="10209" y="3557"/>
                </a:lnTo>
                <a:lnTo>
                  <a:pt x="10209" y="3441"/>
                </a:lnTo>
                <a:lnTo>
                  <a:pt x="10368" y="3441"/>
                </a:lnTo>
                <a:lnTo>
                  <a:pt x="10368" y="3557"/>
                </a:lnTo>
                <a:moveTo>
                  <a:pt x="10104" y="3557"/>
                </a:moveTo>
                <a:lnTo>
                  <a:pt x="9945" y="3557"/>
                </a:lnTo>
                <a:lnTo>
                  <a:pt x="9945" y="3441"/>
                </a:lnTo>
                <a:lnTo>
                  <a:pt x="10104" y="3441"/>
                </a:lnTo>
                <a:lnTo>
                  <a:pt x="10104" y="3557"/>
                </a:lnTo>
                <a:moveTo>
                  <a:pt x="9839" y="3557"/>
                </a:moveTo>
                <a:lnTo>
                  <a:pt x="9680" y="3557"/>
                </a:lnTo>
                <a:lnTo>
                  <a:pt x="9680" y="3441"/>
                </a:lnTo>
                <a:lnTo>
                  <a:pt x="9839" y="3441"/>
                </a:lnTo>
                <a:lnTo>
                  <a:pt x="9839" y="3557"/>
                </a:lnTo>
                <a:moveTo>
                  <a:pt x="9575" y="3557"/>
                </a:moveTo>
                <a:lnTo>
                  <a:pt x="9416" y="3557"/>
                </a:lnTo>
                <a:lnTo>
                  <a:pt x="9416" y="3441"/>
                </a:lnTo>
                <a:lnTo>
                  <a:pt x="9575" y="3441"/>
                </a:lnTo>
                <a:lnTo>
                  <a:pt x="9575" y="3557"/>
                </a:lnTo>
                <a:moveTo>
                  <a:pt x="9310" y="3557"/>
                </a:moveTo>
                <a:lnTo>
                  <a:pt x="9151" y="3557"/>
                </a:lnTo>
                <a:lnTo>
                  <a:pt x="9151" y="3441"/>
                </a:lnTo>
                <a:lnTo>
                  <a:pt x="9310" y="3441"/>
                </a:lnTo>
                <a:lnTo>
                  <a:pt x="9310" y="3557"/>
                </a:lnTo>
                <a:moveTo>
                  <a:pt x="9046" y="3557"/>
                </a:moveTo>
                <a:lnTo>
                  <a:pt x="8887" y="3557"/>
                </a:lnTo>
                <a:lnTo>
                  <a:pt x="8887" y="3441"/>
                </a:lnTo>
                <a:lnTo>
                  <a:pt x="9046" y="3441"/>
                </a:lnTo>
                <a:lnTo>
                  <a:pt x="9046" y="3557"/>
                </a:lnTo>
                <a:moveTo>
                  <a:pt x="8781" y="3557"/>
                </a:moveTo>
                <a:lnTo>
                  <a:pt x="8622" y="3557"/>
                </a:lnTo>
                <a:lnTo>
                  <a:pt x="8622" y="3441"/>
                </a:lnTo>
                <a:lnTo>
                  <a:pt x="8781" y="3441"/>
                </a:lnTo>
                <a:lnTo>
                  <a:pt x="8781" y="3557"/>
                </a:lnTo>
                <a:moveTo>
                  <a:pt x="8517" y="3557"/>
                </a:moveTo>
                <a:lnTo>
                  <a:pt x="8358" y="3557"/>
                </a:lnTo>
                <a:lnTo>
                  <a:pt x="8358" y="3441"/>
                </a:lnTo>
                <a:lnTo>
                  <a:pt x="8517" y="3441"/>
                </a:lnTo>
                <a:lnTo>
                  <a:pt x="8517" y="3557"/>
                </a:lnTo>
                <a:moveTo>
                  <a:pt x="8252" y="3557"/>
                </a:moveTo>
                <a:lnTo>
                  <a:pt x="8093" y="3557"/>
                </a:lnTo>
                <a:lnTo>
                  <a:pt x="8093" y="3441"/>
                </a:lnTo>
                <a:lnTo>
                  <a:pt x="8252" y="3441"/>
                </a:lnTo>
                <a:lnTo>
                  <a:pt x="8252" y="3557"/>
                </a:lnTo>
                <a:moveTo>
                  <a:pt x="7988" y="3557"/>
                </a:moveTo>
                <a:lnTo>
                  <a:pt x="7829" y="3557"/>
                </a:lnTo>
                <a:lnTo>
                  <a:pt x="7829" y="3441"/>
                </a:lnTo>
                <a:lnTo>
                  <a:pt x="7988" y="3441"/>
                </a:lnTo>
                <a:lnTo>
                  <a:pt x="7988" y="3557"/>
                </a:lnTo>
                <a:moveTo>
                  <a:pt x="7723" y="3557"/>
                </a:moveTo>
                <a:lnTo>
                  <a:pt x="7565" y="3557"/>
                </a:lnTo>
                <a:lnTo>
                  <a:pt x="7565" y="3441"/>
                </a:lnTo>
                <a:lnTo>
                  <a:pt x="7723" y="3441"/>
                </a:lnTo>
                <a:lnTo>
                  <a:pt x="7723" y="3557"/>
                </a:lnTo>
                <a:moveTo>
                  <a:pt x="7459" y="3557"/>
                </a:moveTo>
                <a:lnTo>
                  <a:pt x="7300" y="3557"/>
                </a:lnTo>
                <a:lnTo>
                  <a:pt x="7300" y="3441"/>
                </a:lnTo>
                <a:lnTo>
                  <a:pt x="7459" y="3441"/>
                </a:lnTo>
                <a:lnTo>
                  <a:pt x="7459" y="3557"/>
                </a:lnTo>
                <a:moveTo>
                  <a:pt x="7194" y="3557"/>
                </a:moveTo>
                <a:lnTo>
                  <a:pt x="7036" y="3557"/>
                </a:lnTo>
                <a:lnTo>
                  <a:pt x="7036" y="3441"/>
                </a:lnTo>
                <a:lnTo>
                  <a:pt x="7194" y="3441"/>
                </a:lnTo>
                <a:lnTo>
                  <a:pt x="7194" y="3557"/>
                </a:lnTo>
                <a:moveTo>
                  <a:pt x="6930" y="3557"/>
                </a:moveTo>
                <a:lnTo>
                  <a:pt x="6771" y="3557"/>
                </a:lnTo>
                <a:lnTo>
                  <a:pt x="6771" y="3441"/>
                </a:lnTo>
                <a:lnTo>
                  <a:pt x="6930" y="3441"/>
                </a:lnTo>
                <a:lnTo>
                  <a:pt x="6930" y="3557"/>
                </a:lnTo>
                <a:moveTo>
                  <a:pt x="6665" y="3557"/>
                </a:moveTo>
                <a:lnTo>
                  <a:pt x="6507" y="3557"/>
                </a:lnTo>
                <a:lnTo>
                  <a:pt x="6507" y="3441"/>
                </a:lnTo>
                <a:lnTo>
                  <a:pt x="6665" y="3441"/>
                </a:lnTo>
                <a:lnTo>
                  <a:pt x="6665" y="3557"/>
                </a:lnTo>
                <a:moveTo>
                  <a:pt x="6401" y="3557"/>
                </a:moveTo>
                <a:lnTo>
                  <a:pt x="6242" y="3557"/>
                </a:lnTo>
                <a:lnTo>
                  <a:pt x="6242" y="3441"/>
                </a:lnTo>
                <a:lnTo>
                  <a:pt x="6401" y="3441"/>
                </a:lnTo>
                <a:lnTo>
                  <a:pt x="6401" y="3557"/>
                </a:lnTo>
                <a:moveTo>
                  <a:pt x="6136" y="3557"/>
                </a:moveTo>
                <a:lnTo>
                  <a:pt x="5978" y="3557"/>
                </a:lnTo>
                <a:lnTo>
                  <a:pt x="5978" y="3441"/>
                </a:lnTo>
                <a:lnTo>
                  <a:pt x="6136" y="3441"/>
                </a:lnTo>
                <a:lnTo>
                  <a:pt x="6136" y="3557"/>
                </a:lnTo>
                <a:moveTo>
                  <a:pt x="5872" y="3557"/>
                </a:moveTo>
                <a:lnTo>
                  <a:pt x="5713" y="3557"/>
                </a:lnTo>
                <a:lnTo>
                  <a:pt x="5713" y="3441"/>
                </a:lnTo>
                <a:lnTo>
                  <a:pt x="5872" y="3441"/>
                </a:lnTo>
                <a:lnTo>
                  <a:pt x="5872" y="3557"/>
                </a:lnTo>
                <a:moveTo>
                  <a:pt x="5607" y="3557"/>
                </a:moveTo>
                <a:lnTo>
                  <a:pt x="5449" y="3557"/>
                </a:lnTo>
                <a:lnTo>
                  <a:pt x="5449" y="3441"/>
                </a:lnTo>
                <a:lnTo>
                  <a:pt x="5607" y="3441"/>
                </a:lnTo>
                <a:lnTo>
                  <a:pt x="5607" y="3557"/>
                </a:lnTo>
                <a:moveTo>
                  <a:pt x="5343" y="3557"/>
                </a:moveTo>
                <a:lnTo>
                  <a:pt x="5184" y="3557"/>
                </a:lnTo>
                <a:lnTo>
                  <a:pt x="5184" y="3441"/>
                </a:lnTo>
                <a:lnTo>
                  <a:pt x="5343" y="3441"/>
                </a:lnTo>
                <a:lnTo>
                  <a:pt x="5343" y="3557"/>
                </a:lnTo>
                <a:moveTo>
                  <a:pt x="5078" y="3557"/>
                </a:moveTo>
                <a:lnTo>
                  <a:pt x="4920" y="3557"/>
                </a:lnTo>
                <a:lnTo>
                  <a:pt x="4920" y="3441"/>
                </a:lnTo>
                <a:lnTo>
                  <a:pt x="5078" y="3441"/>
                </a:lnTo>
                <a:lnTo>
                  <a:pt x="5078" y="3557"/>
                </a:lnTo>
                <a:moveTo>
                  <a:pt x="4814" y="3557"/>
                </a:moveTo>
                <a:lnTo>
                  <a:pt x="4655" y="3557"/>
                </a:lnTo>
                <a:lnTo>
                  <a:pt x="4655" y="3441"/>
                </a:lnTo>
                <a:lnTo>
                  <a:pt x="4814" y="3441"/>
                </a:lnTo>
                <a:lnTo>
                  <a:pt x="4814" y="3557"/>
                </a:lnTo>
                <a:moveTo>
                  <a:pt x="4549" y="3557"/>
                </a:moveTo>
                <a:lnTo>
                  <a:pt x="4391" y="3557"/>
                </a:lnTo>
                <a:lnTo>
                  <a:pt x="4391" y="3441"/>
                </a:lnTo>
                <a:lnTo>
                  <a:pt x="4549" y="3441"/>
                </a:lnTo>
                <a:lnTo>
                  <a:pt x="4549" y="3557"/>
                </a:lnTo>
                <a:moveTo>
                  <a:pt x="4285" y="3557"/>
                </a:moveTo>
                <a:lnTo>
                  <a:pt x="4126" y="3557"/>
                </a:lnTo>
                <a:lnTo>
                  <a:pt x="4126" y="3441"/>
                </a:lnTo>
                <a:lnTo>
                  <a:pt x="4285" y="3441"/>
                </a:lnTo>
                <a:lnTo>
                  <a:pt x="4285" y="3557"/>
                </a:lnTo>
                <a:moveTo>
                  <a:pt x="4021" y="3557"/>
                </a:moveTo>
                <a:lnTo>
                  <a:pt x="3862" y="3557"/>
                </a:lnTo>
                <a:lnTo>
                  <a:pt x="3862" y="3441"/>
                </a:lnTo>
                <a:lnTo>
                  <a:pt x="4021" y="3441"/>
                </a:lnTo>
                <a:lnTo>
                  <a:pt x="4021" y="3557"/>
                </a:lnTo>
                <a:moveTo>
                  <a:pt x="3756" y="3557"/>
                </a:moveTo>
                <a:lnTo>
                  <a:pt x="3597" y="3557"/>
                </a:lnTo>
                <a:lnTo>
                  <a:pt x="3597" y="3441"/>
                </a:lnTo>
                <a:lnTo>
                  <a:pt x="3756" y="3441"/>
                </a:lnTo>
                <a:lnTo>
                  <a:pt x="3756" y="3557"/>
                </a:lnTo>
                <a:moveTo>
                  <a:pt x="3492" y="3557"/>
                </a:moveTo>
                <a:lnTo>
                  <a:pt x="3333" y="3557"/>
                </a:lnTo>
                <a:lnTo>
                  <a:pt x="3333" y="3441"/>
                </a:lnTo>
                <a:lnTo>
                  <a:pt x="3492" y="3441"/>
                </a:lnTo>
                <a:lnTo>
                  <a:pt x="3492" y="3557"/>
                </a:lnTo>
                <a:moveTo>
                  <a:pt x="3227" y="3557"/>
                </a:moveTo>
                <a:lnTo>
                  <a:pt x="3068" y="3557"/>
                </a:lnTo>
                <a:lnTo>
                  <a:pt x="3068" y="3441"/>
                </a:lnTo>
                <a:lnTo>
                  <a:pt x="3227" y="3441"/>
                </a:lnTo>
                <a:lnTo>
                  <a:pt x="3227" y="3557"/>
                </a:lnTo>
                <a:moveTo>
                  <a:pt x="2963" y="3557"/>
                </a:moveTo>
                <a:lnTo>
                  <a:pt x="2804" y="3557"/>
                </a:lnTo>
                <a:lnTo>
                  <a:pt x="2804" y="3441"/>
                </a:lnTo>
                <a:lnTo>
                  <a:pt x="2963" y="3441"/>
                </a:lnTo>
                <a:lnTo>
                  <a:pt x="2963" y="3557"/>
                </a:lnTo>
                <a:moveTo>
                  <a:pt x="2698" y="3557"/>
                </a:moveTo>
                <a:lnTo>
                  <a:pt x="2539" y="3557"/>
                </a:lnTo>
                <a:lnTo>
                  <a:pt x="2539" y="3441"/>
                </a:lnTo>
                <a:lnTo>
                  <a:pt x="2698" y="3441"/>
                </a:lnTo>
                <a:lnTo>
                  <a:pt x="2698" y="3557"/>
                </a:lnTo>
                <a:moveTo>
                  <a:pt x="2434" y="3557"/>
                </a:moveTo>
                <a:lnTo>
                  <a:pt x="2275" y="3557"/>
                </a:lnTo>
                <a:lnTo>
                  <a:pt x="2275" y="3441"/>
                </a:lnTo>
                <a:lnTo>
                  <a:pt x="2434" y="3441"/>
                </a:lnTo>
                <a:lnTo>
                  <a:pt x="2434" y="3557"/>
                </a:lnTo>
                <a:moveTo>
                  <a:pt x="2169" y="3557"/>
                </a:moveTo>
                <a:lnTo>
                  <a:pt x="2010" y="3557"/>
                </a:lnTo>
                <a:lnTo>
                  <a:pt x="2010" y="3441"/>
                </a:lnTo>
                <a:lnTo>
                  <a:pt x="2169" y="3441"/>
                </a:lnTo>
                <a:lnTo>
                  <a:pt x="2169" y="3557"/>
                </a:lnTo>
                <a:moveTo>
                  <a:pt x="1905" y="3557"/>
                </a:moveTo>
                <a:lnTo>
                  <a:pt x="1746" y="3557"/>
                </a:lnTo>
                <a:lnTo>
                  <a:pt x="1746" y="3441"/>
                </a:lnTo>
                <a:lnTo>
                  <a:pt x="1905" y="3441"/>
                </a:lnTo>
                <a:lnTo>
                  <a:pt x="1905" y="3557"/>
                </a:lnTo>
                <a:moveTo>
                  <a:pt x="1640" y="3557"/>
                </a:moveTo>
                <a:lnTo>
                  <a:pt x="1481" y="3557"/>
                </a:lnTo>
                <a:lnTo>
                  <a:pt x="1481" y="3441"/>
                </a:lnTo>
                <a:lnTo>
                  <a:pt x="1640" y="3441"/>
                </a:lnTo>
                <a:lnTo>
                  <a:pt x="1640" y="3557"/>
                </a:lnTo>
                <a:moveTo>
                  <a:pt x="1376" y="3557"/>
                </a:moveTo>
                <a:lnTo>
                  <a:pt x="1217" y="3557"/>
                </a:lnTo>
                <a:lnTo>
                  <a:pt x="1217" y="3441"/>
                </a:lnTo>
                <a:lnTo>
                  <a:pt x="1376" y="3441"/>
                </a:lnTo>
                <a:lnTo>
                  <a:pt x="1376" y="3557"/>
                </a:lnTo>
                <a:moveTo>
                  <a:pt x="1111" y="3557"/>
                </a:moveTo>
                <a:lnTo>
                  <a:pt x="952" y="3557"/>
                </a:lnTo>
                <a:lnTo>
                  <a:pt x="952" y="3441"/>
                </a:lnTo>
                <a:lnTo>
                  <a:pt x="1111" y="3441"/>
                </a:lnTo>
                <a:lnTo>
                  <a:pt x="1111" y="3557"/>
                </a:lnTo>
                <a:moveTo>
                  <a:pt x="847" y="3557"/>
                </a:moveTo>
                <a:lnTo>
                  <a:pt x="688" y="3557"/>
                </a:lnTo>
                <a:lnTo>
                  <a:pt x="688" y="3441"/>
                </a:lnTo>
                <a:lnTo>
                  <a:pt x="847" y="3441"/>
                </a:lnTo>
                <a:lnTo>
                  <a:pt x="847" y="3557"/>
                </a:lnTo>
                <a:moveTo>
                  <a:pt x="582" y="3557"/>
                </a:moveTo>
                <a:lnTo>
                  <a:pt x="424" y="3557"/>
                </a:lnTo>
                <a:lnTo>
                  <a:pt x="424" y="3441"/>
                </a:lnTo>
                <a:lnTo>
                  <a:pt x="582" y="3441"/>
                </a:lnTo>
                <a:lnTo>
                  <a:pt x="582" y="3557"/>
                </a:lnTo>
                <a:moveTo>
                  <a:pt x="318" y="3557"/>
                </a:moveTo>
                <a:lnTo>
                  <a:pt x="244" y="3557"/>
                </a:lnTo>
                <a:cubicBezTo>
                  <a:pt x="206" y="3557"/>
                  <a:pt x="170" y="3549"/>
                  <a:pt x="136" y="3532"/>
                </a:cubicBezTo>
                <a:lnTo>
                  <a:pt x="188" y="3428"/>
                </a:lnTo>
                <a:cubicBezTo>
                  <a:pt x="205" y="3436"/>
                  <a:pt x="224" y="3441"/>
                  <a:pt x="244" y="3441"/>
                </a:cubicBezTo>
                <a:lnTo>
                  <a:pt x="318" y="3441"/>
                </a:lnTo>
                <a:lnTo>
                  <a:pt x="318" y="3557"/>
                </a:lnTo>
                <a:moveTo>
                  <a:pt x="34" y="3437"/>
                </a:moveTo>
                <a:cubicBezTo>
                  <a:pt x="12" y="3399"/>
                  <a:pt x="0" y="3358"/>
                  <a:pt x="0" y="3314"/>
                </a:cubicBezTo>
                <a:lnTo>
                  <a:pt x="0" y="3253"/>
                </a:lnTo>
                <a:lnTo>
                  <a:pt x="117" y="3253"/>
                </a:lnTo>
                <a:lnTo>
                  <a:pt x="117" y="3314"/>
                </a:lnTo>
                <a:cubicBezTo>
                  <a:pt x="117" y="3337"/>
                  <a:pt x="123" y="3358"/>
                  <a:pt x="134" y="3378"/>
                </a:cubicBezTo>
                <a:lnTo>
                  <a:pt x="34" y="3437"/>
                </a:lnTo>
                <a:moveTo>
                  <a:pt x="0" y="3148"/>
                </a:moveTo>
                <a:lnTo>
                  <a:pt x="0" y="2989"/>
                </a:lnTo>
                <a:lnTo>
                  <a:pt x="117" y="2989"/>
                </a:lnTo>
                <a:lnTo>
                  <a:pt x="117" y="3148"/>
                </a:lnTo>
                <a:lnTo>
                  <a:pt x="0" y="3148"/>
                </a:lnTo>
                <a:moveTo>
                  <a:pt x="0" y="2883"/>
                </a:moveTo>
                <a:lnTo>
                  <a:pt x="0" y="2725"/>
                </a:lnTo>
                <a:lnTo>
                  <a:pt x="117" y="2725"/>
                </a:lnTo>
                <a:lnTo>
                  <a:pt x="117" y="2883"/>
                </a:lnTo>
                <a:lnTo>
                  <a:pt x="0" y="2883"/>
                </a:lnTo>
                <a:moveTo>
                  <a:pt x="0" y="2619"/>
                </a:moveTo>
                <a:lnTo>
                  <a:pt x="0" y="2460"/>
                </a:lnTo>
                <a:lnTo>
                  <a:pt x="117" y="2460"/>
                </a:lnTo>
                <a:lnTo>
                  <a:pt x="117" y="2619"/>
                </a:lnTo>
                <a:lnTo>
                  <a:pt x="0" y="2619"/>
                </a:lnTo>
                <a:moveTo>
                  <a:pt x="0" y="2354"/>
                </a:moveTo>
                <a:lnTo>
                  <a:pt x="0" y="2196"/>
                </a:lnTo>
                <a:lnTo>
                  <a:pt x="117" y="2196"/>
                </a:lnTo>
                <a:lnTo>
                  <a:pt x="117" y="2354"/>
                </a:lnTo>
                <a:lnTo>
                  <a:pt x="0" y="2354"/>
                </a:lnTo>
                <a:moveTo>
                  <a:pt x="0" y="2090"/>
                </a:moveTo>
                <a:lnTo>
                  <a:pt x="0" y="1931"/>
                </a:lnTo>
                <a:lnTo>
                  <a:pt x="117" y="1931"/>
                </a:lnTo>
                <a:lnTo>
                  <a:pt x="117" y="2090"/>
                </a:lnTo>
                <a:lnTo>
                  <a:pt x="0" y="2090"/>
                </a:lnTo>
                <a:moveTo>
                  <a:pt x="0" y="1825"/>
                </a:moveTo>
                <a:lnTo>
                  <a:pt x="0" y="1667"/>
                </a:lnTo>
                <a:lnTo>
                  <a:pt x="117" y="1667"/>
                </a:lnTo>
                <a:lnTo>
                  <a:pt x="117" y="1825"/>
                </a:lnTo>
                <a:lnTo>
                  <a:pt x="0" y="1825"/>
                </a:lnTo>
                <a:moveTo>
                  <a:pt x="0" y="1561"/>
                </a:moveTo>
                <a:lnTo>
                  <a:pt x="0" y="1402"/>
                </a:lnTo>
                <a:lnTo>
                  <a:pt x="117" y="1402"/>
                </a:lnTo>
                <a:lnTo>
                  <a:pt x="117" y="1561"/>
                </a:lnTo>
                <a:lnTo>
                  <a:pt x="0" y="1561"/>
                </a:lnTo>
                <a:moveTo>
                  <a:pt x="0" y="1296"/>
                </a:moveTo>
                <a:lnTo>
                  <a:pt x="0" y="1138"/>
                </a:lnTo>
                <a:lnTo>
                  <a:pt x="117" y="1138"/>
                </a:lnTo>
                <a:lnTo>
                  <a:pt x="117" y="1296"/>
                </a:lnTo>
                <a:lnTo>
                  <a:pt x="0" y="1296"/>
                </a:lnTo>
                <a:moveTo>
                  <a:pt x="0" y="1032"/>
                </a:moveTo>
                <a:lnTo>
                  <a:pt x="0" y="873"/>
                </a:lnTo>
                <a:lnTo>
                  <a:pt x="117" y="873"/>
                </a:lnTo>
                <a:lnTo>
                  <a:pt x="117" y="1032"/>
                </a:lnTo>
                <a:lnTo>
                  <a:pt x="0" y="1032"/>
                </a:lnTo>
                <a:moveTo>
                  <a:pt x="0" y="767"/>
                </a:moveTo>
                <a:lnTo>
                  <a:pt x="0" y="609"/>
                </a:lnTo>
                <a:lnTo>
                  <a:pt x="117" y="609"/>
                </a:lnTo>
                <a:lnTo>
                  <a:pt x="117" y="767"/>
                </a:lnTo>
                <a:lnTo>
                  <a:pt x="0" y="767"/>
                </a:lnTo>
                <a:moveTo>
                  <a:pt x="0" y="503"/>
                </a:moveTo>
                <a:lnTo>
                  <a:pt x="0" y="344"/>
                </a:lnTo>
                <a:lnTo>
                  <a:pt x="117" y="344"/>
                </a:lnTo>
                <a:lnTo>
                  <a:pt x="117" y="503"/>
                </a:lnTo>
                <a:lnTo>
                  <a:pt x="0" y="503"/>
                </a:lnTo>
                <a:moveTo>
                  <a:pt x="1" y="236"/>
                </a:moveTo>
                <a:cubicBezTo>
                  <a:pt x="3" y="161"/>
                  <a:pt x="33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521640" y="4360320"/>
            <a:ext cx="11148480" cy="1280520"/>
          </a:xfrm>
          <a:custGeom>
            <a:avLst/>
            <a:gdLst/>
            <a:ahLst/>
            <a:rect l="0" t="0" r="r" b="b"/>
            <a:pathLst>
              <a:path w="30968" h="3557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3" y="0"/>
                </a:moveTo>
                <a:lnTo>
                  <a:pt x="932" y="0"/>
                </a:lnTo>
                <a:lnTo>
                  <a:pt x="932" y="117"/>
                </a:lnTo>
                <a:lnTo>
                  <a:pt x="773" y="117"/>
                </a:lnTo>
                <a:lnTo>
                  <a:pt x="773" y="0"/>
                </a:lnTo>
                <a:moveTo>
                  <a:pt x="1037" y="0"/>
                </a:moveTo>
                <a:lnTo>
                  <a:pt x="1196" y="0"/>
                </a:lnTo>
                <a:lnTo>
                  <a:pt x="1196" y="117"/>
                </a:lnTo>
                <a:lnTo>
                  <a:pt x="1037" y="117"/>
                </a:lnTo>
                <a:lnTo>
                  <a:pt x="1037" y="0"/>
                </a:lnTo>
                <a:moveTo>
                  <a:pt x="1302" y="0"/>
                </a:moveTo>
                <a:lnTo>
                  <a:pt x="1461" y="0"/>
                </a:lnTo>
                <a:lnTo>
                  <a:pt x="1461" y="117"/>
                </a:lnTo>
                <a:lnTo>
                  <a:pt x="1302" y="117"/>
                </a:lnTo>
                <a:lnTo>
                  <a:pt x="1302" y="0"/>
                </a:lnTo>
                <a:moveTo>
                  <a:pt x="1566" y="0"/>
                </a:moveTo>
                <a:lnTo>
                  <a:pt x="1725" y="0"/>
                </a:lnTo>
                <a:lnTo>
                  <a:pt x="1725" y="117"/>
                </a:lnTo>
                <a:lnTo>
                  <a:pt x="1566" y="117"/>
                </a:lnTo>
                <a:lnTo>
                  <a:pt x="1566" y="0"/>
                </a:lnTo>
                <a:moveTo>
                  <a:pt x="1831" y="0"/>
                </a:moveTo>
                <a:lnTo>
                  <a:pt x="1989" y="0"/>
                </a:lnTo>
                <a:lnTo>
                  <a:pt x="1989" y="117"/>
                </a:lnTo>
                <a:lnTo>
                  <a:pt x="1831" y="117"/>
                </a:lnTo>
                <a:lnTo>
                  <a:pt x="1831" y="0"/>
                </a:lnTo>
                <a:moveTo>
                  <a:pt x="2095" y="0"/>
                </a:moveTo>
                <a:lnTo>
                  <a:pt x="2254" y="0"/>
                </a:lnTo>
                <a:lnTo>
                  <a:pt x="2254" y="117"/>
                </a:lnTo>
                <a:lnTo>
                  <a:pt x="2095" y="117"/>
                </a:lnTo>
                <a:lnTo>
                  <a:pt x="2095" y="0"/>
                </a:lnTo>
                <a:moveTo>
                  <a:pt x="2360" y="0"/>
                </a:moveTo>
                <a:lnTo>
                  <a:pt x="2518" y="0"/>
                </a:lnTo>
                <a:lnTo>
                  <a:pt x="2518" y="117"/>
                </a:lnTo>
                <a:lnTo>
                  <a:pt x="2360" y="117"/>
                </a:lnTo>
                <a:lnTo>
                  <a:pt x="2360" y="0"/>
                </a:lnTo>
                <a:moveTo>
                  <a:pt x="2624" y="0"/>
                </a:moveTo>
                <a:lnTo>
                  <a:pt x="2783" y="0"/>
                </a:lnTo>
                <a:lnTo>
                  <a:pt x="2783" y="117"/>
                </a:lnTo>
                <a:lnTo>
                  <a:pt x="2624" y="117"/>
                </a:lnTo>
                <a:lnTo>
                  <a:pt x="2624" y="0"/>
                </a:lnTo>
                <a:moveTo>
                  <a:pt x="2889" y="0"/>
                </a:moveTo>
                <a:lnTo>
                  <a:pt x="3047" y="0"/>
                </a:lnTo>
                <a:lnTo>
                  <a:pt x="3047" y="117"/>
                </a:lnTo>
                <a:lnTo>
                  <a:pt x="2889" y="117"/>
                </a:lnTo>
                <a:lnTo>
                  <a:pt x="2889" y="0"/>
                </a:lnTo>
                <a:moveTo>
                  <a:pt x="3153" y="0"/>
                </a:moveTo>
                <a:lnTo>
                  <a:pt x="3312" y="0"/>
                </a:lnTo>
                <a:lnTo>
                  <a:pt x="3312" y="117"/>
                </a:lnTo>
                <a:lnTo>
                  <a:pt x="3153" y="117"/>
                </a:lnTo>
                <a:lnTo>
                  <a:pt x="3153" y="0"/>
                </a:lnTo>
                <a:moveTo>
                  <a:pt x="3418" y="0"/>
                </a:moveTo>
                <a:lnTo>
                  <a:pt x="3576" y="0"/>
                </a:lnTo>
                <a:lnTo>
                  <a:pt x="3576" y="117"/>
                </a:lnTo>
                <a:lnTo>
                  <a:pt x="3418" y="117"/>
                </a:lnTo>
                <a:lnTo>
                  <a:pt x="3418" y="0"/>
                </a:lnTo>
                <a:moveTo>
                  <a:pt x="3682" y="0"/>
                </a:moveTo>
                <a:lnTo>
                  <a:pt x="3841" y="0"/>
                </a:lnTo>
                <a:lnTo>
                  <a:pt x="3841" y="117"/>
                </a:lnTo>
                <a:lnTo>
                  <a:pt x="3682" y="117"/>
                </a:lnTo>
                <a:lnTo>
                  <a:pt x="3682" y="0"/>
                </a:lnTo>
                <a:moveTo>
                  <a:pt x="3947" y="0"/>
                </a:moveTo>
                <a:lnTo>
                  <a:pt x="4105" y="0"/>
                </a:lnTo>
                <a:lnTo>
                  <a:pt x="4105" y="117"/>
                </a:lnTo>
                <a:lnTo>
                  <a:pt x="3947" y="117"/>
                </a:lnTo>
                <a:lnTo>
                  <a:pt x="3947" y="0"/>
                </a:lnTo>
                <a:moveTo>
                  <a:pt x="4211" y="0"/>
                </a:moveTo>
                <a:lnTo>
                  <a:pt x="4370" y="0"/>
                </a:lnTo>
                <a:lnTo>
                  <a:pt x="4370" y="117"/>
                </a:lnTo>
                <a:lnTo>
                  <a:pt x="4211" y="117"/>
                </a:lnTo>
                <a:lnTo>
                  <a:pt x="4211" y="0"/>
                </a:lnTo>
                <a:moveTo>
                  <a:pt x="4476" y="0"/>
                </a:moveTo>
                <a:lnTo>
                  <a:pt x="4634" y="0"/>
                </a:lnTo>
                <a:lnTo>
                  <a:pt x="4634" y="117"/>
                </a:lnTo>
                <a:lnTo>
                  <a:pt x="4476" y="117"/>
                </a:lnTo>
                <a:lnTo>
                  <a:pt x="4476" y="0"/>
                </a:lnTo>
                <a:moveTo>
                  <a:pt x="4740" y="0"/>
                </a:moveTo>
                <a:lnTo>
                  <a:pt x="4899" y="0"/>
                </a:lnTo>
                <a:lnTo>
                  <a:pt x="4899" y="117"/>
                </a:lnTo>
                <a:lnTo>
                  <a:pt x="4740" y="117"/>
                </a:lnTo>
                <a:lnTo>
                  <a:pt x="4740" y="0"/>
                </a:lnTo>
                <a:moveTo>
                  <a:pt x="5004" y="0"/>
                </a:moveTo>
                <a:lnTo>
                  <a:pt x="5163" y="0"/>
                </a:lnTo>
                <a:lnTo>
                  <a:pt x="5163" y="117"/>
                </a:lnTo>
                <a:lnTo>
                  <a:pt x="5004" y="117"/>
                </a:lnTo>
                <a:lnTo>
                  <a:pt x="5004" y="0"/>
                </a:lnTo>
                <a:moveTo>
                  <a:pt x="5269" y="0"/>
                </a:moveTo>
                <a:lnTo>
                  <a:pt x="5428" y="0"/>
                </a:lnTo>
                <a:lnTo>
                  <a:pt x="5428" y="117"/>
                </a:lnTo>
                <a:lnTo>
                  <a:pt x="5269" y="117"/>
                </a:lnTo>
                <a:lnTo>
                  <a:pt x="5269" y="0"/>
                </a:lnTo>
                <a:moveTo>
                  <a:pt x="5533" y="0"/>
                </a:moveTo>
                <a:lnTo>
                  <a:pt x="5692" y="0"/>
                </a:lnTo>
                <a:lnTo>
                  <a:pt x="5692" y="117"/>
                </a:lnTo>
                <a:lnTo>
                  <a:pt x="5533" y="117"/>
                </a:lnTo>
                <a:lnTo>
                  <a:pt x="5533" y="0"/>
                </a:lnTo>
                <a:moveTo>
                  <a:pt x="5798" y="0"/>
                </a:moveTo>
                <a:lnTo>
                  <a:pt x="5957" y="0"/>
                </a:lnTo>
                <a:lnTo>
                  <a:pt x="5957" y="117"/>
                </a:lnTo>
                <a:lnTo>
                  <a:pt x="5798" y="117"/>
                </a:lnTo>
                <a:lnTo>
                  <a:pt x="5798" y="0"/>
                </a:lnTo>
                <a:moveTo>
                  <a:pt x="6062" y="0"/>
                </a:moveTo>
                <a:lnTo>
                  <a:pt x="6221" y="0"/>
                </a:lnTo>
                <a:lnTo>
                  <a:pt x="6221" y="117"/>
                </a:lnTo>
                <a:lnTo>
                  <a:pt x="6062" y="117"/>
                </a:lnTo>
                <a:lnTo>
                  <a:pt x="6062" y="0"/>
                </a:lnTo>
                <a:moveTo>
                  <a:pt x="6327" y="0"/>
                </a:moveTo>
                <a:lnTo>
                  <a:pt x="6486" y="0"/>
                </a:lnTo>
                <a:lnTo>
                  <a:pt x="6486" y="117"/>
                </a:lnTo>
                <a:lnTo>
                  <a:pt x="6327" y="117"/>
                </a:lnTo>
                <a:lnTo>
                  <a:pt x="6327" y="0"/>
                </a:lnTo>
                <a:moveTo>
                  <a:pt x="6591" y="0"/>
                </a:moveTo>
                <a:lnTo>
                  <a:pt x="6750" y="0"/>
                </a:lnTo>
                <a:lnTo>
                  <a:pt x="6750" y="117"/>
                </a:lnTo>
                <a:lnTo>
                  <a:pt x="6591" y="117"/>
                </a:lnTo>
                <a:lnTo>
                  <a:pt x="6591" y="0"/>
                </a:lnTo>
                <a:moveTo>
                  <a:pt x="6856" y="0"/>
                </a:moveTo>
                <a:lnTo>
                  <a:pt x="7015" y="0"/>
                </a:lnTo>
                <a:lnTo>
                  <a:pt x="7015" y="117"/>
                </a:lnTo>
                <a:lnTo>
                  <a:pt x="6856" y="117"/>
                </a:lnTo>
                <a:lnTo>
                  <a:pt x="6856" y="0"/>
                </a:lnTo>
                <a:moveTo>
                  <a:pt x="7120" y="0"/>
                </a:moveTo>
                <a:lnTo>
                  <a:pt x="7279" y="0"/>
                </a:lnTo>
                <a:lnTo>
                  <a:pt x="7279" y="117"/>
                </a:lnTo>
                <a:lnTo>
                  <a:pt x="7120" y="117"/>
                </a:lnTo>
                <a:lnTo>
                  <a:pt x="7120" y="0"/>
                </a:lnTo>
                <a:moveTo>
                  <a:pt x="7385" y="0"/>
                </a:moveTo>
                <a:lnTo>
                  <a:pt x="7544" y="0"/>
                </a:lnTo>
                <a:lnTo>
                  <a:pt x="7544" y="117"/>
                </a:lnTo>
                <a:lnTo>
                  <a:pt x="7385" y="117"/>
                </a:lnTo>
                <a:lnTo>
                  <a:pt x="7385" y="0"/>
                </a:lnTo>
                <a:moveTo>
                  <a:pt x="7649" y="0"/>
                </a:moveTo>
                <a:lnTo>
                  <a:pt x="7808" y="0"/>
                </a:lnTo>
                <a:lnTo>
                  <a:pt x="7808" y="117"/>
                </a:lnTo>
                <a:lnTo>
                  <a:pt x="7649" y="117"/>
                </a:lnTo>
                <a:lnTo>
                  <a:pt x="7649" y="0"/>
                </a:lnTo>
                <a:moveTo>
                  <a:pt x="7914" y="0"/>
                </a:moveTo>
                <a:lnTo>
                  <a:pt x="8073" y="0"/>
                </a:lnTo>
                <a:lnTo>
                  <a:pt x="8073" y="117"/>
                </a:lnTo>
                <a:lnTo>
                  <a:pt x="7914" y="117"/>
                </a:lnTo>
                <a:lnTo>
                  <a:pt x="7914" y="0"/>
                </a:lnTo>
                <a:moveTo>
                  <a:pt x="8178" y="0"/>
                </a:moveTo>
                <a:lnTo>
                  <a:pt x="8337" y="0"/>
                </a:lnTo>
                <a:lnTo>
                  <a:pt x="8337" y="117"/>
                </a:lnTo>
                <a:lnTo>
                  <a:pt x="8178" y="117"/>
                </a:lnTo>
                <a:lnTo>
                  <a:pt x="8178" y="0"/>
                </a:lnTo>
                <a:moveTo>
                  <a:pt x="8443" y="0"/>
                </a:moveTo>
                <a:lnTo>
                  <a:pt x="8601" y="0"/>
                </a:lnTo>
                <a:lnTo>
                  <a:pt x="8601" y="117"/>
                </a:lnTo>
                <a:lnTo>
                  <a:pt x="8443" y="117"/>
                </a:lnTo>
                <a:lnTo>
                  <a:pt x="8443" y="0"/>
                </a:lnTo>
                <a:moveTo>
                  <a:pt x="8707" y="0"/>
                </a:moveTo>
                <a:lnTo>
                  <a:pt x="8866" y="0"/>
                </a:lnTo>
                <a:lnTo>
                  <a:pt x="8866" y="117"/>
                </a:lnTo>
                <a:lnTo>
                  <a:pt x="8707" y="117"/>
                </a:lnTo>
                <a:lnTo>
                  <a:pt x="8707" y="0"/>
                </a:lnTo>
                <a:moveTo>
                  <a:pt x="8972" y="0"/>
                </a:moveTo>
                <a:lnTo>
                  <a:pt x="9130" y="0"/>
                </a:lnTo>
                <a:lnTo>
                  <a:pt x="9130" y="117"/>
                </a:lnTo>
                <a:lnTo>
                  <a:pt x="8972" y="117"/>
                </a:lnTo>
                <a:lnTo>
                  <a:pt x="8972" y="0"/>
                </a:lnTo>
                <a:moveTo>
                  <a:pt x="9236" y="0"/>
                </a:moveTo>
                <a:lnTo>
                  <a:pt x="9395" y="0"/>
                </a:lnTo>
                <a:lnTo>
                  <a:pt x="9395" y="117"/>
                </a:lnTo>
                <a:lnTo>
                  <a:pt x="9236" y="117"/>
                </a:lnTo>
                <a:lnTo>
                  <a:pt x="9236" y="0"/>
                </a:lnTo>
                <a:moveTo>
                  <a:pt x="9501" y="0"/>
                </a:moveTo>
                <a:lnTo>
                  <a:pt x="9659" y="0"/>
                </a:lnTo>
                <a:lnTo>
                  <a:pt x="9659" y="117"/>
                </a:lnTo>
                <a:lnTo>
                  <a:pt x="9501" y="117"/>
                </a:lnTo>
                <a:lnTo>
                  <a:pt x="9501" y="0"/>
                </a:lnTo>
                <a:moveTo>
                  <a:pt x="9765" y="0"/>
                </a:moveTo>
                <a:lnTo>
                  <a:pt x="9924" y="0"/>
                </a:lnTo>
                <a:lnTo>
                  <a:pt x="9924" y="117"/>
                </a:lnTo>
                <a:lnTo>
                  <a:pt x="9765" y="117"/>
                </a:lnTo>
                <a:lnTo>
                  <a:pt x="9765" y="0"/>
                </a:lnTo>
                <a:moveTo>
                  <a:pt x="10030" y="0"/>
                </a:moveTo>
                <a:lnTo>
                  <a:pt x="10188" y="0"/>
                </a:lnTo>
                <a:lnTo>
                  <a:pt x="10188" y="117"/>
                </a:lnTo>
                <a:lnTo>
                  <a:pt x="10030" y="117"/>
                </a:lnTo>
                <a:lnTo>
                  <a:pt x="10030" y="0"/>
                </a:lnTo>
                <a:moveTo>
                  <a:pt x="10294" y="0"/>
                </a:moveTo>
                <a:lnTo>
                  <a:pt x="10453" y="0"/>
                </a:lnTo>
                <a:lnTo>
                  <a:pt x="10453" y="117"/>
                </a:lnTo>
                <a:lnTo>
                  <a:pt x="10294" y="117"/>
                </a:lnTo>
                <a:lnTo>
                  <a:pt x="10294" y="0"/>
                </a:lnTo>
                <a:moveTo>
                  <a:pt x="10559" y="0"/>
                </a:moveTo>
                <a:lnTo>
                  <a:pt x="10717" y="0"/>
                </a:lnTo>
                <a:lnTo>
                  <a:pt x="10717" y="117"/>
                </a:lnTo>
                <a:lnTo>
                  <a:pt x="10559" y="117"/>
                </a:lnTo>
                <a:lnTo>
                  <a:pt x="10559" y="0"/>
                </a:lnTo>
                <a:moveTo>
                  <a:pt x="10823" y="0"/>
                </a:moveTo>
                <a:lnTo>
                  <a:pt x="10982" y="0"/>
                </a:lnTo>
                <a:lnTo>
                  <a:pt x="10982" y="117"/>
                </a:lnTo>
                <a:lnTo>
                  <a:pt x="10823" y="117"/>
                </a:lnTo>
                <a:lnTo>
                  <a:pt x="10823" y="0"/>
                </a:lnTo>
                <a:moveTo>
                  <a:pt x="11088" y="0"/>
                </a:moveTo>
                <a:lnTo>
                  <a:pt x="11246" y="0"/>
                </a:lnTo>
                <a:lnTo>
                  <a:pt x="11246" y="117"/>
                </a:lnTo>
                <a:lnTo>
                  <a:pt x="11088" y="117"/>
                </a:lnTo>
                <a:lnTo>
                  <a:pt x="11088" y="0"/>
                </a:lnTo>
                <a:moveTo>
                  <a:pt x="11352" y="0"/>
                </a:moveTo>
                <a:lnTo>
                  <a:pt x="11511" y="0"/>
                </a:lnTo>
                <a:lnTo>
                  <a:pt x="11511" y="117"/>
                </a:lnTo>
                <a:lnTo>
                  <a:pt x="11352" y="117"/>
                </a:lnTo>
                <a:lnTo>
                  <a:pt x="11352" y="0"/>
                </a:lnTo>
                <a:moveTo>
                  <a:pt x="11617" y="0"/>
                </a:moveTo>
                <a:lnTo>
                  <a:pt x="11775" y="0"/>
                </a:lnTo>
                <a:lnTo>
                  <a:pt x="11775" y="117"/>
                </a:lnTo>
                <a:lnTo>
                  <a:pt x="11617" y="117"/>
                </a:lnTo>
                <a:lnTo>
                  <a:pt x="11617" y="0"/>
                </a:lnTo>
                <a:moveTo>
                  <a:pt x="11881" y="0"/>
                </a:moveTo>
                <a:lnTo>
                  <a:pt x="12040" y="0"/>
                </a:lnTo>
                <a:lnTo>
                  <a:pt x="12040" y="117"/>
                </a:lnTo>
                <a:lnTo>
                  <a:pt x="11881" y="117"/>
                </a:lnTo>
                <a:lnTo>
                  <a:pt x="11881" y="0"/>
                </a:lnTo>
                <a:moveTo>
                  <a:pt x="12145" y="0"/>
                </a:moveTo>
                <a:lnTo>
                  <a:pt x="12304" y="0"/>
                </a:lnTo>
                <a:lnTo>
                  <a:pt x="12304" y="117"/>
                </a:lnTo>
                <a:lnTo>
                  <a:pt x="12145" y="117"/>
                </a:lnTo>
                <a:lnTo>
                  <a:pt x="12145" y="0"/>
                </a:lnTo>
                <a:moveTo>
                  <a:pt x="12410" y="0"/>
                </a:moveTo>
                <a:lnTo>
                  <a:pt x="12569" y="0"/>
                </a:lnTo>
                <a:lnTo>
                  <a:pt x="12569" y="117"/>
                </a:lnTo>
                <a:lnTo>
                  <a:pt x="12410" y="117"/>
                </a:lnTo>
                <a:lnTo>
                  <a:pt x="12410" y="0"/>
                </a:lnTo>
                <a:moveTo>
                  <a:pt x="12674" y="0"/>
                </a:moveTo>
                <a:lnTo>
                  <a:pt x="12833" y="0"/>
                </a:lnTo>
                <a:lnTo>
                  <a:pt x="12833" y="117"/>
                </a:lnTo>
                <a:lnTo>
                  <a:pt x="12674" y="117"/>
                </a:lnTo>
                <a:lnTo>
                  <a:pt x="12674" y="0"/>
                </a:lnTo>
                <a:moveTo>
                  <a:pt x="12939" y="0"/>
                </a:moveTo>
                <a:lnTo>
                  <a:pt x="13098" y="0"/>
                </a:lnTo>
                <a:lnTo>
                  <a:pt x="13098" y="117"/>
                </a:lnTo>
                <a:lnTo>
                  <a:pt x="12939" y="117"/>
                </a:lnTo>
                <a:lnTo>
                  <a:pt x="12939" y="0"/>
                </a:lnTo>
                <a:moveTo>
                  <a:pt x="13203" y="0"/>
                </a:moveTo>
                <a:lnTo>
                  <a:pt x="13362" y="0"/>
                </a:lnTo>
                <a:lnTo>
                  <a:pt x="13362" y="117"/>
                </a:lnTo>
                <a:lnTo>
                  <a:pt x="13203" y="117"/>
                </a:lnTo>
                <a:lnTo>
                  <a:pt x="13203" y="0"/>
                </a:lnTo>
                <a:moveTo>
                  <a:pt x="13468" y="0"/>
                </a:moveTo>
                <a:lnTo>
                  <a:pt x="13627" y="0"/>
                </a:lnTo>
                <a:lnTo>
                  <a:pt x="13627" y="117"/>
                </a:lnTo>
                <a:lnTo>
                  <a:pt x="13468" y="117"/>
                </a:lnTo>
                <a:lnTo>
                  <a:pt x="13468" y="0"/>
                </a:lnTo>
                <a:moveTo>
                  <a:pt x="13732" y="0"/>
                </a:moveTo>
                <a:lnTo>
                  <a:pt x="13891" y="0"/>
                </a:lnTo>
                <a:lnTo>
                  <a:pt x="13891" y="117"/>
                </a:lnTo>
                <a:lnTo>
                  <a:pt x="13732" y="117"/>
                </a:lnTo>
                <a:lnTo>
                  <a:pt x="13732" y="0"/>
                </a:lnTo>
                <a:moveTo>
                  <a:pt x="13997" y="0"/>
                </a:moveTo>
                <a:lnTo>
                  <a:pt x="14157" y="0"/>
                </a:lnTo>
                <a:lnTo>
                  <a:pt x="14157" y="117"/>
                </a:lnTo>
                <a:lnTo>
                  <a:pt x="13997" y="117"/>
                </a:lnTo>
                <a:lnTo>
                  <a:pt x="13997" y="0"/>
                </a:lnTo>
                <a:moveTo>
                  <a:pt x="14262" y="0"/>
                </a:moveTo>
                <a:lnTo>
                  <a:pt x="14421" y="0"/>
                </a:lnTo>
                <a:lnTo>
                  <a:pt x="14421" y="117"/>
                </a:lnTo>
                <a:lnTo>
                  <a:pt x="14262" y="117"/>
                </a:lnTo>
                <a:lnTo>
                  <a:pt x="14262" y="0"/>
                </a:lnTo>
                <a:moveTo>
                  <a:pt x="14527" y="0"/>
                </a:moveTo>
                <a:lnTo>
                  <a:pt x="14686" y="0"/>
                </a:lnTo>
                <a:lnTo>
                  <a:pt x="14686" y="117"/>
                </a:lnTo>
                <a:lnTo>
                  <a:pt x="14527" y="117"/>
                </a:lnTo>
                <a:lnTo>
                  <a:pt x="14527" y="0"/>
                </a:lnTo>
                <a:moveTo>
                  <a:pt x="14791" y="0"/>
                </a:moveTo>
                <a:lnTo>
                  <a:pt x="14950" y="0"/>
                </a:lnTo>
                <a:lnTo>
                  <a:pt x="14950" y="117"/>
                </a:lnTo>
                <a:lnTo>
                  <a:pt x="14791" y="117"/>
                </a:lnTo>
                <a:lnTo>
                  <a:pt x="14791" y="0"/>
                </a:lnTo>
                <a:moveTo>
                  <a:pt x="15056" y="0"/>
                </a:moveTo>
                <a:lnTo>
                  <a:pt x="15215" y="0"/>
                </a:lnTo>
                <a:lnTo>
                  <a:pt x="15215" y="117"/>
                </a:lnTo>
                <a:lnTo>
                  <a:pt x="15056" y="117"/>
                </a:lnTo>
                <a:lnTo>
                  <a:pt x="15056" y="0"/>
                </a:lnTo>
                <a:moveTo>
                  <a:pt x="15320" y="0"/>
                </a:moveTo>
                <a:lnTo>
                  <a:pt x="15479" y="0"/>
                </a:lnTo>
                <a:lnTo>
                  <a:pt x="15479" y="117"/>
                </a:lnTo>
                <a:lnTo>
                  <a:pt x="15320" y="117"/>
                </a:lnTo>
                <a:lnTo>
                  <a:pt x="15320" y="0"/>
                </a:lnTo>
                <a:moveTo>
                  <a:pt x="15585" y="0"/>
                </a:moveTo>
                <a:lnTo>
                  <a:pt x="15743" y="0"/>
                </a:lnTo>
                <a:lnTo>
                  <a:pt x="15743" y="117"/>
                </a:lnTo>
                <a:lnTo>
                  <a:pt x="15585" y="117"/>
                </a:lnTo>
                <a:lnTo>
                  <a:pt x="15585" y="0"/>
                </a:lnTo>
                <a:moveTo>
                  <a:pt x="15849" y="0"/>
                </a:moveTo>
                <a:lnTo>
                  <a:pt x="16008" y="0"/>
                </a:lnTo>
                <a:lnTo>
                  <a:pt x="16008" y="117"/>
                </a:lnTo>
                <a:lnTo>
                  <a:pt x="15849" y="117"/>
                </a:lnTo>
                <a:lnTo>
                  <a:pt x="15849" y="0"/>
                </a:lnTo>
                <a:moveTo>
                  <a:pt x="16114" y="0"/>
                </a:moveTo>
                <a:lnTo>
                  <a:pt x="16272" y="0"/>
                </a:lnTo>
                <a:lnTo>
                  <a:pt x="16272" y="117"/>
                </a:lnTo>
                <a:lnTo>
                  <a:pt x="16114" y="117"/>
                </a:lnTo>
                <a:lnTo>
                  <a:pt x="16114" y="0"/>
                </a:lnTo>
                <a:moveTo>
                  <a:pt x="16378" y="0"/>
                </a:moveTo>
                <a:lnTo>
                  <a:pt x="16537" y="0"/>
                </a:lnTo>
                <a:lnTo>
                  <a:pt x="16537" y="117"/>
                </a:lnTo>
                <a:lnTo>
                  <a:pt x="16378" y="117"/>
                </a:lnTo>
                <a:lnTo>
                  <a:pt x="16378" y="0"/>
                </a:lnTo>
                <a:moveTo>
                  <a:pt x="16643" y="0"/>
                </a:moveTo>
                <a:lnTo>
                  <a:pt x="16801" y="0"/>
                </a:lnTo>
                <a:lnTo>
                  <a:pt x="16801" y="117"/>
                </a:lnTo>
                <a:lnTo>
                  <a:pt x="16643" y="117"/>
                </a:lnTo>
                <a:lnTo>
                  <a:pt x="16643" y="0"/>
                </a:lnTo>
                <a:moveTo>
                  <a:pt x="16907" y="0"/>
                </a:moveTo>
                <a:lnTo>
                  <a:pt x="17066" y="0"/>
                </a:lnTo>
                <a:lnTo>
                  <a:pt x="17066" y="117"/>
                </a:lnTo>
                <a:lnTo>
                  <a:pt x="16907" y="117"/>
                </a:lnTo>
                <a:lnTo>
                  <a:pt x="16907" y="0"/>
                </a:lnTo>
                <a:moveTo>
                  <a:pt x="17172" y="0"/>
                </a:moveTo>
                <a:lnTo>
                  <a:pt x="17330" y="0"/>
                </a:lnTo>
                <a:lnTo>
                  <a:pt x="17330" y="117"/>
                </a:lnTo>
                <a:lnTo>
                  <a:pt x="17172" y="117"/>
                </a:lnTo>
                <a:lnTo>
                  <a:pt x="17172" y="0"/>
                </a:lnTo>
                <a:moveTo>
                  <a:pt x="17436" y="0"/>
                </a:moveTo>
                <a:lnTo>
                  <a:pt x="17595" y="0"/>
                </a:lnTo>
                <a:lnTo>
                  <a:pt x="17595" y="117"/>
                </a:lnTo>
                <a:lnTo>
                  <a:pt x="17436" y="117"/>
                </a:lnTo>
                <a:lnTo>
                  <a:pt x="17436" y="0"/>
                </a:lnTo>
                <a:moveTo>
                  <a:pt x="17701" y="0"/>
                </a:moveTo>
                <a:lnTo>
                  <a:pt x="17859" y="0"/>
                </a:lnTo>
                <a:lnTo>
                  <a:pt x="17859" y="117"/>
                </a:lnTo>
                <a:lnTo>
                  <a:pt x="17701" y="117"/>
                </a:lnTo>
                <a:lnTo>
                  <a:pt x="17701" y="0"/>
                </a:lnTo>
                <a:moveTo>
                  <a:pt x="17965" y="0"/>
                </a:moveTo>
                <a:lnTo>
                  <a:pt x="18124" y="0"/>
                </a:lnTo>
                <a:lnTo>
                  <a:pt x="18124" y="117"/>
                </a:lnTo>
                <a:lnTo>
                  <a:pt x="17965" y="117"/>
                </a:lnTo>
                <a:lnTo>
                  <a:pt x="17965" y="0"/>
                </a:lnTo>
                <a:moveTo>
                  <a:pt x="18230" y="0"/>
                </a:moveTo>
                <a:lnTo>
                  <a:pt x="18388" y="0"/>
                </a:lnTo>
                <a:lnTo>
                  <a:pt x="18388" y="117"/>
                </a:lnTo>
                <a:lnTo>
                  <a:pt x="18230" y="117"/>
                </a:lnTo>
                <a:lnTo>
                  <a:pt x="18230" y="0"/>
                </a:lnTo>
                <a:moveTo>
                  <a:pt x="18494" y="0"/>
                </a:moveTo>
                <a:lnTo>
                  <a:pt x="18653" y="0"/>
                </a:lnTo>
                <a:lnTo>
                  <a:pt x="18653" y="117"/>
                </a:lnTo>
                <a:lnTo>
                  <a:pt x="18494" y="117"/>
                </a:lnTo>
                <a:lnTo>
                  <a:pt x="18494" y="0"/>
                </a:lnTo>
                <a:moveTo>
                  <a:pt x="18758" y="0"/>
                </a:moveTo>
                <a:lnTo>
                  <a:pt x="18917" y="0"/>
                </a:lnTo>
                <a:lnTo>
                  <a:pt x="18917" y="117"/>
                </a:lnTo>
                <a:lnTo>
                  <a:pt x="18758" y="117"/>
                </a:lnTo>
                <a:lnTo>
                  <a:pt x="18758" y="0"/>
                </a:lnTo>
                <a:moveTo>
                  <a:pt x="19023" y="0"/>
                </a:moveTo>
                <a:lnTo>
                  <a:pt x="19182" y="0"/>
                </a:lnTo>
                <a:lnTo>
                  <a:pt x="19182" y="117"/>
                </a:lnTo>
                <a:lnTo>
                  <a:pt x="19023" y="117"/>
                </a:lnTo>
                <a:lnTo>
                  <a:pt x="19023" y="0"/>
                </a:lnTo>
                <a:moveTo>
                  <a:pt x="19287" y="0"/>
                </a:moveTo>
                <a:lnTo>
                  <a:pt x="19446" y="0"/>
                </a:lnTo>
                <a:lnTo>
                  <a:pt x="19446" y="117"/>
                </a:lnTo>
                <a:lnTo>
                  <a:pt x="19287" y="117"/>
                </a:lnTo>
                <a:lnTo>
                  <a:pt x="19287" y="0"/>
                </a:lnTo>
                <a:moveTo>
                  <a:pt x="19552" y="0"/>
                </a:moveTo>
                <a:lnTo>
                  <a:pt x="19711" y="0"/>
                </a:lnTo>
                <a:lnTo>
                  <a:pt x="19711" y="117"/>
                </a:lnTo>
                <a:lnTo>
                  <a:pt x="19552" y="117"/>
                </a:lnTo>
                <a:lnTo>
                  <a:pt x="19552" y="0"/>
                </a:lnTo>
                <a:moveTo>
                  <a:pt x="19816" y="0"/>
                </a:moveTo>
                <a:lnTo>
                  <a:pt x="19975" y="0"/>
                </a:lnTo>
                <a:lnTo>
                  <a:pt x="19975" y="117"/>
                </a:lnTo>
                <a:lnTo>
                  <a:pt x="19816" y="117"/>
                </a:lnTo>
                <a:lnTo>
                  <a:pt x="19816" y="0"/>
                </a:lnTo>
                <a:moveTo>
                  <a:pt x="20081" y="0"/>
                </a:moveTo>
                <a:lnTo>
                  <a:pt x="20240" y="0"/>
                </a:lnTo>
                <a:lnTo>
                  <a:pt x="20240" y="117"/>
                </a:lnTo>
                <a:lnTo>
                  <a:pt x="20081" y="117"/>
                </a:lnTo>
                <a:lnTo>
                  <a:pt x="20081" y="0"/>
                </a:lnTo>
                <a:moveTo>
                  <a:pt x="20345" y="0"/>
                </a:moveTo>
                <a:lnTo>
                  <a:pt x="20504" y="0"/>
                </a:lnTo>
                <a:lnTo>
                  <a:pt x="20504" y="117"/>
                </a:lnTo>
                <a:lnTo>
                  <a:pt x="20345" y="117"/>
                </a:lnTo>
                <a:lnTo>
                  <a:pt x="20345" y="0"/>
                </a:lnTo>
                <a:moveTo>
                  <a:pt x="20610" y="0"/>
                </a:moveTo>
                <a:lnTo>
                  <a:pt x="20769" y="0"/>
                </a:lnTo>
                <a:lnTo>
                  <a:pt x="20769" y="117"/>
                </a:lnTo>
                <a:lnTo>
                  <a:pt x="20610" y="117"/>
                </a:lnTo>
                <a:lnTo>
                  <a:pt x="20610" y="0"/>
                </a:lnTo>
                <a:moveTo>
                  <a:pt x="20874" y="0"/>
                </a:moveTo>
                <a:lnTo>
                  <a:pt x="21033" y="0"/>
                </a:lnTo>
                <a:lnTo>
                  <a:pt x="21033" y="117"/>
                </a:lnTo>
                <a:lnTo>
                  <a:pt x="20874" y="117"/>
                </a:lnTo>
                <a:lnTo>
                  <a:pt x="20874" y="0"/>
                </a:lnTo>
                <a:moveTo>
                  <a:pt x="21139" y="0"/>
                </a:moveTo>
                <a:lnTo>
                  <a:pt x="21298" y="0"/>
                </a:lnTo>
                <a:lnTo>
                  <a:pt x="21298" y="117"/>
                </a:lnTo>
                <a:lnTo>
                  <a:pt x="21139" y="117"/>
                </a:lnTo>
                <a:lnTo>
                  <a:pt x="21139" y="0"/>
                </a:lnTo>
                <a:moveTo>
                  <a:pt x="21403" y="0"/>
                </a:moveTo>
                <a:lnTo>
                  <a:pt x="21562" y="0"/>
                </a:lnTo>
                <a:lnTo>
                  <a:pt x="21562" y="117"/>
                </a:lnTo>
                <a:lnTo>
                  <a:pt x="21403" y="117"/>
                </a:lnTo>
                <a:lnTo>
                  <a:pt x="21403" y="0"/>
                </a:lnTo>
                <a:moveTo>
                  <a:pt x="21668" y="0"/>
                </a:moveTo>
                <a:lnTo>
                  <a:pt x="21827" y="0"/>
                </a:lnTo>
                <a:lnTo>
                  <a:pt x="21827" y="117"/>
                </a:lnTo>
                <a:lnTo>
                  <a:pt x="21668" y="117"/>
                </a:lnTo>
                <a:lnTo>
                  <a:pt x="21668" y="0"/>
                </a:lnTo>
                <a:moveTo>
                  <a:pt x="21932" y="0"/>
                </a:moveTo>
                <a:lnTo>
                  <a:pt x="22091" y="0"/>
                </a:lnTo>
                <a:lnTo>
                  <a:pt x="22091" y="117"/>
                </a:lnTo>
                <a:lnTo>
                  <a:pt x="21932" y="117"/>
                </a:lnTo>
                <a:lnTo>
                  <a:pt x="21932" y="0"/>
                </a:lnTo>
                <a:moveTo>
                  <a:pt x="22197" y="0"/>
                </a:moveTo>
                <a:lnTo>
                  <a:pt x="22355" y="0"/>
                </a:lnTo>
                <a:lnTo>
                  <a:pt x="22355" y="117"/>
                </a:lnTo>
                <a:lnTo>
                  <a:pt x="22197" y="117"/>
                </a:lnTo>
                <a:lnTo>
                  <a:pt x="22197" y="0"/>
                </a:lnTo>
                <a:moveTo>
                  <a:pt x="22461" y="0"/>
                </a:moveTo>
                <a:lnTo>
                  <a:pt x="22620" y="0"/>
                </a:lnTo>
                <a:lnTo>
                  <a:pt x="22620" y="117"/>
                </a:lnTo>
                <a:lnTo>
                  <a:pt x="22461" y="117"/>
                </a:lnTo>
                <a:lnTo>
                  <a:pt x="22461" y="0"/>
                </a:lnTo>
                <a:moveTo>
                  <a:pt x="22726" y="0"/>
                </a:moveTo>
                <a:lnTo>
                  <a:pt x="22884" y="0"/>
                </a:lnTo>
                <a:lnTo>
                  <a:pt x="22884" y="117"/>
                </a:lnTo>
                <a:lnTo>
                  <a:pt x="22726" y="117"/>
                </a:lnTo>
                <a:lnTo>
                  <a:pt x="22726" y="0"/>
                </a:lnTo>
                <a:moveTo>
                  <a:pt x="22990" y="0"/>
                </a:moveTo>
                <a:lnTo>
                  <a:pt x="23149" y="0"/>
                </a:lnTo>
                <a:lnTo>
                  <a:pt x="23149" y="117"/>
                </a:lnTo>
                <a:lnTo>
                  <a:pt x="22990" y="117"/>
                </a:lnTo>
                <a:lnTo>
                  <a:pt x="22990" y="0"/>
                </a:lnTo>
                <a:moveTo>
                  <a:pt x="23255" y="0"/>
                </a:moveTo>
                <a:lnTo>
                  <a:pt x="23413" y="0"/>
                </a:lnTo>
                <a:lnTo>
                  <a:pt x="23413" y="117"/>
                </a:lnTo>
                <a:lnTo>
                  <a:pt x="23255" y="117"/>
                </a:lnTo>
                <a:lnTo>
                  <a:pt x="23255" y="0"/>
                </a:lnTo>
                <a:moveTo>
                  <a:pt x="23519" y="0"/>
                </a:moveTo>
                <a:lnTo>
                  <a:pt x="23678" y="0"/>
                </a:lnTo>
                <a:lnTo>
                  <a:pt x="23678" y="117"/>
                </a:lnTo>
                <a:lnTo>
                  <a:pt x="23519" y="117"/>
                </a:lnTo>
                <a:lnTo>
                  <a:pt x="23519" y="0"/>
                </a:lnTo>
                <a:moveTo>
                  <a:pt x="23784" y="0"/>
                </a:moveTo>
                <a:lnTo>
                  <a:pt x="23942" y="0"/>
                </a:lnTo>
                <a:lnTo>
                  <a:pt x="23942" y="117"/>
                </a:lnTo>
                <a:lnTo>
                  <a:pt x="23784" y="117"/>
                </a:lnTo>
                <a:lnTo>
                  <a:pt x="23784" y="0"/>
                </a:lnTo>
                <a:moveTo>
                  <a:pt x="24048" y="0"/>
                </a:moveTo>
                <a:lnTo>
                  <a:pt x="24207" y="0"/>
                </a:lnTo>
                <a:lnTo>
                  <a:pt x="24207" y="117"/>
                </a:lnTo>
                <a:lnTo>
                  <a:pt x="24048" y="117"/>
                </a:lnTo>
                <a:lnTo>
                  <a:pt x="24048" y="0"/>
                </a:lnTo>
                <a:moveTo>
                  <a:pt x="24313" y="0"/>
                </a:moveTo>
                <a:lnTo>
                  <a:pt x="24471" y="0"/>
                </a:lnTo>
                <a:lnTo>
                  <a:pt x="24471" y="117"/>
                </a:lnTo>
                <a:lnTo>
                  <a:pt x="24313" y="117"/>
                </a:lnTo>
                <a:lnTo>
                  <a:pt x="24313" y="0"/>
                </a:lnTo>
                <a:moveTo>
                  <a:pt x="24577" y="0"/>
                </a:moveTo>
                <a:lnTo>
                  <a:pt x="24736" y="0"/>
                </a:lnTo>
                <a:lnTo>
                  <a:pt x="24736" y="117"/>
                </a:lnTo>
                <a:lnTo>
                  <a:pt x="24577" y="117"/>
                </a:lnTo>
                <a:lnTo>
                  <a:pt x="24577" y="0"/>
                </a:lnTo>
                <a:moveTo>
                  <a:pt x="24842" y="0"/>
                </a:moveTo>
                <a:lnTo>
                  <a:pt x="25000" y="0"/>
                </a:lnTo>
                <a:lnTo>
                  <a:pt x="25000" y="117"/>
                </a:lnTo>
                <a:lnTo>
                  <a:pt x="24842" y="117"/>
                </a:lnTo>
                <a:lnTo>
                  <a:pt x="24842" y="0"/>
                </a:lnTo>
                <a:moveTo>
                  <a:pt x="25106" y="0"/>
                </a:moveTo>
                <a:lnTo>
                  <a:pt x="25265" y="0"/>
                </a:lnTo>
                <a:lnTo>
                  <a:pt x="25265" y="117"/>
                </a:lnTo>
                <a:lnTo>
                  <a:pt x="25106" y="117"/>
                </a:lnTo>
                <a:lnTo>
                  <a:pt x="25106" y="0"/>
                </a:lnTo>
                <a:moveTo>
                  <a:pt x="25371" y="0"/>
                </a:moveTo>
                <a:lnTo>
                  <a:pt x="25529" y="0"/>
                </a:lnTo>
                <a:lnTo>
                  <a:pt x="25529" y="117"/>
                </a:lnTo>
                <a:lnTo>
                  <a:pt x="25371" y="117"/>
                </a:lnTo>
                <a:lnTo>
                  <a:pt x="25371" y="0"/>
                </a:lnTo>
                <a:moveTo>
                  <a:pt x="25635" y="0"/>
                </a:moveTo>
                <a:lnTo>
                  <a:pt x="25794" y="0"/>
                </a:lnTo>
                <a:lnTo>
                  <a:pt x="25794" y="117"/>
                </a:lnTo>
                <a:lnTo>
                  <a:pt x="25635" y="117"/>
                </a:lnTo>
                <a:lnTo>
                  <a:pt x="25635" y="0"/>
                </a:lnTo>
                <a:moveTo>
                  <a:pt x="25899" y="0"/>
                </a:moveTo>
                <a:lnTo>
                  <a:pt x="26058" y="0"/>
                </a:lnTo>
                <a:lnTo>
                  <a:pt x="26058" y="117"/>
                </a:lnTo>
                <a:lnTo>
                  <a:pt x="25899" y="117"/>
                </a:lnTo>
                <a:lnTo>
                  <a:pt x="25899" y="0"/>
                </a:lnTo>
                <a:moveTo>
                  <a:pt x="26164" y="0"/>
                </a:moveTo>
                <a:lnTo>
                  <a:pt x="26323" y="0"/>
                </a:lnTo>
                <a:lnTo>
                  <a:pt x="26323" y="117"/>
                </a:lnTo>
                <a:lnTo>
                  <a:pt x="26164" y="117"/>
                </a:lnTo>
                <a:lnTo>
                  <a:pt x="26164" y="0"/>
                </a:lnTo>
                <a:moveTo>
                  <a:pt x="26428" y="0"/>
                </a:moveTo>
                <a:lnTo>
                  <a:pt x="26587" y="0"/>
                </a:lnTo>
                <a:lnTo>
                  <a:pt x="26587" y="117"/>
                </a:lnTo>
                <a:lnTo>
                  <a:pt x="26428" y="117"/>
                </a:lnTo>
                <a:lnTo>
                  <a:pt x="26428" y="0"/>
                </a:lnTo>
                <a:moveTo>
                  <a:pt x="26693" y="0"/>
                </a:moveTo>
                <a:lnTo>
                  <a:pt x="26852" y="0"/>
                </a:lnTo>
                <a:lnTo>
                  <a:pt x="26852" y="117"/>
                </a:lnTo>
                <a:lnTo>
                  <a:pt x="26693" y="117"/>
                </a:lnTo>
                <a:lnTo>
                  <a:pt x="26693" y="0"/>
                </a:lnTo>
                <a:moveTo>
                  <a:pt x="26957" y="0"/>
                </a:moveTo>
                <a:lnTo>
                  <a:pt x="27116" y="0"/>
                </a:lnTo>
                <a:lnTo>
                  <a:pt x="27116" y="117"/>
                </a:lnTo>
                <a:lnTo>
                  <a:pt x="26957" y="117"/>
                </a:lnTo>
                <a:lnTo>
                  <a:pt x="26957" y="0"/>
                </a:lnTo>
                <a:moveTo>
                  <a:pt x="27222" y="0"/>
                </a:moveTo>
                <a:lnTo>
                  <a:pt x="27381" y="0"/>
                </a:lnTo>
                <a:lnTo>
                  <a:pt x="27381" y="117"/>
                </a:lnTo>
                <a:lnTo>
                  <a:pt x="27222" y="117"/>
                </a:lnTo>
                <a:lnTo>
                  <a:pt x="27222" y="0"/>
                </a:lnTo>
                <a:moveTo>
                  <a:pt x="27486" y="0"/>
                </a:moveTo>
                <a:lnTo>
                  <a:pt x="27645" y="0"/>
                </a:lnTo>
                <a:lnTo>
                  <a:pt x="27645" y="117"/>
                </a:lnTo>
                <a:lnTo>
                  <a:pt x="27486" y="117"/>
                </a:lnTo>
                <a:lnTo>
                  <a:pt x="27486" y="0"/>
                </a:lnTo>
                <a:moveTo>
                  <a:pt x="27751" y="0"/>
                </a:moveTo>
                <a:lnTo>
                  <a:pt x="27910" y="0"/>
                </a:lnTo>
                <a:lnTo>
                  <a:pt x="27910" y="117"/>
                </a:lnTo>
                <a:lnTo>
                  <a:pt x="27751" y="117"/>
                </a:lnTo>
                <a:lnTo>
                  <a:pt x="27751" y="0"/>
                </a:lnTo>
                <a:moveTo>
                  <a:pt x="28015" y="0"/>
                </a:moveTo>
                <a:lnTo>
                  <a:pt x="28174" y="0"/>
                </a:lnTo>
                <a:lnTo>
                  <a:pt x="28174" y="117"/>
                </a:lnTo>
                <a:lnTo>
                  <a:pt x="28015" y="117"/>
                </a:lnTo>
                <a:lnTo>
                  <a:pt x="28015" y="0"/>
                </a:lnTo>
                <a:moveTo>
                  <a:pt x="28280" y="0"/>
                </a:moveTo>
                <a:lnTo>
                  <a:pt x="28439" y="0"/>
                </a:lnTo>
                <a:lnTo>
                  <a:pt x="28439" y="117"/>
                </a:lnTo>
                <a:lnTo>
                  <a:pt x="28280" y="117"/>
                </a:lnTo>
                <a:lnTo>
                  <a:pt x="28280" y="0"/>
                </a:lnTo>
                <a:moveTo>
                  <a:pt x="28544" y="0"/>
                </a:moveTo>
                <a:lnTo>
                  <a:pt x="28703" y="0"/>
                </a:lnTo>
                <a:lnTo>
                  <a:pt x="28703" y="117"/>
                </a:lnTo>
                <a:lnTo>
                  <a:pt x="28544" y="117"/>
                </a:lnTo>
                <a:lnTo>
                  <a:pt x="28544" y="0"/>
                </a:lnTo>
                <a:moveTo>
                  <a:pt x="28809" y="0"/>
                </a:moveTo>
                <a:lnTo>
                  <a:pt x="28968" y="0"/>
                </a:lnTo>
                <a:lnTo>
                  <a:pt x="28968" y="117"/>
                </a:lnTo>
                <a:lnTo>
                  <a:pt x="28809" y="117"/>
                </a:lnTo>
                <a:lnTo>
                  <a:pt x="28809" y="0"/>
                </a:lnTo>
                <a:moveTo>
                  <a:pt x="29073" y="0"/>
                </a:moveTo>
                <a:lnTo>
                  <a:pt x="29232" y="0"/>
                </a:lnTo>
                <a:lnTo>
                  <a:pt x="29232" y="117"/>
                </a:lnTo>
                <a:lnTo>
                  <a:pt x="29073" y="117"/>
                </a:lnTo>
                <a:lnTo>
                  <a:pt x="29073" y="0"/>
                </a:lnTo>
                <a:moveTo>
                  <a:pt x="29338" y="0"/>
                </a:moveTo>
                <a:lnTo>
                  <a:pt x="29496" y="0"/>
                </a:lnTo>
                <a:lnTo>
                  <a:pt x="29496" y="117"/>
                </a:lnTo>
                <a:lnTo>
                  <a:pt x="29338" y="117"/>
                </a:lnTo>
                <a:lnTo>
                  <a:pt x="29338" y="0"/>
                </a:lnTo>
                <a:moveTo>
                  <a:pt x="29602" y="0"/>
                </a:moveTo>
                <a:lnTo>
                  <a:pt x="29761" y="0"/>
                </a:lnTo>
                <a:lnTo>
                  <a:pt x="29761" y="117"/>
                </a:lnTo>
                <a:lnTo>
                  <a:pt x="29602" y="117"/>
                </a:lnTo>
                <a:lnTo>
                  <a:pt x="29602" y="0"/>
                </a:lnTo>
                <a:moveTo>
                  <a:pt x="29867" y="0"/>
                </a:moveTo>
                <a:lnTo>
                  <a:pt x="30025" y="0"/>
                </a:lnTo>
                <a:lnTo>
                  <a:pt x="30025" y="117"/>
                </a:lnTo>
                <a:lnTo>
                  <a:pt x="29867" y="117"/>
                </a:lnTo>
                <a:lnTo>
                  <a:pt x="29867" y="0"/>
                </a:lnTo>
                <a:moveTo>
                  <a:pt x="30131" y="0"/>
                </a:moveTo>
                <a:lnTo>
                  <a:pt x="30290" y="0"/>
                </a:lnTo>
                <a:lnTo>
                  <a:pt x="30290" y="117"/>
                </a:lnTo>
                <a:lnTo>
                  <a:pt x="30131" y="117"/>
                </a:lnTo>
                <a:lnTo>
                  <a:pt x="30131" y="0"/>
                </a:lnTo>
                <a:moveTo>
                  <a:pt x="30396" y="0"/>
                </a:moveTo>
                <a:lnTo>
                  <a:pt x="30554" y="0"/>
                </a:lnTo>
                <a:lnTo>
                  <a:pt x="30554" y="117"/>
                </a:lnTo>
                <a:lnTo>
                  <a:pt x="30396" y="117"/>
                </a:lnTo>
                <a:lnTo>
                  <a:pt x="30396" y="0"/>
                </a:lnTo>
                <a:moveTo>
                  <a:pt x="30660" y="0"/>
                </a:moveTo>
                <a:lnTo>
                  <a:pt x="30725" y="0"/>
                </a:lnTo>
                <a:cubicBezTo>
                  <a:pt x="30767" y="0"/>
                  <a:pt x="30807" y="10"/>
                  <a:pt x="30843" y="31"/>
                </a:cubicBezTo>
                <a:lnTo>
                  <a:pt x="30787" y="133"/>
                </a:lnTo>
                <a:cubicBezTo>
                  <a:pt x="30767" y="122"/>
                  <a:pt x="30747" y="117"/>
                  <a:pt x="30725" y="117"/>
                </a:cubicBezTo>
                <a:lnTo>
                  <a:pt x="30660" y="117"/>
                </a:lnTo>
                <a:lnTo>
                  <a:pt x="30660" y="0"/>
                </a:lnTo>
                <a:moveTo>
                  <a:pt x="30940" y="130"/>
                </a:moveTo>
                <a:cubicBezTo>
                  <a:pt x="30959" y="166"/>
                  <a:pt x="30968" y="204"/>
                  <a:pt x="30968" y="244"/>
                </a:cubicBezTo>
                <a:lnTo>
                  <a:pt x="30968" y="313"/>
                </a:lnTo>
                <a:lnTo>
                  <a:pt x="30852" y="313"/>
                </a:lnTo>
                <a:lnTo>
                  <a:pt x="30852" y="244"/>
                </a:lnTo>
                <a:cubicBezTo>
                  <a:pt x="30852" y="223"/>
                  <a:pt x="30847" y="203"/>
                  <a:pt x="30837" y="185"/>
                </a:cubicBezTo>
                <a:lnTo>
                  <a:pt x="30940" y="130"/>
                </a:lnTo>
                <a:moveTo>
                  <a:pt x="30968" y="420"/>
                </a:moveTo>
                <a:lnTo>
                  <a:pt x="30968" y="578"/>
                </a:lnTo>
                <a:lnTo>
                  <a:pt x="30852" y="578"/>
                </a:lnTo>
                <a:lnTo>
                  <a:pt x="30852" y="420"/>
                </a:lnTo>
                <a:lnTo>
                  <a:pt x="30968" y="420"/>
                </a:lnTo>
                <a:moveTo>
                  <a:pt x="30968" y="684"/>
                </a:moveTo>
                <a:lnTo>
                  <a:pt x="30968" y="843"/>
                </a:lnTo>
                <a:lnTo>
                  <a:pt x="30852" y="843"/>
                </a:lnTo>
                <a:lnTo>
                  <a:pt x="30852" y="684"/>
                </a:lnTo>
                <a:lnTo>
                  <a:pt x="30968" y="684"/>
                </a:lnTo>
                <a:moveTo>
                  <a:pt x="30968" y="949"/>
                </a:moveTo>
                <a:lnTo>
                  <a:pt x="30968" y="1107"/>
                </a:lnTo>
                <a:lnTo>
                  <a:pt x="30852" y="1107"/>
                </a:lnTo>
                <a:lnTo>
                  <a:pt x="30852" y="949"/>
                </a:lnTo>
                <a:lnTo>
                  <a:pt x="30968" y="949"/>
                </a:lnTo>
                <a:moveTo>
                  <a:pt x="30968" y="1213"/>
                </a:moveTo>
                <a:lnTo>
                  <a:pt x="30968" y="1372"/>
                </a:lnTo>
                <a:lnTo>
                  <a:pt x="30852" y="1372"/>
                </a:lnTo>
                <a:lnTo>
                  <a:pt x="30852" y="1213"/>
                </a:lnTo>
                <a:lnTo>
                  <a:pt x="30968" y="1213"/>
                </a:lnTo>
                <a:moveTo>
                  <a:pt x="30968" y="1478"/>
                </a:moveTo>
                <a:lnTo>
                  <a:pt x="30968" y="1636"/>
                </a:lnTo>
                <a:lnTo>
                  <a:pt x="30852" y="1636"/>
                </a:lnTo>
                <a:lnTo>
                  <a:pt x="30852" y="1478"/>
                </a:lnTo>
                <a:lnTo>
                  <a:pt x="30968" y="1478"/>
                </a:lnTo>
                <a:moveTo>
                  <a:pt x="30968" y="1742"/>
                </a:moveTo>
                <a:lnTo>
                  <a:pt x="30968" y="1901"/>
                </a:lnTo>
                <a:lnTo>
                  <a:pt x="30852" y="1901"/>
                </a:lnTo>
                <a:lnTo>
                  <a:pt x="30852" y="1742"/>
                </a:lnTo>
                <a:lnTo>
                  <a:pt x="30968" y="1742"/>
                </a:lnTo>
                <a:moveTo>
                  <a:pt x="30968" y="2007"/>
                </a:moveTo>
                <a:lnTo>
                  <a:pt x="30968" y="2165"/>
                </a:lnTo>
                <a:lnTo>
                  <a:pt x="30852" y="2165"/>
                </a:lnTo>
                <a:lnTo>
                  <a:pt x="30852" y="2007"/>
                </a:lnTo>
                <a:lnTo>
                  <a:pt x="30968" y="2007"/>
                </a:lnTo>
                <a:moveTo>
                  <a:pt x="30968" y="2271"/>
                </a:moveTo>
                <a:lnTo>
                  <a:pt x="30968" y="2430"/>
                </a:lnTo>
                <a:lnTo>
                  <a:pt x="30852" y="2430"/>
                </a:lnTo>
                <a:lnTo>
                  <a:pt x="30852" y="2271"/>
                </a:lnTo>
                <a:lnTo>
                  <a:pt x="30968" y="2271"/>
                </a:lnTo>
                <a:moveTo>
                  <a:pt x="30968" y="2536"/>
                </a:moveTo>
                <a:lnTo>
                  <a:pt x="30968" y="2694"/>
                </a:lnTo>
                <a:lnTo>
                  <a:pt x="30852" y="2694"/>
                </a:lnTo>
                <a:lnTo>
                  <a:pt x="30852" y="2536"/>
                </a:lnTo>
                <a:lnTo>
                  <a:pt x="30968" y="2536"/>
                </a:lnTo>
                <a:moveTo>
                  <a:pt x="30968" y="2800"/>
                </a:moveTo>
                <a:lnTo>
                  <a:pt x="30968" y="2959"/>
                </a:lnTo>
                <a:lnTo>
                  <a:pt x="30852" y="2959"/>
                </a:lnTo>
                <a:lnTo>
                  <a:pt x="30852" y="2800"/>
                </a:lnTo>
                <a:lnTo>
                  <a:pt x="30968" y="2800"/>
                </a:lnTo>
                <a:moveTo>
                  <a:pt x="30968" y="3065"/>
                </a:moveTo>
                <a:lnTo>
                  <a:pt x="30968" y="3223"/>
                </a:lnTo>
                <a:lnTo>
                  <a:pt x="30852" y="3223"/>
                </a:lnTo>
                <a:lnTo>
                  <a:pt x="30852" y="3065"/>
                </a:lnTo>
                <a:lnTo>
                  <a:pt x="30968" y="3065"/>
                </a:lnTo>
                <a:moveTo>
                  <a:pt x="30967" y="3333"/>
                </a:moveTo>
                <a:cubicBezTo>
                  <a:pt x="30962" y="3408"/>
                  <a:pt x="30928" y="3468"/>
                  <a:pt x="30867" y="3511"/>
                </a:cubicBezTo>
                <a:lnTo>
                  <a:pt x="30799" y="3417"/>
                </a:lnTo>
                <a:cubicBezTo>
                  <a:pt x="30831" y="3394"/>
                  <a:pt x="30848" y="3363"/>
                  <a:pt x="30851" y="3324"/>
                </a:cubicBezTo>
                <a:lnTo>
                  <a:pt x="30967" y="3333"/>
                </a:lnTo>
                <a:moveTo>
                  <a:pt x="30736" y="3557"/>
                </a:moveTo>
                <a:cubicBezTo>
                  <a:pt x="30733" y="3557"/>
                  <a:pt x="30729" y="3557"/>
                  <a:pt x="30725" y="3557"/>
                </a:cubicBezTo>
                <a:lnTo>
                  <a:pt x="30575" y="3557"/>
                </a:lnTo>
                <a:lnTo>
                  <a:pt x="30575" y="3441"/>
                </a:lnTo>
                <a:lnTo>
                  <a:pt x="30725" y="3441"/>
                </a:lnTo>
                <a:cubicBezTo>
                  <a:pt x="30727" y="3441"/>
                  <a:pt x="30729" y="3441"/>
                  <a:pt x="30731" y="3441"/>
                </a:cubicBezTo>
                <a:lnTo>
                  <a:pt x="30736" y="3557"/>
                </a:lnTo>
                <a:moveTo>
                  <a:pt x="30470" y="3557"/>
                </a:moveTo>
                <a:lnTo>
                  <a:pt x="30311" y="3557"/>
                </a:lnTo>
                <a:lnTo>
                  <a:pt x="30311" y="3441"/>
                </a:lnTo>
                <a:lnTo>
                  <a:pt x="30470" y="3441"/>
                </a:lnTo>
                <a:lnTo>
                  <a:pt x="30470" y="3557"/>
                </a:lnTo>
                <a:moveTo>
                  <a:pt x="30205" y="3557"/>
                </a:moveTo>
                <a:lnTo>
                  <a:pt x="30046" y="3557"/>
                </a:lnTo>
                <a:lnTo>
                  <a:pt x="30046" y="3441"/>
                </a:lnTo>
                <a:lnTo>
                  <a:pt x="30205" y="3441"/>
                </a:lnTo>
                <a:lnTo>
                  <a:pt x="30205" y="3557"/>
                </a:lnTo>
                <a:moveTo>
                  <a:pt x="29941" y="3557"/>
                </a:moveTo>
                <a:lnTo>
                  <a:pt x="29782" y="3557"/>
                </a:lnTo>
                <a:lnTo>
                  <a:pt x="29782" y="3441"/>
                </a:lnTo>
                <a:lnTo>
                  <a:pt x="29941" y="3441"/>
                </a:lnTo>
                <a:lnTo>
                  <a:pt x="29941" y="3557"/>
                </a:lnTo>
                <a:moveTo>
                  <a:pt x="29676" y="3557"/>
                </a:moveTo>
                <a:lnTo>
                  <a:pt x="29517" y="3557"/>
                </a:lnTo>
                <a:lnTo>
                  <a:pt x="29517" y="3441"/>
                </a:lnTo>
                <a:lnTo>
                  <a:pt x="29676" y="3441"/>
                </a:lnTo>
                <a:lnTo>
                  <a:pt x="29676" y="3557"/>
                </a:lnTo>
                <a:moveTo>
                  <a:pt x="29412" y="3557"/>
                </a:moveTo>
                <a:lnTo>
                  <a:pt x="29253" y="3557"/>
                </a:lnTo>
                <a:lnTo>
                  <a:pt x="29253" y="3441"/>
                </a:lnTo>
                <a:lnTo>
                  <a:pt x="29412" y="3441"/>
                </a:lnTo>
                <a:lnTo>
                  <a:pt x="29412" y="3557"/>
                </a:lnTo>
                <a:moveTo>
                  <a:pt x="29147" y="3557"/>
                </a:moveTo>
                <a:lnTo>
                  <a:pt x="28988" y="3557"/>
                </a:lnTo>
                <a:lnTo>
                  <a:pt x="28988" y="3441"/>
                </a:lnTo>
                <a:lnTo>
                  <a:pt x="29147" y="3441"/>
                </a:lnTo>
                <a:lnTo>
                  <a:pt x="29147" y="3557"/>
                </a:lnTo>
                <a:moveTo>
                  <a:pt x="28883" y="3557"/>
                </a:moveTo>
                <a:lnTo>
                  <a:pt x="28724" y="3557"/>
                </a:lnTo>
                <a:lnTo>
                  <a:pt x="28724" y="3441"/>
                </a:lnTo>
                <a:lnTo>
                  <a:pt x="28883" y="3441"/>
                </a:lnTo>
                <a:lnTo>
                  <a:pt x="28883" y="3557"/>
                </a:lnTo>
                <a:moveTo>
                  <a:pt x="28618" y="3557"/>
                </a:moveTo>
                <a:lnTo>
                  <a:pt x="28459" y="3557"/>
                </a:lnTo>
                <a:lnTo>
                  <a:pt x="28459" y="3441"/>
                </a:lnTo>
                <a:lnTo>
                  <a:pt x="28618" y="3441"/>
                </a:lnTo>
                <a:lnTo>
                  <a:pt x="28618" y="3557"/>
                </a:lnTo>
                <a:moveTo>
                  <a:pt x="28354" y="3557"/>
                </a:moveTo>
                <a:lnTo>
                  <a:pt x="28195" y="3557"/>
                </a:lnTo>
                <a:lnTo>
                  <a:pt x="28195" y="3441"/>
                </a:lnTo>
                <a:lnTo>
                  <a:pt x="28354" y="3441"/>
                </a:lnTo>
                <a:lnTo>
                  <a:pt x="28354" y="3557"/>
                </a:lnTo>
                <a:moveTo>
                  <a:pt x="28089" y="3557"/>
                </a:moveTo>
                <a:lnTo>
                  <a:pt x="27931" y="3557"/>
                </a:lnTo>
                <a:lnTo>
                  <a:pt x="27931" y="3441"/>
                </a:lnTo>
                <a:lnTo>
                  <a:pt x="28089" y="3441"/>
                </a:lnTo>
                <a:lnTo>
                  <a:pt x="28089" y="3557"/>
                </a:lnTo>
                <a:moveTo>
                  <a:pt x="27825" y="3557"/>
                </a:moveTo>
                <a:lnTo>
                  <a:pt x="27666" y="3557"/>
                </a:lnTo>
                <a:lnTo>
                  <a:pt x="27666" y="3441"/>
                </a:lnTo>
                <a:lnTo>
                  <a:pt x="27825" y="3441"/>
                </a:lnTo>
                <a:lnTo>
                  <a:pt x="27825" y="3557"/>
                </a:lnTo>
                <a:moveTo>
                  <a:pt x="27560" y="3557"/>
                </a:moveTo>
                <a:lnTo>
                  <a:pt x="27402" y="3557"/>
                </a:lnTo>
                <a:lnTo>
                  <a:pt x="27402" y="3441"/>
                </a:lnTo>
                <a:lnTo>
                  <a:pt x="27560" y="3441"/>
                </a:lnTo>
                <a:lnTo>
                  <a:pt x="27560" y="3557"/>
                </a:lnTo>
                <a:moveTo>
                  <a:pt x="27296" y="3557"/>
                </a:moveTo>
                <a:lnTo>
                  <a:pt x="27137" y="3557"/>
                </a:lnTo>
                <a:lnTo>
                  <a:pt x="27137" y="3441"/>
                </a:lnTo>
                <a:lnTo>
                  <a:pt x="27296" y="3441"/>
                </a:lnTo>
                <a:lnTo>
                  <a:pt x="27296" y="3557"/>
                </a:lnTo>
                <a:moveTo>
                  <a:pt x="27031" y="3557"/>
                </a:moveTo>
                <a:lnTo>
                  <a:pt x="26873" y="3557"/>
                </a:lnTo>
                <a:lnTo>
                  <a:pt x="26873" y="3441"/>
                </a:lnTo>
                <a:lnTo>
                  <a:pt x="27031" y="3441"/>
                </a:lnTo>
                <a:lnTo>
                  <a:pt x="27031" y="3557"/>
                </a:lnTo>
                <a:moveTo>
                  <a:pt x="26767" y="3557"/>
                </a:moveTo>
                <a:lnTo>
                  <a:pt x="26608" y="3557"/>
                </a:lnTo>
                <a:lnTo>
                  <a:pt x="26608" y="3441"/>
                </a:lnTo>
                <a:lnTo>
                  <a:pt x="26767" y="3441"/>
                </a:lnTo>
                <a:lnTo>
                  <a:pt x="26767" y="3557"/>
                </a:lnTo>
                <a:moveTo>
                  <a:pt x="26502" y="3557"/>
                </a:moveTo>
                <a:lnTo>
                  <a:pt x="26344" y="3557"/>
                </a:lnTo>
                <a:lnTo>
                  <a:pt x="26344" y="3441"/>
                </a:lnTo>
                <a:lnTo>
                  <a:pt x="26502" y="3441"/>
                </a:lnTo>
                <a:lnTo>
                  <a:pt x="26502" y="3557"/>
                </a:lnTo>
                <a:moveTo>
                  <a:pt x="26238" y="3557"/>
                </a:moveTo>
                <a:lnTo>
                  <a:pt x="26079" y="3557"/>
                </a:lnTo>
                <a:lnTo>
                  <a:pt x="26079" y="3441"/>
                </a:lnTo>
                <a:lnTo>
                  <a:pt x="26238" y="3441"/>
                </a:lnTo>
                <a:lnTo>
                  <a:pt x="26238" y="3557"/>
                </a:lnTo>
                <a:moveTo>
                  <a:pt x="25973" y="3557"/>
                </a:moveTo>
                <a:lnTo>
                  <a:pt x="25815" y="3557"/>
                </a:lnTo>
                <a:lnTo>
                  <a:pt x="25815" y="3441"/>
                </a:lnTo>
                <a:lnTo>
                  <a:pt x="25973" y="3441"/>
                </a:lnTo>
                <a:lnTo>
                  <a:pt x="25973" y="3557"/>
                </a:lnTo>
                <a:moveTo>
                  <a:pt x="25709" y="3557"/>
                </a:moveTo>
                <a:lnTo>
                  <a:pt x="25550" y="3557"/>
                </a:lnTo>
                <a:lnTo>
                  <a:pt x="25550" y="3441"/>
                </a:lnTo>
                <a:lnTo>
                  <a:pt x="25709" y="3441"/>
                </a:lnTo>
                <a:lnTo>
                  <a:pt x="25709" y="3557"/>
                </a:lnTo>
                <a:moveTo>
                  <a:pt x="25444" y="3557"/>
                </a:moveTo>
                <a:lnTo>
                  <a:pt x="25286" y="3557"/>
                </a:lnTo>
                <a:lnTo>
                  <a:pt x="25286" y="3441"/>
                </a:lnTo>
                <a:lnTo>
                  <a:pt x="25444" y="3441"/>
                </a:lnTo>
                <a:lnTo>
                  <a:pt x="25444" y="3557"/>
                </a:lnTo>
                <a:moveTo>
                  <a:pt x="25180" y="3557"/>
                </a:moveTo>
                <a:lnTo>
                  <a:pt x="25021" y="3557"/>
                </a:lnTo>
                <a:lnTo>
                  <a:pt x="25021" y="3441"/>
                </a:lnTo>
                <a:lnTo>
                  <a:pt x="25180" y="3441"/>
                </a:lnTo>
                <a:lnTo>
                  <a:pt x="25180" y="3557"/>
                </a:lnTo>
                <a:moveTo>
                  <a:pt x="24916" y="3557"/>
                </a:moveTo>
                <a:lnTo>
                  <a:pt x="24757" y="3557"/>
                </a:lnTo>
                <a:lnTo>
                  <a:pt x="24757" y="3441"/>
                </a:lnTo>
                <a:lnTo>
                  <a:pt x="24916" y="3441"/>
                </a:lnTo>
                <a:lnTo>
                  <a:pt x="24916" y="3557"/>
                </a:lnTo>
                <a:moveTo>
                  <a:pt x="24651" y="3557"/>
                </a:moveTo>
                <a:lnTo>
                  <a:pt x="24492" y="3557"/>
                </a:lnTo>
                <a:lnTo>
                  <a:pt x="24492" y="3441"/>
                </a:lnTo>
                <a:lnTo>
                  <a:pt x="24651" y="3441"/>
                </a:lnTo>
                <a:lnTo>
                  <a:pt x="24651" y="3557"/>
                </a:lnTo>
                <a:moveTo>
                  <a:pt x="24387" y="3557"/>
                </a:moveTo>
                <a:lnTo>
                  <a:pt x="24228" y="3557"/>
                </a:lnTo>
                <a:lnTo>
                  <a:pt x="24228" y="3441"/>
                </a:lnTo>
                <a:lnTo>
                  <a:pt x="24387" y="3441"/>
                </a:lnTo>
                <a:lnTo>
                  <a:pt x="24387" y="3557"/>
                </a:lnTo>
                <a:moveTo>
                  <a:pt x="24122" y="3557"/>
                </a:moveTo>
                <a:lnTo>
                  <a:pt x="23963" y="3557"/>
                </a:lnTo>
                <a:lnTo>
                  <a:pt x="23963" y="3441"/>
                </a:lnTo>
                <a:lnTo>
                  <a:pt x="24122" y="3441"/>
                </a:lnTo>
                <a:lnTo>
                  <a:pt x="24122" y="3557"/>
                </a:lnTo>
                <a:moveTo>
                  <a:pt x="23858" y="3557"/>
                </a:moveTo>
                <a:lnTo>
                  <a:pt x="23699" y="3557"/>
                </a:lnTo>
                <a:lnTo>
                  <a:pt x="23699" y="3441"/>
                </a:lnTo>
                <a:lnTo>
                  <a:pt x="23858" y="3441"/>
                </a:lnTo>
                <a:lnTo>
                  <a:pt x="23858" y="3557"/>
                </a:lnTo>
                <a:moveTo>
                  <a:pt x="23593" y="3557"/>
                </a:moveTo>
                <a:lnTo>
                  <a:pt x="23434" y="3557"/>
                </a:lnTo>
                <a:lnTo>
                  <a:pt x="23434" y="3441"/>
                </a:lnTo>
                <a:lnTo>
                  <a:pt x="23593" y="3441"/>
                </a:lnTo>
                <a:lnTo>
                  <a:pt x="23593" y="3557"/>
                </a:lnTo>
                <a:moveTo>
                  <a:pt x="23329" y="3557"/>
                </a:moveTo>
                <a:lnTo>
                  <a:pt x="23170" y="3557"/>
                </a:lnTo>
                <a:lnTo>
                  <a:pt x="23170" y="3441"/>
                </a:lnTo>
                <a:lnTo>
                  <a:pt x="23329" y="3441"/>
                </a:lnTo>
                <a:lnTo>
                  <a:pt x="23329" y="3557"/>
                </a:lnTo>
                <a:moveTo>
                  <a:pt x="23064" y="3557"/>
                </a:moveTo>
                <a:lnTo>
                  <a:pt x="22905" y="3557"/>
                </a:lnTo>
                <a:lnTo>
                  <a:pt x="22905" y="3441"/>
                </a:lnTo>
                <a:lnTo>
                  <a:pt x="23064" y="3441"/>
                </a:lnTo>
                <a:lnTo>
                  <a:pt x="23064" y="3557"/>
                </a:lnTo>
                <a:moveTo>
                  <a:pt x="22800" y="3557"/>
                </a:moveTo>
                <a:lnTo>
                  <a:pt x="22641" y="3557"/>
                </a:lnTo>
                <a:lnTo>
                  <a:pt x="22641" y="3441"/>
                </a:lnTo>
                <a:lnTo>
                  <a:pt x="22800" y="3441"/>
                </a:lnTo>
                <a:lnTo>
                  <a:pt x="22800" y="3557"/>
                </a:lnTo>
                <a:moveTo>
                  <a:pt x="22535" y="3557"/>
                </a:moveTo>
                <a:lnTo>
                  <a:pt x="22376" y="3557"/>
                </a:lnTo>
                <a:lnTo>
                  <a:pt x="22376" y="3441"/>
                </a:lnTo>
                <a:lnTo>
                  <a:pt x="22535" y="3441"/>
                </a:lnTo>
                <a:lnTo>
                  <a:pt x="22535" y="3557"/>
                </a:lnTo>
                <a:moveTo>
                  <a:pt x="22271" y="3557"/>
                </a:moveTo>
                <a:lnTo>
                  <a:pt x="22112" y="3557"/>
                </a:lnTo>
                <a:lnTo>
                  <a:pt x="22112" y="3441"/>
                </a:lnTo>
                <a:lnTo>
                  <a:pt x="22271" y="3441"/>
                </a:lnTo>
                <a:lnTo>
                  <a:pt x="22271" y="3557"/>
                </a:lnTo>
                <a:moveTo>
                  <a:pt x="22006" y="3557"/>
                </a:moveTo>
                <a:lnTo>
                  <a:pt x="21847" y="3557"/>
                </a:lnTo>
                <a:lnTo>
                  <a:pt x="21847" y="3441"/>
                </a:lnTo>
                <a:lnTo>
                  <a:pt x="22006" y="3441"/>
                </a:lnTo>
                <a:lnTo>
                  <a:pt x="22006" y="3557"/>
                </a:lnTo>
                <a:moveTo>
                  <a:pt x="21742" y="3557"/>
                </a:moveTo>
                <a:lnTo>
                  <a:pt x="21583" y="3557"/>
                </a:lnTo>
                <a:lnTo>
                  <a:pt x="21583" y="3441"/>
                </a:lnTo>
                <a:lnTo>
                  <a:pt x="21742" y="3441"/>
                </a:lnTo>
                <a:lnTo>
                  <a:pt x="21742" y="3557"/>
                </a:lnTo>
                <a:moveTo>
                  <a:pt x="21477" y="3557"/>
                </a:moveTo>
                <a:lnTo>
                  <a:pt x="21319" y="3557"/>
                </a:lnTo>
                <a:lnTo>
                  <a:pt x="21319" y="3441"/>
                </a:lnTo>
                <a:lnTo>
                  <a:pt x="21477" y="3441"/>
                </a:lnTo>
                <a:lnTo>
                  <a:pt x="21477" y="3557"/>
                </a:lnTo>
                <a:moveTo>
                  <a:pt x="21213" y="3557"/>
                </a:moveTo>
                <a:lnTo>
                  <a:pt x="21054" y="3557"/>
                </a:lnTo>
                <a:lnTo>
                  <a:pt x="21054" y="3441"/>
                </a:lnTo>
                <a:lnTo>
                  <a:pt x="21213" y="3441"/>
                </a:lnTo>
                <a:lnTo>
                  <a:pt x="21213" y="3557"/>
                </a:lnTo>
                <a:moveTo>
                  <a:pt x="20948" y="3557"/>
                </a:moveTo>
                <a:lnTo>
                  <a:pt x="20790" y="3557"/>
                </a:lnTo>
                <a:lnTo>
                  <a:pt x="20790" y="3441"/>
                </a:lnTo>
                <a:lnTo>
                  <a:pt x="20948" y="3441"/>
                </a:lnTo>
                <a:lnTo>
                  <a:pt x="20948" y="3557"/>
                </a:lnTo>
                <a:moveTo>
                  <a:pt x="20684" y="3557"/>
                </a:moveTo>
                <a:lnTo>
                  <a:pt x="20525" y="3557"/>
                </a:lnTo>
                <a:lnTo>
                  <a:pt x="20525" y="3441"/>
                </a:lnTo>
                <a:lnTo>
                  <a:pt x="20684" y="3441"/>
                </a:lnTo>
                <a:lnTo>
                  <a:pt x="20684" y="3557"/>
                </a:lnTo>
                <a:moveTo>
                  <a:pt x="20419" y="3557"/>
                </a:moveTo>
                <a:lnTo>
                  <a:pt x="20261" y="3557"/>
                </a:lnTo>
                <a:lnTo>
                  <a:pt x="20261" y="3441"/>
                </a:lnTo>
                <a:lnTo>
                  <a:pt x="20419" y="3441"/>
                </a:lnTo>
                <a:lnTo>
                  <a:pt x="20419" y="3557"/>
                </a:lnTo>
                <a:moveTo>
                  <a:pt x="20155" y="3557"/>
                </a:moveTo>
                <a:lnTo>
                  <a:pt x="19996" y="3557"/>
                </a:lnTo>
                <a:lnTo>
                  <a:pt x="19996" y="3441"/>
                </a:lnTo>
                <a:lnTo>
                  <a:pt x="20155" y="3441"/>
                </a:lnTo>
                <a:lnTo>
                  <a:pt x="20155" y="3557"/>
                </a:lnTo>
                <a:moveTo>
                  <a:pt x="19890" y="3557"/>
                </a:moveTo>
                <a:lnTo>
                  <a:pt x="19732" y="3557"/>
                </a:lnTo>
                <a:lnTo>
                  <a:pt x="19732" y="3441"/>
                </a:lnTo>
                <a:lnTo>
                  <a:pt x="19890" y="3441"/>
                </a:lnTo>
                <a:lnTo>
                  <a:pt x="19890" y="3557"/>
                </a:lnTo>
                <a:moveTo>
                  <a:pt x="19626" y="3557"/>
                </a:moveTo>
                <a:lnTo>
                  <a:pt x="19467" y="3557"/>
                </a:lnTo>
                <a:lnTo>
                  <a:pt x="19467" y="3441"/>
                </a:lnTo>
                <a:lnTo>
                  <a:pt x="19626" y="3441"/>
                </a:lnTo>
                <a:lnTo>
                  <a:pt x="19626" y="3557"/>
                </a:lnTo>
                <a:moveTo>
                  <a:pt x="19361" y="3557"/>
                </a:moveTo>
                <a:lnTo>
                  <a:pt x="19203" y="3557"/>
                </a:lnTo>
                <a:lnTo>
                  <a:pt x="19203" y="3441"/>
                </a:lnTo>
                <a:lnTo>
                  <a:pt x="19361" y="3441"/>
                </a:lnTo>
                <a:lnTo>
                  <a:pt x="19361" y="3557"/>
                </a:lnTo>
                <a:moveTo>
                  <a:pt x="19097" y="3557"/>
                </a:moveTo>
                <a:lnTo>
                  <a:pt x="18938" y="3557"/>
                </a:lnTo>
                <a:lnTo>
                  <a:pt x="18938" y="3441"/>
                </a:lnTo>
                <a:lnTo>
                  <a:pt x="19097" y="3441"/>
                </a:lnTo>
                <a:lnTo>
                  <a:pt x="19097" y="3557"/>
                </a:lnTo>
                <a:moveTo>
                  <a:pt x="18832" y="3557"/>
                </a:moveTo>
                <a:lnTo>
                  <a:pt x="18674" y="3557"/>
                </a:lnTo>
                <a:lnTo>
                  <a:pt x="18674" y="3441"/>
                </a:lnTo>
                <a:lnTo>
                  <a:pt x="18832" y="3441"/>
                </a:lnTo>
                <a:lnTo>
                  <a:pt x="18832" y="3557"/>
                </a:lnTo>
                <a:moveTo>
                  <a:pt x="18568" y="3557"/>
                </a:moveTo>
                <a:lnTo>
                  <a:pt x="18409" y="3557"/>
                </a:lnTo>
                <a:lnTo>
                  <a:pt x="18409" y="3441"/>
                </a:lnTo>
                <a:lnTo>
                  <a:pt x="18568" y="3441"/>
                </a:lnTo>
                <a:lnTo>
                  <a:pt x="18568" y="3557"/>
                </a:lnTo>
                <a:moveTo>
                  <a:pt x="18303" y="3557"/>
                </a:moveTo>
                <a:lnTo>
                  <a:pt x="18145" y="3557"/>
                </a:lnTo>
                <a:lnTo>
                  <a:pt x="18145" y="3441"/>
                </a:lnTo>
                <a:lnTo>
                  <a:pt x="18303" y="3441"/>
                </a:lnTo>
                <a:lnTo>
                  <a:pt x="18303" y="3557"/>
                </a:lnTo>
                <a:moveTo>
                  <a:pt x="18039" y="3557"/>
                </a:moveTo>
                <a:lnTo>
                  <a:pt x="17880" y="3557"/>
                </a:lnTo>
                <a:lnTo>
                  <a:pt x="17880" y="3441"/>
                </a:lnTo>
                <a:lnTo>
                  <a:pt x="18039" y="3441"/>
                </a:lnTo>
                <a:lnTo>
                  <a:pt x="18039" y="3557"/>
                </a:lnTo>
                <a:moveTo>
                  <a:pt x="17775" y="3557"/>
                </a:moveTo>
                <a:lnTo>
                  <a:pt x="17616" y="3557"/>
                </a:lnTo>
                <a:lnTo>
                  <a:pt x="17616" y="3441"/>
                </a:lnTo>
                <a:lnTo>
                  <a:pt x="17775" y="3441"/>
                </a:lnTo>
                <a:lnTo>
                  <a:pt x="17775" y="3557"/>
                </a:lnTo>
                <a:moveTo>
                  <a:pt x="17510" y="3557"/>
                </a:moveTo>
                <a:lnTo>
                  <a:pt x="17351" y="3557"/>
                </a:lnTo>
                <a:lnTo>
                  <a:pt x="17351" y="3441"/>
                </a:lnTo>
                <a:lnTo>
                  <a:pt x="17510" y="3441"/>
                </a:lnTo>
                <a:lnTo>
                  <a:pt x="17510" y="3557"/>
                </a:lnTo>
                <a:moveTo>
                  <a:pt x="17246" y="3557"/>
                </a:moveTo>
                <a:lnTo>
                  <a:pt x="17087" y="3557"/>
                </a:lnTo>
                <a:lnTo>
                  <a:pt x="17087" y="3441"/>
                </a:lnTo>
                <a:lnTo>
                  <a:pt x="17246" y="3441"/>
                </a:lnTo>
                <a:lnTo>
                  <a:pt x="17246" y="3557"/>
                </a:lnTo>
                <a:moveTo>
                  <a:pt x="16981" y="3557"/>
                </a:moveTo>
                <a:lnTo>
                  <a:pt x="16822" y="3557"/>
                </a:lnTo>
                <a:lnTo>
                  <a:pt x="16822" y="3441"/>
                </a:lnTo>
                <a:lnTo>
                  <a:pt x="16981" y="3441"/>
                </a:lnTo>
                <a:lnTo>
                  <a:pt x="16981" y="3557"/>
                </a:lnTo>
                <a:moveTo>
                  <a:pt x="16717" y="3557"/>
                </a:moveTo>
                <a:lnTo>
                  <a:pt x="16558" y="3557"/>
                </a:lnTo>
                <a:lnTo>
                  <a:pt x="16558" y="3441"/>
                </a:lnTo>
                <a:lnTo>
                  <a:pt x="16717" y="3441"/>
                </a:lnTo>
                <a:lnTo>
                  <a:pt x="16717" y="3557"/>
                </a:lnTo>
                <a:moveTo>
                  <a:pt x="16452" y="3557"/>
                </a:moveTo>
                <a:lnTo>
                  <a:pt x="16293" y="3557"/>
                </a:lnTo>
                <a:lnTo>
                  <a:pt x="16293" y="3441"/>
                </a:lnTo>
                <a:lnTo>
                  <a:pt x="16452" y="3441"/>
                </a:lnTo>
                <a:lnTo>
                  <a:pt x="16452" y="3557"/>
                </a:lnTo>
                <a:moveTo>
                  <a:pt x="16188" y="3557"/>
                </a:moveTo>
                <a:lnTo>
                  <a:pt x="16029" y="3557"/>
                </a:lnTo>
                <a:lnTo>
                  <a:pt x="16029" y="3441"/>
                </a:lnTo>
                <a:lnTo>
                  <a:pt x="16188" y="3441"/>
                </a:lnTo>
                <a:lnTo>
                  <a:pt x="16188" y="3557"/>
                </a:lnTo>
                <a:moveTo>
                  <a:pt x="15923" y="3557"/>
                </a:moveTo>
                <a:lnTo>
                  <a:pt x="15764" y="3557"/>
                </a:lnTo>
                <a:lnTo>
                  <a:pt x="15764" y="3441"/>
                </a:lnTo>
                <a:lnTo>
                  <a:pt x="15923" y="3441"/>
                </a:lnTo>
                <a:lnTo>
                  <a:pt x="15923" y="3557"/>
                </a:lnTo>
                <a:moveTo>
                  <a:pt x="15659" y="3557"/>
                </a:moveTo>
                <a:lnTo>
                  <a:pt x="15500" y="3557"/>
                </a:lnTo>
                <a:lnTo>
                  <a:pt x="15500" y="3441"/>
                </a:lnTo>
                <a:lnTo>
                  <a:pt x="15659" y="3441"/>
                </a:lnTo>
                <a:lnTo>
                  <a:pt x="15659" y="3557"/>
                </a:lnTo>
                <a:moveTo>
                  <a:pt x="15394" y="3557"/>
                </a:moveTo>
                <a:lnTo>
                  <a:pt x="15235" y="3557"/>
                </a:lnTo>
                <a:lnTo>
                  <a:pt x="15235" y="3441"/>
                </a:lnTo>
                <a:lnTo>
                  <a:pt x="15394" y="3441"/>
                </a:lnTo>
                <a:lnTo>
                  <a:pt x="15394" y="3557"/>
                </a:lnTo>
                <a:moveTo>
                  <a:pt x="15130" y="3557"/>
                </a:moveTo>
                <a:lnTo>
                  <a:pt x="14971" y="3557"/>
                </a:lnTo>
                <a:lnTo>
                  <a:pt x="14971" y="3441"/>
                </a:lnTo>
                <a:lnTo>
                  <a:pt x="15130" y="3441"/>
                </a:lnTo>
                <a:lnTo>
                  <a:pt x="15130" y="3557"/>
                </a:lnTo>
                <a:moveTo>
                  <a:pt x="14865" y="3557"/>
                </a:moveTo>
                <a:lnTo>
                  <a:pt x="14706" y="3557"/>
                </a:lnTo>
                <a:lnTo>
                  <a:pt x="14706" y="3441"/>
                </a:lnTo>
                <a:lnTo>
                  <a:pt x="14865" y="3441"/>
                </a:lnTo>
                <a:lnTo>
                  <a:pt x="14865" y="3557"/>
                </a:lnTo>
                <a:moveTo>
                  <a:pt x="14601" y="3557"/>
                </a:moveTo>
                <a:lnTo>
                  <a:pt x="14442" y="3557"/>
                </a:lnTo>
                <a:lnTo>
                  <a:pt x="14442" y="3441"/>
                </a:lnTo>
                <a:lnTo>
                  <a:pt x="14601" y="3441"/>
                </a:lnTo>
                <a:lnTo>
                  <a:pt x="14601" y="3557"/>
                </a:lnTo>
                <a:moveTo>
                  <a:pt x="14336" y="3557"/>
                </a:moveTo>
                <a:lnTo>
                  <a:pt x="14178" y="3557"/>
                </a:lnTo>
                <a:lnTo>
                  <a:pt x="14178" y="3441"/>
                </a:lnTo>
                <a:lnTo>
                  <a:pt x="14336" y="3441"/>
                </a:lnTo>
                <a:lnTo>
                  <a:pt x="14336" y="3557"/>
                </a:lnTo>
                <a:moveTo>
                  <a:pt x="14072" y="3557"/>
                </a:moveTo>
                <a:lnTo>
                  <a:pt x="13912" y="3557"/>
                </a:lnTo>
                <a:lnTo>
                  <a:pt x="13912" y="3441"/>
                </a:lnTo>
                <a:lnTo>
                  <a:pt x="14072" y="3441"/>
                </a:lnTo>
                <a:lnTo>
                  <a:pt x="14072" y="3557"/>
                </a:lnTo>
                <a:moveTo>
                  <a:pt x="13806" y="3557"/>
                </a:moveTo>
                <a:lnTo>
                  <a:pt x="13648" y="3557"/>
                </a:lnTo>
                <a:lnTo>
                  <a:pt x="13648" y="3441"/>
                </a:lnTo>
                <a:lnTo>
                  <a:pt x="13806" y="3441"/>
                </a:lnTo>
                <a:lnTo>
                  <a:pt x="13806" y="3557"/>
                </a:lnTo>
                <a:moveTo>
                  <a:pt x="13542" y="3557"/>
                </a:moveTo>
                <a:lnTo>
                  <a:pt x="13383" y="3557"/>
                </a:lnTo>
                <a:lnTo>
                  <a:pt x="13383" y="3441"/>
                </a:lnTo>
                <a:lnTo>
                  <a:pt x="13542" y="3441"/>
                </a:lnTo>
                <a:lnTo>
                  <a:pt x="13542" y="3557"/>
                </a:lnTo>
                <a:moveTo>
                  <a:pt x="13277" y="3557"/>
                </a:moveTo>
                <a:lnTo>
                  <a:pt x="13119" y="3557"/>
                </a:lnTo>
                <a:lnTo>
                  <a:pt x="13119" y="3441"/>
                </a:lnTo>
                <a:lnTo>
                  <a:pt x="13277" y="3441"/>
                </a:lnTo>
                <a:lnTo>
                  <a:pt x="13277" y="3557"/>
                </a:lnTo>
                <a:moveTo>
                  <a:pt x="13013" y="3557"/>
                </a:moveTo>
                <a:lnTo>
                  <a:pt x="12854" y="3557"/>
                </a:lnTo>
                <a:lnTo>
                  <a:pt x="12854" y="3441"/>
                </a:lnTo>
                <a:lnTo>
                  <a:pt x="13013" y="3441"/>
                </a:lnTo>
                <a:lnTo>
                  <a:pt x="13013" y="3557"/>
                </a:lnTo>
                <a:moveTo>
                  <a:pt x="12748" y="3557"/>
                </a:moveTo>
                <a:lnTo>
                  <a:pt x="12590" y="3557"/>
                </a:lnTo>
                <a:lnTo>
                  <a:pt x="12590" y="3441"/>
                </a:lnTo>
                <a:lnTo>
                  <a:pt x="12748" y="3441"/>
                </a:lnTo>
                <a:lnTo>
                  <a:pt x="12748" y="3557"/>
                </a:lnTo>
                <a:moveTo>
                  <a:pt x="12484" y="3557"/>
                </a:moveTo>
                <a:lnTo>
                  <a:pt x="12325" y="3557"/>
                </a:lnTo>
                <a:lnTo>
                  <a:pt x="12325" y="3441"/>
                </a:lnTo>
                <a:lnTo>
                  <a:pt x="12484" y="3441"/>
                </a:lnTo>
                <a:lnTo>
                  <a:pt x="12484" y="3557"/>
                </a:lnTo>
                <a:moveTo>
                  <a:pt x="12219" y="3557"/>
                </a:moveTo>
                <a:lnTo>
                  <a:pt x="12061" y="3557"/>
                </a:lnTo>
                <a:lnTo>
                  <a:pt x="12061" y="3441"/>
                </a:lnTo>
                <a:lnTo>
                  <a:pt x="12219" y="3441"/>
                </a:lnTo>
                <a:lnTo>
                  <a:pt x="12219" y="3557"/>
                </a:lnTo>
                <a:moveTo>
                  <a:pt x="11955" y="3557"/>
                </a:moveTo>
                <a:lnTo>
                  <a:pt x="11796" y="3557"/>
                </a:lnTo>
                <a:lnTo>
                  <a:pt x="11796" y="3441"/>
                </a:lnTo>
                <a:lnTo>
                  <a:pt x="11955" y="3441"/>
                </a:lnTo>
                <a:lnTo>
                  <a:pt x="11955" y="3557"/>
                </a:lnTo>
                <a:moveTo>
                  <a:pt x="11690" y="3557"/>
                </a:moveTo>
                <a:lnTo>
                  <a:pt x="11532" y="3557"/>
                </a:lnTo>
                <a:lnTo>
                  <a:pt x="11532" y="3441"/>
                </a:lnTo>
                <a:lnTo>
                  <a:pt x="11690" y="3441"/>
                </a:lnTo>
                <a:lnTo>
                  <a:pt x="11690" y="3557"/>
                </a:lnTo>
                <a:moveTo>
                  <a:pt x="11426" y="3557"/>
                </a:moveTo>
                <a:lnTo>
                  <a:pt x="11267" y="3557"/>
                </a:lnTo>
                <a:lnTo>
                  <a:pt x="11267" y="3441"/>
                </a:lnTo>
                <a:lnTo>
                  <a:pt x="11426" y="3441"/>
                </a:lnTo>
                <a:lnTo>
                  <a:pt x="11426" y="3557"/>
                </a:lnTo>
                <a:moveTo>
                  <a:pt x="11162" y="3557"/>
                </a:moveTo>
                <a:lnTo>
                  <a:pt x="11003" y="3557"/>
                </a:lnTo>
                <a:lnTo>
                  <a:pt x="11003" y="3441"/>
                </a:lnTo>
                <a:lnTo>
                  <a:pt x="11162" y="3441"/>
                </a:lnTo>
                <a:lnTo>
                  <a:pt x="11162" y="3557"/>
                </a:lnTo>
                <a:moveTo>
                  <a:pt x="10897" y="3557"/>
                </a:moveTo>
                <a:lnTo>
                  <a:pt x="10738" y="3557"/>
                </a:lnTo>
                <a:lnTo>
                  <a:pt x="10738" y="3441"/>
                </a:lnTo>
                <a:lnTo>
                  <a:pt x="10897" y="3441"/>
                </a:lnTo>
                <a:lnTo>
                  <a:pt x="10897" y="3557"/>
                </a:lnTo>
                <a:moveTo>
                  <a:pt x="10633" y="3557"/>
                </a:moveTo>
                <a:lnTo>
                  <a:pt x="10474" y="3557"/>
                </a:lnTo>
                <a:lnTo>
                  <a:pt x="10474" y="3441"/>
                </a:lnTo>
                <a:lnTo>
                  <a:pt x="10633" y="3441"/>
                </a:lnTo>
                <a:lnTo>
                  <a:pt x="10633" y="3557"/>
                </a:lnTo>
                <a:moveTo>
                  <a:pt x="10368" y="3557"/>
                </a:moveTo>
                <a:lnTo>
                  <a:pt x="10209" y="3557"/>
                </a:lnTo>
                <a:lnTo>
                  <a:pt x="10209" y="3441"/>
                </a:lnTo>
                <a:lnTo>
                  <a:pt x="10368" y="3441"/>
                </a:lnTo>
                <a:lnTo>
                  <a:pt x="10368" y="3557"/>
                </a:lnTo>
                <a:moveTo>
                  <a:pt x="10104" y="3557"/>
                </a:moveTo>
                <a:lnTo>
                  <a:pt x="9945" y="3557"/>
                </a:lnTo>
                <a:lnTo>
                  <a:pt x="9945" y="3441"/>
                </a:lnTo>
                <a:lnTo>
                  <a:pt x="10104" y="3441"/>
                </a:lnTo>
                <a:lnTo>
                  <a:pt x="10104" y="3557"/>
                </a:lnTo>
                <a:moveTo>
                  <a:pt x="9839" y="3557"/>
                </a:moveTo>
                <a:lnTo>
                  <a:pt x="9680" y="3557"/>
                </a:lnTo>
                <a:lnTo>
                  <a:pt x="9680" y="3441"/>
                </a:lnTo>
                <a:lnTo>
                  <a:pt x="9839" y="3441"/>
                </a:lnTo>
                <a:lnTo>
                  <a:pt x="9839" y="3557"/>
                </a:lnTo>
                <a:moveTo>
                  <a:pt x="9575" y="3557"/>
                </a:moveTo>
                <a:lnTo>
                  <a:pt x="9416" y="3557"/>
                </a:lnTo>
                <a:lnTo>
                  <a:pt x="9416" y="3441"/>
                </a:lnTo>
                <a:lnTo>
                  <a:pt x="9575" y="3441"/>
                </a:lnTo>
                <a:lnTo>
                  <a:pt x="9575" y="3557"/>
                </a:lnTo>
                <a:moveTo>
                  <a:pt x="9310" y="3557"/>
                </a:moveTo>
                <a:lnTo>
                  <a:pt x="9151" y="3557"/>
                </a:lnTo>
                <a:lnTo>
                  <a:pt x="9151" y="3441"/>
                </a:lnTo>
                <a:lnTo>
                  <a:pt x="9310" y="3441"/>
                </a:lnTo>
                <a:lnTo>
                  <a:pt x="9310" y="3557"/>
                </a:lnTo>
                <a:moveTo>
                  <a:pt x="9046" y="3557"/>
                </a:moveTo>
                <a:lnTo>
                  <a:pt x="8887" y="3557"/>
                </a:lnTo>
                <a:lnTo>
                  <a:pt x="8887" y="3441"/>
                </a:lnTo>
                <a:lnTo>
                  <a:pt x="9046" y="3441"/>
                </a:lnTo>
                <a:lnTo>
                  <a:pt x="9046" y="3557"/>
                </a:lnTo>
                <a:moveTo>
                  <a:pt x="8781" y="3557"/>
                </a:moveTo>
                <a:lnTo>
                  <a:pt x="8622" y="3557"/>
                </a:lnTo>
                <a:lnTo>
                  <a:pt x="8622" y="3441"/>
                </a:lnTo>
                <a:lnTo>
                  <a:pt x="8781" y="3441"/>
                </a:lnTo>
                <a:lnTo>
                  <a:pt x="8781" y="3557"/>
                </a:lnTo>
                <a:moveTo>
                  <a:pt x="8517" y="3557"/>
                </a:moveTo>
                <a:lnTo>
                  <a:pt x="8358" y="3557"/>
                </a:lnTo>
                <a:lnTo>
                  <a:pt x="8358" y="3441"/>
                </a:lnTo>
                <a:lnTo>
                  <a:pt x="8517" y="3441"/>
                </a:lnTo>
                <a:lnTo>
                  <a:pt x="8517" y="3557"/>
                </a:lnTo>
                <a:moveTo>
                  <a:pt x="8252" y="3557"/>
                </a:moveTo>
                <a:lnTo>
                  <a:pt x="8093" y="3557"/>
                </a:lnTo>
                <a:lnTo>
                  <a:pt x="8093" y="3441"/>
                </a:lnTo>
                <a:lnTo>
                  <a:pt x="8252" y="3441"/>
                </a:lnTo>
                <a:lnTo>
                  <a:pt x="8252" y="3557"/>
                </a:lnTo>
                <a:moveTo>
                  <a:pt x="7988" y="3557"/>
                </a:moveTo>
                <a:lnTo>
                  <a:pt x="7829" y="3557"/>
                </a:lnTo>
                <a:lnTo>
                  <a:pt x="7829" y="3441"/>
                </a:lnTo>
                <a:lnTo>
                  <a:pt x="7988" y="3441"/>
                </a:lnTo>
                <a:lnTo>
                  <a:pt x="7988" y="3557"/>
                </a:lnTo>
                <a:moveTo>
                  <a:pt x="7723" y="3557"/>
                </a:moveTo>
                <a:lnTo>
                  <a:pt x="7565" y="3557"/>
                </a:lnTo>
                <a:lnTo>
                  <a:pt x="7565" y="3441"/>
                </a:lnTo>
                <a:lnTo>
                  <a:pt x="7723" y="3441"/>
                </a:lnTo>
                <a:lnTo>
                  <a:pt x="7723" y="3557"/>
                </a:lnTo>
                <a:moveTo>
                  <a:pt x="7459" y="3557"/>
                </a:moveTo>
                <a:lnTo>
                  <a:pt x="7300" y="3557"/>
                </a:lnTo>
                <a:lnTo>
                  <a:pt x="7300" y="3441"/>
                </a:lnTo>
                <a:lnTo>
                  <a:pt x="7459" y="3441"/>
                </a:lnTo>
                <a:lnTo>
                  <a:pt x="7459" y="3557"/>
                </a:lnTo>
                <a:moveTo>
                  <a:pt x="7194" y="3557"/>
                </a:moveTo>
                <a:lnTo>
                  <a:pt x="7036" y="3557"/>
                </a:lnTo>
                <a:lnTo>
                  <a:pt x="7036" y="3441"/>
                </a:lnTo>
                <a:lnTo>
                  <a:pt x="7194" y="3441"/>
                </a:lnTo>
                <a:lnTo>
                  <a:pt x="7194" y="3557"/>
                </a:lnTo>
                <a:moveTo>
                  <a:pt x="6930" y="3557"/>
                </a:moveTo>
                <a:lnTo>
                  <a:pt x="6771" y="3557"/>
                </a:lnTo>
                <a:lnTo>
                  <a:pt x="6771" y="3441"/>
                </a:lnTo>
                <a:lnTo>
                  <a:pt x="6930" y="3441"/>
                </a:lnTo>
                <a:lnTo>
                  <a:pt x="6930" y="3557"/>
                </a:lnTo>
                <a:moveTo>
                  <a:pt x="6665" y="3557"/>
                </a:moveTo>
                <a:lnTo>
                  <a:pt x="6507" y="3557"/>
                </a:lnTo>
                <a:lnTo>
                  <a:pt x="6507" y="3441"/>
                </a:lnTo>
                <a:lnTo>
                  <a:pt x="6665" y="3441"/>
                </a:lnTo>
                <a:lnTo>
                  <a:pt x="6665" y="3557"/>
                </a:lnTo>
                <a:moveTo>
                  <a:pt x="6401" y="3557"/>
                </a:moveTo>
                <a:lnTo>
                  <a:pt x="6242" y="3557"/>
                </a:lnTo>
                <a:lnTo>
                  <a:pt x="6242" y="3441"/>
                </a:lnTo>
                <a:lnTo>
                  <a:pt x="6401" y="3441"/>
                </a:lnTo>
                <a:lnTo>
                  <a:pt x="6401" y="3557"/>
                </a:lnTo>
                <a:moveTo>
                  <a:pt x="6136" y="3557"/>
                </a:moveTo>
                <a:lnTo>
                  <a:pt x="5978" y="3557"/>
                </a:lnTo>
                <a:lnTo>
                  <a:pt x="5978" y="3441"/>
                </a:lnTo>
                <a:lnTo>
                  <a:pt x="6136" y="3441"/>
                </a:lnTo>
                <a:lnTo>
                  <a:pt x="6136" y="3557"/>
                </a:lnTo>
                <a:moveTo>
                  <a:pt x="5872" y="3557"/>
                </a:moveTo>
                <a:lnTo>
                  <a:pt x="5713" y="3557"/>
                </a:lnTo>
                <a:lnTo>
                  <a:pt x="5713" y="3441"/>
                </a:lnTo>
                <a:lnTo>
                  <a:pt x="5872" y="3441"/>
                </a:lnTo>
                <a:lnTo>
                  <a:pt x="5872" y="3557"/>
                </a:lnTo>
                <a:moveTo>
                  <a:pt x="5607" y="3557"/>
                </a:moveTo>
                <a:lnTo>
                  <a:pt x="5449" y="3557"/>
                </a:lnTo>
                <a:lnTo>
                  <a:pt x="5449" y="3441"/>
                </a:lnTo>
                <a:lnTo>
                  <a:pt x="5607" y="3441"/>
                </a:lnTo>
                <a:lnTo>
                  <a:pt x="5607" y="3557"/>
                </a:lnTo>
                <a:moveTo>
                  <a:pt x="5343" y="3557"/>
                </a:moveTo>
                <a:lnTo>
                  <a:pt x="5184" y="3557"/>
                </a:lnTo>
                <a:lnTo>
                  <a:pt x="5184" y="3441"/>
                </a:lnTo>
                <a:lnTo>
                  <a:pt x="5343" y="3441"/>
                </a:lnTo>
                <a:lnTo>
                  <a:pt x="5343" y="3557"/>
                </a:lnTo>
                <a:moveTo>
                  <a:pt x="5078" y="3557"/>
                </a:moveTo>
                <a:lnTo>
                  <a:pt x="4920" y="3557"/>
                </a:lnTo>
                <a:lnTo>
                  <a:pt x="4920" y="3441"/>
                </a:lnTo>
                <a:lnTo>
                  <a:pt x="5078" y="3441"/>
                </a:lnTo>
                <a:lnTo>
                  <a:pt x="5078" y="3557"/>
                </a:lnTo>
                <a:moveTo>
                  <a:pt x="4814" y="3557"/>
                </a:moveTo>
                <a:lnTo>
                  <a:pt x="4655" y="3557"/>
                </a:lnTo>
                <a:lnTo>
                  <a:pt x="4655" y="3441"/>
                </a:lnTo>
                <a:lnTo>
                  <a:pt x="4814" y="3441"/>
                </a:lnTo>
                <a:lnTo>
                  <a:pt x="4814" y="3557"/>
                </a:lnTo>
                <a:moveTo>
                  <a:pt x="4549" y="3557"/>
                </a:moveTo>
                <a:lnTo>
                  <a:pt x="4391" y="3557"/>
                </a:lnTo>
                <a:lnTo>
                  <a:pt x="4391" y="3441"/>
                </a:lnTo>
                <a:lnTo>
                  <a:pt x="4549" y="3441"/>
                </a:lnTo>
                <a:lnTo>
                  <a:pt x="4549" y="3557"/>
                </a:lnTo>
                <a:moveTo>
                  <a:pt x="4285" y="3557"/>
                </a:moveTo>
                <a:lnTo>
                  <a:pt x="4126" y="3557"/>
                </a:lnTo>
                <a:lnTo>
                  <a:pt x="4126" y="3441"/>
                </a:lnTo>
                <a:lnTo>
                  <a:pt x="4285" y="3441"/>
                </a:lnTo>
                <a:lnTo>
                  <a:pt x="4285" y="3557"/>
                </a:lnTo>
                <a:moveTo>
                  <a:pt x="4021" y="3557"/>
                </a:moveTo>
                <a:lnTo>
                  <a:pt x="3862" y="3557"/>
                </a:lnTo>
                <a:lnTo>
                  <a:pt x="3862" y="3441"/>
                </a:lnTo>
                <a:lnTo>
                  <a:pt x="4021" y="3441"/>
                </a:lnTo>
                <a:lnTo>
                  <a:pt x="4021" y="3557"/>
                </a:lnTo>
                <a:moveTo>
                  <a:pt x="3756" y="3557"/>
                </a:moveTo>
                <a:lnTo>
                  <a:pt x="3597" y="3557"/>
                </a:lnTo>
                <a:lnTo>
                  <a:pt x="3597" y="3441"/>
                </a:lnTo>
                <a:lnTo>
                  <a:pt x="3756" y="3441"/>
                </a:lnTo>
                <a:lnTo>
                  <a:pt x="3756" y="3557"/>
                </a:lnTo>
                <a:moveTo>
                  <a:pt x="3492" y="3557"/>
                </a:moveTo>
                <a:lnTo>
                  <a:pt x="3333" y="3557"/>
                </a:lnTo>
                <a:lnTo>
                  <a:pt x="3333" y="3441"/>
                </a:lnTo>
                <a:lnTo>
                  <a:pt x="3492" y="3441"/>
                </a:lnTo>
                <a:lnTo>
                  <a:pt x="3492" y="3557"/>
                </a:lnTo>
                <a:moveTo>
                  <a:pt x="3227" y="3557"/>
                </a:moveTo>
                <a:lnTo>
                  <a:pt x="3068" y="3557"/>
                </a:lnTo>
                <a:lnTo>
                  <a:pt x="3068" y="3441"/>
                </a:lnTo>
                <a:lnTo>
                  <a:pt x="3227" y="3441"/>
                </a:lnTo>
                <a:lnTo>
                  <a:pt x="3227" y="3557"/>
                </a:lnTo>
                <a:moveTo>
                  <a:pt x="2963" y="3557"/>
                </a:moveTo>
                <a:lnTo>
                  <a:pt x="2804" y="3557"/>
                </a:lnTo>
                <a:lnTo>
                  <a:pt x="2804" y="3441"/>
                </a:lnTo>
                <a:lnTo>
                  <a:pt x="2963" y="3441"/>
                </a:lnTo>
                <a:lnTo>
                  <a:pt x="2963" y="3557"/>
                </a:lnTo>
                <a:moveTo>
                  <a:pt x="2698" y="3557"/>
                </a:moveTo>
                <a:lnTo>
                  <a:pt x="2539" y="3557"/>
                </a:lnTo>
                <a:lnTo>
                  <a:pt x="2539" y="3441"/>
                </a:lnTo>
                <a:lnTo>
                  <a:pt x="2698" y="3441"/>
                </a:lnTo>
                <a:lnTo>
                  <a:pt x="2698" y="3557"/>
                </a:lnTo>
                <a:moveTo>
                  <a:pt x="2434" y="3557"/>
                </a:moveTo>
                <a:lnTo>
                  <a:pt x="2275" y="3557"/>
                </a:lnTo>
                <a:lnTo>
                  <a:pt x="2275" y="3441"/>
                </a:lnTo>
                <a:lnTo>
                  <a:pt x="2434" y="3441"/>
                </a:lnTo>
                <a:lnTo>
                  <a:pt x="2434" y="3557"/>
                </a:lnTo>
                <a:moveTo>
                  <a:pt x="2169" y="3557"/>
                </a:moveTo>
                <a:lnTo>
                  <a:pt x="2010" y="3557"/>
                </a:lnTo>
                <a:lnTo>
                  <a:pt x="2010" y="3441"/>
                </a:lnTo>
                <a:lnTo>
                  <a:pt x="2169" y="3441"/>
                </a:lnTo>
                <a:lnTo>
                  <a:pt x="2169" y="3557"/>
                </a:lnTo>
                <a:moveTo>
                  <a:pt x="1905" y="3557"/>
                </a:moveTo>
                <a:lnTo>
                  <a:pt x="1746" y="3557"/>
                </a:lnTo>
                <a:lnTo>
                  <a:pt x="1746" y="3441"/>
                </a:lnTo>
                <a:lnTo>
                  <a:pt x="1905" y="3441"/>
                </a:lnTo>
                <a:lnTo>
                  <a:pt x="1905" y="3557"/>
                </a:lnTo>
                <a:moveTo>
                  <a:pt x="1640" y="3557"/>
                </a:moveTo>
                <a:lnTo>
                  <a:pt x="1481" y="3557"/>
                </a:lnTo>
                <a:lnTo>
                  <a:pt x="1481" y="3441"/>
                </a:lnTo>
                <a:lnTo>
                  <a:pt x="1640" y="3441"/>
                </a:lnTo>
                <a:lnTo>
                  <a:pt x="1640" y="3557"/>
                </a:lnTo>
                <a:moveTo>
                  <a:pt x="1376" y="3557"/>
                </a:moveTo>
                <a:lnTo>
                  <a:pt x="1217" y="3557"/>
                </a:lnTo>
                <a:lnTo>
                  <a:pt x="1217" y="3441"/>
                </a:lnTo>
                <a:lnTo>
                  <a:pt x="1376" y="3441"/>
                </a:lnTo>
                <a:lnTo>
                  <a:pt x="1376" y="3557"/>
                </a:lnTo>
                <a:moveTo>
                  <a:pt x="1111" y="3557"/>
                </a:moveTo>
                <a:lnTo>
                  <a:pt x="952" y="3557"/>
                </a:lnTo>
                <a:lnTo>
                  <a:pt x="952" y="3441"/>
                </a:lnTo>
                <a:lnTo>
                  <a:pt x="1111" y="3441"/>
                </a:lnTo>
                <a:lnTo>
                  <a:pt x="1111" y="3557"/>
                </a:lnTo>
                <a:moveTo>
                  <a:pt x="847" y="3557"/>
                </a:moveTo>
                <a:lnTo>
                  <a:pt x="688" y="3557"/>
                </a:lnTo>
                <a:lnTo>
                  <a:pt x="688" y="3441"/>
                </a:lnTo>
                <a:lnTo>
                  <a:pt x="847" y="3441"/>
                </a:lnTo>
                <a:lnTo>
                  <a:pt x="847" y="3557"/>
                </a:lnTo>
                <a:moveTo>
                  <a:pt x="582" y="3557"/>
                </a:moveTo>
                <a:lnTo>
                  <a:pt x="424" y="3557"/>
                </a:lnTo>
                <a:lnTo>
                  <a:pt x="424" y="3441"/>
                </a:lnTo>
                <a:lnTo>
                  <a:pt x="582" y="3441"/>
                </a:lnTo>
                <a:lnTo>
                  <a:pt x="582" y="3557"/>
                </a:lnTo>
                <a:moveTo>
                  <a:pt x="318" y="3557"/>
                </a:moveTo>
                <a:lnTo>
                  <a:pt x="244" y="3557"/>
                </a:lnTo>
                <a:cubicBezTo>
                  <a:pt x="206" y="3557"/>
                  <a:pt x="170" y="3549"/>
                  <a:pt x="136" y="3532"/>
                </a:cubicBezTo>
                <a:lnTo>
                  <a:pt x="188" y="3428"/>
                </a:lnTo>
                <a:cubicBezTo>
                  <a:pt x="205" y="3436"/>
                  <a:pt x="224" y="3441"/>
                  <a:pt x="244" y="3441"/>
                </a:cubicBezTo>
                <a:lnTo>
                  <a:pt x="318" y="3441"/>
                </a:lnTo>
                <a:lnTo>
                  <a:pt x="318" y="3557"/>
                </a:lnTo>
                <a:moveTo>
                  <a:pt x="34" y="3437"/>
                </a:moveTo>
                <a:cubicBezTo>
                  <a:pt x="12" y="3399"/>
                  <a:pt x="0" y="3358"/>
                  <a:pt x="0" y="3314"/>
                </a:cubicBezTo>
                <a:lnTo>
                  <a:pt x="0" y="3253"/>
                </a:lnTo>
                <a:lnTo>
                  <a:pt x="117" y="3253"/>
                </a:lnTo>
                <a:lnTo>
                  <a:pt x="117" y="3314"/>
                </a:lnTo>
                <a:cubicBezTo>
                  <a:pt x="117" y="3337"/>
                  <a:pt x="123" y="3358"/>
                  <a:pt x="134" y="3378"/>
                </a:cubicBezTo>
                <a:lnTo>
                  <a:pt x="34" y="3437"/>
                </a:lnTo>
                <a:moveTo>
                  <a:pt x="0" y="3148"/>
                </a:moveTo>
                <a:lnTo>
                  <a:pt x="0" y="2989"/>
                </a:lnTo>
                <a:lnTo>
                  <a:pt x="117" y="2989"/>
                </a:lnTo>
                <a:lnTo>
                  <a:pt x="117" y="3148"/>
                </a:lnTo>
                <a:lnTo>
                  <a:pt x="0" y="3148"/>
                </a:lnTo>
                <a:moveTo>
                  <a:pt x="0" y="2883"/>
                </a:moveTo>
                <a:lnTo>
                  <a:pt x="0" y="2725"/>
                </a:lnTo>
                <a:lnTo>
                  <a:pt x="117" y="2725"/>
                </a:lnTo>
                <a:lnTo>
                  <a:pt x="117" y="2883"/>
                </a:lnTo>
                <a:lnTo>
                  <a:pt x="0" y="2883"/>
                </a:lnTo>
                <a:moveTo>
                  <a:pt x="0" y="2619"/>
                </a:moveTo>
                <a:lnTo>
                  <a:pt x="0" y="2460"/>
                </a:lnTo>
                <a:lnTo>
                  <a:pt x="117" y="2460"/>
                </a:lnTo>
                <a:lnTo>
                  <a:pt x="117" y="2619"/>
                </a:lnTo>
                <a:lnTo>
                  <a:pt x="0" y="2619"/>
                </a:lnTo>
                <a:moveTo>
                  <a:pt x="0" y="2354"/>
                </a:moveTo>
                <a:lnTo>
                  <a:pt x="0" y="2196"/>
                </a:lnTo>
                <a:lnTo>
                  <a:pt x="117" y="2196"/>
                </a:lnTo>
                <a:lnTo>
                  <a:pt x="117" y="2354"/>
                </a:lnTo>
                <a:lnTo>
                  <a:pt x="0" y="2354"/>
                </a:lnTo>
                <a:moveTo>
                  <a:pt x="0" y="2090"/>
                </a:moveTo>
                <a:lnTo>
                  <a:pt x="0" y="1931"/>
                </a:lnTo>
                <a:lnTo>
                  <a:pt x="117" y="1931"/>
                </a:lnTo>
                <a:lnTo>
                  <a:pt x="117" y="2090"/>
                </a:lnTo>
                <a:lnTo>
                  <a:pt x="0" y="2090"/>
                </a:lnTo>
                <a:moveTo>
                  <a:pt x="0" y="1825"/>
                </a:moveTo>
                <a:lnTo>
                  <a:pt x="0" y="1667"/>
                </a:lnTo>
                <a:lnTo>
                  <a:pt x="117" y="1667"/>
                </a:lnTo>
                <a:lnTo>
                  <a:pt x="117" y="1825"/>
                </a:lnTo>
                <a:lnTo>
                  <a:pt x="0" y="1825"/>
                </a:lnTo>
                <a:moveTo>
                  <a:pt x="0" y="1561"/>
                </a:moveTo>
                <a:lnTo>
                  <a:pt x="0" y="1402"/>
                </a:lnTo>
                <a:lnTo>
                  <a:pt x="117" y="1402"/>
                </a:lnTo>
                <a:lnTo>
                  <a:pt x="117" y="1561"/>
                </a:lnTo>
                <a:lnTo>
                  <a:pt x="0" y="1561"/>
                </a:lnTo>
                <a:moveTo>
                  <a:pt x="0" y="1296"/>
                </a:moveTo>
                <a:lnTo>
                  <a:pt x="0" y="1138"/>
                </a:lnTo>
                <a:lnTo>
                  <a:pt x="117" y="1138"/>
                </a:lnTo>
                <a:lnTo>
                  <a:pt x="117" y="1296"/>
                </a:lnTo>
                <a:lnTo>
                  <a:pt x="0" y="1296"/>
                </a:lnTo>
                <a:moveTo>
                  <a:pt x="0" y="1032"/>
                </a:moveTo>
                <a:lnTo>
                  <a:pt x="0" y="873"/>
                </a:lnTo>
                <a:lnTo>
                  <a:pt x="117" y="873"/>
                </a:lnTo>
                <a:lnTo>
                  <a:pt x="117" y="1032"/>
                </a:lnTo>
                <a:lnTo>
                  <a:pt x="0" y="1032"/>
                </a:lnTo>
                <a:moveTo>
                  <a:pt x="0" y="767"/>
                </a:moveTo>
                <a:lnTo>
                  <a:pt x="0" y="609"/>
                </a:lnTo>
                <a:lnTo>
                  <a:pt x="117" y="609"/>
                </a:lnTo>
                <a:lnTo>
                  <a:pt x="117" y="767"/>
                </a:lnTo>
                <a:lnTo>
                  <a:pt x="0" y="767"/>
                </a:lnTo>
                <a:moveTo>
                  <a:pt x="0" y="503"/>
                </a:moveTo>
                <a:lnTo>
                  <a:pt x="0" y="344"/>
                </a:lnTo>
                <a:lnTo>
                  <a:pt x="117" y="344"/>
                </a:lnTo>
                <a:lnTo>
                  <a:pt x="117" y="503"/>
                </a:lnTo>
                <a:lnTo>
                  <a:pt x="0" y="503"/>
                </a:lnTo>
                <a:moveTo>
                  <a:pt x="1" y="236"/>
                </a:moveTo>
                <a:cubicBezTo>
                  <a:pt x="3" y="161"/>
                  <a:pt x="33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0"/>
                  <a:pt x="117" y="240"/>
                </a:cubicBezTo>
                <a:lnTo>
                  <a:pt x="1" y="236"/>
                </a:lnTo>
                <a:moveTo>
                  <a:pt x="221" y="1"/>
                </a:moveTo>
                <a:cubicBezTo>
                  <a:pt x="228" y="0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7"/>
                </a:cubicBezTo>
                <a:lnTo>
                  <a:pt x="221" y="1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755760" y="3641040"/>
            <a:ext cx="437256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最後の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class token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を画像表現として使う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937440" y="4629960"/>
            <a:ext cx="978048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[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ここに論文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Figure 1: Model overview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。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Image -&gt; Patches -&gt; Transformer Encoder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978800" y="5029920"/>
            <a:ext cx="229392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の全体図を入れる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]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914400" y="392400"/>
            <a:ext cx="19879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提案手法の全体像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5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542880" y="1666800"/>
            <a:ext cx="5457960" cy="1981440"/>
          </a:xfrm>
          <a:custGeom>
            <a:avLst/>
            <a:gdLst/>
            <a:ahLst/>
            <a:rect l="0" t="0" r="r" b="b"/>
            <a:pathLst>
              <a:path w="15161" h="5504">
                <a:moveTo>
                  <a:pt x="0" y="531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976" y="0"/>
                </a:lnTo>
                <a:cubicBezTo>
                  <a:pt x="14988" y="0"/>
                  <a:pt x="15000" y="1"/>
                  <a:pt x="15012" y="3"/>
                </a:cubicBezTo>
                <a:cubicBezTo>
                  <a:pt x="15024" y="6"/>
                  <a:pt x="15036" y="9"/>
                  <a:pt x="15047" y="14"/>
                </a:cubicBezTo>
                <a:cubicBezTo>
                  <a:pt x="15058" y="18"/>
                  <a:pt x="15069" y="24"/>
                  <a:pt x="15079" y="31"/>
                </a:cubicBezTo>
                <a:cubicBezTo>
                  <a:pt x="15089" y="38"/>
                  <a:pt x="15098" y="45"/>
                  <a:pt x="15107" y="54"/>
                </a:cubicBezTo>
                <a:cubicBezTo>
                  <a:pt x="15116" y="63"/>
                  <a:pt x="15123" y="72"/>
                  <a:pt x="15130" y="82"/>
                </a:cubicBezTo>
                <a:cubicBezTo>
                  <a:pt x="15137" y="92"/>
                  <a:pt x="15142" y="103"/>
                  <a:pt x="15147" y="114"/>
                </a:cubicBezTo>
                <a:cubicBezTo>
                  <a:pt x="15152" y="125"/>
                  <a:pt x="15155" y="137"/>
                  <a:pt x="15158" y="149"/>
                </a:cubicBezTo>
                <a:cubicBezTo>
                  <a:pt x="15160" y="161"/>
                  <a:pt x="15161" y="173"/>
                  <a:pt x="15161" y="185"/>
                </a:cubicBezTo>
                <a:lnTo>
                  <a:pt x="15161" y="5319"/>
                </a:lnTo>
                <a:cubicBezTo>
                  <a:pt x="15161" y="5331"/>
                  <a:pt x="15160" y="5343"/>
                  <a:pt x="15158" y="5355"/>
                </a:cubicBezTo>
                <a:cubicBezTo>
                  <a:pt x="15155" y="5367"/>
                  <a:pt x="15152" y="5378"/>
                  <a:pt x="15147" y="5390"/>
                </a:cubicBezTo>
                <a:cubicBezTo>
                  <a:pt x="15142" y="5401"/>
                  <a:pt x="15137" y="5412"/>
                  <a:pt x="15130" y="5422"/>
                </a:cubicBezTo>
                <a:cubicBezTo>
                  <a:pt x="15123" y="5432"/>
                  <a:pt x="15116" y="5441"/>
                  <a:pt x="15107" y="5450"/>
                </a:cubicBezTo>
                <a:cubicBezTo>
                  <a:pt x="15098" y="5458"/>
                  <a:pt x="15089" y="5466"/>
                  <a:pt x="15079" y="5473"/>
                </a:cubicBezTo>
                <a:cubicBezTo>
                  <a:pt x="15069" y="5480"/>
                  <a:pt x="15058" y="5485"/>
                  <a:pt x="15047" y="5490"/>
                </a:cubicBezTo>
                <a:cubicBezTo>
                  <a:pt x="15036" y="5495"/>
                  <a:pt x="15024" y="5498"/>
                  <a:pt x="15012" y="5500"/>
                </a:cubicBezTo>
                <a:cubicBezTo>
                  <a:pt x="15000" y="5503"/>
                  <a:pt x="14988" y="5504"/>
                  <a:pt x="14976" y="5504"/>
                </a:cubicBezTo>
                <a:lnTo>
                  <a:pt x="185" y="5504"/>
                </a:lnTo>
                <a:cubicBezTo>
                  <a:pt x="173" y="5504"/>
                  <a:pt x="161" y="5503"/>
                  <a:pt x="149" y="5500"/>
                </a:cubicBezTo>
                <a:cubicBezTo>
                  <a:pt x="137" y="5498"/>
                  <a:pt x="125" y="5495"/>
                  <a:pt x="114" y="5490"/>
                </a:cubicBezTo>
                <a:cubicBezTo>
                  <a:pt x="103" y="5485"/>
                  <a:pt x="92" y="5480"/>
                  <a:pt x="82" y="5473"/>
                </a:cubicBezTo>
                <a:cubicBezTo>
                  <a:pt x="72" y="5466"/>
                  <a:pt x="62" y="5458"/>
                  <a:pt x="54" y="5450"/>
                </a:cubicBezTo>
                <a:cubicBezTo>
                  <a:pt x="45" y="5441"/>
                  <a:pt x="38" y="5432"/>
                  <a:pt x="31" y="5422"/>
                </a:cubicBezTo>
                <a:cubicBezTo>
                  <a:pt x="24" y="5412"/>
                  <a:pt x="18" y="5401"/>
                  <a:pt x="14" y="5390"/>
                </a:cubicBezTo>
                <a:cubicBezTo>
                  <a:pt x="9" y="5378"/>
                  <a:pt x="6" y="5367"/>
                  <a:pt x="3" y="5355"/>
                </a:cubicBezTo>
                <a:cubicBezTo>
                  <a:pt x="1" y="5343"/>
                  <a:pt x="0" y="5331"/>
                  <a:pt x="0" y="53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42880" y="1666800"/>
            <a:ext cx="5457960" cy="1981440"/>
          </a:xfrm>
          <a:custGeom>
            <a:avLst/>
            <a:gdLst/>
            <a:ahLst/>
            <a:rect l="0" t="0" r="r" b="b"/>
            <a:pathLst>
              <a:path w="15161" h="5504">
                <a:moveTo>
                  <a:pt x="0" y="5319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976" y="0"/>
                </a:lnTo>
                <a:cubicBezTo>
                  <a:pt x="14988" y="0"/>
                  <a:pt x="15000" y="1"/>
                  <a:pt x="15012" y="3"/>
                </a:cubicBezTo>
                <a:cubicBezTo>
                  <a:pt x="15024" y="6"/>
                  <a:pt x="15036" y="9"/>
                  <a:pt x="15047" y="14"/>
                </a:cubicBezTo>
                <a:cubicBezTo>
                  <a:pt x="15058" y="18"/>
                  <a:pt x="15069" y="24"/>
                  <a:pt x="15079" y="31"/>
                </a:cubicBezTo>
                <a:cubicBezTo>
                  <a:pt x="15089" y="38"/>
                  <a:pt x="15098" y="45"/>
                  <a:pt x="15107" y="54"/>
                </a:cubicBezTo>
                <a:cubicBezTo>
                  <a:pt x="15116" y="63"/>
                  <a:pt x="15123" y="72"/>
                  <a:pt x="15130" y="82"/>
                </a:cubicBezTo>
                <a:cubicBezTo>
                  <a:pt x="15137" y="92"/>
                  <a:pt x="15142" y="103"/>
                  <a:pt x="15147" y="114"/>
                </a:cubicBezTo>
                <a:cubicBezTo>
                  <a:pt x="15152" y="125"/>
                  <a:pt x="15155" y="137"/>
                  <a:pt x="15158" y="149"/>
                </a:cubicBezTo>
                <a:cubicBezTo>
                  <a:pt x="15160" y="161"/>
                  <a:pt x="15161" y="173"/>
                  <a:pt x="15161" y="185"/>
                </a:cubicBezTo>
                <a:lnTo>
                  <a:pt x="15161" y="5319"/>
                </a:lnTo>
                <a:cubicBezTo>
                  <a:pt x="15161" y="5331"/>
                  <a:pt x="15160" y="5343"/>
                  <a:pt x="15158" y="5355"/>
                </a:cubicBezTo>
                <a:cubicBezTo>
                  <a:pt x="15155" y="5367"/>
                  <a:pt x="15152" y="5378"/>
                  <a:pt x="15147" y="5390"/>
                </a:cubicBezTo>
                <a:cubicBezTo>
                  <a:pt x="15142" y="5401"/>
                  <a:pt x="15137" y="5412"/>
                  <a:pt x="15130" y="5422"/>
                </a:cubicBezTo>
                <a:cubicBezTo>
                  <a:pt x="15123" y="5432"/>
                  <a:pt x="15116" y="5441"/>
                  <a:pt x="15107" y="5450"/>
                </a:cubicBezTo>
                <a:cubicBezTo>
                  <a:pt x="15098" y="5458"/>
                  <a:pt x="15089" y="5466"/>
                  <a:pt x="15079" y="5473"/>
                </a:cubicBezTo>
                <a:cubicBezTo>
                  <a:pt x="15069" y="5480"/>
                  <a:pt x="15058" y="5485"/>
                  <a:pt x="15047" y="5490"/>
                </a:cubicBezTo>
                <a:cubicBezTo>
                  <a:pt x="15036" y="5495"/>
                  <a:pt x="15024" y="5498"/>
                  <a:pt x="15012" y="5500"/>
                </a:cubicBezTo>
                <a:cubicBezTo>
                  <a:pt x="15000" y="5503"/>
                  <a:pt x="14988" y="5504"/>
                  <a:pt x="14976" y="5504"/>
                </a:cubicBezTo>
                <a:lnTo>
                  <a:pt x="185" y="5504"/>
                </a:lnTo>
                <a:cubicBezTo>
                  <a:pt x="173" y="5504"/>
                  <a:pt x="161" y="5503"/>
                  <a:pt x="149" y="5500"/>
                </a:cubicBezTo>
                <a:cubicBezTo>
                  <a:pt x="137" y="5498"/>
                  <a:pt x="125" y="5495"/>
                  <a:pt x="114" y="5490"/>
                </a:cubicBezTo>
                <a:cubicBezTo>
                  <a:pt x="103" y="5485"/>
                  <a:pt x="92" y="5480"/>
                  <a:pt x="82" y="5473"/>
                </a:cubicBezTo>
                <a:cubicBezTo>
                  <a:pt x="72" y="5466"/>
                  <a:pt x="62" y="5458"/>
                  <a:pt x="54" y="5450"/>
                </a:cubicBezTo>
                <a:cubicBezTo>
                  <a:pt x="45" y="5441"/>
                  <a:pt x="38" y="5432"/>
                  <a:pt x="31" y="5422"/>
                </a:cubicBezTo>
                <a:cubicBezTo>
                  <a:pt x="24" y="5412"/>
                  <a:pt x="18" y="5401"/>
                  <a:pt x="14" y="5390"/>
                </a:cubicBezTo>
                <a:cubicBezTo>
                  <a:pt x="9" y="5378"/>
                  <a:pt x="6" y="5367"/>
                  <a:pt x="3" y="5355"/>
                </a:cubicBezTo>
                <a:cubicBezTo>
                  <a:pt x="1" y="5343"/>
                  <a:pt x="0" y="5331"/>
                  <a:pt x="0" y="5319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533520" y="924480"/>
            <a:ext cx="928404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次元画像をパッチ列へ変換し、位置情報を足して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へ入力する。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723960" y="1832760"/>
            <a:ext cx="87840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729" spc="-1" strike="noStrike">
                <a:solidFill>
                  <a:srgbClr val="0b4b78"/>
                </a:solidFill>
                <a:latin typeface="NotoSansJP"/>
                <a:ea typeface="NotoSansJP"/>
              </a:rPr>
              <a:t>パッチ数</a:t>
            </a:r>
            <a:endParaRPr b="0" lang="en-US" sz="172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723960" y="2206800"/>
            <a:ext cx="517500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43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画像サイズを </a:t>
            </a:r>
            <a:r>
              <a:rPr b="0" lang="en-US" sz="1430" spc="-1" strike="noStrike">
                <a:solidFill>
                  <a:srgbClr val="111111"/>
                </a:solidFill>
                <a:latin typeface="NotoSansJP"/>
                <a:ea typeface="NotoSansJP"/>
              </a:rPr>
              <a:t>H x W</a:t>
            </a:r>
            <a:r>
              <a:rPr b="0" lang="zh-CN" sz="1430" spc="-1" strike="noStrike">
                <a:solidFill>
                  <a:srgbClr val="111111"/>
                </a:solidFill>
                <a:latin typeface="NotoSansJP"/>
                <a:ea typeface="NotoSansJP"/>
              </a:rPr>
              <a:t>、パッチサイズを </a:t>
            </a:r>
            <a:r>
              <a:rPr b="0" lang="en-US" sz="1430" spc="-1" strike="noStrike">
                <a:solidFill>
                  <a:srgbClr val="111111"/>
                </a:solidFill>
                <a:latin typeface="NotoSansJP"/>
                <a:ea typeface="NotoSansJP"/>
              </a:rPr>
              <a:t>P x P </a:t>
            </a:r>
            <a:r>
              <a:rPr b="0" lang="zh-CN" sz="1430" spc="-1" strike="noStrike">
                <a:solidFill>
                  <a:srgbClr val="111111"/>
                </a:solidFill>
                <a:latin typeface="NotoSansJP"/>
                <a:ea typeface="NotoSansJP"/>
              </a:rPr>
              <a:t>とすると系列長は</a:t>
            </a:r>
            <a:endParaRPr b="0" lang="en-US" sz="14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23960" y="2454480"/>
            <a:ext cx="1089000" cy="26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430" spc="-1" strike="noStrike">
                <a:solidFill>
                  <a:srgbClr val="111111"/>
                </a:solidFill>
                <a:latin typeface="NotoSansJP"/>
                <a:ea typeface="NotoSansJP"/>
              </a:rPr>
              <a:t>次で決まる。</a:t>
            </a:r>
            <a:endParaRPr b="0" lang="en-US" sz="14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2902320" y="2831760"/>
            <a:ext cx="281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50" spc="-1" strike="noStrike">
                <a:solidFill>
                  <a:srgbClr val="111111"/>
                </a:solidFill>
                <a:latin typeface="NotoSansJP"/>
                <a:ea typeface="NotoSansJP"/>
              </a:rPr>
              <a:t>N =</a:t>
            </a:r>
            <a:endParaRPr b="0" lang="en-US" sz="1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339000" y="2964960"/>
            <a:ext cx="183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50" spc="-1" strike="noStrike">
                <a:solidFill>
                  <a:srgbClr val="111111"/>
                </a:solidFill>
                <a:latin typeface="NotoSansJP"/>
                <a:ea typeface="NotoSansJP"/>
              </a:rPr>
              <a:t>P</a:t>
            </a:r>
            <a:endParaRPr b="0" lang="en-US" sz="1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286080" y="2981160"/>
            <a:ext cx="333720" cy="9720"/>
          </a:xfrm>
          <a:custGeom>
            <a:avLst/>
            <a:gdLst/>
            <a:ahLst/>
            <a:rect l="0" t="0" r="r" b="b"/>
            <a:pathLst>
              <a:path w="927" h="27">
                <a:moveTo>
                  <a:pt x="0" y="0"/>
                </a:moveTo>
                <a:lnTo>
                  <a:pt x="927" y="0"/>
                </a:lnTo>
                <a:lnTo>
                  <a:pt x="92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3481560" y="2967120"/>
            <a:ext cx="1288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10" spc="-1" strike="noStrike">
                <a:solidFill>
                  <a:srgbClr val="111111"/>
                </a:solidFill>
                <a:latin typeface="NotoSansJP"/>
                <a:ea typeface="NotoSansJP"/>
              </a:rPr>
              <a:t>2</a:t>
            </a:r>
            <a:endParaRPr b="0" lang="en-US" sz="1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190920" y="1666800"/>
            <a:ext cx="5458320" cy="1981440"/>
          </a:xfrm>
          <a:custGeom>
            <a:avLst/>
            <a:gdLst/>
            <a:ahLst/>
            <a:rect l="0" t="0" r="r" b="b"/>
            <a:pathLst>
              <a:path w="15162" h="5504">
                <a:moveTo>
                  <a:pt x="0" y="5319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4977" y="0"/>
                </a:lnTo>
                <a:cubicBezTo>
                  <a:pt x="14989" y="0"/>
                  <a:pt x="15001" y="1"/>
                  <a:pt x="15013" y="3"/>
                </a:cubicBezTo>
                <a:cubicBezTo>
                  <a:pt x="15025" y="6"/>
                  <a:pt x="15036" y="9"/>
                  <a:pt x="15048" y="14"/>
                </a:cubicBezTo>
                <a:cubicBezTo>
                  <a:pt x="15059" y="18"/>
                  <a:pt x="15070" y="24"/>
                  <a:pt x="15080" y="31"/>
                </a:cubicBezTo>
                <a:cubicBezTo>
                  <a:pt x="15090" y="38"/>
                  <a:pt x="15099" y="45"/>
                  <a:pt x="15108" y="54"/>
                </a:cubicBezTo>
                <a:cubicBezTo>
                  <a:pt x="15116" y="63"/>
                  <a:pt x="15124" y="72"/>
                  <a:pt x="15131" y="82"/>
                </a:cubicBezTo>
                <a:cubicBezTo>
                  <a:pt x="15138" y="92"/>
                  <a:pt x="15143" y="103"/>
                  <a:pt x="15148" y="114"/>
                </a:cubicBezTo>
                <a:cubicBezTo>
                  <a:pt x="15153" y="125"/>
                  <a:pt x="15156" y="137"/>
                  <a:pt x="15158" y="149"/>
                </a:cubicBezTo>
                <a:cubicBezTo>
                  <a:pt x="15161" y="161"/>
                  <a:pt x="15162" y="173"/>
                  <a:pt x="15162" y="185"/>
                </a:cubicBezTo>
                <a:lnTo>
                  <a:pt x="15162" y="5319"/>
                </a:lnTo>
                <a:cubicBezTo>
                  <a:pt x="15162" y="5331"/>
                  <a:pt x="15161" y="5343"/>
                  <a:pt x="15158" y="5355"/>
                </a:cubicBezTo>
                <a:cubicBezTo>
                  <a:pt x="15156" y="5367"/>
                  <a:pt x="15153" y="5378"/>
                  <a:pt x="15148" y="5390"/>
                </a:cubicBezTo>
                <a:cubicBezTo>
                  <a:pt x="15143" y="5401"/>
                  <a:pt x="15138" y="5412"/>
                  <a:pt x="15131" y="5422"/>
                </a:cubicBezTo>
                <a:cubicBezTo>
                  <a:pt x="15124" y="5432"/>
                  <a:pt x="15116" y="5441"/>
                  <a:pt x="15108" y="5450"/>
                </a:cubicBezTo>
                <a:cubicBezTo>
                  <a:pt x="15099" y="5458"/>
                  <a:pt x="15090" y="5466"/>
                  <a:pt x="15080" y="5473"/>
                </a:cubicBezTo>
                <a:cubicBezTo>
                  <a:pt x="15070" y="5480"/>
                  <a:pt x="15059" y="5485"/>
                  <a:pt x="15048" y="5490"/>
                </a:cubicBezTo>
                <a:cubicBezTo>
                  <a:pt x="15036" y="5495"/>
                  <a:pt x="15025" y="5498"/>
                  <a:pt x="15013" y="5500"/>
                </a:cubicBezTo>
                <a:cubicBezTo>
                  <a:pt x="15001" y="5503"/>
                  <a:pt x="14989" y="5504"/>
                  <a:pt x="14977" y="5504"/>
                </a:cubicBezTo>
                <a:lnTo>
                  <a:pt x="186" y="5504"/>
                </a:lnTo>
                <a:cubicBezTo>
                  <a:pt x="173" y="5504"/>
                  <a:pt x="161" y="5503"/>
                  <a:pt x="149" y="5500"/>
                </a:cubicBezTo>
                <a:cubicBezTo>
                  <a:pt x="138" y="5498"/>
                  <a:pt x="126" y="5495"/>
                  <a:pt x="115" y="5490"/>
                </a:cubicBezTo>
                <a:cubicBezTo>
                  <a:pt x="104" y="5485"/>
                  <a:pt x="93" y="5480"/>
                  <a:pt x="83" y="5473"/>
                </a:cubicBezTo>
                <a:cubicBezTo>
                  <a:pt x="73" y="5466"/>
                  <a:pt x="63" y="5458"/>
                  <a:pt x="55" y="5450"/>
                </a:cubicBezTo>
                <a:cubicBezTo>
                  <a:pt x="46" y="5441"/>
                  <a:pt x="38" y="5432"/>
                  <a:pt x="32" y="5422"/>
                </a:cubicBezTo>
                <a:cubicBezTo>
                  <a:pt x="25" y="5412"/>
                  <a:pt x="19" y="5401"/>
                  <a:pt x="15" y="5390"/>
                </a:cubicBezTo>
                <a:cubicBezTo>
                  <a:pt x="10" y="5378"/>
                  <a:pt x="6" y="5367"/>
                  <a:pt x="4" y="5355"/>
                </a:cubicBezTo>
                <a:cubicBezTo>
                  <a:pt x="2" y="5343"/>
                  <a:pt x="0" y="5331"/>
                  <a:pt x="0" y="531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190920" y="1666800"/>
            <a:ext cx="5458320" cy="1981440"/>
          </a:xfrm>
          <a:custGeom>
            <a:avLst/>
            <a:gdLst/>
            <a:ahLst/>
            <a:rect l="0" t="0" r="r" b="b"/>
            <a:pathLst>
              <a:path w="15162" h="5504">
                <a:moveTo>
                  <a:pt x="0" y="5319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49" y="3"/>
                </a:cubicBezTo>
                <a:cubicBezTo>
                  <a:pt x="161" y="1"/>
                  <a:pt x="173" y="0"/>
                  <a:pt x="186" y="0"/>
                </a:cubicBezTo>
                <a:lnTo>
                  <a:pt x="14977" y="0"/>
                </a:lnTo>
                <a:cubicBezTo>
                  <a:pt x="14989" y="0"/>
                  <a:pt x="15001" y="1"/>
                  <a:pt x="15013" y="3"/>
                </a:cubicBezTo>
                <a:cubicBezTo>
                  <a:pt x="15025" y="6"/>
                  <a:pt x="15036" y="9"/>
                  <a:pt x="15048" y="14"/>
                </a:cubicBezTo>
                <a:cubicBezTo>
                  <a:pt x="15059" y="18"/>
                  <a:pt x="15070" y="24"/>
                  <a:pt x="15080" y="31"/>
                </a:cubicBezTo>
                <a:cubicBezTo>
                  <a:pt x="15090" y="38"/>
                  <a:pt x="15099" y="45"/>
                  <a:pt x="15108" y="54"/>
                </a:cubicBezTo>
                <a:cubicBezTo>
                  <a:pt x="15116" y="63"/>
                  <a:pt x="15124" y="72"/>
                  <a:pt x="15131" y="82"/>
                </a:cubicBezTo>
                <a:cubicBezTo>
                  <a:pt x="15138" y="92"/>
                  <a:pt x="15143" y="103"/>
                  <a:pt x="15148" y="114"/>
                </a:cubicBezTo>
                <a:cubicBezTo>
                  <a:pt x="15153" y="125"/>
                  <a:pt x="15156" y="137"/>
                  <a:pt x="15158" y="149"/>
                </a:cubicBezTo>
                <a:cubicBezTo>
                  <a:pt x="15161" y="161"/>
                  <a:pt x="15162" y="173"/>
                  <a:pt x="15162" y="185"/>
                </a:cubicBezTo>
                <a:lnTo>
                  <a:pt x="15162" y="5319"/>
                </a:lnTo>
                <a:cubicBezTo>
                  <a:pt x="15162" y="5331"/>
                  <a:pt x="15161" y="5343"/>
                  <a:pt x="15158" y="5355"/>
                </a:cubicBezTo>
                <a:cubicBezTo>
                  <a:pt x="15156" y="5367"/>
                  <a:pt x="15153" y="5378"/>
                  <a:pt x="15148" y="5390"/>
                </a:cubicBezTo>
                <a:cubicBezTo>
                  <a:pt x="15143" y="5401"/>
                  <a:pt x="15138" y="5412"/>
                  <a:pt x="15131" y="5422"/>
                </a:cubicBezTo>
                <a:cubicBezTo>
                  <a:pt x="15124" y="5432"/>
                  <a:pt x="15116" y="5441"/>
                  <a:pt x="15108" y="5450"/>
                </a:cubicBezTo>
                <a:cubicBezTo>
                  <a:pt x="15099" y="5458"/>
                  <a:pt x="15090" y="5466"/>
                  <a:pt x="15080" y="5473"/>
                </a:cubicBezTo>
                <a:cubicBezTo>
                  <a:pt x="15070" y="5480"/>
                  <a:pt x="15059" y="5485"/>
                  <a:pt x="15048" y="5490"/>
                </a:cubicBezTo>
                <a:cubicBezTo>
                  <a:pt x="15036" y="5495"/>
                  <a:pt x="15025" y="5498"/>
                  <a:pt x="15013" y="5500"/>
                </a:cubicBezTo>
                <a:cubicBezTo>
                  <a:pt x="15001" y="5503"/>
                  <a:pt x="14989" y="5504"/>
                  <a:pt x="14977" y="5504"/>
                </a:cubicBezTo>
                <a:lnTo>
                  <a:pt x="186" y="5504"/>
                </a:lnTo>
                <a:cubicBezTo>
                  <a:pt x="173" y="5504"/>
                  <a:pt x="161" y="5503"/>
                  <a:pt x="149" y="5500"/>
                </a:cubicBezTo>
                <a:cubicBezTo>
                  <a:pt x="138" y="5498"/>
                  <a:pt x="126" y="5495"/>
                  <a:pt x="115" y="5490"/>
                </a:cubicBezTo>
                <a:cubicBezTo>
                  <a:pt x="104" y="5485"/>
                  <a:pt x="93" y="5480"/>
                  <a:pt x="83" y="5473"/>
                </a:cubicBezTo>
                <a:cubicBezTo>
                  <a:pt x="73" y="5466"/>
                  <a:pt x="63" y="5458"/>
                  <a:pt x="55" y="5450"/>
                </a:cubicBezTo>
                <a:cubicBezTo>
                  <a:pt x="46" y="5441"/>
                  <a:pt x="38" y="5432"/>
                  <a:pt x="32" y="5422"/>
                </a:cubicBezTo>
                <a:cubicBezTo>
                  <a:pt x="25" y="5412"/>
                  <a:pt x="19" y="5401"/>
                  <a:pt x="15" y="5390"/>
                </a:cubicBezTo>
                <a:cubicBezTo>
                  <a:pt x="10" y="5378"/>
                  <a:pt x="6" y="5367"/>
                  <a:pt x="4" y="5355"/>
                </a:cubicBezTo>
                <a:cubicBezTo>
                  <a:pt x="2" y="5343"/>
                  <a:pt x="0" y="5331"/>
                  <a:pt x="0" y="5319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282480" y="2707920"/>
            <a:ext cx="2901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50" spc="-1" strike="noStrike">
                <a:solidFill>
                  <a:srgbClr val="111111"/>
                </a:solidFill>
                <a:latin typeface="NotoSansJP"/>
                <a:ea typeface="NotoSansJP"/>
              </a:rPr>
              <a:t>HW</a:t>
            </a:r>
            <a:endParaRPr b="0" lang="en-US" sz="1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372360" y="1832760"/>
            <a:ext cx="87840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729" spc="-1" strike="noStrike">
                <a:solidFill>
                  <a:srgbClr val="0b4b78"/>
                </a:solidFill>
                <a:latin typeface="NotoSansJP"/>
                <a:ea typeface="NotoSansJP"/>
              </a:rPr>
              <a:t>初期系列</a:t>
            </a:r>
            <a:endParaRPr b="0" lang="en-US" sz="172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6372360" y="2206800"/>
            <a:ext cx="509616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30" spc="-1" strike="noStrike">
                <a:solidFill>
                  <a:srgbClr val="111111"/>
                </a:solidFill>
                <a:latin typeface="NotoSansJP"/>
                <a:ea typeface="NotoSansJP"/>
              </a:rPr>
              <a:t>class token</a:t>
            </a:r>
            <a:r>
              <a:rPr b="0" lang="zh-CN" sz="1430" spc="-1" strike="noStrike">
                <a:solidFill>
                  <a:srgbClr val="111111"/>
                </a:solidFill>
                <a:latin typeface="NotoSansJP"/>
                <a:ea typeface="NotoSansJP"/>
              </a:rPr>
              <a:t>、各パッチの線形射影、位置埋め込みを足して入力</a:t>
            </a:r>
            <a:endParaRPr b="0" lang="en-US" sz="14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372360" y="2454480"/>
            <a:ext cx="726120" cy="26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430" spc="-1" strike="noStrike">
                <a:solidFill>
                  <a:srgbClr val="111111"/>
                </a:solidFill>
                <a:latin typeface="NotoSansJP"/>
                <a:ea typeface="NotoSansJP"/>
              </a:rPr>
              <a:t>にする。</a:t>
            </a:r>
            <a:endParaRPr b="0" lang="en-US" sz="143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7646760" y="2765160"/>
            <a:ext cx="183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50" spc="-1" strike="noStrike">
                <a:solidFill>
                  <a:srgbClr val="111111"/>
                </a:solidFill>
                <a:latin typeface="NotoSansJP"/>
                <a:ea typeface="NotoSansJP"/>
              </a:rPr>
              <a:t>z</a:t>
            </a:r>
            <a:endParaRPr b="0" lang="en-US" sz="1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7866720" y="2765160"/>
            <a:ext cx="183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50" spc="-1" strike="noStrike">
                <a:solidFill>
                  <a:srgbClr val="111111"/>
                </a:solidFill>
                <a:latin typeface="NotoSansJP"/>
                <a:ea typeface="NotoSansJP"/>
              </a:rPr>
              <a:t>=</a:t>
            </a:r>
            <a:endParaRPr b="0" lang="en-US" sz="1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734600" y="2852640"/>
            <a:ext cx="1288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10" spc="-1" strike="noStrike">
                <a:solidFill>
                  <a:srgbClr val="111111"/>
                </a:solidFill>
                <a:latin typeface="NotoSansJP"/>
                <a:ea typeface="NotoSansJP"/>
              </a:rPr>
              <a:t>0</a:t>
            </a:r>
            <a:endParaRPr b="0" lang="en-US" sz="1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8020440" y="2765160"/>
            <a:ext cx="183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50" spc="-1" strike="noStrike">
                <a:solidFill>
                  <a:srgbClr val="111111"/>
                </a:solidFill>
                <a:latin typeface="NotoSansJP"/>
                <a:ea typeface="NotoSansJP"/>
              </a:rPr>
              <a:t>[x</a:t>
            </a:r>
            <a:endParaRPr b="0" lang="en-US" sz="1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8479800" y="2765160"/>
            <a:ext cx="118332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50" spc="-1" strike="noStrike">
                <a:solidFill>
                  <a:srgbClr val="111111"/>
                </a:solidFill>
                <a:latin typeface="NotoSansJP"/>
                <a:ea typeface="NotoSansJP"/>
              </a:rPr>
              <a:t>; x E; ⋯ ; x E] +</a:t>
            </a:r>
            <a:endParaRPr b="0" lang="en-US" sz="1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8174520" y="2852640"/>
            <a:ext cx="27360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10" spc="-1" strike="noStrike">
                <a:solidFill>
                  <a:srgbClr val="111111"/>
                </a:solidFill>
                <a:latin typeface="NotoSansJP"/>
                <a:ea typeface="NotoSansJP"/>
              </a:rPr>
              <a:t>class</a:t>
            </a:r>
            <a:endParaRPr b="0" lang="en-US" sz="1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8654040" y="2871720"/>
            <a:ext cx="1288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10" spc="-1" strike="noStrike">
                <a:solidFill>
                  <a:srgbClr val="111111"/>
                </a:solidFill>
                <a:latin typeface="NotoSansJP"/>
                <a:ea typeface="NotoSansJP"/>
              </a:rPr>
              <a:t>p</a:t>
            </a:r>
            <a:endParaRPr b="0" lang="en-US" sz="1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8654040" y="2747880"/>
            <a:ext cx="1288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1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1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9375120" y="2871720"/>
            <a:ext cx="1288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10" spc="-1" strike="noStrike">
                <a:solidFill>
                  <a:srgbClr val="111111"/>
                </a:solidFill>
                <a:latin typeface="NotoSansJP"/>
                <a:ea typeface="NotoSansJP"/>
              </a:rPr>
              <a:t>p</a:t>
            </a:r>
            <a:endParaRPr b="0" lang="en-US" sz="1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9375120" y="2747880"/>
            <a:ext cx="12888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10" spc="-1" strike="noStrike">
                <a:solidFill>
                  <a:srgbClr val="111111"/>
                </a:solidFill>
                <a:latin typeface="NotoSansJP"/>
                <a:ea typeface="NotoSansJP"/>
              </a:rPr>
              <a:t>N</a:t>
            </a:r>
            <a:endParaRPr b="0" lang="en-US" sz="1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9857520" y="2765160"/>
            <a:ext cx="183960" cy="250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450" spc="-1" strike="noStrike">
                <a:solidFill>
                  <a:srgbClr val="111111"/>
                </a:solidFill>
                <a:latin typeface="NotoSansJP"/>
                <a:ea typeface="NotoSansJP"/>
              </a:rPr>
              <a:t>E</a:t>
            </a:r>
            <a:endParaRPr b="0" lang="en-US" sz="14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533160" y="3733560"/>
            <a:ext cx="11125440" cy="486360"/>
          </a:xfrm>
          <a:custGeom>
            <a:avLst/>
            <a:gdLst/>
            <a:ahLst/>
            <a:rect l="0" t="0" r="r" b="b"/>
            <a:pathLst>
              <a:path w="30904" h="1351">
                <a:moveTo>
                  <a:pt x="0" y="0"/>
                </a:moveTo>
                <a:lnTo>
                  <a:pt x="30904" y="0"/>
                </a:lnTo>
                <a:lnTo>
                  <a:pt x="30904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33160" y="3733560"/>
            <a:ext cx="76680" cy="486360"/>
          </a:xfrm>
          <a:custGeom>
            <a:avLst/>
            <a:gdLst/>
            <a:ahLst/>
            <a:rect l="0" t="0" r="r" b="b"/>
            <a:pathLst>
              <a:path w="213" h="1351">
                <a:moveTo>
                  <a:pt x="0" y="0"/>
                </a:moveTo>
                <a:lnTo>
                  <a:pt x="213" y="0"/>
                </a:lnTo>
                <a:lnTo>
                  <a:pt x="213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9966240" y="2852640"/>
            <a:ext cx="209520" cy="17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010" spc="-1" strike="noStrike">
                <a:solidFill>
                  <a:srgbClr val="111111"/>
                </a:solidFill>
                <a:latin typeface="NotoSansJP"/>
                <a:ea typeface="NotoSansJP"/>
              </a:rPr>
              <a:t>pos</a:t>
            </a:r>
            <a:endParaRPr b="0" lang="en-US" sz="10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33160" y="4295520"/>
            <a:ext cx="11125440" cy="781560"/>
          </a:xfrm>
          <a:custGeom>
            <a:avLst/>
            <a:gdLst/>
            <a:ahLst/>
            <a:rect l="0" t="0" r="r" b="b"/>
            <a:pathLst>
              <a:path w="30904" h="2171">
                <a:moveTo>
                  <a:pt x="0" y="0"/>
                </a:moveTo>
                <a:lnTo>
                  <a:pt x="30904" y="0"/>
                </a:lnTo>
                <a:lnTo>
                  <a:pt x="30904" y="2171"/>
                </a:lnTo>
                <a:lnTo>
                  <a:pt x="0" y="2171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33160" y="4295520"/>
            <a:ext cx="76680" cy="781560"/>
          </a:xfrm>
          <a:custGeom>
            <a:avLst/>
            <a:gdLst/>
            <a:ahLst/>
            <a:rect l="0" t="0" r="r" b="b"/>
            <a:pathLst>
              <a:path w="213" h="2171">
                <a:moveTo>
                  <a:pt x="0" y="0"/>
                </a:moveTo>
                <a:lnTo>
                  <a:pt x="213" y="0"/>
                </a:lnTo>
                <a:lnTo>
                  <a:pt x="213" y="2171"/>
                </a:lnTo>
                <a:lnTo>
                  <a:pt x="0" y="2171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43040" y="3832920"/>
            <a:ext cx="9217800" cy="31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パッチサイズを小さくすると系列長が増え、計算量は増えるが細かい情報を扱いやすくなる。</a:t>
            </a:r>
            <a:endParaRPr b="0" lang="en-US" sz="172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743040" y="4394880"/>
            <a:ext cx="1078308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記号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: H,W 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は画像の高さ‧幅、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P 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はパッチ一辺、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N 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はパッチ数、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x_p^i 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は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i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番目のパッチ、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E 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は線形射影、</a:t>
            </a:r>
            <a:endParaRPr b="0" lang="en-US" sz="172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43040" y="4690080"/>
            <a:ext cx="243360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E_pos 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は位置埋め込み。</a:t>
            </a:r>
            <a:endParaRPr b="0" lang="en-US" sz="172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914400" y="392400"/>
            <a:ext cx="145440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手法の詳細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6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83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184" name=""/>
          <p:cNvSpPr txBox="1"/>
          <p:nvPr/>
        </p:nvSpPr>
        <p:spPr>
          <a:xfrm>
            <a:off x="533520" y="924480"/>
            <a:ext cx="1020708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各層では、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LayerNorm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、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Multi-head Self-Attention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、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MLP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、残差接続を交互に使う。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4570200" y="161316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z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4886280" y="161316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=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4704120" y="1770480"/>
            <a:ext cx="196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111111"/>
                </a:solidFill>
                <a:latin typeface="NotoSansJP"/>
                <a:ea typeface="NotoSansJP"/>
              </a:rPr>
              <a:t>ℓ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4716360" y="1589400"/>
            <a:ext cx="196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111111"/>
                </a:solidFill>
                <a:latin typeface="NotoSansJP"/>
                <a:ea typeface="NotoSansJP"/>
              </a:rPr>
              <a:t>′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121000" y="1613160"/>
            <a:ext cx="1163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MSA(LN(z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6693120" y="1613160"/>
            <a:ext cx="37728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)) +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6370200" y="1741680"/>
            <a:ext cx="375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111111"/>
                </a:solidFill>
                <a:latin typeface="NotoSansJP"/>
                <a:ea typeface="NotoSansJP"/>
              </a:rPr>
              <a:t>ℓ−</a:t>
            </a:r>
            <a:r>
              <a:rPr b="0" lang="en-US" sz="156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7165080" y="161316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z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7299000" y="1741680"/>
            <a:ext cx="37548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111111"/>
                </a:solidFill>
                <a:latin typeface="NotoSansJP"/>
                <a:ea typeface="NotoSansJP"/>
              </a:rPr>
              <a:t>ℓ−</a:t>
            </a:r>
            <a:r>
              <a:rPr b="0" lang="en-US" sz="1560" spc="-1" strike="noStrike">
                <a:solidFill>
                  <a:srgbClr val="111111"/>
                </a:solidFill>
                <a:latin typeface="NotoSansJP"/>
                <a:ea typeface="NotoSansJP"/>
              </a:rPr>
              <a:t>1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4792680" y="238500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z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5109120" y="238500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=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926600" y="2513520"/>
            <a:ext cx="196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111111"/>
                </a:solidFill>
                <a:latin typeface="NotoSansJP"/>
                <a:ea typeface="NotoSansJP"/>
              </a:rPr>
              <a:t>ℓ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343480" y="2385000"/>
            <a:ext cx="160236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MLP(LN(z )) +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584760" y="2541960"/>
            <a:ext cx="196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111111"/>
                </a:solidFill>
                <a:latin typeface="NotoSansJP"/>
                <a:ea typeface="NotoSansJP"/>
              </a:rPr>
              <a:t>ℓ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597360" y="2360880"/>
            <a:ext cx="196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111111"/>
                </a:solidFill>
                <a:latin typeface="NotoSansJP"/>
                <a:ea typeface="NotoSansJP"/>
              </a:rPr>
              <a:t>′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7161120" y="2385000"/>
            <a:ext cx="28152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220" spc="-1" strike="noStrike">
                <a:solidFill>
                  <a:srgbClr val="111111"/>
                </a:solidFill>
                <a:latin typeface="NotoSansJP"/>
                <a:ea typeface="NotoSansJP"/>
              </a:rPr>
              <a:t>z</a:t>
            </a:r>
            <a:endParaRPr b="0" lang="en-US" sz="22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7295040" y="2541960"/>
            <a:ext cx="196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111111"/>
                </a:solidFill>
                <a:latin typeface="NotoSansJP"/>
                <a:ea typeface="NotoSansJP"/>
              </a:rPr>
              <a:t>ℓ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542880" y="3267000"/>
            <a:ext cx="2667240" cy="1219320"/>
          </a:xfrm>
          <a:custGeom>
            <a:avLst/>
            <a:gdLst/>
            <a:ahLst/>
            <a:rect l="0" t="0" r="r" b="b"/>
            <a:pathLst>
              <a:path w="7409" h="3387">
                <a:moveTo>
                  <a:pt x="0" y="320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224" y="0"/>
                </a:lnTo>
                <a:cubicBezTo>
                  <a:pt x="7236" y="0"/>
                  <a:pt x="7248" y="1"/>
                  <a:pt x="7260" y="3"/>
                </a:cubicBezTo>
                <a:cubicBezTo>
                  <a:pt x="7272" y="6"/>
                  <a:pt x="7283" y="9"/>
                  <a:pt x="7295" y="14"/>
                </a:cubicBezTo>
                <a:cubicBezTo>
                  <a:pt x="7306" y="18"/>
                  <a:pt x="7317" y="24"/>
                  <a:pt x="7327" y="31"/>
                </a:cubicBezTo>
                <a:cubicBezTo>
                  <a:pt x="7337" y="38"/>
                  <a:pt x="7346" y="45"/>
                  <a:pt x="7355" y="54"/>
                </a:cubicBezTo>
                <a:cubicBezTo>
                  <a:pt x="7363" y="63"/>
                  <a:pt x="7371" y="72"/>
                  <a:pt x="7378" y="82"/>
                </a:cubicBezTo>
                <a:cubicBezTo>
                  <a:pt x="7385" y="92"/>
                  <a:pt x="7390" y="103"/>
                  <a:pt x="7395" y="114"/>
                </a:cubicBezTo>
                <a:cubicBezTo>
                  <a:pt x="7400" y="125"/>
                  <a:pt x="7403" y="137"/>
                  <a:pt x="7405" y="149"/>
                </a:cubicBezTo>
                <a:cubicBezTo>
                  <a:pt x="7408" y="161"/>
                  <a:pt x="7409" y="173"/>
                  <a:pt x="7409" y="185"/>
                </a:cubicBezTo>
                <a:lnTo>
                  <a:pt x="7409" y="3202"/>
                </a:lnTo>
                <a:cubicBezTo>
                  <a:pt x="7409" y="3214"/>
                  <a:pt x="7408" y="3226"/>
                  <a:pt x="7405" y="3238"/>
                </a:cubicBezTo>
                <a:cubicBezTo>
                  <a:pt x="7403" y="3250"/>
                  <a:pt x="7400" y="3262"/>
                  <a:pt x="7395" y="3273"/>
                </a:cubicBezTo>
                <a:cubicBezTo>
                  <a:pt x="7390" y="3284"/>
                  <a:pt x="7384" y="3295"/>
                  <a:pt x="7378" y="3305"/>
                </a:cubicBezTo>
                <a:cubicBezTo>
                  <a:pt x="7371" y="3315"/>
                  <a:pt x="7363" y="3325"/>
                  <a:pt x="7355" y="3333"/>
                </a:cubicBezTo>
                <a:cubicBezTo>
                  <a:pt x="7346" y="3342"/>
                  <a:pt x="7337" y="3349"/>
                  <a:pt x="7327" y="3356"/>
                </a:cubicBezTo>
                <a:cubicBezTo>
                  <a:pt x="7317" y="3363"/>
                  <a:pt x="7306" y="3369"/>
                  <a:pt x="7295" y="3373"/>
                </a:cubicBezTo>
                <a:cubicBezTo>
                  <a:pt x="7283" y="3378"/>
                  <a:pt x="7272" y="3381"/>
                  <a:pt x="7260" y="3384"/>
                </a:cubicBezTo>
                <a:cubicBezTo>
                  <a:pt x="7248" y="3386"/>
                  <a:pt x="7236" y="3387"/>
                  <a:pt x="7224" y="3387"/>
                </a:cubicBezTo>
                <a:lnTo>
                  <a:pt x="185" y="3387"/>
                </a:lnTo>
                <a:cubicBezTo>
                  <a:pt x="173" y="3387"/>
                  <a:pt x="161" y="3386"/>
                  <a:pt x="149" y="3384"/>
                </a:cubicBezTo>
                <a:cubicBezTo>
                  <a:pt x="137" y="3381"/>
                  <a:pt x="125" y="3378"/>
                  <a:pt x="114" y="3373"/>
                </a:cubicBezTo>
                <a:cubicBezTo>
                  <a:pt x="103" y="3369"/>
                  <a:pt x="92" y="3363"/>
                  <a:pt x="82" y="3356"/>
                </a:cubicBezTo>
                <a:cubicBezTo>
                  <a:pt x="72" y="3349"/>
                  <a:pt x="62" y="3342"/>
                  <a:pt x="54" y="3333"/>
                </a:cubicBezTo>
                <a:cubicBezTo>
                  <a:pt x="45" y="3325"/>
                  <a:pt x="38" y="3315"/>
                  <a:pt x="31" y="3305"/>
                </a:cubicBezTo>
                <a:cubicBezTo>
                  <a:pt x="24" y="3295"/>
                  <a:pt x="18" y="3284"/>
                  <a:pt x="14" y="3273"/>
                </a:cubicBezTo>
                <a:cubicBezTo>
                  <a:pt x="9" y="3262"/>
                  <a:pt x="6" y="3250"/>
                  <a:pt x="3" y="3238"/>
                </a:cubicBezTo>
                <a:cubicBezTo>
                  <a:pt x="1" y="3226"/>
                  <a:pt x="0" y="3214"/>
                  <a:pt x="0" y="32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542880" y="3267000"/>
            <a:ext cx="2667240" cy="1219320"/>
          </a:xfrm>
          <a:custGeom>
            <a:avLst/>
            <a:gdLst/>
            <a:ahLst/>
            <a:rect l="0" t="0" r="r" b="b"/>
            <a:pathLst>
              <a:path w="7409" h="3387">
                <a:moveTo>
                  <a:pt x="0" y="3202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224" y="0"/>
                </a:lnTo>
                <a:cubicBezTo>
                  <a:pt x="7236" y="0"/>
                  <a:pt x="7248" y="1"/>
                  <a:pt x="7260" y="3"/>
                </a:cubicBezTo>
                <a:cubicBezTo>
                  <a:pt x="7272" y="6"/>
                  <a:pt x="7283" y="9"/>
                  <a:pt x="7295" y="14"/>
                </a:cubicBezTo>
                <a:cubicBezTo>
                  <a:pt x="7306" y="18"/>
                  <a:pt x="7317" y="24"/>
                  <a:pt x="7327" y="31"/>
                </a:cubicBezTo>
                <a:cubicBezTo>
                  <a:pt x="7337" y="38"/>
                  <a:pt x="7346" y="45"/>
                  <a:pt x="7355" y="54"/>
                </a:cubicBezTo>
                <a:cubicBezTo>
                  <a:pt x="7363" y="63"/>
                  <a:pt x="7371" y="72"/>
                  <a:pt x="7378" y="82"/>
                </a:cubicBezTo>
                <a:cubicBezTo>
                  <a:pt x="7385" y="92"/>
                  <a:pt x="7390" y="103"/>
                  <a:pt x="7395" y="114"/>
                </a:cubicBezTo>
                <a:cubicBezTo>
                  <a:pt x="7400" y="125"/>
                  <a:pt x="7403" y="137"/>
                  <a:pt x="7405" y="149"/>
                </a:cubicBezTo>
                <a:cubicBezTo>
                  <a:pt x="7408" y="161"/>
                  <a:pt x="7409" y="173"/>
                  <a:pt x="7409" y="185"/>
                </a:cubicBezTo>
                <a:lnTo>
                  <a:pt x="7409" y="3202"/>
                </a:lnTo>
                <a:cubicBezTo>
                  <a:pt x="7409" y="3214"/>
                  <a:pt x="7408" y="3226"/>
                  <a:pt x="7405" y="3238"/>
                </a:cubicBezTo>
                <a:cubicBezTo>
                  <a:pt x="7403" y="3250"/>
                  <a:pt x="7400" y="3262"/>
                  <a:pt x="7395" y="3273"/>
                </a:cubicBezTo>
                <a:cubicBezTo>
                  <a:pt x="7390" y="3284"/>
                  <a:pt x="7384" y="3295"/>
                  <a:pt x="7378" y="3305"/>
                </a:cubicBezTo>
                <a:cubicBezTo>
                  <a:pt x="7371" y="3315"/>
                  <a:pt x="7363" y="3325"/>
                  <a:pt x="7355" y="3333"/>
                </a:cubicBezTo>
                <a:cubicBezTo>
                  <a:pt x="7346" y="3342"/>
                  <a:pt x="7337" y="3349"/>
                  <a:pt x="7327" y="3356"/>
                </a:cubicBezTo>
                <a:cubicBezTo>
                  <a:pt x="7317" y="3363"/>
                  <a:pt x="7306" y="3369"/>
                  <a:pt x="7295" y="3373"/>
                </a:cubicBezTo>
                <a:cubicBezTo>
                  <a:pt x="7283" y="3378"/>
                  <a:pt x="7272" y="3381"/>
                  <a:pt x="7260" y="3384"/>
                </a:cubicBezTo>
                <a:cubicBezTo>
                  <a:pt x="7248" y="3386"/>
                  <a:pt x="7236" y="3387"/>
                  <a:pt x="7224" y="3387"/>
                </a:cubicBezTo>
                <a:lnTo>
                  <a:pt x="185" y="3387"/>
                </a:lnTo>
                <a:cubicBezTo>
                  <a:pt x="173" y="3387"/>
                  <a:pt x="161" y="3386"/>
                  <a:pt x="149" y="3384"/>
                </a:cubicBezTo>
                <a:cubicBezTo>
                  <a:pt x="137" y="3381"/>
                  <a:pt x="125" y="3378"/>
                  <a:pt x="114" y="3373"/>
                </a:cubicBezTo>
                <a:cubicBezTo>
                  <a:pt x="103" y="3369"/>
                  <a:pt x="92" y="3363"/>
                  <a:pt x="82" y="3356"/>
                </a:cubicBezTo>
                <a:cubicBezTo>
                  <a:pt x="72" y="3349"/>
                  <a:pt x="62" y="3342"/>
                  <a:pt x="54" y="3333"/>
                </a:cubicBezTo>
                <a:cubicBezTo>
                  <a:pt x="45" y="3325"/>
                  <a:pt x="38" y="3315"/>
                  <a:pt x="31" y="3305"/>
                </a:cubicBezTo>
                <a:cubicBezTo>
                  <a:pt x="24" y="3295"/>
                  <a:pt x="18" y="3284"/>
                  <a:pt x="14" y="3273"/>
                </a:cubicBezTo>
                <a:cubicBezTo>
                  <a:pt x="9" y="3262"/>
                  <a:pt x="6" y="3250"/>
                  <a:pt x="3" y="3238"/>
                </a:cubicBezTo>
                <a:cubicBezTo>
                  <a:pt x="1" y="3226"/>
                  <a:pt x="0" y="3214"/>
                  <a:pt x="0" y="320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7307280" y="2360880"/>
            <a:ext cx="196920" cy="27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60" spc="-1" strike="noStrike">
                <a:solidFill>
                  <a:srgbClr val="111111"/>
                </a:solidFill>
                <a:latin typeface="NotoSansJP"/>
                <a:ea typeface="NotoSansJP"/>
              </a:rPr>
              <a:t>′</a:t>
            </a:r>
            <a:endParaRPr b="0" lang="en-US" sz="1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703160" y="3430440"/>
            <a:ext cx="30996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0b4b78"/>
                </a:solidFill>
                <a:latin typeface="NotoSansJP"/>
                <a:ea typeface="NotoSansJP"/>
              </a:rPr>
              <a:t>LN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3362040" y="3267000"/>
            <a:ext cx="2657880" cy="1219320"/>
          </a:xfrm>
          <a:custGeom>
            <a:avLst/>
            <a:gdLst/>
            <a:ahLst/>
            <a:rect l="0" t="0" r="r" b="b"/>
            <a:pathLst>
              <a:path w="7383" h="3387">
                <a:moveTo>
                  <a:pt x="0" y="320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198" y="0"/>
                </a:lnTo>
                <a:cubicBezTo>
                  <a:pt x="7210" y="0"/>
                  <a:pt x="7222" y="1"/>
                  <a:pt x="7234" y="3"/>
                </a:cubicBezTo>
                <a:cubicBezTo>
                  <a:pt x="7246" y="6"/>
                  <a:pt x="7258" y="9"/>
                  <a:pt x="7269" y="14"/>
                </a:cubicBezTo>
                <a:cubicBezTo>
                  <a:pt x="7280" y="18"/>
                  <a:pt x="7291" y="24"/>
                  <a:pt x="7301" y="31"/>
                </a:cubicBezTo>
                <a:cubicBezTo>
                  <a:pt x="7311" y="38"/>
                  <a:pt x="7320" y="45"/>
                  <a:pt x="7329" y="54"/>
                </a:cubicBezTo>
                <a:cubicBezTo>
                  <a:pt x="7338" y="63"/>
                  <a:pt x="7345" y="72"/>
                  <a:pt x="7352" y="82"/>
                </a:cubicBezTo>
                <a:cubicBezTo>
                  <a:pt x="7359" y="92"/>
                  <a:pt x="7364" y="103"/>
                  <a:pt x="7369" y="114"/>
                </a:cubicBezTo>
                <a:cubicBezTo>
                  <a:pt x="7374" y="125"/>
                  <a:pt x="7377" y="137"/>
                  <a:pt x="7380" y="149"/>
                </a:cubicBezTo>
                <a:cubicBezTo>
                  <a:pt x="7382" y="161"/>
                  <a:pt x="7383" y="173"/>
                  <a:pt x="7383" y="185"/>
                </a:cubicBezTo>
                <a:lnTo>
                  <a:pt x="7383" y="3202"/>
                </a:lnTo>
                <a:cubicBezTo>
                  <a:pt x="7383" y="3214"/>
                  <a:pt x="7382" y="3226"/>
                  <a:pt x="7380" y="3238"/>
                </a:cubicBezTo>
                <a:cubicBezTo>
                  <a:pt x="7377" y="3250"/>
                  <a:pt x="7374" y="3262"/>
                  <a:pt x="7369" y="3273"/>
                </a:cubicBezTo>
                <a:cubicBezTo>
                  <a:pt x="7364" y="3284"/>
                  <a:pt x="7359" y="3295"/>
                  <a:pt x="7352" y="3305"/>
                </a:cubicBezTo>
                <a:cubicBezTo>
                  <a:pt x="7345" y="3315"/>
                  <a:pt x="7338" y="3325"/>
                  <a:pt x="7329" y="3333"/>
                </a:cubicBezTo>
                <a:cubicBezTo>
                  <a:pt x="7320" y="3342"/>
                  <a:pt x="7311" y="3349"/>
                  <a:pt x="7301" y="3356"/>
                </a:cubicBezTo>
                <a:cubicBezTo>
                  <a:pt x="7291" y="3363"/>
                  <a:pt x="7280" y="3369"/>
                  <a:pt x="7269" y="3373"/>
                </a:cubicBezTo>
                <a:cubicBezTo>
                  <a:pt x="7258" y="3378"/>
                  <a:pt x="7246" y="3381"/>
                  <a:pt x="7234" y="3384"/>
                </a:cubicBezTo>
                <a:cubicBezTo>
                  <a:pt x="7222" y="3386"/>
                  <a:pt x="7210" y="3387"/>
                  <a:pt x="7198" y="3387"/>
                </a:cubicBezTo>
                <a:lnTo>
                  <a:pt x="185" y="3387"/>
                </a:lnTo>
                <a:cubicBezTo>
                  <a:pt x="173" y="3387"/>
                  <a:pt x="161" y="3386"/>
                  <a:pt x="149" y="3384"/>
                </a:cubicBezTo>
                <a:cubicBezTo>
                  <a:pt x="137" y="3381"/>
                  <a:pt x="126" y="3378"/>
                  <a:pt x="115" y="3373"/>
                </a:cubicBezTo>
                <a:cubicBezTo>
                  <a:pt x="103" y="3369"/>
                  <a:pt x="93" y="3363"/>
                  <a:pt x="83" y="3356"/>
                </a:cubicBezTo>
                <a:cubicBezTo>
                  <a:pt x="72" y="3349"/>
                  <a:pt x="63" y="3342"/>
                  <a:pt x="55" y="3333"/>
                </a:cubicBezTo>
                <a:cubicBezTo>
                  <a:pt x="46" y="3325"/>
                  <a:pt x="38" y="3315"/>
                  <a:pt x="32" y="3305"/>
                </a:cubicBezTo>
                <a:cubicBezTo>
                  <a:pt x="25" y="3295"/>
                  <a:pt x="19" y="3284"/>
                  <a:pt x="14" y="3273"/>
                </a:cubicBezTo>
                <a:cubicBezTo>
                  <a:pt x="10" y="3262"/>
                  <a:pt x="6" y="3250"/>
                  <a:pt x="4" y="3238"/>
                </a:cubicBezTo>
                <a:cubicBezTo>
                  <a:pt x="1" y="3226"/>
                  <a:pt x="0" y="3214"/>
                  <a:pt x="0" y="32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3362040" y="3267000"/>
            <a:ext cx="2657880" cy="1219320"/>
          </a:xfrm>
          <a:custGeom>
            <a:avLst/>
            <a:gdLst/>
            <a:ahLst/>
            <a:rect l="0" t="0" r="r" b="b"/>
            <a:pathLst>
              <a:path w="7383" h="3387">
                <a:moveTo>
                  <a:pt x="0" y="320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2" y="38"/>
                  <a:pt x="83" y="31"/>
                </a:cubicBezTo>
                <a:cubicBezTo>
                  <a:pt x="93" y="24"/>
                  <a:pt x="103" y="18"/>
                  <a:pt x="115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198" y="0"/>
                </a:lnTo>
                <a:cubicBezTo>
                  <a:pt x="7210" y="0"/>
                  <a:pt x="7222" y="1"/>
                  <a:pt x="7234" y="3"/>
                </a:cubicBezTo>
                <a:cubicBezTo>
                  <a:pt x="7246" y="6"/>
                  <a:pt x="7258" y="9"/>
                  <a:pt x="7269" y="14"/>
                </a:cubicBezTo>
                <a:cubicBezTo>
                  <a:pt x="7280" y="18"/>
                  <a:pt x="7291" y="24"/>
                  <a:pt x="7301" y="31"/>
                </a:cubicBezTo>
                <a:cubicBezTo>
                  <a:pt x="7311" y="38"/>
                  <a:pt x="7320" y="45"/>
                  <a:pt x="7329" y="54"/>
                </a:cubicBezTo>
                <a:cubicBezTo>
                  <a:pt x="7338" y="63"/>
                  <a:pt x="7345" y="72"/>
                  <a:pt x="7352" y="82"/>
                </a:cubicBezTo>
                <a:cubicBezTo>
                  <a:pt x="7359" y="92"/>
                  <a:pt x="7364" y="103"/>
                  <a:pt x="7369" y="114"/>
                </a:cubicBezTo>
                <a:cubicBezTo>
                  <a:pt x="7374" y="125"/>
                  <a:pt x="7377" y="137"/>
                  <a:pt x="7380" y="149"/>
                </a:cubicBezTo>
                <a:cubicBezTo>
                  <a:pt x="7382" y="161"/>
                  <a:pt x="7383" y="173"/>
                  <a:pt x="7383" y="185"/>
                </a:cubicBezTo>
                <a:lnTo>
                  <a:pt x="7383" y="3202"/>
                </a:lnTo>
                <a:cubicBezTo>
                  <a:pt x="7383" y="3214"/>
                  <a:pt x="7382" y="3226"/>
                  <a:pt x="7380" y="3238"/>
                </a:cubicBezTo>
                <a:cubicBezTo>
                  <a:pt x="7377" y="3250"/>
                  <a:pt x="7374" y="3262"/>
                  <a:pt x="7369" y="3273"/>
                </a:cubicBezTo>
                <a:cubicBezTo>
                  <a:pt x="7364" y="3284"/>
                  <a:pt x="7359" y="3295"/>
                  <a:pt x="7352" y="3305"/>
                </a:cubicBezTo>
                <a:cubicBezTo>
                  <a:pt x="7345" y="3315"/>
                  <a:pt x="7338" y="3325"/>
                  <a:pt x="7329" y="3333"/>
                </a:cubicBezTo>
                <a:cubicBezTo>
                  <a:pt x="7320" y="3342"/>
                  <a:pt x="7311" y="3349"/>
                  <a:pt x="7301" y="3356"/>
                </a:cubicBezTo>
                <a:cubicBezTo>
                  <a:pt x="7291" y="3363"/>
                  <a:pt x="7280" y="3369"/>
                  <a:pt x="7269" y="3373"/>
                </a:cubicBezTo>
                <a:cubicBezTo>
                  <a:pt x="7258" y="3378"/>
                  <a:pt x="7246" y="3381"/>
                  <a:pt x="7234" y="3384"/>
                </a:cubicBezTo>
                <a:cubicBezTo>
                  <a:pt x="7222" y="3386"/>
                  <a:pt x="7210" y="3387"/>
                  <a:pt x="7198" y="3387"/>
                </a:cubicBezTo>
                <a:lnTo>
                  <a:pt x="185" y="3387"/>
                </a:lnTo>
                <a:cubicBezTo>
                  <a:pt x="173" y="3387"/>
                  <a:pt x="161" y="3386"/>
                  <a:pt x="149" y="3384"/>
                </a:cubicBezTo>
                <a:cubicBezTo>
                  <a:pt x="137" y="3381"/>
                  <a:pt x="126" y="3378"/>
                  <a:pt x="115" y="3373"/>
                </a:cubicBezTo>
                <a:cubicBezTo>
                  <a:pt x="103" y="3369"/>
                  <a:pt x="93" y="3363"/>
                  <a:pt x="83" y="3356"/>
                </a:cubicBezTo>
                <a:cubicBezTo>
                  <a:pt x="72" y="3349"/>
                  <a:pt x="63" y="3342"/>
                  <a:pt x="55" y="3333"/>
                </a:cubicBezTo>
                <a:cubicBezTo>
                  <a:pt x="46" y="3325"/>
                  <a:pt x="38" y="3315"/>
                  <a:pt x="32" y="3305"/>
                </a:cubicBezTo>
                <a:cubicBezTo>
                  <a:pt x="25" y="3295"/>
                  <a:pt x="19" y="3284"/>
                  <a:pt x="14" y="3273"/>
                </a:cubicBezTo>
                <a:cubicBezTo>
                  <a:pt x="10" y="3262"/>
                  <a:pt x="6" y="3250"/>
                  <a:pt x="4" y="3238"/>
                </a:cubicBezTo>
                <a:cubicBezTo>
                  <a:pt x="1" y="3226"/>
                  <a:pt x="0" y="3214"/>
                  <a:pt x="0" y="320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016640" y="3862800"/>
            <a:ext cx="176760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580" spc="-1" strike="noStrike">
                <a:solidFill>
                  <a:srgbClr val="111111"/>
                </a:solidFill>
                <a:latin typeface="NotoSansJP"/>
                <a:ea typeface="NotoSansJP"/>
              </a:rPr>
              <a:t>各</a:t>
            </a:r>
            <a:r>
              <a:rPr b="0" lang="en-US" sz="1580" spc="-1" strike="noStrike">
                <a:solidFill>
                  <a:srgbClr val="111111"/>
                </a:solidFill>
                <a:latin typeface="NotoSansJP"/>
                <a:ea typeface="NotoSansJP"/>
              </a:rPr>
              <a:t>block</a:t>
            </a:r>
            <a:r>
              <a:rPr b="0" lang="zh-CN" sz="1580" spc="-1" strike="noStrike">
                <a:solidFill>
                  <a:srgbClr val="111111"/>
                </a:solidFill>
                <a:latin typeface="NotoSansJP"/>
                <a:ea typeface="NotoSansJP"/>
              </a:rPr>
              <a:t>の前に適用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416480" y="3430440"/>
            <a:ext cx="5036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0b4b78"/>
                </a:solidFill>
                <a:latin typeface="NotoSansJP"/>
                <a:ea typeface="NotoSansJP"/>
              </a:rPr>
              <a:t>MSA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6171840" y="3267000"/>
            <a:ext cx="2667600" cy="1219320"/>
          </a:xfrm>
          <a:custGeom>
            <a:avLst/>
            <a:gdLst/>
            <a:ahLst/>
            <a:rect l="0" t="0" r="r" b="b"/>
            <a:pathLst>
              <a:path w="7410" h="3387">
                <a:moveTo>
                  <a:pt x="0" y="3202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7225" y="0"/>
                </a:lnTo>
                <a:cubicBezTo>
                  <a:pt x="7237" y="0"/>
                  <a:pt x="7249" y="1"/>
                  <a:pt x="7261" y="3"/>
                </a:cubicBezTo>
                <a:cubicBezTo>
                  <a:pt x="7273" y="6"/>
                  <a:pt x="7284" y="9"/>
                  <a:pt x="7295" y="14"/>
                </a:cubicBezTo>
                <a:cubicBezTo>
                  <a:pt x="7307" y="18"/>
                  <a:pt x="7317" y="24"/>
                  <a:pt x="7328" y="31"/>
                </a:cubicBezTo>
                <a:cubicBezTo>
                  <a:pt x="7338" y="38"/>
                  <a:pt x="7347" y="45"/>
                  <a:pt x="7356" y="54"/>
                </a:cubicBezTo>
                <a:cubicBezTo>
                  <a:pt x="7364" y="63"/>
                  <a:pt x="7372" y="72"/>
                  <a:pt x="7379" y="82"/>
                </a:cubicBezTo>
                <a:cubicBezTo>
                  <a:pt x="7385" y="92"/>
                  <a:pt x="7391" y="103"/>
                  <a:pt x="7396" y="114"/>
                </a:cubicBezTo>
                <a:cubicBezTo>
                  <a:pt x="7400" y="125"/>
                  <a:pt x="7404" y="137"/>
                  <a:pt x="7406" y="149"/>
                </a:cubicBezTo>
                <a:cubicBezTo>
                  <a:pt x="7409" y="161"/>
                  <a:pt x="7410" y="173"/>
                  <a:pt x="7410" y="185"/>
                </a:cubicBezTo>
                <a:lnTo>
                  <a:pt x="7410" y="3202"/>
                </a:lnTo>
                <a:cubicBezTo>
                  <a:pt x="7410" y="3214"/>
                  <a:pt x="7409" y="3226"/>
                  <a:pt x="7406" y="3238"/>
                </a:cubicBezTo>
                <a:cubicBezTo>
                  <a:pt x="7404" y="3250"/>
                  <a:pt x="7400" y="3262"/>
                  <a:pt x="7396" y="3273"/>
                </a:cubicBezTo>
                <a:cubicBezTo>
                  <a:pt x="7391" y="3284"/>
                  <a:pt x="7385" y="3295"/>
                  <a:pt x="7379" y="3305"/>
                </a:cubicBezTo>
                <a:cubicBezTo>
                  <a:pt x="7372" y="3315"/>
                  <a:pt x="7364" y="3325"/>
                  <a:pt x="7356" y="3333"/>
                </a:cubicBezTo>
                <a:cubicBezTo>
                  <a:pt x="7347" y="3342"/>
                  <a:pt x="7338" y="3349"/>
                  <a:pt x="7328" y="3356"/>
                </a:cubicBezTo>
                <a:cubicBezTo>
                  <a:pt x="7317" y="3363"/>
                  <a:pt x="7307" y="3369"/>
                  <a:pt x="7295" y="3373"/>
                </a:cubicBezTo>
                <a:cubicBezTo>
                  <a:pt x="7284" y="3378"/>
                  <a:pt x="7273" y="3381"/>
                  <a:pt x="7261" y="3384"/>
                </a:cubicBezTo>
                <a:cubicBezTo>
                  <a:pt x="7249" y="3386"/>
                  <a:pt x="7237" y="3387"/>
                  <a:pt x="7225" y="3387"/>
                </a:cubicBezTo>
                <a:lnTo>
                  <a:pt x="186" y="3387"/>
                </a:lnTo>
                <a:cubicBezTo>
                  <a:pt x="174" y="3387"/>
                  <a:pt x="162" y="3386"/>
                  <a:pt x="150" y="3384"/>
                </a:cubicBezTo>
                <a:cubicBezTo>
                  <a:pt x="138" y="3381"/>
                  <a:pt x="126" y="3378"/>
                  <a:pt x="115" y="3373"/>
                </a:cubicBezTo>
                <a:cubicBezTo>
                  <a:pt x="104" y="3369"/>
                  <a:pt x="93" y="3363"/>
                  <a:pt x="83" y="3356"/>
                </a:cubicBezTo>
                <a:cubicBezTo>
                  <a:pt x="73" y="3349"/>
                  <a:pt x="63" y="3342"/>
                  <a:pt x="55" y="3333"/>
                </a:cubicBezTo>
                <a:cubicBezTo>
                  <a:pt x="46" y="3325"/>
                  <a:pt x="38" y="3315"/>
                  <a:pt x="32" y="3305"/>
                </a:cubicBezTo>
                <a:cubicBezTo>
                  <a:pt x="25" y="3295"/>
                  <a:pt x="19" y="3284"/>
                  <a:pt x="15" y="3273"/>
                </a:cubicBezTo>
                <a:cubicBezTo>
                  <a:pt x="10" y="3262"/>
                  <a:pt x="6" y="3250"/>
                  <a:pt x="4" y="3238"/>
                </a:cubicBezTo>
                <a:cubicBezTo>
                  <a:pt x="2" y="3226"/>
                  <a:pt x="0" y="3214"/>
                  <a:pt x="0" y="32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6171840" y="3267000"/>
            <a:ext cx="2667600" cy="1219320"/>
          </a:xfrm>
          <a:custGeom>
            <a:avLst/>
            <a:gdLst/>
            <a:ahLst/>
            <a:rect l="0" t="0" r="r" b="b"/>
            <a:pathLst>
              <a:path w="7410" h="3387">
                <a:moveTo>
                  <a:pt x="0" y="3202"/>
                </a:moveTo>
                <a:lnTo>
                  <a:pt x="0" y="185"/>
                </a:lnTo>
                <a:cubicBezTo>
                  <a:pt x="0" y="173"/>
                  <a:pt x="2" y="161"/>
                  <a:pt x="4" y="149"/>
                </a:cubicBezTo>
                <a:cubicBezTo>
                  <a:pt x="6" y="137"/>
                  <a:pt x="10" y="125"/>
                  <a:pt x="15" y="114"/>
                </a:cubicBezTo>
                <a:cubicBezTo>
                  <a:pt x="19" y="103"/>
                  <a:pt x="25" y="92"/>
                  <a:pt x="32" y="82"/>
                </a:cubicBezTo>
                <a:cubicBezTo>
                  <a:pt x="38" y="72"/>
                  <a:pt x="46" y="63"/>
                  <a:pt x="55" y="54"/>
                </a:cubicBezTo>
                <a:cubicBezTo>
                  <a:pt x="63" y="45"/>
                  <a:pt x="73" y="38"/>
                  <a:pt x="83" y="31"/>
                </a:cubicBezTo>
                <a:cubicBezTo>
                  <a:pt x="93" y="24"/>
                  <a:pt x="104" y="18"/>
                  <a:pt x="115" y="14"/>
                </a:cubicBezTo>
                <a:cubicBezTo>
                  <a:pt x="126" y="9"/>
                  <a:pt x="138" y="6"/>
                  <a:pt x="150" y="3"/>
                </a:cubicBezTo>
                <a:cubicBezTo>
                  <a:pt x="162" y="1"/>
                  <a:pt x="174" y="0"/>
                  <a:pt x="186" y="0"/>
                </a:cubicBezTo>
                <a:lnTo>
                  <a:pt x="7225" y="0"/>
                </a:lnTo>
                <a:cubicBezTo>
                  <a:pt x="7237" y="0"/>
                  <a:pt x="7249" y="1"/>
                  <a:pt x="7261" y="3"/>
                </a:cubicBezTo>
                <a:cubicBezTo>
                  <a:pt x="7273" y="6"/>
                  <a:pt x="7284" y="9"/>
                  <a:pt x="7295" y="14"/>
                </a:cubicBezTo>
                <a:cubicBezTo>
                  <a:pt x="7307" y="18"/>
                  <a:pt x="7317" y="24"/>
                  <a:pt x="7328" y="31"/>
                </a:cubicBezTo>
                <a:cubicBezTo>
                  <a:pt x="7338" y="38"/>
                  <a:pt x="7347" y="45"/>
                  <a:pt x="7356" y="54"/>
                </a:cubicBezTo>
                <a:cubicBezTo>
                  <a:pt x="7364" y="63"/>
                  <a:pt x="7372" y="72"/>
                  <a:pt x="7379" y="82"/>
                </a:cubicBezTo>
                <a:cubicBezTo>
                  <a:pt x="7385" y="92"/>
                  <a:pt x="7391" y="103"/>
                  <a:pt x="7396" y="114"/>
                </a:cubicBezTo>
                <a:cubicBezTo>
                  <a:pt x="7400" y="125"/>
                  <a:pt x="7404" y="137"/>
                  <a:pt x="7406" y="149"/>
                </a:cubicBezTo>
                <a:cubicBezTo>
                  <a:pt x="7409" y="161"/>
                  <a:pt x="7410" y="173"/>
                  <a:pt x="7410" y="185"/>
                </a:cubicBezTo>
                <a:lnTo>
                  <a:pt x="7410" y="3202"/>
                </a:lnTo>
                <a:cubicBezTo>
                  <a:pt x="7410" y="3214"/>
                  <a:pt x="7409" y="3226"/>
                  <a:pt x="7406" y="3238"/>
                </a:cubicBezTo>
                <a:cubicBezTo>
                  <a:pt x="7404" y="3250"/>
                  <a:pt x="7400" y="3262"/>
                  <a:pt x="7396" y="3273"/>
                </a:cubicBezTo>
                <a:cubicBezTo>
                  <a:pt x="7391" y="3284"/>
                  <a:pt x="7385" y="3295"/>
                  <a:pt x="7379" y="3305"/>
                </a:cubicBezTo>
                <a:cubicBezTo>
                  <a:pt x="7372" y="3315"/>
                  <a:pt x="7364" y="3325"/>
                  <a:pt x="7356" y="3333"/>
                </a:cubicBezTo>
                <a:cubicBezTo>
                  <a:pt x="7347" y="3342"/>
                  <a:pt x="7338" y="3349"/>
                  <a:pt x="7328" y="3356"/>
                </a:cubicBezTo>
                <a:cubicBezTo>
                  <a:pt x="7317" y="3363"/>
                  <a:pt x="7307" y="3369"/>
                  <a:pt x="7295" y="3373"/>
                </a:cubicBezTo>
                <a:cubicBezTo>
                  <a:pt x="7284" y="3378"/>
                  <a:pt x="7273" y="3381"/>
                  <a:pt x="7261" y="3384"/>
                </a:cubicBezTo>
                <a:cubicBezTo>
                  <a:pt x="7249" y="3386"/>
                  <a:pt x="7237" y="3387"/>
                  <a:pt x="7225" y="3387"/>
                </a:cubicBezTo>
                <a:lnTo>
                  <a:pt x="186" y="3387"/>
                </a:lnTo>
                <a:cubicBezTo>
                  <a:pt x="174" y="3387"/>
                  <a:pt x="162" y="3386"/>
                  <a:pt x="150" y="3384"/>
                </a:cubicBezTo>
                <a:cubicBezTo>
                  <a:pt x="138" y="3381"/>
                  <a:pt x="126" y="3378"/>
                  <a:pt x="115" y="3373"/>
                </a:cubicBezTo>
                <a:cubicBezTo>
                  <a:pt x="104" y="3369"/>
                  <a:pt x="93" y="3363"/>
                  <a:pt x="83" y="3356"/>
                </a:cubicBezTo>
                <a:cubicBezTo>
                  <a:pt x="73" y="3349"/>
                  <a:pt x="63" y="3342"/>
                  <a:pt x="55" y="3333"/>
                </a:cubicBezTo>
                <a:cubicBezTo>
                  <a:pt x="46" y="3325"/>
                  <a:pt x="38" y="3315"/>
                  <a:pt x="32" y="3305"/>
                </a:cubicBezTo>
                <a:cubicBezTo>
                  <a:pt x="25" y="3295"/>
                  <a:pt x="19" y="3284"/>
                  <a:pt x="15" y="3273"/>
                </a:cubicBezTo>
                <a:cubicBezTo>
                  <a:pt x="10" y="3262"/>
                  <a:pt x="6" y="3250"/>
                  <a:pt x="4" y="3238"/>
                </a:cubicBezTo>
                <a:cubicBezTo>
                  <a:pt x="2" y="3226"/>
                  <a:pt x="0" y="3214"/>
                  <a:pt x="0" y="320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3888720" y="3862800"/>
            <a:ext cx="159804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580" spc="-1" strike="noStrike">
                <a:solidFill>
                  <a:srgbClr val="111111"/>
                </a:solidFill>
                <a:latin typeface="NotoSansJP"/>
                <a:ea typeface="NotoSansJP"/>
              </a:rPr>
              <a:t>全パッチ間を学習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7233480" y="3430440"/>
            <a:ext cx="4928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0b4b78"/>
                </a:solidFill>
                <a:latin typeface="NotoSansJP"/>
                <a:ea typeface="NotoSansJP"/>
              </a:rPr>
              <a:t>MLP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8991360" y="3267000"/>
            <a:ext cx="2657880" cy="1219320"/>
          </a:xfrm>
          <a:custGeom>
            <a:avLst/>
            <a:gdLst/>
            <a:ahLst/>
            <a:rect l="0" t="0" r="r" b="b"/>
            <a:pathLst>
              <a:path w="7383" h="3387">
                <a:moveTo>
                  <a:pt x="0" y="320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3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198" y="0"/>
                </a:lnTo>
                <a:cubicBezTo>
                  <a:pt x="7210" y="0"/>
                  <a:pt x="7222" y="1"/>
                  <a:pt x="7234" y="3"/>
                </a:cubicBezTo>
                <a:cubicBezTo>
                  <a:pt x="7246" y="6"/>
                  <a:pt x="7257" y="9"/>
                  <a:pt x="7269" y="14"/>
                </a:cubicBezTo>
                <a:cubicBezTo>
                  <a:pt x="7280" y="18"/>
                  <a:pt x="7291" y="24"/>
                  <a:pt x="7301" y="31"/>
                </a:cubicBezTo>
                <a:cubicBezTo>
                  <a:pt x="7311" y="38"/>
                  <a:pt x="7320" y="45"/>
                  <a:pt x="7329" y="54"/>
                </a:cubicBezTo>
                <a:cubicBezTo>
                  <a:pt x="7337" y="63"/>
                  <a:pt x="7345" y="72"/>
                  <a:pt x="7352" y="82"/>
                </a:cubicBezTo>
                <a:cubicBezTo>
                  <a:pt x="7359" y="92"/>
                  <a:pt x="7364" y="103"/>
                  <a:pt x="7369" y="114"/>
                </a:cubicBezTo>
                <a:cubicBezTo>
                  <a:pt x="7374" y="125"/>
                  <a:pt x="7377" y="137"/>
                  <a:pt x="7379" y="149"/>
                </a:cubicBezTo>
                <a:cubicBezTo>
                  <a:pt x="7382" y="161"/>
                  <a:pt x="7383" y="173"/>
                  <a:pt x="7383" y="185"/>
                </a:cubicBezTo>
                <a:lnTo>
                  <a:pt x="7383" y="3202"/>
                </a:lnTo>
                <a:cubicBezTo>
                  <a:pt x="7383" y="3214"/>
                  <a:pt x="7382" y="3226"/>
                  <a:pt x="7379" y="3238"/>
                </a:cubicBezTo>
                <a:cubicBezTo>
                  <a:pt x="7377" y="3250"/>
                  <a:pt x="7374" y="3262"/>
                  <a:pt x="7369" y="3273"/>
                </a:cubicBezTo>
                <a:cubicBezTo>
                  <a:pt x="7364" y="3284"/>
                  <a:pt x="7359" y="3295"/>
                  <a:pt x="7352" y="3305"/>
                </a:cubicBezTo>
                <a:cubicBezTo>
                  <a:pt x="7345" y="3315"/>
                  <a:pt x="7337" y="3325"/>
                  <a:pt x="7329" y="3333"/>
                </a:cubicBezTo>
                <a:cubicBezTo>
                  <a:pt x="7320" y="3342"/>
                  <a:pt x="7311" y="3349"/>
                  <a:pt x="7301" y="3356"/>
                </a:cubicBezTo>
                <a:cubicBezTo>
                  <a:pt x="7291" y="3363"/>
                  <a:pt x="7280" y="3369"/>
                  <a:pt x="7269" y="3373"/>
                </a:cubicBezTo>
                <a:cubicBezTo>
                  <a:pt x="7257" y="3378"/>
                  <a:pt x="7246" y="3381"/>
                  <a:pt x="7234" y="3384"/>
                </a:cubicBezTo>
                <a:cubicBezTo>
                  <a:pt x="7222" y="3386"/>
                  <a:pt x="7210" y="3387"/>
                  <a:pt x="7198" y="3387"/>
                </a:cubicBezTo>
                <a:lnTo>
                  <a:pt x="185" y="3387"/>
                </a:lnTo>
                <a:cubicBezTo>
                  <a:pt x="173" y="3387"/>
                  <a:pt x="161" y="3386"/>
                  <a:pt x="149" y="3384"/>
                </a:cubicBezTo>
                <a:cubicBezTo>
                  <a:pt x="137" y="3381"/>
                  <a:pt x="126" y="3378"/>
                  <a:pt x="114" y="3373"/>
                </a:cubicBezTo>
                <a:cubicBezTo>
                  <a:pt x="103" y="3369"/>
                  <a:pt x="93" y="3363"/>
                  <a:pt x="82" y="3356"/>
                </a:cubicBezTo>
                <a:cubicBezTo>
                  <a:pt x="72" y="3349"/>
                  <a:pt x="63" y="3342"/>
                  <a:pt x="54" y="3333"/>
                </a:cubicBezTo>
                <a:cubicBezTo>
                  <a:pt x="46" y="3325"/>
                  <a:pt x="38" y="3315"/>
                  <a:pt x="31" y="3305"/>
                </a:cubicBezTo>
                <a:cubicBezTo>
                  <a:pt x="25" y="3295"/>
                  <a:pt x="19" y="3284"/>
                  <a:pt x="14" y="3273"/>
                </a:cubicBezTo>
                <a:cubicBezTo>
                  <a:pt x="10" y="3262"/>
                  <a:pt x="6" y="3250"/>
                  <a:pt x="4" y="3238"/>
                </a:cubicBezTo>
                <a:cubicBezTo>
                  <a:pt x="1" y="3226"/>
                  <a:pt x="0" y="3214"/>
                  <a:pt x="0" y="320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8991360" y="3267000"/>
            <a:ext cx="2657880" cy="1219320"/>
          </a:xfrm>
          <a:custGeom>
            <a:avLst/>
            <a:gdLst/>
            <a:ahLst/>
            <a:rect l="0" t="0" r="r" b="b"/>
            <a:pathLst>
              <a:path w="7383" h="3387">
                <a:moveTo>
                  <a:pt x="0" y="3202"/>
                </a:moveTo>
                <a:lnTo>
                  <a:pt x="0" y="185"/>
                </a:lnTo>
                <a:cubicBezTo>
                  <a:pt x="0" y="173"/>
                  <a:pt x="1" y="161"/>
                  <a:pt x="4" y="149"/>
                </a:cubicBezTo>
                <a:cubicBezTo>
                  <a:pt x="6" y="137"/>
                  <a:pt x="10" y="125"/>
                  <a:pt x="14" y="114"/>
                </a:cubicBezTo>
                <a:cubicBezTo>
                  <a:pt x="19" y="103"/>
                  <a:pt x="25" y="92"/>
                  <a:pt x="31" y="82"/>
                </a:cubicBezTo>
                <a:cubicBezTo>
                  <a:pt x="38" y="72"/>
                  <a:pt x="46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3" y="24"/>
                  <a:pt x="103" y="18"/>
                  <a:pt x="114" y="14"/>
                </a:cubicBezTo>
                <a:cubicBezTo>
                  <a:pt x="126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7198" y="0"/>
                </a:lnTo>
                <a:cubicBezTo>
                  <a:pt x="7210" y="0"/>
                  <a:pt x="7222" y="1"/>
                  <a:pt x="7234" y="3"/>
                </a:cubicBezTo>
                <a:cubicBezTo>
                  <a:pt x="7246" y="6"/>
                  <a:pt x="7257" y="9"/>
                  <a:pt x="7269" y="14"/>
                </a:cubicBezTo>
                <a:cubicBezTo>
                  <a:pt x="7280" y="18"/>
                  <a:pt x="7291" y="24"/>
                  <a:pt x="7301" y="31"/>
                </a:cubicBezTo>
                <a:cubicBezTo>
                  <a:pt x="7311" y="38"/>
                  <a:pt x="7320" y="45"/>
                  <a:pt x="7329" y="54"/>
                </a:cubicBezTo>
                <a:cubicBezTo>
                  <a:pt x="7337" y="63"/>
                  <a:pt x="7345" y="72"/>
                  <a:pt x="7352" y="82"/>
                </a:cubicBezTo>
                <a:cubicBezTo>
                  <a:pt x="7359" y="92"/>
                  <a:pt x="7364" y="103"/>
                  <a:pt x="7369" y="114"/>
                </a:cubicBezTo>
                <a:cubicBezTo>
                  <a:pt x="7374" y="125"/>
                  <a:pt x="7377" y="137"/>
                  <a:pt x="7379" y="149"/>
                </a:cubicBezTo>
                <a:cubicBezTo>
                  <a:pt x="7382" y="161"/>
                  <a:pt x="7383" y="173"/>
                  <a:pt x="7383" y="185"/>
                </a:cubicBezTo>
                <a:lnTo>
                  <a:pt x="7383" y="3202"/>
                </a:lnTo>
                <a:cubicBezTo>
                  <a:pt x="7383" y="3214"/>
                  <a:pt x="7382" y="3226"/>
                  <a:pt x="7379" y="3238"/>
                </a:cubicBezTo>
                <a:cubicBezTo>
                  <a:pt x="7377" y="3250"/>
                  <a:pt x="7374" y="3262"/>
                  <a:pt x="7369" y="3273"/>
                </a:cubicBezTo>
                <a:cubicBezTo>
                  <a:pt x="7364" y="3284"/>
                  <a:pt x="7359" y="3295"/>
                  <a:pt x="7352" y="3305"/>
                </a:cubicBezTo>
                <a:cubicBezTo>
                  <a:pt x="7345" y="3315"/>
                  <a:pt x="7337" y="3325"/>
                  <a:pt x="7329" y="3333"/>
                </a:cubicBezTo>
                <a:cubicBezTo>
                  <a:pt x="7320" y="3342"/>
                  <a:pt x="7311" y="3349"/>
                  <a:pt x="7301" y="3356"/>
                </a:cubicBezTo>
                <a:cubicBezTo>
                  <a:pt x="7291" y="3363"/>
                  <a:pt x="7280" y="3369"/>
                  <a:pt x="7269" y="3373"/>
                </a:cubicBezTo>
                <a:cubicBezTo>
                  <a:pt x="7257" y="3378"/>
                  <a:pt x="7246" y="3381"/>
                  <a:pt x="7234" y="3384"/>
                </a:cubicBezTo>
                <a:cubicBezTo>
                  <a:pt x="7222" y="3386"/>
                  <a:pt x="7210" y="3387"/>
                  <a:pt x="7198" y="3387"/>
                </a:cubicBezTo>
                <a:lnTo>
                  <a:pt x="185" y="3387"/>
                </a:lnTo>
                <a:cubicBezTo>
                  <a:pt x="173" y="3387"/>
                  <a:pt x="161" y="3386"/>
                  <a:pt x="149" y="3384"/>
                </a:cubicBezTo>
                <a:cubicBezTo>
                  <a:pt x="137" y="3381"/>
                  <a:pt x="126" y="3378"/>
                  <a:pt x="114" y="3373"/>
                </a:cubicBezTo>
                <a:cubicBezTo>
                  <a:pt x="103" y="3369"/>
                  <a:pt x="93" y="3363"/>
                  <a:pt x="82" y="3356"/>
                </a:cubicBezTo>
                <a:cubicBezTo>
                  <a:pt x="72" y="3349"/>
                  <a:pt x="63" y="3342"/>
                  <a:pt x="54" y="3333"/>
                </a:cubicBezTo>
                <a:cubicBezTo>
                  <a:pt x="46" y="3325"/>
                  <a:pt x="38" y="3315"/>
                  <a:pt x="31" y="3305"/>
                </a:cubicBezTo>
                <a:cubicBezTo>
                  <a:pt x="25" y="3295"/>
                  <a:pt x="19" y="3284"/>
                  <a:pt x="14" y="3273"/>
                </a:cubicBezTo>
                <a:cubicBezTo>
                  <a:pt x="10" y="3262"/>
                  <a:pt x="6" y="3250"/>
                  <a:pt x="4" y="3238"/>
                </a:cubicBezTo>
                <a:cubicBezTo>
                  <a:pt x="1" y="3226"/>
                  <a:pt x="0" y="3214"/>
                  <a:pt x="0" y="320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6837480" y="3862800"/>
            <a:ext cx="140184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580" spc="-1" strike="noStrike">
                <a:solidFill>
                  <a:srgbClr val="111111"/>
                </a:solidFill>
                <a:latin typeface="NotoSansJP"/>
                <a:ea typeface="NotoSansJP"/>
              </a:rPr>
              <a:t>各</a:t>
            </a:r>
            <a:r>
              <a:rPr b="0" lang="en-US" sz="1580" spc="-1" strike="noStrike">
                <a:solidFill>
                  <a:srgbClr val="111111"/>
                </a:solidFill>
                <a:latin typeface="NotoSansJP"/>
                <a:ea typeface="NotoSansJP"/>
              </a:rPr>
              <a:t>token</a:t>
            </a:r>
            <a:r>
              <a:rPr b="0" lang="zh-CN" sz="1580" spc="-1" strike="noStrike">
                <a:solidFill>
                  <a:srgbClr val="111111"/>
                </a:solidFill>
                <a:latin typeface="NotoSansJP"/>
                <a:ea typeface="NotoSansJP"/>
              </a:rPr>
              <a:t>を変換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9773640" y="3430440"/>
            <a:ext cx="941040" cy="352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0b4b78"/>
                </a:solidFill>
                <a:latin typeface="NotoSansJP"/>
                <a:ea typeface="NotoSansJP"/>
              </a:rPr>
              <a:t>Residual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533160" y="4571640"/>
            <a:ext cx="11125440" cy="486360"/>
          </a:xfrm>
          <a:custGeom>
            <a:avLst/>
            <a:gdLst/>
            <a:ahLst/>
            <a:rect l="0" t="0" r="r" b="b"/>
            <a:pathLst>
              <a:path w="30904" h="1351">
                <a:moveTo>
                  <a:pt x="0" y="0"/>
                </a:moveTo>
                <a:lnTo>
                  <a:pt x="30904" y="0"/>
                </a:lnTo>
                <a:lnTo>
                  <a:pt x="30904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533160" y="4571640"/>
            <a:ext cx="76680" cy="486360"/>
          </a:xfrm>
          <a:custGeom>
            <a:avLst/>
            <a:gdLst/>
            <a:ahLst/>
            <a:rect l="0" t="0" r="r" b="b"/>
            <a:pathLst>
              <a:path w="213" h="1351">
                <a:moveTo>
                  <a:pt x="0" y="0"/>
                </a:moveTo>
                <a:lnTo>
                  <a:pt x="213" y="0"/>
                </a:lnTo>
                <a:lnTo>
                  <a:pt x="213" y="1351"/>
                </a:lnTo>
                <a:lnTo>
                  <a:pt x="0" y="1351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9360720" y="3862800"/>
            <a:ext cx="196704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580" spc="-1" strike="noStrike">
                <a:solidFill>
                  <a:srgbClr val="111111"/>
                </a:solidFill>
                <a:latin typeface="NotoSansJP"/>
                <a:ea typeface="NotoSansJP"/>
              </a:rPr>
              <a:t>各</a:t>
            </a:r>
            <a:r>
              <a:rPr b="0" lang="en-US" sz="1580" spc="-1" strike="noStrike">
                <a:solidFill>
                  <a:srgbClr val="111111"/>
                </a:solidFill>
                <a:latin typeface="NotoSansJP"/>
                <a:ea typeface="NotoSansJP"/>
              </a:rPr>
              <a:t>block</a:t>
            </a:r>
            <a:r>
              <a:rPr b="0" lang="zh-CN" sz="1580" spc="-1" strike="noStrike">
                <a:solidFill>
                  <a:srgbClr val="111111"/>
                </a:solidFill>
                <a:latin typeface="NotoSansJP"/>
                <a:ea typeface="NotoSansJP"/>
              </a:rPr>
              <a:t>後に足し戻す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743040" y="4671360"/>
            <a:ext cx="11009520" cy="31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記号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: z_{l-1} 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は前層の入力、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z'_l 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は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Attention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後、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z_l 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は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MLP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後、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l 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は層番号、</a:t>
            </a:r>
            <a:r>
              <a:rPr b="0" lang="en-US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LN/MSA/MLP</a:t>
            </a:r>
            <a:r>
              <a:rPr b="0" lang="zh-CN" sz="1729" spc="-1" strike="noStrike">
                <a:solidFill>
                  <a:srgbClr val="111111"/>
                </a:solidFill>
                <a:latin typeface="NotoSansJP"/>
                <a:ea typeface="NotoSansJP"/>
              </a:rPr>
              <a:t>は各処理を表す。</a:t>
            </a:r>
            <a:endParaRPr b="0" lang="en-US" sz="1729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914400" y="392400"/>
            <a:ext cx="2486160" cy="3614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手法の詳細</a:t>
            </a:r>
            <a:r>
              <a:rPr b="0" lang="en-US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2: Encoder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7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30" name=""/>
          <p:cNvSpPr/>
          <p:nvPr/>
        </p:nvSpPr>
        <p:spPr>
          <a:xfrm>
            <a:off x="542880" y="1666800"/>
            <a:ext cx="5410440" cy="2076840"/>
          </a:xfrm>
          <a:custGeom>
            <a:avLst/>
            <a:gdLst/>
            <a:ahLst/>
            <a:rect l="0" t="0" r="r" b="b"/>
            <a:pathLst>
              <a:path w="15029" h="5769">
                <a:moveTo>
                  <a:pt x="0" y="558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5583"/>
                </a:lnTo>
                <a:cubicBezTo>
                  <a:pt x="15029" y="5596"/>
                  <a:pt x="15028" y="5608"/>
                  <a:pt x="15025" y="5620"/>
                </a:cubicBezTo>
                <a:cubicBezTo>
                  <a:pt x="15023" y="5631"/>
                  <a:pt x="15020" y="5643"/>
                  <a:pt x="15015" y="5654"/>
                </a:cubicBezTo>
                <a:cubicBezTo>
                  <a:pt x="15010" y="5666"/>
                  <a:pt x="15005" y="5676"/>
                  <a:pt x="14998" y="5686"/>
                </a:cubicBezTo>
                <a:cubicBezTo>
                  <a:pt x="14991" y="5696"/>
                  <a:pt x="14983" y="5706"/>
                  <a:pt x="14975" y="5714"/>
                </a:cubicBezTo>
                <a:cubicBezTo>
                  <a:pt x="14966" y="5723"/>
                  <a:pt x="14957" y="5731"/>
                  <a:pt x="14947" y="5737"/>
                </a:cubicBezTo>
                <a:cubicBezTo>
                  <a:pt x="14937" y="5744"/>
                  <a:pt x="14926" y="5750"/>
                  <a:pt x="14915" y="5755"/>
                </a:cubicBezTo>
                <a:cubicBezTo>
                  <a:pt x="14903" y="5759"/>
                  <a:pt x="14892" y="5763"/>
                  <a:pt x="14880" y="5765"/>
                </a:cubicBezTo>
                <a:cubicBezTo>
                  <a:pt x="14868" y="5767"/>
                  <a:pt x="14856" y="5769"/>
                  <a:pt x="14844" y="5769"/>
                </a:cubicBezTo>
                <a:lnTo>
                  <a:pt x="185" y="5769"/>
                </a:lnTo>
                <a:cubicBezTo>
                  <a:pt x="173" y="5769"/>
                  <a:pt x="161" y="5767"/>
                  <a:pt x="149" y="5765"/>
                </a:cubicBezTo>
                <a:cubicBezTo>
                  <a:pt x="137" y="5763"/>
                  <a:pt x="125" y="5759"/>
                  <a:pt x="114" y="5755"/>
                </a:cubicBezTo>
                <a:cubicBezTo>
                  <a:pt x="103" y="5750"/>
                  <a:pt x="92" y="5744"/>
                  <a:pt x="82" y="5737"/>
                </a:cubicBezTo>
                <a:cubicBezTo>
                  <a:pt x="72" y="5731"/>
                  <a:pt x="62" y="5723"/>
                  <a:pt x="54" y="5714"/>
                </a:cubicBezTo>
                <a:cubicBezTo>
                  <a:pt x="45" y="5706"/>
                  <a:pt x="38" y="5696"/>
                  <a:pt x="31" y="5686"/>
                </a:cubicBezTo>
                <a:cubicBezTo>
                  <a:pt x="24" y="5676"/>
                  <a:pt x="18" y="5666"/>
                  <a:pt x="14" y="5654"/>
                </a:cubicBezTo>
                <a:cubicBezTo>
                  <a:pt x="9" y="5643"/>
                  <a:pt x="6" y="5631"/>
                  <a:pt x="3" y="5620"/>
                </a:cubicBezTo>
                <a:cubicBezTo>
                  <a:pt x="1" y="5608"/>
                  <a:pt x="0" y="5596"/>
                  <a:pt x="0" y="55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542880" y="1666800"/>
            <a:ext cx="5410440" cy="2076840"/>
          </a:xfrm>
          <a:custGeom>
            <a:avLst/>
            <a:gdLst/>
            <a:ahLst/>
            <a:rect l="0" t="0" r="r" b="b"/>
            <a:pathLst>
              <a:path w="15029" h="5769">
                <a:moveTo>
                  <a:pt x="0" y="558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5583"/>
                </a:lnTo>
                <a:cubicBezTo>
                  <a:pt x="15029" y="5596"/>
                  <a:pt x="15028" y="5608"/>
                  <a:pt x="15025" y="5620"/>
                </a:cubicBezTo>
                <a:cubicBezTo>
                  <a:pt x="15023" y="5631"/>
                  <a:pt x="15020" y="5643"/>
                  <a:pt x="15015" y="5654"/>
                </a:cubicBezTo>
                <a:cubicBezTo>
                  <a:pt x="15010" y="5666"/>
                  <a:pt x="15005" y="5676"/>
                  <a:pt x="14998" y="5686"/>
                </a:cubicBezTo>
                <a:cubicBezTo>
                  <a:pt x="14991" y="5696"/>
                  <a:pt x="14983" y="5706"/>
                  <a:pt x="14975" y="5714"/>
                </a:cubicBezTo>
                <a:cubicBezTo>
                  <a:pt x="14966" y="5723"/>
                  <a:pt x="14957" y="5731"/>
                  <a:pt x="14947" y="5737"/>
                </a:cubicBezTo>
                <a:cubicBezTo>
                  <a:pt x="14937" y="5744"/>
                  <a:pt x="14926" y="5750"/>
                  <a:pt x="14915" y="5755"/>
                </a:cubicBezTo>
                <a:cubicBezTo>
                  <a:pt x="14903" y="5759"/>
                  <a:pt x="14892" y="5763"/>
                  <a:pt x="14880" y="5765"/>
                </a:cubicBezTo>
                <a:cubicBezTo>
                  <a:pt x="14868" y="5767"/>
                  <a:pt x="14856" y="5769"/>
                  <a:pt x="14844" y="5769"/>
                </a:cubicBezTo>
                <a:lnTo>
                  <a:pt x="185" y="5769"/>
                </a:lnTo>
                <a:cubicBezTo>
                  <a:pt x="173" y="5769"/>
                  <a:pt x="161" y="5767"/>
                  <a:pt x="149" y="5765"/>
                </a:cubicBezTo>
                <a:cubicBezTo>
                  <a:pt x="137" y="5763"/>
                  <a:pt x="125" y="5759"/>
                  <a:pt x="114" y="5755"/>
                </a:cubicBezTo>
                <a:cubicBezTo>
                  <a:pt x="103" y="5750"/>
                  <a:pt x="92" y="5744"/>
                  <a:pt x="82" y="5737"/>
                </a:cubicBezTo>
                <a:cubicBezTo>
                  <a:pt x="72" y="5731"/>
                  <a:pt x="62" y="5723"/>
                  <a:pt x="54" y="5714"/>
                </a:cubicBezTo>
                <a:cubicBezTo>
                  <a:pt x="45" y="5706"/>
                  <a:pt x="38" y="5696"/>
                  <a:pt x="31" y="5686"/>
                </a:cubicBezTo>
                <a:cubicBezTo>
                  <a:pt x="24" y="5676"/>
                  <a:pt x="18" y="5666"/>
                  <a:pt x="14" y="5654"/>
                </a:cubicBezTo>
                <a:cubicBezTo>
                  <a:pt x="9" y="5643"/>
                  <a:pt x="6" y="5631"/>
                  <a:pt x="3" y="5620"/>
                </a:cubicBezTo>
                <a:cubicBezTo>
                  <a:pt x="1" y="5608"/>
                  <a:pt x="0" y="5596"/>
                  <a:pt x="0" y="5583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33520" y="924480"/>
            <a:ext cx="1108080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は大規模データで事前学習し、小さめの下流データセットへ転移する設計で評価される。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809280" y="24573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762120" y="1848600"/>
            <a:ext cx="18676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事前学習データ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809280" y="290484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1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059480" y="2336400"/>
            <a:ext cx="2475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ImageNet: 1.3M images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809280" y="334296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4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5"/>
                  <a:pt x="17" y="200"/>
                  <a:pt x="11" y="184"/>
                </a:cubicBezTo>
                <a:cubicBezTo>
                  <a:pt x="4" y="168"/>
                  <a:pt x="0" y="151"/>
                  <a:pt x="0" y="134"/>
                </a:cubicBezTo>
                <a:cubicBezTo>
                  <a:pt x="0" y="116"/>
                  <a:pt x="4" y="99"/>
                  <a:pt x="11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3" y="99"/>
                  <a:pt x="266" y="116"/>
                  <a:pt x="266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059480" y="2783880"/>
            <a:ext cx="287964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ImageNet-21k: 14M images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6238800" y="1666800"/>
            <a:ext cx="5410440" cy="2076840"/>
          </a:xfrm>
          <a:custGeom>
            <a:avLst/>
            <a:gdLst/>
            <a:ahLst/>
            <a:rect l="0" t="0" r="r" b="b"/>
            <a:pathLst>
              <a:path w="15029" h="5769">
                <a:moveTo>
                  <a:pt x="0" y="558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5583"/>
                </a:lnTo>
                <a:cubicBezTo>
                  <a:pt x="15029" y="5596"/>
                  <a:pt x="15028" y="5608"/>
                  <a:pt x="15025" y="5620"/>
                </a:cubicBezTo>
                <a:cubicBezTo>
                  <a:pt x="15023" y="5631"/>
                  <a:pt x="15020" y="5643"/>
                  <a:pt x="15015" y="5654"/>
                </a:cubicBezTo>
                <a:cubicBezTo>
                  <a:pt x="15010" y="5666"/>
                  <a:pt x="15005" y="5676"/>
                  <a:pt x="14998" y="5686"/>
                </a:cubicBezTo>
                <a:cubicBezTo>
                  <a:pt x="14991" y="5696"/>
                  <a:pt x="14983" y="5706"/>
                  <a:pt x="14975" y="5714"/>
                </a:cubicBezTo>
                <a:cubicBezTo>
                  <a:pt x="14966" y="5723"/>
                  <a:pt x="14957" y="5731"/>
                  <a:pt x="14947" y="5737"/>
                </a:cubicBezTo>
                <a:cubicBezTo>
                  <a:pt x="14937" y="5744"/>
                  <a:pt x="14926" y="5750"/>
                  <a:pt x="14915" y="5755"/>
                </a:cubicBezTo>
                <a:cubicBezTo>
                  <a:pt x="14903" y="5759"/>
                  <a:pt x="14892" y="5763"/>
                  <a:pt x="14880" y="5765"/>
                </a:cubicBezTo>
                <a:cubicBezTo>
                  <a:pt x="14868" y="5767"/>
                  <a:pt x="14856" y="5769"/>
                  <a:pt x="14844" y="5769"/>
                </a:cubicBezTo>
                <a:lnTo>
                  <a:pt x="185" y="5769"/>
                </a:lnTo>
                <a:cubicBezTo>
                  <a:pt x="173" y="5769"/>
                  <a:pt x="161" y="5767"/>
                  <a:pt x="149" y="5765"/>
                </a:cubicBezTo>
                <a:cubicBezTo>
                  <a:pt x="137" y="5763"/>
                  <a:pt x="125" y="5759"/>
                  <a:pt x="114" y="5755"/>
                </a:cubicBezTo>
                <a:cubicBezTo>
                  <a:pt x="103" y="5750"/>
                  <a:pt x="92" y="5744"/>
                  <a:pt x="82" y="5737"/>
                </a:cubicBezTo>
                <a:cubicBezTo>
                  <a:pt x="72" y="5731"/>
                  <a:pt x="63" y="5723"/>
                  <a:pt x="54" y="5714"/>
                </a:cubicBezTo>
                <a:cubicBezTo>
                  <a:pt x="45" y="5706"/>
                  <a:pt x="38" y="5696"/>
                  <a:pt x="31" y="5686"/>
                </a:cubicBezTo>
                <a:cubicBezTo>
                  <a:pt x="24" y="5676"/>
                  <a:pt x="18" y="5666"/>
                  <a:pt x="14" y="5654"/>
                </a:cubicBezTo>
                <a:cubicBezTo>
                  <a:pt x="9" y="5643"/>
                  <a:pt x="6" y="5631"/>
                  <a:pt x="3" y="5620"/>
                </a:cubicBezTo>
                <a:cubicBezTo>
                  <a:pt x="1" y="5608"/>
                  <a:pt x="0" y="5596"/>
                  <a:pt x="0" y="558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6238800" y="1666800"/>
            <a:ext cx="5410440" cy="2076840"/>
          </a:xfrm>
          <a:custGeom>
            <a:avLst/>
            <a:gdLst/>
            <a:ahLst/>
            <a:rect l="0" t="0" r="r" b="b"/>
            <a:pathLst>
              <a:path w="15029" h="5769">
                <a:moveTo>
                  <a:pt x="0" y="5583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5583"/>
                </a:lnTo>
                <a:cubicBezTo>
                  <a:pt x="15029" y="5596"/>
                  <a:pt x="15028" y="5608"/>
                  <a:pt x="15025" y="5620"/>
                </a:cubicBezTo>
                <a:cubicBezTo>
                  <a:pt x="15023" y="5631"/>
                  <a:pt x="15020" y="5643"/>
                  <a:pt x="15015" y="5654"/>
                </a:cubicBezTo>
                <a:cubicBezTo>
                  <a:pt x="15010" y="5666"/>
                  <a:pt x="15005" y="5676"/>
                  <a:pt x="14998" y="5686"/>
                </a:cubicBezTo>
                <a:cubicBezTo>
                  <a:pt x="14991" y="5696"/>
                  <a:pt x="14983" y="5706"/>
                  <a:pt x="14975" y="5714"/>
                </a:cubicBezTo>
                <a:cubicBezTo>
                  <a:pt x="14966" y="5723"/>
                  <a:pt x="14957" y="5731"/>
                  <a:pt x="14947" y="5737"/>
                </a:cubicBezTo>
                <a:cubicBezTo>
                  <a:pt x="14937" y="5744"/>
                  <a:pt x="14926" y="5750"/>
                  <a:pt x="14915" y="5755"/>
                </a:cubicBezTo>
                <a:cubicBezTo>
                  <a:pt x="14903" y="5759"/>
                  <a:pt x="14892" y="5763"/>
                  <a:pt x="14880" y="5765"/>
                </a:cubicBezTo>
                <a:cubicBezTo>
                  <a:pt x="14868" y="5767"/>
                  <a:pt x="14856" y="5769"/>
                  <a:pt x="14844" y="5769"/>
                </a:cubicBezTo>
                <a:lnTo>
                  <a:pt x="185" y="5769"/>
                </a:lnTo>
                <a:cubicBezTo>
                  <a:pt x="173" y="5769"/>
                  <a:pt x="161" y="5767"/>
                  <a:pt x="149" y="5765"/>
                </a:cubicBezTo>
                <a:cubicBezTo>
                  <a:pt x="137" y="5763"/>
                  <a:pt x="125" y="5759"/>
                  <a:pt x="114" y="5755"/>
                </a:cubicBezTo>
                <a:cubicBezTo>
                  <a:pt x="103" y="5750"/>
                  <a:pt x="92" y="5744"/>
                  <a:pt x="82" y="5737"/>
                </a:cubicBezTo>
                <a:cubicBezTo>
                  <a:pt x="72" y="5731"/>
                  <a:pt x="63" y="5723"/>
                  <a:pt x="54" y="5714"/>
                </a:cubicBezTo>
                <a:cubicBezTo>
                  <a:pt x="45" y="5706"/>
                  <a:pt x="38" y="5696"/>
                  <a:pt x="31" y="5686"/>
                </a:cubicBezTo>
                <a:cubicBezTo>
                  <a:pt x="24" y="5676"/>
                  <a:pt x="18" y="5666"/>
                  <a:pt x="14" y="5654"/>
                </a:cubicBezTo>
                <a:cubicBezTo>
                  <a:pt x="9" y="5643"/>
                  <a:pt x="6" y="5631"/>
                  <a:pt x="3" y="5620"/>
                </a:cubicBezTo>
                <a:cubicBezTo>
                  <a:pt x="1" y="5608"/>
                  <a:pt x="0" y="5596"/>
                  <a:pt x="0" y="5583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1059480" y="3222000"/>
            <a:ext cx="414900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JFT-300M: 303M high-resolution images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6505560" y="2457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6458040" y="1848600"/>
            <a:ext cx="10674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転移評価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6505560" y="2904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6755760" y="2336400"/>
            <a:ext cx="284148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ImageNet / ImageNet-ReaL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6505560" y="33429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755760" y="2783880"/>
            <a:ext cx="223956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CIFAR-10 / CIFAR-100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533160" y="3924000"/>
            <a:ext cx="11125440" cy="1010160"/>
          </a:xfrm>
          <a:custGeom>
            <a:avLst/>
            <a:gdLst/>
            <a:ahLst/>
            <a:rect l="0" t="0" r="r" b="b"/>
            <a:pathLst>
              <a:path w="30904" h="2806">
                <a:moveTo>
                  <a:pt x="0" y="0"/>
                </a:moveTo>
                <a:lnTo>
                  <a:pt x="30904" y="0"/>
                </a:lnTo>
                <a:lnTo>
                  <a:pt x="30904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533160" y="3924000"/>
            <a:ext cx="76680" cy="1010160"/>
          </a:xfrm>
          <a:custGeom>
            <a:avLst/>
            <a:gdLst/>
            <a:ahLst/>
            <a:rect l="0" t="0" r="r" b="b"/>
            <a:pathLst>
              <a:path w="213" h="2806">
                <a:moveTo>
                  <a:pt x="0" y="0"/>
                </a:moveTo>
                <a:lnTo>
                  <a:pt x="213" y="0"/>
                </a:lnTo>
                <a:lnTo>
                  <a:pt x="213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6755760" y="3222000"/>
            <a:ext cx="2772720" cy="32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Oxford Pets, Flowers, VTAB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781200" y="4078080"/>
            <a:ext cx="1050192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比較では、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ベースの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BiT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や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Noisy Student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など当時の強い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系モデルも参照され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81200" y="4449600"/>
            <a:ext cx="51588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る。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914400" y="392400"/>
            <a:ext cx="9943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実験設定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8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61" name=""/>
          <p:cNvSpPr/>
          <p:nvPr/>
        </p:nvSpPr>
        <p:spPr>
          <a:xfrm>
            <a:off x="542880" y="1514160"/>
            <a:ext cx="2638800" cy="1410120"/>
          </a:xfrm>
          <a:custGeom>
            <a:avLst/>
            <a:gdLst/>
            <a:ahLst/>
            <a:rect l="0" t="0" r="r" b="b"/>
            <a:pathLst>
              <a:path w="7330" h="3917">
                <a:moveTo>
                  <a:pt x="0" y="3732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7144" y="0"/>
                </a:lnTo>
                <a:cubicBezTo>
                  <a:pt x="7157" y="0"/>
                  <a:pt x="7169" y="2"/>
                  <a:pt x="7181" y="4"/>
                </a:cubicBezTo>
                <a:cubicBezTo>
                  <a:pt x="7192" y="6"/>
                  <a:pt x="7204" y="10"/>
                  <a:pt x="7215" y="14"/>
                </a:cubicBezTo>
                <a:cubicBezTo>
                  <a:pt x="7226" y="19"/>
                  <a:pt x="7237" y="25"/>
                  <a:pt x="7247" y="32"/>
                </a:cubicBezTo>
                <a:cubicBezTo>
                  <a:pt x="7257" y="38"/>
                  <a:pt x="7267" y="46"/>
                  <a:pt x="7275" y="55"/>
                </a:cubicBezTo>
                <a:cubicBezTo>
                  <a:pt x="7284" y="63"/>
                  <a:pt x="7292" y="73"/>
                  <a:pt x="7298" y="83"/>
                </a:cubicBezTo>
                <a:cubicBezTo>
                  <a:pt x="7305" y="93"/>
                  <a:pt x="7311" y="103"/>
                  <a:pt x="7315" y="115"/>
                </a:cubicBezTo>
                <a:cubicBezTo>
                  <a:pt x="7320" y="126"/>
                  <a:pt x="7324" y="138"/>
                  <a:pt x="7326" y="149"/>
                </a:cubicBezTo>
                <a:cubicBezTo>
                  <a:pt x="7328" y="161"/>
                  <a:pt x="7330" y="173"/>
                  <a:pt x="7330" y="186"/>
                </a:cubicBezTo>
                <a:lnTo>
                  <a:pt x="7330" y="3732"/>
                </a:lnTo>
                <a:cubicBezTo>
                  <a:pt x="7330" y="3744"/>
                  <a:pt x="7328" y="3756"/>
                  <a:pt x="7326" y="3768"/>
                </a:cubicBezTo>
                <a:cubicBezTo>
                  <a:pt x="7324" y="3780"/>
                  <a:pt x="7320" y="3792"/>
                  <a:pt x="7315" y="3803"/>
                </a:cubicBezTo>
                <a:cubicBezTo>
                  <a:pt x="7311" y="3814"/>
                  <a:pt x="7305" y="3825"/>
                  <a:pt x="7298" y="3835"/>
                </a:cubicBezTo>
                <a:cubicBezTo>
                  <a:pt x="7292" y="3845"/>
                  <a:pt x="7284" y="3854"/>
                  <a:pt x="7275" y="3863"/>
                </a:cubicBezTo>
                <a:cubicBezTo>
                  <a:pt x="7267" y="3872"/>
                  <a:pt x="7257" y="3879"/>
                  <a:pt x="7247" y="3886"/>
                </a:cubicBezTo>
                <a:cubicBezTo>
                  <a:pt x="7237" y="3893"/>
                  <a:pt x="7226" y="3898"/>
                  <a:pt x="7215" y="3903"/>
                </a:cubicBezTo>
                <a:cubicBezTo>
                  <a:pt x="7204" y="3908"/>
                  <a:pt x="7192" y="3911"/>
                  <a:pt x="7181" y="3914"/>
                </a:cubicBezTo>
                <a:cubicBezTo>
                  <a:pt x="7169" y="3916"/>
                  <a:pt x="7157" y="3917"/>
                  <a:pt x="7144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5" y="3908"/>
                  <a:pt x="114" y="3903"/>
                </a:cubicBezTo>
                <a:cubicBezTo>
                  <a:pt x="103" y="3898"/>
                  <a:pt x="92" y="3893"/>
                  <a:pt x="82" y="3886"/>
                </a:cubicBezTo>
                <a:cubicBezTo>
                  <a:pt x="72" y="3879"/>
                  <a:pt x="62" y="3872"/>
                  <a:pt x="54" y="3863"/>
                </a:cubicBezTo>
                <a:cubicBezTo>
                  <a:pt x="45" y="3854"/>
                  <a:pt x="38" y="3845"/>
                  <a:pt x="31" y="3835"/>
                </a:cubicBezTo>
                <a:cubicBezTo>
                  <a:pt x="24" y="3825"/>
                  <a:pt x="18" y="3814"/>
                  <a:pt x="14" y="3803"/>
                </a:cubicBezTo>
                <a:cubicBezTo>
                  <a:pt x="9" y="3792"/>
                  <a:pt x="6" y="3780"/>
                  <a:pt x="3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542880" y="1514160"/>
            <a:ext cx="2638800" cy="1410120"/>
          </a:xfrm>
          <a:custGeom>
            <a:avLst/>
            <a:gdLst/>
            <a:ahLst/>
            <a:rect l="0" t="0" r="r" b="b"/>
            <a:pathLst>
              <a:path w="7330" h="3917">
                <a:moveTo>
                  <a:pt x="0" y="3732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7144" y="0"/>
                </a:lnTo>
                <a:cubicBezTo>
                  <a:pt x="7157" y="0"/>
                  <a:pt x="7169" y="2"/>
                  <a:pt x="7181" y="4"/>
                </a:cubicBezTo>
                <a:cubicBezTo>
                  <a:pt x="7192" y="6"/>
                  <a:pt x="7204" y="10"/>
                  <a:pt x="7215" y="14"/>
                </a:cubicBezTo>
                <a:cubicBezTo>
                  <a:pt x="7226" y="19"/>
                  <a:pt x="7237" y="25"/>
                  <a:pt x="7247" y="32"/>
                </a:cubicBezTo>
                <a:cubicBezTo>
                  <a:pt x="7257" y="38"/>
                  <a:pt x="7267" y="46"/>
                  <a:pt x="7275" y="55"/>
                </a:cubicBezTo>
                <a:cubicBezTo>
                  <a:pt x="7284" y="63"/>
                  <a:pt x="7292" y="73"/>
                  <a:pt x="7298" y="83"/>
                </a:cubicBezTo>
                <a:cubicBezTo>
                  <a:pt x="7305" y="93"/>
                  <a:pt x="7311" y="103"/>
                  <a:pt x="7315" y="115"/>
                </a:cubicBezTo>
                <a:cubicBezTo>
                  <a:pt x="7320" y="126"/>
                  <a:pt x="7324" y="138"/>
                  <a:pt x="7326" y="149"/>
                </a:cubicBezTo>
                <a:cubicBezTo>
                  <a:pt x="7328" y="161"/>
                  <a:pt x="7330" y="173"/>
                  <a:pt x="7330" y="186"/>
                </a:cubicBezTo>
                <a:lnTo>
                  <a:pt x="7330" y="3732"/>
                </a:lnTo>
                <a:cubicBezTo>
                  <a:pt x="7330" y="3744"/>
                  <a:pt x="7328" y="3756"/>
                  <a:pt x="7326" y="3768"/>
                </a:cubicBezTo>
                <a:cubicBezTo>
                  <a:pt x="7324" y="3780"/>
                  <a:pt x="7320" y="3792"/>
                  <a:pt x="7315" y="3803"/>
                </a:cubicBezTo>
                <a:cubicBezTo>
                  <a:pt x="7311" y="3814"/>
                  <a:pt x="7305" y="3825"/>
                  <a:pt x="7298" y="3835"/>
                </a:cubicBezTo>
                <a:cubicBezTo>
                  <a:pt x="7292" y="3845"/>
                  <a:pt x="7284" y="3854"/>
                  <a:pt x="7275" y="3863"/>
                </a:cubicBezTo>
                <a:cubicBezTo>
                  <a:pt x="7267" y="3872"/>
                  <a:pt x="7257" y="3879"/>
                  <a:pt x="7247" y="3886"/>
                </a:cubicBezTo>
                <a:cubicBezTo>
                  <a:pt x="7237" y="3893"/>
                  <a:pt x="7226" y="3898"/>
                  <a:pt x="7215" y="3903"/>
                </a:cubicBezTo>
                <a:cubicBezTo>
                  <a:pt x="7204" y="3908"/>
                  <a:pt x="7192" y="3911"/>
                  <a:pt x="7181" y="3914"/>
                </a:cubicBezTo>
                <a:cubicBezTo>
                  <a:pt x="7169" y="3916"/>
                  <a:pt x="7157" y="3917"/>
                  <a:pt x="7144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5" y="3908"/>
                  <a:pt x="114" y="3903"/>
                </a:cubicBezTo>
                <a:cubicBezTo>
                  <a:pt x="103" y="3898"/>
                  <a:pt x="92" y="3893"/>
                  <a:pt x="82" y="3886"/>
                </a:cubicBezTo>
                <a:cubicBezTo>
                  <a:pt x="72" y="3879"/>
                  <a:pt x="62" y="3872"/>
                  <a:pt x="54" y="3863"/>
                </a:cubicBezTo>
                <a:cubicBezTo>
                  <a:pt x="45" y="3854"/>
                  <a:pt x="38" y="3845"/>
                  <a:pt x="31" y="3835"/>
                </a:cubicBezTo>
                <a:cubicBezTo>
                  <a:pt x="24" y="3825"/>
                  <a:pt x="18" y="3814"/>
                  <a:pt x="14" y="3803"/>
                </a:cubicBezTo>
                <a:cubicBezTo>
                  <a:pt x="9" y="3792"/>
                  <a:pt x="6" y="3780"/>
                  <a:pt x="3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533520" y="924480"/>
            <a:ext cx="1035792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十分な規模で事前学習した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は、複数の画像認識ベンチマークで高い性能を示した。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723960" y="1681560"/>
            <a:ext cx="863280" cy="27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ImageNet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23960" y="1983600"/>
            <a:ext cx="125496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c9342f"/>
                </a:solidFill>
                <a:latin typeface="NotoSansJP"/>
                <a:ea typeface="NotoSansJP"/>
              </a:rPr>
              <a:t>88.55%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3371760" y="1514160"/>
            <a:ext cx="2629080" cy="1410120"/>
          </a:xfrm>
          <a:custGeom>
            <a:avLst/>
            <a:gdLst/>
            <a:ahLst/>
            <a:rect l="0" t="0" r="r" b="b"/>
            <a:pathLst>
              <a:path w="7303" h="3917">
                <a:moveTo>
                  <a:pt x="0" y="3732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7118" y="0"/>
                </a:lnTo>
                <a:cubicBezTo>
                  <a:pt x="7130" y="0"/>
                  <a:pt x="7142" y="2"/>
                  <a:pt x="7154" y="4"/>
                </a:cubicBezTo>
                <a:cubicBezTo>
                  <a:pt x="7166" y="6"/>
                  <a:pt x="7178" y="10"/>
                  <a:pt x="7189" y="14"/>
                </a:cubicBezTo>
                <a:cubicBezTo>
                  <a:pt x="7200" y="19"/>
                  <a:pt x="7211" y="25"/>
                  <a:pt x="7221" y="32"/>
                </a:cubicBezTo>
                <a:cubicBezTo>
                  <a:pt x="7231" y="38"/>
                  <a:pt x="7240" y="46"/>
                  <a:pt x="7249" y="55"/>
                </a:cubicBezTo>
                <a:cubicBezTo>
                  <a:pt x="7258" y="63"/>
                  <a:pt x="7265" y="73"/>
                  <a:pt x="7272" y="83"/>
                </a:cubicBezTo>
                <a:cubicBezTo>
                  <a:pt x="7279" y="93"/>
                  <a:pt x="7284" y="103"/>
                  <a:pt x="7289" y="115"/>
                </a:cubicBezTo>
                <a:cubicBezTo>
                  <a:pt x="7294" y="126"/>
                  <a:pt x="7297" y="138"/>
                  <a:pt x="7300" y="149"/>
                </a:cubicBezTo>
                <a:cubicBezTo>
                  <a:pt x="7302" y="161"/>
                  <a:pt x="7303" y="173"/>
                  <a:pt x="7303" y="186"/>
                </a:cubicBezTo>
                <a:lnTo>
                  <a:pt x="7303" y="3732"/>
                </a:lnTo>
                <a:cubicBezTo>
                  <a:pt x="7303" y="3744"/>
                  <a:pt x="7302" y="3756"/>
                  <a:pt x="7300" y="3768"/>
                </a:cubicBezTo>
                <a:cubicBezTo>
                  <a:pt x="7297" y="3780"/>
                  <a:pt x="7294" y="3792"/>
                  <a:pt x="7289" y="3803"/>
                </a:cubicBezTo>
                <a:cubicBezTo>
                  <a:pt x="7284" y="3814"/>
                  <a:pt x="7279" y="3825"/>
                  <a:pt x="7272" y="3835"/>
                </a:cubicBezTo>
                <a:cubicBezTo>
                  <a:pt x="7265" y="3845"/>
                  <a:pt x="7258" y="3854"/>
                  <a:pt x="7249" y="3863"/>
                </a:cubicBezTo>
                <a:cubicBezTo>
                  <a:pt x="7240" y="3872"/>
                  <a:pt x="7231" y="3879"/>
                  <a:pt x="7221" y="3886"/>
                </a:cubicBezTo>
                <a:cubicBezTo>
                  <a:pt x="7211" y="3893"/>
                  <a:pt x="7200" y="3898"/>
                  <a:pt x="7189" y="3903"/>
                </a:cubicBezTo>
                <a:cubicBezTo>
                  <a:pt x="7178" y="3908"/>
                  <a:pt x="7166" y="3911"/>
                  <a:pt x="7154" y="3914"/>
                </a:cubicBezTo>
                <a:cubicBezTo>
                  <a:pt x="7142" y="3916"/>
                  <a:pt x="7130" y="3917"/>
                  <a:pt x="7118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5" y="3908"/>
                  <a:pt x="114" y="3903"/>
                </a:cubicBezTo>
                <a:cubicBezTo>
                  <a:pt x="103" y="3898"/>
                  <a:pt x="92" y="3893"/>
                  <a:pt x="82" y="3886"/>
                </a:cubicBezTo>
                <a:cubicBezTo>
                  <a:pt x="72" y="3879"/>
                  <a:pt x="63" y="3872"/>
                  <a:pt x="54" y="3863"/>
                </a:cubicBezTo>
                <a:cubicBezTo>
                  <a:pt x="45" y="3854"/>
                  <a:pt x="38" y="3845"/>
                  <a:pt x="31" y="3835"/>
                </a:cubicBezTo>
                <a:cubicBezTo>
                  <a:pt x="24" y="3825"/>
                  <a:pt x="19" y="3814"/>
                  <a:pt x="14" y="3803"/>
                </a:cubicBezTo>
                <a:cubicBezTo>
                  <a:pt x="9" y="3792"/>
                  <a:pt x="6" y="3780"/>
                  <a:pt x="3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solidFill>
            <a:srgbClr val="f9f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3371760" y="1514160"/>
            <a:ext cx="2629080" cy="1410120"/>
          </a:xfrm>
          <a:custGeom>
            <a:avLst/>
            <a:gdLst/>
            <a:ahLst/>
            <a:rect l="0" t="0" r="r" b="b"/>
            <a:pathLst>
              <a:path w="7303" h="3917">
                <a:moveTo>
                  <a:pt x="0" y="3732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9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7118" y="0"/>
                </a:lnTo>
                <a:cubicBezTo>
                  <a:pt x="7130" y="0"/>
                  <a:pt x="7142" y="2"/>
                  <a:pt x="7154" y="4"/>
                </a:cubicBezTo>
                <a:cubicBezTo>
                  <a:pt x="7166" y="6"/>
                  <a:pt x="7178" y="10"/>
                  <a:pt x="7189" y="14"/>
                </a:cubicBezTo>
                <a:cubicBezTo>
                  <a:pt x="7200" y="19"/>
                  <a:pt x="7211" y="25"/>
                  <a:pt x="7221" y="32"/>
                </a:cubicBezTo>
                <a:cubicBezTo>
                  <a:pt x="7231" y="38"/>
                  <a:pt x="7240" y="46"/>
                  <a:pt x="7249" y="55"/>
                </a:cubicBezTo>
                <a:cubicBezTo>
                  <a:pt x="7258" y="63"/>
                  <a:pt x="7265" y="73"/>
                  <a:pt x="7272" y="83"/>
                </a:cubicBezTo>
                <a:cubicBezTo>
                  <a:pt x="7279" y="93"/>
                  <a:pt x="7284" y="103"/>
                  <a:pt x="7289" y="115"/>
                </a:cubicBezTo>
                <a:cubicBezTo>
                  <a:pt x="7294" y="126"/>
                  <a:pt x="7297" y="138"/>
                  <a:pt x="7300" y="149"/>
                </a:cubicBezTo>
                <a:cubicBezTo>
                  <a:pt x="7302" y="161"/>
                  <a:pt x="7303" y="173"/>
                  <a:pt x="7303" y="186"/>
                </a:cubicBezTo>
                <a:lnTo>
                  <a:pt x="7303" y="3732"/>
                </a:lnTo>
                <a:cubicBezTo>
                  <a:pt x="7303" y="3744"/>
                  <a:pt x="7302" y="3756"/>
                  <a:pt x="7300" y="3768"/>
                </a:cubicBezTo>
                <a:cubicBezTo>
                  <a:pt x="7297" y="3780"/>
                  <a:pt x="7294" y="3792"/>
                  <a:pt x="7289" y="3803"/>
                </a:cubicBezTo>
                <a:cubicBezTo>
                  <a:pt x="7284" y="3814"/>
                  <a:pt x="7279" y="3825"/>
                  <a:pt x="7272" y="3835"/>
                </a:cubicBezTo>
                <a:cubicBezTo>
                  <a:pt x="7265" y="3845"/>
                  <a:pt x="7258" y="3854"/>
                  <a:pt x="7249" y="3863"/>
                </a:cubicBezTo>
                <a:cubicBezTo>
                  <a:pt x="7240" y="3872"/>
                  <a:pt x="7231" y="3879"/>
                  <a:pt x="7221" y="3886"/>
                </a:cubicBezTo>
                <a:cubicBezTo>
                  <a:pt x="7211" y="3893"/>
                  <a:pt x="7200" y="3898"/>
                  <a:pt x="7189" y="3903"/>
                </a:cubicBezTo>
                <a:cubicBezTo>
                  <a:pt x="7178" y="3908"/>
                  <a:pt x="7166" y="3911"/>
                  <a:pt x="7154" y="3914"/>
                </a:cubicBezTo>
                <a:cubicBezTo>
                  <a:pt x="7142" y="3916"/>
                  <a:pt x="7130" y="3917"/>
                  <a:pt x="7118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5" y="3908"/>
                  <a:pt x="114" y="3903"/>
                </a:cubicBezTo>
                <a:cubicBezTo>
                  <a:pt x="103" y="3898"/>
                  <a:pt x="92" y="3893"/>
                  <a:pt x="82" y="3886"/>
                </a:cubicBezTo>
                <a:cubicBezTo>
                  <a:pt x="72" y="3879"/>
                  <a:pt x="63" y="3872"/>
                  <a:pt x="54" y="3863"/>
                </a:cubicBezTo>
                <a:cubicBezTo>
                  <a:pt x="45" y="3854"/>
                  <a:pt x="38" y="3845"/>
                  <a:pt x="31" y="3835"/>
                </a:cubicBezTo>
                <a:cubicBezTo>
                  <a:pt x="24" y="3825"/>
                  <a:pt x="19" y="3814"/>
                  <a:pt x="14" y="3803"/>
                </a:cubicBezTo>
                <a:cubicBezTo>
                  <a:pt x="9" y="3792"/>
                  <a:pt x="6" y="3780"/>
                  <a:pt x="3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723960" y="2504160"/>
            <a:ext cx="7491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111111"/>
                </a:solidFill>
                <a:latin typeface="NotoSansJP"/>
                <a:ea typeface="NotoSansJP"/>
              </a:rPr>
              <a:t>best model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3548160" y="1681560"/>
            <a:ext cx="1353960" cy="27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ImageNet-ReaL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548160" y="1983600"/>
            <a:ext cx="125496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c9342f"/>
                </a:solidFill>
                <a:latin typeface="NotoSansJP"/>
                <a:ea typeface="NotoSansJP"/>
              </a:rPr>
              <a:t>90.72%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6190920" y="1514160"/>
            <a:ext cx="2638800" cy="1410120"/>
          </a:xfrm>
          <a:custGeom>
            <a:avLst/>
            <a:gdLst/>
            <a:ahLst/>
            <a:rect l="0" t="0" r="r" b="b"/>
            <a:pathLst>
              <a:path w="7330" h="3917">
                <a:moveTo>
                  <a:pt x="0" y="3732"/>
                </a:moveTo>
                <a:lnTo>
                  <a:pt x="0" y="186"/>
                </a:lnTo>
                <a:cubicBezTo>
                  <a:pt x="0" y="173"/>
                  <a:pt x="2" y="161"/>
                  <a:pt x="4" y="149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2"/>
                  <a:pt x="173" y="0"/>
                  <a:pt x="186" y="0"/>
                </a:cubicBezTo>
                <a:lnTo>
                  <a:pt x="7145" y="0"/>
                </a:lnTo>
                <a:cubicBezTo>
                  <a:pt x="7157" y="0"/>
                  <a:pt x="7169" y="2"/>
                  <a:pt x="7181" y="4"/>
                </a:cubicBezTo>
                <a:cubicBezTo>
                  <a:pt x="7193" y="6"/>
                  <a:pt x="7205" y="10"/>
                  <a:pt x="7216" y="14"/>
                </a:cubicBezTo>
                <a:cubicBezTo>
                  <a:pt x="7227" y="19"/>
                  <a:pt x="7238" y="25"/>
                  <a:pt x="7248" y="32"/>
                </a:cubicBezTo>
                <a:cubicBezTo>
                  <a:pt x="7258" y="38"/>
                  <a:pt x="7268" y="46"/>
                  <a:pt x="7276" y="55"/>
                </a:cubicBezTo>
                <a:cubicBezTo>
                  <a:pt x="7285" y="63"/>
                  <a:pt x="7292" y="73"/>
                  <a:pt x="7299" y="83"/>
                </a:cubicBezTo>
                <a:cubicBezTo>
                  <a:pt x="7306" y="93"/>
                  <a:pt x="7312" y="103"/>
                  <a:pt x="7316" y="115"/>
                </a:cubicBezTo>
                <a:cubicBezTo>
                  <a:pt x="7321" y="126"/>
                  <a:pt x="7324" y="138"/>
                  <a:pt x="7327" y="149"/>
                </a:cubicBezTo>
                <a:cubicBezTo>
                  <a:pt x="7329" y="161"/>
                  <a:pt x="7330" y="173"/>
                  <a:pt x="7330" y="186"/>
                </a:cubicBezTo>
                <a:lnTo>
                  <a:pt x="7330" y="3732"/>
                </a:lnTo>
                <a:cubicBezTo>
                  <a:pt x="7330" y="3744"/>
                  <a:pt x="7329" y="3756"/>
                  <a:pt x="7327" y="3768"/>
                </a:cubicBezTo>
                <a:cubicBezTo>
                  <a:pt x="7324" y="3780"/>
                  <a:pt x="7321" y="3792"/>
                  <a:pt x="7316" y="3803"/>
                </a:cubicBezTo>
                <a:cubicBezTo>
                  <a:pt x="7312" y="3814"/>
                  <a:pt x="7306" y="3825"/>
                  <a:pt x="7299" y="3835"/>
                </a:cubicBezTo>
                <a:cubicBezTo>
                  <a:pt x="7292" y="3845"/>
                  <a:pt x="7285" y="3854"/>
                  <a:pt x="7276" y="3863"/>
                </a:cubicBezTo>
                <a:cubicBezTo>
                  <a:pt x="7268" y="3872"/>
                  <a:pt x="7258" y="3879"/>
                  <a:pt x="7248" y="3886"/>
                </a:cubicBezTo>
                <a:cubicBezTo>
                  <a:pt x="7238" y="3893"/>
                  <a:pt x="7227" y="3898"/>
                  <a:pt x="7216" y="3903"/>
                </a:cubicBezTo>
                <a:cubicBezTo>
                  <a:pt x="7205" y="3908"/>
                  <a:pt x="7193" y="3911"/>
                  <a:pt x="7181" y="3914"/>
                </a:cubicBezTo>
                <a:cubicBezTo>
                  <a:pt x="7169" y="3916"/>
                  <a:pt x="7157" y="3917"/>
                  <a:pt x="7145" y="3917"/>
                </a:cubicBezTo>
                <a:lnTo>
                  <a:pt x="186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8" y="3911"/>
                  <a:pt x="126" y="3908"/>
                  <a:pt x="115" y="3903"/>
                </a:cubicBezTo>
                <a:cubicBezTo>
                  <a:pt x="104" y="3898"/>
                  <a:pt x="93" y="3893"/>
                  <a:pt x="83" y="3886"/>
                </a:cubicBezTo>
                <a:cubicBezTo>
                  <a:pt x="73" y="3879"/>
                  <a:pt x="63" y="3872"/>
                  <a:pt x="55" y="3863"/>
                </a:cubicBezTo>
                <a:cubicBezTo>
                  <a:pt x="46" y="3854"/>
                  <a:pt x="38" y="3845"/>
                  <a:pt x="32" y="3835"/>
                </a:cubicBezTo>
                <a:cubicBezTo>
                  <a:pt x="25" y="3825"/>
                  <a:pt x="19" y="3814"/>
                  <a:pt x="15" y="3803"/>
                </a:cubicBezTo>
                <a:cubicBezTo>
                  <a:pt x="10" y="3792"/>
                  <a:pt x="6" y="3780"/>
                  <a:pt x="4" y="3768"/>
                </a:cubicBezTo>
                <a:cubicBezTo>
                  <a:pt x="2" y="3756"/>
                  <a:pt x="0" y="3744"/>
                  <a:pt x="0" y="3732"/>
                </a:cubicBezTo>
                <a:close/>
              </a:path>
            </a:pathLst>
          </a:custGeom>
          <a:solidFill>
            <a:srgbClr val="f9f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6190920" y="1514160"/>
            <a:ext cx="2638800" cy="1410120"/>
          </a:xfrm>
          <a:custGeom>
            <a:avLst/>
            <a:gdLst/>
            <a:ahLst/>
            <a:rect l="0" t="0" r="r" b="b"/>
            <a:pathLst>
              <a:path w="7330" h="3917">
                <a:moveTo>
                  <a:pt x="0" y="3732"/>
                </a:moveTo>
                <a:lnTo>
                  <a:pt x="0" y="186"/>
                </a:lnTo>
                <a:cubicBezTo>
                  <a:pt x="0" y="173"/>
                  <a:pt x="2" y="161"/>
                  <a:pt x="4" y="149"/>
                </a:cubicBezTo>
                <a:cubicBezTo>
                  <a:pt x="6" y="138"/>
                  <a:pt x="10" y="126"/>
                  <a:pt x="15" y="115"/>
                </a:cubicBezTo>
                <a:cubicBezTo>
                  <a:pt x="19" y="103"/>
                  <a:pt x="25" y="93"/>
                  <a:pt x="32" y="83"/>
                </a:cubicBezTo>
                <a:cubicBezTo>
                  <a:pt x="38" y="73"/>
                  <a:pt x="46" y="63"/>
                  <a:pt x="55" y="55"/>
                </a:cubicBezTo>
                <a:cubicBezTo>
                  <a:pt x="63" y="46"/>
                  <a:pt x="73" y="38"/>
                  <a:pt x="83" y="32"/>
                </a:cubicBezTo>
                <a:cubicBezTo>
                  <a:pt x="93" y="25"/>
                  <a:pt x="104" y="19"/>
                  <a:pt x="115" y="14"/>
                </a:cubicBezTo>
                <a:cubicBezTo>
                  <a:pt x="126" y="10"/>
                  <a:pt x="138" y="6"/>
                  <a:pt x="149" y="4"/>
                </a:cubicBezTo>
                <a:cubicBezTo>
                  <a:pt x="161" y="2"/>
                  <a:pt x="173" y="0"/>
                  <a:pt x="186" y="0"/>
                </a:cubicBezTo>
                <a:lnTo>
                  <a:pt x="7145" y="0"/>
                </a:lnTo>
                <a:cubicBezTo>
                  <a:pt x="7157" y="0"/>
                  <a:pt x="7169" y="2"/>
                  <a:pt x="7181" y="4"/>
                </a:cubicBezTo>
                <a:cubicBezTo>
                  <a:pt x="7193" y="6"/>
                  <a:pt x="7205" y="10"/>
                  <a:pt x="7216" y="14"/>
                </a:cubicBezTo>
                <a:cubicBezTo>
                  <a:pt x="7227" y="19"/>
                  <a:pt x="7238" y="25"/>
                  <a:pt x="7248" y="32"/>
                </a:cubicBezTo>
                <a:cubicBezTo>
                  <a:pt x="7258" y="38"/>
                  <a:pt x="7268" y="46"/>
                  <a:pt x="7276" y="55"/>
                </a:cubicBezTo>
                <a:cubicBezTo>
                  <a:pt x="7285" y="63"/>
                  <a:pt x="7292" y="73"/>
                  <a:pt x="7299" y="83"/>
                </a:cubicBezTo>
                <a:cubicBezTo>
                  <a:pt x="7306" y="93"/>
                  <a:pt x="7312" y="103"/>
                  <a:pt x="7316" y="115"/>
                </a:cubicBezTo>
                <a:cubicBezTo>
                  <a:pt x="7321" y="126"/>
                  <a:pt x="7324" y="138"/>
                  <a:pt x="7327" y="149"/>
                </a:cubicBezTo>
                <a:cubicBezTo>
                  <a:pt x="7329" y="161"/>
                  <a:pt x="7330" y="173"/>
                  <a:pt x="7330" y="186"/>
                </a:cubicBezTo>
                <a:lnTo>
                  <a:pt x="7330" y="3732"/>
                </a:lnTo>
                <a:cubicBezTo>
                  <a:pt x="7330" y="3744"/>
                  <a:pt x="7329" y="3756"/>
                  <a:pt x="7327" y="3768"/>
                </a:cubicBezTo>
                <a:cubicBezTo>
                  <a:pt x="7324" y="3780"/>
                  <a:pt x="7321" y="3792"/>
                  <a:pt x="7316" y="3803"/>
                </a:cubicBezTo>
                <a:cubicBezTo>
                  <a:pt x="7312" y="3814"/>
                  <a:pt x="7306" y="3825"/>
                  <a:pt x="7299" y="3835"/>
                </a:cubicBezTo>
                <a:cubicBezTo>
                  <a:pt x="7292" y="3845"/>
                  <a:pt x="7285" y="3854"/>
                  <a:pt x="7276" y="3863"/>
                </a:cubicBezTo>
                <a:cubicBezTo>
                  <a:pt x="7268" y="3872"/>
                  <a:pt x="7258" y="3879"/>
                  <a:pt x="7248" y="3886"/>
                </a:cubicBezTo>
                <a:cubicBezTo>
                  <a:pt x="7238" y="3893"/>
                  <a:pt x="7227" y="3898"/>
                  <a:pt x="7216" y="3903"/>
                </a:cubicBezTo>
                <a:cubicBezTo>
                  <a:pt x="7205" y="3908"/>
                  <a:pt x="7193" y="3911"/>
                  <a:pt x="7181" y="3914"/>
                </a:cubicBezTo>
                <a:cubicBezTo>
                  <a:pt x="7169" y="3916"/>
                  <a:pt x="7157" y="3917"/>
                  <a:pt x="7145" y="3917"/>
                </a:cubicBezTo>
                <a:lnTo>
                  <a:pt x="186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8" y="3911"/>
                  <a:pt x="126" y="3908"/>
                  <a:pt x="115" y="3903"/>
                </a:cubicBezTo>
                <a:cubicBezTo>
                  <a:pt x="104" y="3898"/>
                  <a:pt x="93" y="3893"/>
                  <a:pt x="83" y="3886"/>
                </a:cubicBezTo>
                <a:cubicBezTo>
                  <a:pt x="73" y="3879"/>
                  <a:pt x="63" y="3872"/>
                  <a:pt x="55" y="3863"/>
                </a:cubicBezTo>
                <a:cubicBezTo>
                  <a:pt x="46" y="3854"/>
                  <a:pt x="38" y="3845"/>
                  <a:pt x="32" y="3835"/>
                </a:cubicBezTo>
                <a:cubicBezTo>
                  <a:pt x="25" y="3825"/>
                  <a:pt x="19" y="3814"/>
                  <a:pt x="15" y="3803"/>
                </a:cubicBezTo>
                <a:cubicBezTo>
                  <a:pt x="10" y="3792"/>
                  <a:pt x="6" y="3780"/>
                  <a:pt x="4" y="3768"/>
                </a:cubicBezTo>
                <a:cubicBezTo>
                  <a:pt x="2" y="3756"/>
                  <a:pt x="0" y="3744"/>
                  <a:pt x="0" y="373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3548160" y="2504160"/>
            <a:ext cx="11696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111111"/>
                </a:solidFill>
                <a:latin typeface="NotoSansJP"/>
                <a:ea typeface="NotoSansJP"/>
              </a:rPr>
              <a:t>cleaned-up labels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6372360" y="1681560"/>
            <a:ext cx="913680" cy="27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CIFAR-100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372360" y="1983600"/>
            <a:ext cx="125496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c9342f"/>
                </a:solidFill>
                <a:latin typeface="NotoSansJP"/>
                <a:ea typeface="NotoSansJP"/>
              </a:rPr>
              <a:t>94.55%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9020160" y="1514160"/>
            <a:ext cx="2629080" cy="1410120"/>
          </a:xfrm>
          <a:custGeom>
            <a:avLst/>
            <a:gdLst/>
            <a:ahLst/>
            <a:rect l="0" t="0" r="r" b="b"/>
            <a:pathLst>
              <a:path w="7303" h="3917">
                <a:moveTo>
                  <a:pt x="0" y="3732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7118" y="0"/>
                </a:lnTo>
                <a:cubicBezTo>
                  <a:pt x="7130" y="0"/>
                  <a:pt x="7142" y="2"/>
                  <a:pt x="7154" y="4"/>
                </a:cubicBezTo>
                <a:cubicBezTo>
                  <a:pt x="7166" y="6"/>
                  <a:pt x="7177" y="10"/>
                  <a:pt x="7189" y="14"/>
                </a:cubicBezTo>
                <a:cubicBezTo>
                  <a:pt x="7200" y="19"/>
                  <a:pt x="7211" y="25"/>
                  <a:pt x="7221" y="32"/>
                </a:cubicBezTo>
                <a:cubicBezTo>
                  <a:pt x="7231" y="38"/>
                  <a:pt x="7240" y="46"/>
                  <a:pt x="7249" y="55"/>
                </a:cubicBezTo>
                <a:cubicBezTo>
                  <a:pt x="7257" y="63"/>
                  <a:pt x="7265" y="73"/>
                  <a:pt x="7272" y="83"/>
                </a:cubicBezTo>
                <a:cubicBezTo>
                  <a:pt x="7279" y="93"/>
                  <a:pt x="7284" y="103"/>
                  <a:pt x="7289" y="115"/>
                </a:cubicBezTo>
                <a:cubicBezTo>
                  <a:pt x="7294" y="126"/>
                  <a:pt x="7297" y="138"/>
                  <a:pt x="7299" y="149"/>
                </a:cubicBezTo>
                <a:cubicBezTo>
                  <a:pt x="7302" y="161"/>
                  <a:pt x="7303" y="173"/>
                  <a:pt x="7303" y="186"/>
                </a:cubicBezTo>
                <a:lnTo>
                  <a:pt x="7303" y="3732"/>
                </a:lnTo>
                <a:cubicBezTo>
                  <a:pt x="7303" y="3744"/>
                  <a:pt x="7302" y="3756"/>
                  <a:pt x="7299" y="3768"/>
                </a:cubicBezTo>
                <a:cubicBezTo>
                  <a:pt x="7297" y="3780"/>
                  <a:pt x="7294" y="3792"/>
                  <a:pt x="7289" y="3803"/>
                </a:cubicBezTo>
                <a:cubicBezTo>
                  <a:pt x="7284" y="3814"/>
                  <a:pt x="7279" y="3825"/>
                  <a:pt x="7272" y="3835"/>
                </a:cubicBezTo>
                <a:cubicBezTo>
                  <a:pt x="7265" y="3845"/>
                  <a:pt x="7257" y="3854"/>
                  <a:pt x="7249" y="3863"/>
                </a:cubicBezTo>
                <a:cubicBezTo>
                  <a:pt x="7240" y="3872"/>
                  <a:pt x="7231" y="3879"/>
                  <a:pt x="7221" y="3886"/>
                </a:cubicBezTo>
                <a:cubicBezTo>
                  <a:pt x="7211" y="3893"/>
                  <a:pt x="7200" y="3898"/>
                  <a:pt x="7189" y="3903"/>
                </a:cubicBezTo>
                <a:cubicBezTo>
                  <a:pt x="7177" y="3908"/>
                  <a:pt x="7166" y="3911"/>
                  <a:pt x="7154" y="3914"/>
                </a:cubicBezTo>
                <a:cubicBezTo>
                  <a:pt x="7142" y="3916"/>
                  <a:pt x="7130" y="3917"/>
                  <a:pt x="7118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5" y="3908"/>
                  <a:pt x="114" y="3903"/>
                </a:cubicBezTo>
                <a:cubicBezTo>
                  <a:pt x="103" y="3898"/>
                  <a:pt x="92" y="3893"/>
                  <a:pt x="82" y="3886"/>
                </a:cubicBezTo>
                <a:cubicBezTo>
                  <a:pt x="72" y="3879"/>
                  <a:pt x="62" y="3872"/>
                  <a:pt x="54" y="3863"/>
                </a:cubicBezTo>
                <a:cubicBezTo>
                  <a:pt x="45" y="3854"/>
                  <a:pt x="38" y="3845"/>
                  <a:pt x="31" y="3835"/>
                </a:cubicBezTo>
                <a:cubicBezTo>
                  <a:pt x="24" y="3825"/>
                  <a:pt x="18" y="3814"/>
                  <a:pt x="14" y="3803"/>
                </a:cubicBezTo>
                <a:cubicBezTo>
                  <a:pt x="9" y="3792"/>
                  <a:pt x="5" y="3780"/>
                  <a:pt x="3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solidFill>
            <a:srgbClr val="f9f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9020160" y="1514160"/>
            <a:ext cx="2629080" cy="1410120"/>
          </a:xfrm>
          <a:custGeom>
            <a:avLst/>
            <a:gdLst/>
            <a:ahLst/>
            <a:rect l="0" t="0" r="r" b="b"/>
            <a:pathLst>
              <a:path w="7303" h="3917">
                <a:moveTo>
                  <a:pt x="0" y="3732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5" y="138"/>
                  <a:pt x="9" y="126"/>
                  <a:pt x="14" y="115"/>
                </a:cubicBezTo>
                <a:cubicBezTo>
                  <a:pt x="18" y="103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4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7118" y="0"/>
                </a:lnTo>
                <a:cubicBezTo>
                  <a:pt x="7130" y="0"/>
                  <a:pt x="7142" y="2"/>
                  <a:pt x="7154" y="4"/>
                </a:cubicBezTo>
                <a:cubicBezTo>
                  <a:pt x="7166" y="6"/>
                  <a:pt x="7177" y="10"/>
                  <a:pt x="7189" y="14"/>
                </a:cubicBezTo>
                <a:cubicBezTo>
                  <a:pt x="7200" y="19"/>
                  <a:pt x="7211" y="25"/>
                  <a:pt x="7221" y="32"/>
                </a:cubicBezTo>
                <a:cubicBezTo>
                  <a:pt x="7231" y="38"/>
                  <a:pt x="7240" y="46"/>
                  <a:pt x="7249" y="55"/>
                </a:cubicBezTo>
                <a:cubicBezTo>
                  <a:pt x="7257" y="63"/>
                  <a:pt x="7265" y="73"/>
                  <a:pt x="7272" y="83"/>
                </a:cubicBezTo>
                <a:cubicBezTo>
                  <a:pt x="7279" y="93"/>
                  <a:pt x="7284" y="103"/>
                  <a:pt x="7289" y="115"/>
                </a:cubicBezTo>
                <a:cubicBezTo>
                  <a:pt x="7294" y="126"/>
                  <a:pt x="7297" y="138"/>
                  <a:pt x="7299" y="149"/>
                </a:cubicBezTo>
                <a:cubicBezTo>
                  <a:pt x="7302" y="161"/>
                  <a:pt x="7303" y="173"/>
                  <a:pt x="7303" y="186"/>
                </a:cubicBezTo>
                <a:lnTo>
                  <a:pt x="7303" y="3732"/>
                </a:lnTo>
                <a:cubicBezTo>
                  <a:pt x="7303" y="3744"/>
                  <a:pt x="7302" y="3756"/>
                  <a:pt x="7299" y="3768"/>
                </a:cubicBezTo>
                <a:cubicBezTo>
                  <a:pt x="7297" y="3780"/>
                  <a:pt x="7294" y="3792"/>
                  <a:pt x="7289" y="3803"/>
                </a:cubicBezTo>
                <a:cubicBezTo>
                  <a:pt x="7284" y="3814"/>
                  <a:pt x="7279" y="3825"/>
                  <a:pt x="7272" y="3835"/>
                </a:cubicBezTo>
                <a:cubicBezTo>
                  <a:pt x="7265" y="3845"/>
                  <a:pt x="7257" y="3854"/>
                  <a:pt x="7249" y="3863"/>
                </a:cubicBezTo>
                <a:cubicBezTo>
                  <a:pt x="7240" y="3872"/>
                  <a:pt x="7231" y="3879"/>
                  <a:pt x="7221" y="3886"/>
                </a:cubicBezTo>
                <a:cubicBezTo>
                  <a:pt x="7211" y="3893"/>
                  <a:pt x="7200" y="3898"/>
                  <a:pt x="7189" y="3903"/>
                </a:cubicBezTo>
                <a:cubicBezTo>
                  <a:pt x="7177" y="3908"/>
                  <a:pt x="7166" y="3911"/>
                  <a:pt x="7154" y="3914"/>
                </a:cubicBezTo>
                <a:cubicBezTo>
                  <a:pt x="7142" y="3916"/>
                  <a:pt x="7130" y="3917"/>
                  <a:pt x="7118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5" y="3908"/>
                  <a:pt x="114" y="3903"/>
                </a:cubicBezTo>
                <a:cubicBezTo>
                  <a:pt x="103" y="3898"/>
                  <a:pt x="92" y="3893"/>
                  <a:pt x="82" y="3886"/>
                </a:cubicBezTo>
                <a:cubicBezTo>
                  <a:pt x="72" y="3879"/>
                  <a:pt x="62" y="3872"/>
                  <a:pt x="54" y="3863"/>
                </a:cubicBezTo>
                <a:cubicBezTo>
                  <a:pt x="45" y="3854"/>
                  <a:pt x="38" y="3845"/>
                  <a:pt x="31" y="3835"/>
                </a:cubicBezTo>
                <a:cubicBezTo>
                  <a:pt x="24" y="3825"/>
                  <a:pt x="18" y="3814"/>
                  <a:pt x="14" y="3803"/>
                </a:cubicBezTo>
                <a:cubicBezTo>
                  <a:pt x="9" y="3792"/>
                  <a:pt x="5" y="3780"/>
                  <a:pt x="3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6372360" y="2504160"/>
            <a:ext cx="52200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111111"/>
                </a:solidFill>
                <a:latin typeface="NotoSansJP"/>
                <a:ea typeface="NotoSansJP"/>
              </a:rPr>
              <a:t>transfer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9196560" y="1681560"/>
            <a:ext cx="450360" cy="27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VTAB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9196560" y="1983600"/>
            <a:ext cx="125496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000" spc="-1" strike="noStrike">
                <a:solidFill>
                  <a:srgbClr val="c9342f"/>
                </a:solidFill>
                <a:latin typeface="NotoSansJP"/>
                <a:ea typeface="NotoSansJP"/>
              </a:rPr>
              <a:t>77.63%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533160" y="3105000"/>
            <a:ext cx="11125440" cy="1009800"/>
          </a:xfrm>
          <a:custGeom>
            <a:avLst/>
            <a:gdLst/>
            <a:ahLst/>
            <a:rect l="0" t="0" r="r" b="b"/>
            <a:pathLst>
              <a:path w="30904" h="2805">
                <a:moveTo>
                  <a:pt x="0" y="0"/>
                </a:moveTo>
                <a:lnTo>
                  <a:pt x="30904" y="0"/>
                </a:lnTo>
                <a:lnTo>
                  <a:pt x="30904" y="2805"/>
                </a:lnTo>
                <a:lnTo>
                  <a:pt x="0" y="2805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533160" y="3105000"/>
            <a:ext cx="76680" cy="1009800"/>
          </a:xfrm>
          <a:custGeom>
            <a:avLst/>
            <a:gdLst/>
            <a:ahLst/>
            <a:rect l="0" t="0" r="r" b="b"/>
            <a:pathLst>
              <a:path w="213" h="2805">
                <a:moveTo>
                  <a:pt x="0" y="0"/>
                </a:moveTo>
                <a:lnTo>
                  <a:pt x="213" y="0"/>
                </a:lnTo>
                <a:lnTo>
                  <a:pt x="213" y="2805"/>
                </a:lnTo>
                <a:lnTo>
                  <a:pt x="0" y="2805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9196560" y="2504160"/>
            <a:ext cx="54936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200" spc="-1" strike="noStrike">
                <a:solidFill>
                  <a:srgbClr val="111111"/>
                </a:solidFill>
                <a:latin typeface="NotoSansJP"/>
                <a:ea typeface="NotoSansJP"/>
              </a:rPr>
              <a:t>19 tasks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781200" y="3258720"/>
            <a:ext cx="1057860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JFT-300M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で事前学習した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は、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ベースの強い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baseline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を上回りつつ、事前学習コ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81200" y="3630240"/>
            <a:ext cx="231876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ストも有利だった。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914400" y="392400"/>
            <a:ext cx="4975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結果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11946600" y="6436800"/>
            <a:ext cx="30456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9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294" name=""/>
          <p:cNvSpPr txBox="1"/>
          <p:nvPr/>
        </p:nvSpPr>
        <p:spPr>
          <a:xfrm>
            <a:off x="533520" y="924480"/>
            <a:ext cx="1108080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の弱点は画像固有の帰納バイアスが少ないことだが、その分スケールしたときの伸びが大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542880" y="2076120"/>
            <a:ext cx="5410440" cy="2791440"/>
          </a:xfrm>
          <a:custGeom>
            <a:avLst/>
            <a:gdLst/>
            <a:ahLst/>
            <a:rect l="0" t="0" r="r" b="b"/>
            <a:pathLst>
              <a:path w="15029" h="7754">
                <a:moveTo>
                  <a:pt x="0" y="7568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7568"/>
                </a:lnTo>
                <a:cubicBezTo>
                  <a:pt x="15029" y="7581"/>
                  <a:pt x="15028" y="7593"/>
                  <a:pt x="15025" y="7605"/>
                </a:cubicBezTo>
                <a:cubicBezTo>
                  <a:pt x="15023" y="7617"/>
                  <a:pt x="15020" y="7628"/>
                  <a:pt x="15015" y="7639"/>
                </a:cubicBezTo>
                <a:cubicBezTo>
                  <a:pt x="15010" y="7651"/>
                  <a:pt x="15005" y="7661"/>
                  <a:pt x="14998" y="7671"/>
                </a:cubicBezTo>
                <a:cubicBezTo>
                  <a:pt x="14991" y="7682"/>
                  <a:pt x="14983" y="7691"/>
                  <a:pt x="14975" y="7699"/>
                </a:cubicBezTo>
                <a:cubicBezTo>
                  <a:pt x="14966" y="7708"/>
                  <a:pt x="14957" y="7716"/>
                  <a:pt x="14947" y="7722"/>
                </a:cubicBezTo>
                <a:cubicBezTo>
                  <a:pt x="14937" y="7729"/>
                  <a:pt x="14926" y="7735"/>
                  <a:pt x="14915" y="7740"/>
                </a:cubicBezTo>
                <a:cubicBezTo>
                  <a:pt x="14903" y="7744"/>
                  <a:pt x="14892" y="7748"/>
                  <a:pt x="14880" y="7750"/>
                </a:cubicBezTo>
                <a:cubicBezTo>
                  <a:pt x="14868" y="7753"/>
                  <a:pt x="14856" y="7754"/>
                  <a:pt x="14844" y="7754"/>
                </a:cubicBezTo>
                <a:lnTo>
                  <a:pt x="185" y="7754"/>
                </a:lnTo>
                <a:cubicBezTo>
                  <a:pt x="173" y="7754"/>
                  <a:pt x="161" y="7753"/>
                  <a:pt x="149" y="7750"/>
                </a:cubicBezTo>
                <a:cubicBezTo>
                  <a:pt x="137" y="7748"/>
                  <a:pt x="125" y="7744"/>
                  <a:pt x="114" y="7740"/>
                </a:cubicBezTo>
                <a:cubicBezTo>
                  <a:pt x="103" y="7735"/>
                  <a:pt x="92" y="7729"/>
                  <a:pt x="82" y="7722"/>
                </a:cubicBezTo>
                <a:cubicBezTo>
                  <a:pt x="72" y="7716"/>
                  <a:pt x="62" y="7708"/>
                  <a:pt x="54" y="7699"/>
                </a:cubicBezTo>
                <a:cubicBezTo>
                  <a:pt x="45" y="7691"/>
                  <a:pt x="38" y="7682"/>
                  <a:pt x="31" y="7671"/>
                </a:cubicBezTo>
                <a:cubicBezTo>
                  <a:pt x="24" y="7661"/>
                  <a:pt x="18" y="7651"/>
                  <a:pt x="14" y="7639"/>
                </a:cubicBezTo>
                <a:cubicBezTo>
                  <a:pt x="9" y="7628"/>
                  <a:pt x="6" y="7617"/>
                  <a:pt x="3" y="7605"/>
                </a:cubicBezTo>
                <a:cubicBezTo>
                  <a:pt x="1" y="7593"/>
                  <a:pt x="0" y="7581"/>
                  <a:pt x="0" y="7568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542880" y="2076120"/>
            <a:ext cx="5410440" cy="2791440"/>
          </a:xfrm>
          <a:custGeom>
            <a:avLst/>
            <a:gdLst/>
            <a:ahLst/>
            <a:rect l="0" t="0" r="r" b="b"/>
            <a:pathLst>
              <a:path w="15029" h="7754">
                <a:moveTo>
                  <a:pt x="0" y="7568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7568"/>
                </a:lnTo>
                <a:cubicBezTo>
                  <a:pt x="15029" y="7581"/>
                  <a:pt x="15028" y="7593"/>
                  <a:pt x="15025" y="7605"/>
                </a:cubicBezTo>
                <a:cubicBezTo>
                  <a:pt x="15023" y="7617"/>
                  <a:pt x="15020" y="7628"/>
                  <a:pt x="15015" y="7639"/>
                </a:cubicBezTo>
                <a:cubicBezTo>
                  <a:pt x="15010" y="7651"/>
                  <a:pt x="15005" y="7661"/>
                  <a:pt x="14998" y="7671"/>
                </a:cubicBezTo>
                <a:cubicBezTo>
                  <a:pt x="14991" y="7682"/>
                  <a:pt x="14983" y="7691"/>
                  <a:pt x="14975" y="7699"/>
                </a:cubicBezTo>
                <a:cubicBezTo>
                  <a:pt x="14966" y="7708"/>
                  <a:pt x="14957" y="7716"/>
                  <a:pt x="14947" y="7722"/>
                </a:cubicBezTo>
                <a:cubicBezTo>
                  <a:pt x="14937" y="7729"/>
                  <a:pt x="14926" y="7735"/>
                  <a:pt x="14915" y="7740"/>
                </a:cubicBezTo>
                <a:cubicBezTo>
                  <a:pt x="14903" y="7744"/>
                  <a:pt x="14892" y="7748"/>
                  <a:pt x="14880" y="7750"/>
                </a:cubicBezTo>
                <a:cubicBezTo>
                  <a:pt x="14868" y="7753"/>
                  <a:pt x="14856" y="7754"/>
                  <a:pt x="14844" y="7754"/>
                </a:cubicBezTo>
                <a:lnTo>
                  <a:pt x="185" y="7754"/>
                </a:lnTo>
                <a:cubicBezTo>
                  <a:pt x="173" y="7754"/>
                  <a:pt x="161" y="7753"/>
                  <a:pt x="149" y="7750"/>
                </a:cubicBezTo>
                <a:cubicBezTo>
                  <a:pt x="137" y="7748"/>
                  <a:pt x="125" y="7744"/>
                  <a:pt x="114" y="7740"/>
                </a:cubicBezTo>
                <a:cubicBezTo>
                  <a:pt x="103" y="7735"/>
                  <a:pt x="92" y="7729"/>
                  <a:pt x="82" y="7722"/>
                </a:cubicBezTo>
                <a:cubicBezTo>
                  <a:pt x="72" y="7716"/>
                  <a:pt x="62" y="7708"/>
                  <a:pt x="54" y="7699"/>
                </a:cubicBezTo>
                <a:cubicBezTo>
                  <a:pt x="45" y="7691"/>
                  <a:pt x="38" y="7682"/>
                  <a:pt x="31" y="7671"/>
                </a:cubicBezTo>
                <a:cubicBezTo>
                  <a:pt x="24" y="7661"/>
                  <a:pt x="18" y="7651"/>
                  <a:pt x="14" y="7639"/>
                </a:cubicBezTo>
                <a:cubicBezTo>
                  <a:pt x="9" y="7628"/>
                  <a:pt x="6" y="7617"/>
                  <a:pt x="3" y="7605"/>
                </a:cubicBezTo>
                <a:cubicBezTo>
                  <a:pt x="1" y="7593"/>
                  <a:pt x="0" y="7581"/>
                  <a:pt x="0" y="7568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533520" y="1343520"/>
            <a:ext cx="8010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きい。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809280" y="287640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3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8"/>
                  <a:pt x="0" y="151"/>
                  <a:pt x="0" y="133"/>
                </a:cubicBezTo>
                <a:cubicBezTo>
                  <a:pt x="0" y="116"/>
                  <a:pt x="4" y="99"/>
                  <a:pt x="11" y="83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3"/>
                </a:cubicBezTo>
                <a:cubicBezTo>
                  <a:pt x="263" y="99"/>
                  <a:pt x="266" y="116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762120" y="2257920"/>
            <a:ext cx="18676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小さい事前学習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059480" y="2755440"/>
            <a:ext cx="47826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ImageNet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のみでは大きな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が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809280" y="367632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5" y="183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40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4"/>
                  <a:pt x="17" y="200"/>
                  <a:pt x="11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1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059480" y="3107880"/>
            <a:ext cx="4762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不利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059480" y="355536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データ不足では帰納バイアスの少なさが弱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809280" y="447660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3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8"/>
                  <a:pt x="0" y="151"/>
                  <a:pt x="0" y="133"/>
                </a:cubicBezTo>
                <a:cubicBezTo>
                  <a:pt x="0" y="116"/>
                  <a:pt x="4" y="98"/>
                  <a:pt x="11" y="82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3" y="98"/>
                  <a:pt x="266" y="116"/>
                  <a:pt x="266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059480" y="3907800"/>
            <a:ext cx="9518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点になる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6238800" y="2076120"/>
            <a:ext cx="5410440" cy="2791440"/>
          </a:xfrm>
          <a:custGeom>
            <a:avLst/>
            <a:gdLst/>
            <a:ahLst/>
            <a:rect l="0" t="0" r="r" b="b"/>
            <a:pathLst>
              <a:path w="15029" h="7754">
                <a:moveTo>
                  <a:pt x="0" y="7568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7568"/>
                </a:lnTo>
                <a:cubicBezTo>
                  <a:pt x="15029" y="7581"/>
                  <a:pt x="15028" y="7593"/>
                  <a:pt x="15025" y="7605"/>
                </a:cubicBezTo>
                <a:cubicBezTo>
                  <a:pt x="15023" y="7617"/>
                  <a:pt x="15020" y="7628"/>
                  <a:pt x="15015" y="7639"/>
                </a:cubicBezTo>
                <a:cubicBezTo>
                  <a:pt x="15010" y="7651"/>
                  <a:pt x="15005" y="7661"/>
                  <a:pt x="14998" y="7671"/>
                </a:cubicBezTo>
                <a:cubicBezTo>
                  <a:pt x="14991" y="7682"/>
                  <a:pt x="14983" y="7691"/>
                  <a:pt x="14975" y="7699"/>
                </a:cubicBezTo>
                <a:cubicBezTo>
                  <a:pt x="14966" y="7708"/>
                  <a:pt x="14957" y="7716"/>
                  <a:pt x="14947" y="7722"/>
                </a:cubicBezTo>
                <a:cubicBezTo>
                  <a:pt x="14937" y="7729"/>
                  <a:pt x="14926" y="7735"/>
                  <a:pt x="14915" y="7740"/>
                </a:cubicBezTo>
                <a:cubicBezTo>
                  <a:pt x="14903" y="7744"/>
                  <a:pt x="14892" y="7748"/>
                  <a:pt x="14880" y="7750"/>
                </a:cubicBezTo>
                <a:cubicBezTo>
                  <a:pt x="14868" y="7753"/>
                  <a:pt x="14856" y="7754"/>
                  <a:pt x="14844" y="7754"/>
                </a:cubicBezTo>
                <a:lnTo>
                  <a:pt x="185" y="7754"/>
                </a:lnTo>
                <a:cubicBezTo>
                  <a:pt x="173" y="7754"/>
                  <a:pt x="161" y="7753"/>
                  <a:pt x="149" y="7750"/>
                </a:cubicBezTo>
                <a:cubicBezTo>
                  <a:pt x="137" y="7748"/>
                  <a:pt x="125" y="7744"/>
                  <a:pt x="114" y="7740"/>
                </a:cubicBezTo>
                <a:cubicBezTo>
                  <a:pt x="103" y="7735"/>
                  <a:pt x="92" y="7729"/>
                  <a:pt x="82" y="7722"/>
                </a:cubicBezTo>
                <a:cubicBezTo>
                  <a:pt x="72" y="7716"/>
                  <a:pt x="63" y="7708"/>
                  <a:pt x="54" y="7699"/>
                </a:cubicBezTo>
                <a:cubicBezTo>
                  <a:pt x="45" y="7691"/>
                  <a:pt x="38" y="7682"/>
                  <a:pt x="31" y="7671"/>
                </a:cubicBezTo>
                <a:cubicBezTo>
                  <a:pt x="24" y="7661"/>
                  <a:pt x="18" y="7651"/>
                  <a:pt x="14" y="7639"/>
                </a:cubicBezTo>
                <a:cubicBezTo>
                  <a:pt x="9" y="7628"/>
                  <a:pt x="6" y="7617"/>
                  <a:pt x="3" y="7605"/>
                </a:cubicBezTo>
                <a:cubicBezTo>
                  <a:pt x="1" y="7593"/>
                  <a:pt x="0" y="7581"/>
                  <a:pt x="0" y="75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6238800" y="2076120"/>
            <a:ext cx="5410440" cy="2791440"/>
          </a:xfrm>
          <a:custGeom>
            <a:avLst/>
            <a:gdLst/>
            <a:ahLst/>
            <a:rect l="0" t="0" r="r" b="b"/>
            <a:pathLst>
              <a:path w="15029" h="7754">
                <a:moveTo>
                  <a:pt x="0" y="7568"/>
                </a:moveTo>
                <a:lnTo>
                  <a:pt x="0" y="186"/>
                </a:lnTo>
                <a:cubicBezTo>
                  <a:pt x="0" y="173"/>
                  <a:pt x="1" y="161"/>
                  <a:pt x="3" y="149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2"/>
                  <a:pt x="14880" y="4"/>
                </a:cubicBezTo>
                <a:cubicBezTo>
                  <a:pt x="14892" y="6"/>
                  <a:pt x="14903" y="10"/>
                  <a:pt x="14915" y="15"/>
                </a:cubicBezTo>
                <a:cubicBezTo>
                  <a:pt x="14926" y="19"/>
                  <a:pt x="14937" y="25"/>
                  <a:pt x="14947" y="32"/>
                </a:cubicBezTo>
                <a:cubicBezTo>
                  <a:pt x="14957" y="38"/>
                  <a:pt x="14966" y="46"/>
                  <a:pt x="14975" y="55"/>
                </a:cubicBezTo>
                <a:cubicBezTo>
                  <a:pt x="14983" y="63"/>
                  <a:pt x="14991" y="73"/>
                  <a:pt x="14998" y="83"/>
                </a:cubicBezTo>
                <a:cubicBezTo>
                  <a:pt x="15005" y="93"/>
                  <a:pt x="15010" y="104"/>
                  <a:pt x="15015" y="115"/>
                </a:cubicBezTo>
                <a:cubicBezTo>
                  <a:pt x="15020" y="126"/>
                  <a:pt x="15023" y="138"/>
                  <a:pt x="15025" y="149"/>
                </a:cubicBezTo>
                <a:cubicBezTo>
                  <a:pt x="15028" y="161"/>
                  <a:pt x="15029" y="173"/>
                  <a:pt x="15029" y="186"/>
                </a:cubicBezTo>
                <a:lnTo>
                  <a:pt x="15029" y="7568"/>
                </a:lnTo>
                <a:cubicBezTo>
                  <a:pt x="15029" y="7581"/>
                  <a:pt x="15028" y="7593"/>
                  <a:pt x="15025" y="7605"/>
                </a:cubicBezTo>
                <a:cubicBezTo>
                  <a:pt x="15023" y="7617"/>
                  <a:pt x="15020" y="7628"/>
                  <a:pt x="15015" y="7639"/>
                </a:cubicBezTo>
                <a:cubicBezTo>
                  <a:pt x="15010" y="7651"/>
                  <a:pt x="15005" y="7661"/>
                  <a:pt x="14998" y="7671"/>
                </a:cubicBezTo>
                <a:cubicBezTo>
                  <a:pt x="14991" y="7682"/>
                  <a:pt x="14983" y="7691"/>
                  <a:pt x="14975" y="7699"/>
                </a:cubicBezTo>
                <a:cubicBezTo>
                  <a:pt x="14966" y="7708"/>
                  <a:pt x="14957" y="7716"/>
                  <a:pt x="14947" y="7722"/>
                </a:cubicBezTo>
                <a:cubicBezTo>
                  <a:pt x="14937" y="7729"/>
                  <a:pt x="14926" y="7735"/>
                  <a:pt x="14915" y="7740"/>
                </a:cubicBezTo>
                <a:cubicBezTo>
                  <a:pt x="14903" y="7744"/>
                  <a:pt x="14892" y="7748"/>
                  <a:pt x="14880" y="7750"/>
                </a:cubicBezTo>
                <a:cubicBezTo>
                  <a:pt x="14868" y="7753"/>
                  <a:pt x="14856" y="7754"/>
                  <a:pt x="14844" y="7754"/>
                </a:cubicBezTo>
                <a:lnTo>
                  <a:pt x="185" y="7754"/>
                </a:lnTo>
                <a:cubicBezTo>
                  <a:pt x="173" y="7754"/>
                  <a:pt x="161" y="7753"/>
                  <a:pt x="149" y="7750"/>
                </a:cubicBezTo>
                <a:cubicBezTo>
                  <a:pt x="137" y="7748"/>
                  <a:pt x="125" y="7744"/>
                  <a:pt x="114" y="7740"/>
                </a:cubicBezTo>
                <a:cubicBezTo>
                  <a:pt x="103" y="7735"/>
                  <a:pt x="92" y="7729"/>
                  <a:pt x="82" y="7722"/>
                </a:cubicBezTo>
                <a:cubicBezTo>
                  <a:pt x="72" y="7716"/>
                  <a:pt x="63" y="7708"/>
                  <a:pt x="54" y="7699"/>
                </a:cubicBezTo>
                <a:cubicBezTo>
                  <a:pt x="45" y="7691"/>
                  <a:pt x="38" y="7682"/>
                  <a:pt x="31" y="7671"/>
                </a:cubicBezTo>
                <a:cubicBezTo>
                  <a:pt x="24" y="7661"/>
                  <a:pt x="18" y="7651"/>
                  <a:pt x="14" y="7639"/>
                </a:cubicBezTo>
                <a:cubicBezTo>
                  <a:pt x="9" y="7628"/>
                  <a:pt x="6" y="7617"/>
                  <a:pt x="3" y="7605"/>
                </a:cubicBezTo>
                <a:cubicBezTo>
                  <a:pt x="1" y="7593"/>
                  <a:pt x="0" y="7581"/>
                  <a:pt x="0" y="7568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1059480" y="4355640"/>
            <a:ext cx="404244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空間関係をデータから学ぶ必要がある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6505560" y="28764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3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3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6458040" y="2257920"/>
            <a:ext cx="186768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大きい事前学習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6505560" y="331452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2"/>
                </a:moveTo>
                <a:cubicBezTo>
                  <a:pt x="265" y="150"/>
                  <a:pt x="262" y="168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8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755760" y="2755440"/>
            <a:ext cx="34502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ImageNet-21k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で性能差が縮まる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6505560" y="3762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49"/>
                  <a:pt x="262" y="166"/>
                  <a:pt x="255" y="182"/>
                </a:cubicBezTo>
                <a:cubicBezTo>
                  <a:pt x="248" y="199"/>
                  <a:pt x="239" y="213"/>
                  <a:pt x="226" y="225"/>
                </a:cubicBezTo>
                <a:cubicBezTo>
                  <a:pt x="214" y="238"/>
                  <a:pt x="200" y="248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8"/>
                  <a:pt x="52" y="238"/>
                  <a:pt x="39" y="225"/>
                </a:cubicBezTo>
                <a:cubicBezTo>
                  <a:pt x="27" y="213"/>
                  <a:pt x="17" y="199"/>
                  <a:pt x="10" y="182"/>
                </a:cubicBezTo>
                <a:cubicBezTo>
                  <a:pt x="3" y="166"/>
                  <a:pt x="0" y="149"/>
                  <a:pt x="0" y="132"/>
                </a:cubicBezTo>
                <a:cubicBezTo>
                  <a:pt x="0" y="114"/>
                  <a:pt x="3" y="97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7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6755760" y="3193560"/>
            <a:ext cx="3852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JFT-300M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では大きな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が強くなる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6755760" y="3641040"/>
            <a:ext cx="45727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ResNet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は早めに頭打ちになり、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は伸び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533160" y="5086080"/>
            <a:ext cx="11125440" cy="857520"/>
          </a:xfrm>
          <a:custGeom>
            <a:avLst/>
            <a:gdLst/>
            <a:ahLst/>
            <a:rect l="0" t="0" r="r" b="b"/>
            <a:pathLst>
              <a:path w="30904" h="2382">
                <a:moveTo>
                  <a:pt x="0" y="0"/>
                </a:moveTo>
                <a:lnTo>
                  <a:pt x="30904" y="0"/>
                </a:lnTo>
                <a:lnTo>
                  <a:pt x="30904" y="2382"/>
                </a:lnTo>
                <a:lnTo>
                  <a:pt x="0" y="2382"/>
                </a:lnTo>
                <a:lnTo>
                  <a:pt x="0" y="0"/>
                </a:lnTo>
                <a:close/>
              </a:path>
            </a:pathLst>
          </a:custGeom>
          <a:solidFill>
            <a:srgbClr val="f8fbf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521640" y="50745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1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89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89"/>
                </a:lnTo>
                <a:lnTo>
                  <a:pt x="30968" y="1689"/>
                </a:lnTo>
                <a:moveTo>
                  <a:pt x="30968" y="1955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5"/>
                </a:lnTo>
                <a:lnTo>
                  <a:pt x="30968" y="1955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8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3"/>
                </a:lnTo>
                <a:lnTo>
                  <a:pt x="0" y="1823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1"/>
                  <a:pt x="117" y="240"/>
                </a:cubicBezTo>
                <a:lnTo>
                  <a:pt x="1" y="236"/>
                </a:lnTo>
                <a:moveTo>
                  <a:pt x="220" y="2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8"/>
                </a:cubicBezTo>
                <a:lnTo>
                  <a:pt x="220" y="2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521640" y="50745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1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89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89"/>
                </a:lnTo>
                <a:lnTo>
                  <a:pt x="30968" y="1689"/>
                </a:lnTo>
                <a:moveTo>
                  <a:pt x="30968" y="1955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5"/>
                </a:lnTo>
                <a:lnTo>
                  <a:pt x="30968" y="1955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8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3"/>
                </a:lnTo>
                <a:lnTo>
                  <a:pt x="0" y="1823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1"/>
                  <a:pt x="117" y="240"/>
                </a:cubicBezTo>
                <a:lnTo>
                  <a:pt x="1" y="236"/>
                </a:lnTo>
                <a:moveTo>
                  <a:pt x="220" y="2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8"/>
                </a:cubicBezTo>
                <a:lnTo>
                  <a:pt x="220" y="2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521640" y="50745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1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89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89"/>
                </a:lnTo>
                <a:lnTo>
                  <a:pt x="30968" y="1689"/>
                </a:lnTo>
                <a:moveTo>
                  <a:pt x="30968" y="1955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5"/>
                </a:lnTo>
                <a:lnTo>
                  <a:pt x="30968" y="1955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8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3"/>
                </a:lnTo>
                <a:lnTo>
                  <a:pt x="0" y="1823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1"/>
                  <a:pt x="117" y="240"/>
                </a:cubicBezTo>
                <a:lnTo>
                  <a:pt x="1" y="236"/>
                </a:lnTo>
                <a:moveTo>
                  <a:pt x="220" y="2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8"/>
                </a:cubicBezTo>
                <a:lnTo>
                  <a:pt x="220" y="2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521640" y="5074560"/>
            <a:ext cx="11148480" cy="880560"/>
          </a:xfrm>
          <a:custGeom>
            <a:avLst/>
            <a:gdLst/>
            <a:ahLst/>
            <a:rect l="0" t="0" r="r" b="b"/>
            <a:pathLst>
              <a:path w="30968" h="2446">
                <a:moveTo>
                  <a:pt x="508" y="0"/>
                </a:moveTo>
                <a:lnTo>
                  <a:pt x="667" y="0"/>
                </a:lnTo>
                <a:lnTo>
                  <a:pt x="667" y="117"/>
                </a:lnTo>
                <a:lnTo>
                  <a:pt x="508" y="117"/>
                </a:lnTo>
                <a:lnTo>
                  <a:pt x="508" y="0"/>
                </a:lnTo>
                <a:moveTo>
                  <a:pt x="772" y="0"/>
                </a:moveTo>
                <a:lnTo>
                  <a:pt x="931" y="0"/>
                </a:lnTo>
                <a:lnTo>
                  <a:pt x="931" y="117"/>
                </a:lnTo>
                <a:lnTo>
                  <a:pt x="772" y="117"/>
                </a:lnTo>
                <a:lnTo>
                  <a:pt x="772" y="0"/>
                </a:lnTo>
                <a:moveTo>
                  <a:pt x="1036" y="0"/>
                </a:moveTo>
                <a:lnTo>
                  <a:pt x="1195" y="0"/>
                </a:lnTo>
                <a:lnTo>
                  <a:pt x="1195" y="117"/>
                </a:lnTo>
                <a:lnTo>
                  <a:pt x="1036" y="117"/>
                </a:lnTo>
                <a:lnTo>
                  <a:pt x="1036" y="0"/>
                </a:lnTo>
                <a:moveTo>
                  <a:pt x="1300" y="0"/>
                </a:moveTo>
                <a:lnTo>
                  <a:pt x="1459" y="0"/>
                </a:lnTo>
                <a:lnTo>
                  <a:pt x="1459" y="117"/>
                </a:lnTo>
                <a:lnTo>
                  <a:pt x="1300" y="117"/>
                </a:lnTo>
                <a:lnTo>
                  <a:pt x="1300" y="0"/>
                </a:lnTo>
                <a:moveTo>
                  <a:pt x="1564" y="0"/>
                </a:moveTo>
                <a:lnTo>
                  <a:pt x="1723" y="0"/>
                </a:lnTo>
                <a:lnTo>
                  <a:pt x="1723" y="117"/>
                </a:lnTo>
                <a:lnTo>
                  <a:pt x="1564" y="117"/>
                </a:lnTo>
                <a:lnTo>
                  <a:pt x="1564" y="0"/>
                </a:lnTo>
                <a:moveTo>
                  <a:pt x="1828" y="0"/>
                </a:moveTo>
                <a:lnTo>
                  <a:pt x="1987" y="0"/>
                </a:lnTo>
                <a:lnTo>
                  <a:pt x="1987" y="117"/>
                </a:lnTo>
                <a:lnTo>
                  <a:pt x="1828" y="117"/>
                </a:lnTo>
                <a:lnTo>
                  <a:pt x="1828" y="0"/>
                </a:lnTo>
                <a:moveTo>
                  <a:pt x="2092" y="0"/>
                </a:moveTo>
                <a:lnTo>
                  <a:pt x="2251" y="0"/>
                </a:lnTo>
                <a:lnTo>
                  <a:pt x="2251" y="117"/>
                </a:lnTo>
                <a:lnTo>
                  <a:pt x="2092" y="117"/>
                </a:lnTo>
                <a:lnTo>
                  <a:pt x="2092" y="0"/>
                </a:lnTo>
                <a:moveTo>
                  <a:pt x="2356" y="0"/>
                </a:moveTo>
                <a:lnTo>
                  <a:pt x="2515" y="0"/>
                </a:lnTo>
                <a:lnTo>
                  <a:pt x="2515" y="117"/>
                </a:lnTo>
                <a:lnTo>
                  <a:pt x="2356" y="117"/>
                </a:lnTo>
                <a:lnTo>
                  <a:pt x="2356" y="0"/>
                </a:lnTo>
                <a:moveTo>
                  <a:pt x="2620" y="0"/>
                </a:moveTo>
                <a:lnTo>
                  <a:pt x="2779" y="0"/>
                </a:lnTo>
                <a:lnTo>
                  <a:pt x="2779" y="117"/>
                </a:lnTo>
                <a:lnTo>
                  <a:pt x="2620" y="117"/>
                </a:lnTo>
                <a:lnTo>
                  <a:pt x="2620" y="0"/>
                </a:lnTo>
                <a:moveTo>
                  <a:pt x="2884" y="0"/>
                </a:moveTo>
                <a:lnTo>
                  <a:pt x="3043" y="0"/>
                </a:lnTo>
                <a:lnTo>
                  <a:pt x="3043" y="117"/>
                </a:lnTo>
                <a:lnTo>
                  <a:pt x="2884" y="117"/>
                </a:lnTo>
                <a:lnTo>
                  <a:pt x="2884" y="0"/>
                </a:lnTo>
                <a:moveTo>
                  <a:pt x="3148" y="0"/>
                </a:moveTo>
                <a:lnTo>
                  <a:pt x="3307" y="0"/>
                </a:lnTo>
                <a:lnTo>
                  <a:pt x="3307" y="117"/>
                </a:lnTo>
                <a:lnTo>
                  <a:pt x="3148" y="117"/>
                </a:lnTo>
                <a:lnTo>
                  <a:pt x="3148" y="0"/>
                </a:lnTo>
                <a:moveTo>
                  <a:pt x="3412" y="0"/>
                </a:moveTo>
                <a:lnTo>
                  <a:pt x="3571" y="0"/>
                </a:lnTo>
                <a:lnTo>
                  <a:pt x="3571" y="117"/>
                </a:lnTo>
                <a:lnTo>
                  <a:pt x="3412" y="117"/>
                </a:lnTo>
                <a:lnTo>
                  <a:pt x="3412" y="0"/>
                </a:lnTo>
                <a:moveTo>
                  <a:pt x="3677" y="0"/>
                </a:moveTo>
                <a:lnTo>
                  <a:pt x="3835" y="0"/>
                </a:lnTo>
                <a:lnTo>
                  <a:pt x="3835" y="117"/>
                </a:lnTo>
                <a:lnTo>
                  <a:pt x="3677" y="117"/>
                </a:lnTo>
                <a:lnTo>
                  <a:pt x="3677" y="0"/>
                </a:lnTo>
                <a:moveTo>
                  <a:pt x="3941" y="0"/>
                </a:moveTo>
                <a:lnTo>
                  <a:pt x="4099" y="0"/>
                </a:lnTo>
                <a:lnTo>
                  <a:pt x="4099" y="117"/>
                </a:lnTo>
                <a:lnTo>
                  <a:pt x="3941" y="117"/>
                </a:lnTo>
                <a:lnTo>
                  <a:pt x="3941" y="0"/>
                </a:lnTo>
                <a:moveTo>
                  <a:pt x="4205" y="0"/>
                </a:moveTo>
                <a:lnTo>
                  <a:pt x="4363" y="0"/>
                </a:lnTo>
                <a:lnTo>
                  <a:pt x="4363" y="117"/>
                </a:lnTo>
                <a:lnTo>
                  <a:pt x="4205" y="117"/>
                </a:lnTo>
                <a:lnTo>
                  <a:pt x="4205" y="0"/>
                </a:lnTo>
                <a:moveTo>
                  <a:pt x="4469" y="0"/>
                </a:moveTo>
                <a:lnTo>
                  <a:pt x="4627" y="0"/>
                </a:lnTo>
                <a:lnTo>
                  <a:pt x="4627" y="117"/>
                </a:lnTo>
                <a:lnTo>
                  <a:pt x="4469" y="117"/>
                </a:lnTo>
                <a:lnTo>
                  <a:pt x="4469" y="0"/>
                </a:lnTo>
                <a:moveTo>
                  <a:pt x="4733" y="0"/>
                </a:moveTo>
                <a:lnTo>
                  <a:pt x="4892" y="0"/>
                </a:lnTo>
                <a:lnTo>
                  <a:pt x="4892" y="117"/>
                </a:lnTo>
                <a:lnTo>
                  <a:pt x="4733" y="117"/>
                </a:lnTo>
                <a:lnTo>
                  <a:pt x="4733" y="0"/>
                </a:lnTo>
                <a:moveTo>
                  <a:pt x="4997" y="0"/>
                </a:moveTo>
                <a:lnTo>
                  <a:pt x="5156" y="0"/>
                </a:lnTo>
                <a:lnTo>
                  <a:pt x="5156" y="117"/>
                </a:lnTo>
                <a:lnTo>
                  <a:pt x="4997" y="117"/>
                </a:lnTo>
                <a:lnTo>
                  <a:pt x="4997" y="0"/>
                </a:lnTo>
                <a:moveTo>
                  <a:pt x="5261" y="0"/>
                </a:moveTo>
                <a:lnTo>
                  <a:pt x="5420" y="0"/>
                </a:lnTo>
                <a:lnTo>
                  <a:pt x="5420" y="117"/>
                </a:lnTo>
                <a:lnTo>
                  <a:pt x="5261" y="117"/>
                </a:lnTo>
                <a:lnTo>
                  <a:pt x="5261" y="0"/>
                </a:lnTo>
                <a:moveTo>
                  <a:pt x="5525" y="0"/>
                </a:moveTo>
                <a:lnTo>
                  <a:pt x="5684" y="0"/>
                </a:lnTo>
                <a:lnTo>
                  <a:pt x="5684" y="117"/>
                </a:lnTo>
                <a:lnTo>
                  <a:pt x="5525" y="117"/>
                </a:lnTo>
                <a:lnTo>
                  <a:pt x="5525" y="0"/>
                </a:lnTo>
                <a:moveTo>
                  <a:pt x="5789" y="0"/>
                </a:moveTo>
                <a:lnTo>
                  <a:pt x="5948" y="0"/>
                </a:lnTo>
                <a:lnTo>
                  <a:pt x="5948" y="117"/>
                </a:lnTo>
                <a:lnTo>
                  <a:pt x="5789" y="117"/>
                </a:lnTo>
                <a:lnTo>
                  <a:pt x="5789" y="0"/>
                </a:lnTo>
                <a:moveTo>
                  <a:pt x="6053" y="0"/>
                </a:moveTo>
                <a:lnTo>
                  <a:pt x="6212" y="0"/>
                </a:lnTo>
                <a:lnTo>
                  <a:pt x="6212" y="117"/>
                </a:lnTo>
                <a:lnTo>
                  <a:pt x="6053" y="117"/>
                </a:lnTo>
                <a:lnTo>
                  <a:pt x="6053" y="0"/>
                </a:lnTo>
                <a:moveTo>
                  <a:pt x="6317" y="0"/>
                </a:moveTo>
                <a:lnTo>
                  <a:pt x="6476" y="0"/>
                </a:lnTo>
                <a:lnTo>
                  <a:pt x="6476" y="117"/>
                </a:lnTo>
                <a:lnTo>
                  <a:pt x="6317" y="117"/>
                </a:lnTo>
                <a:lnTo>
                  <a:pt x="6317" y="0"/>
                </a:lnTo>
                <a:moveTo>
                  <a:pt x="6581" y="0"/>
                </a:moveTo>
                <a:lnTo>
                  <a:pt x="6740" y="0"/>
                </a:lnTo>
                <a:lnTo>
                  <a:pt x="6740" y="117"/>
                </a:lnTo>
                <a:lnTo>
                  <a:pt x="6581" y="117"/>
                </a:lnTo>
                <a:lnTo>
                  <a:pt x="6581" y="0"/>
                </a:lnTo>
                <a:moveTo>
                  <a:pt x="6845" y="0"/>
                </a:moveTo>
                <a:lnTo>
                  <a:pt x="7004" y="0"/>
                </a:lnTo>
                <a:lnTo>
                  <a:pt x="7004" y="117"/>
                </a:lnTo>
                <a:lnTo>
                  <a:pt x="6845" y="117"/>
                </a:lnTo>
                <a:lnTo>
                  <a:pt x="6845" y="0"/>
                </a:lnTo>
                <a:moveTo>
                  <a:pt x="7109" y="0"/>
                </a:moveTo>
                <a:lnTo>
                  <a:pt x="7268" y="0"/>
                </a:lnTo>
                <a:lnTo>
                  <a:pt x="7268" y="117"/>
                </a:lnTo>
                <a:lnTo>
                  <a:pt x="7109" y="117"/>
                </a:lnTo>
                <a:lnTo>
                  <a:pt x="7109" y="0"/>
                </a:lnTo>
                <a:moveTo>
                  <a:pt x="7373" y="0"/>
                </a:moveTo>
                <a:lnTo>
                  <a:pt x="7532" y="0"/>
                </a:lnTo>
                <a:lnTo>
                  <a:pt x="7532" y="117"/>
                </a:lnTo>
                <a:lnTo>
                  <a:pt x="7373" y="117"/>
                </a:lnTo>
                <a:lnTo>
                  <a:pt x="7373" y="0"/>
                </a:lnTo>
                <a:moveTo>
                  <a:pt x="7637" y="0"/>
                </a:moveTo>
                <a:lnTo>
                  <a:pt x="7796" y="0"/>
                </a:lnTo>
                <a:lnTo>
                  <a:pt x="7796" y="117"/>
                </a:lnTo>
                <a:lnTo>
                  <a:pt x="7637" y="117"/>
                </a:lnTo>
                <a:lnTo>
                  <a:pt x="7637" y="0"/>
                </a:lnTo>
                <a:moveTo>
                  <a:pt x="7901" y="0"/>
                </a:moveTo>
                <a:lnTo>
                  <a:pt x="8060" y="0"/>
                </a:lnTo>
                <a:lnTo>
                  <a:pt x="8060" y="117"/>
                </a:lnTo>
                <a:lnTo>
                  <a:pt x="7901" y="117"/>
                </a:lnTo>
                <a:lnTo>
                  <a:pt x="7901" y="0"/>
                </a:lnTo>
                <a:moveTo>
                  <a:pt x="8165" y="0"/>
                </a:moveTo>
                <a:lnTo>
                  <a:pt x="8324" y="0"/>
                </a:lnTo>
                <a:lnTo>
                  <a:pt x="8324" y="117"/>
                </a:lnTo>
                <a:lnTo>
                  <a:pt x="8165" y="117"/>
                </a:lnTo>
                <a:lnTo>
                  <a:pt x="8165" y="0"/>
                </a:lnTo>
                <a:moveTo>
                  <a:pt x="8430" y="0"/>
                </a:moveTo>
                <a:lnTo>
                  <a:pt x="8588" y="0"/>
                </a:lnTo>
                <a:lnTo>
                  <a:pt x="8588" y="117"/>
                </a:lnTo>
                <a:lnTo>
                  <a:pt x="8430" y="117"/>
                </a:lnTo>
                <a:lnTo>
                  <a:pt x="8430" y="0"/>
                </a:lnTo>
                <a:moveTo>
                  <a:pt x="8694" y="0"/>
                </a:moveTo>
                <a:lnTo>
                  <a:pt x="8852" y="0"/>
                </a:lnTo>
                <a:lnTo>
                  <a:pt x="8852" y="117"/>
                </a:lnTo>
                <a:lnTo>
                  <a:pt x="8694" y="117"/>
                </a:lnTo>
                <a:lnTo>
                  <a:pt x="8694" y="0"/>
                </a:lnTo>
                <a:moveTo>
                  <a:pt x="8958" y="0"/>
                </a:moveTo>
                <a:lnTo>
                  <a:pt x="9116" y="0"/>
                </a:lnTo>
                <a:lnTo>
                  <a:pt x="9116" y="117"/>
                </a:lnTo>
                <a:lnTo>
                  <a:pt x="8958" y="117"/>
                </a:lnTo>
                <a:lnTo>
                  <a:pt x="8958" y="0"/>
                </a:lnTo>
                <a:moveTo>
                  <a:pt x="9222" y="0"/>
                </a:moveTo>
                <a:lnTo>
                  <a:pt x="9380" y="0"/>
                </a:lnTo>
                <a:lnTo>
                  <a:pt x="9380" y="117"/>
                </a:lnTo>
                <a:lnTo>
                  <a:pt x="9222" y="117"/>
                </a:lnTo>
                <a:lnTo>
                  <a:pt x="9222" y="0"/>
                </a:lnTo>
                <a:moveTo>
                  <a:pt x="9486" y="0"/>
                </a:moveTo>
                <a:lnTo>
                  <a:pt x="9644" y="0"/>
                </a:lnTo>
                <a:lnTo>
                  <a:pt x="9644" y="117"/>
                </a:lnTo>
                <a:lnTo>
                  <a:pt x="9486" y="117"/>
                </a:lnTo>
                <a:lnTo>
                  <a:pt x="9486" y="0"/>
                </a:lnTo>
                <a:moveTo>
                  <a:pt x="9750" y="0"/>
                </a:moveTo>
                <a:lnTo>
                  <a:pt x="9909" y="0"/>
                </a:lnTo>
                <a:lnTo>
                  <a:pt x="9909" y="117"/>
                </a:lnTo>
                <a:lnTo>
                  <a:pt x="9750" y="117"/>
                </a:lnTo>
                <a:lnTo>
                  <a:pt x="9750" y="0"/>
                </a:lnTo>
                <a:moveTo>
                  <a:pt x="10014" y="0"/>
                </a:moveTo>
                <a:lnTo>
                  <a:pt x="10173" y="0"/>
                </a:lnTo>
                <a:lnTo>
                  <a:pt x="10173" y="117"/>
                </a:lnTo>
                <a:lnTo>
                  <a:pt x="10014" y="117"/>
                </a:lnTo>
                <a:lnTo>
                  <a:pt x="10014" y="0"/>
                </a:lnTo>
                <a:moveTo>
                  <a:pt x="10278" y="0"/>
                </a:moveTo>
                <a:lnTo>
                  <a:pt x="10437" y="0"/>
                </a:lnTo>
                <a:lnTo>
                  <a:pt x="10437" y="117"/>
                </a:lnTo>
                <a:lnTo>
                  <a:pt x="10278" y="117"/>
                </a:lnTo>
                <a:lnTo>
                  <a:pt x="10278" y="0"/>
                </a:lnTo>
                <a:moveTo>
                  <a:pt x="10542" y="0"/>
                </a:moveTo>
                <a:lnTo>
                  <a:pt x="10701" y="0"/>
                </a:lnTo>
                <a:lnTo>
                  <a:pt x="10701" y="117"/>
                </a:lnTo>
                <a:lnTo>
                  <a:pt x="10542" y="117"/>
                </a:lnTo>
                <a:lnTo>
                  <a:pt x="10542" y="0"/>
                </a:lnTo>
                <a:moveTo>
                  <a:pt x="10806" y="0"/>
                </a:moveTo>
                <a:lnTo>
                  <a:pt x="10965" y="0"/>
                </a:lnTo>
                <a:lnTo>
                  <a:pt x="10965" y="117"/>
                </a:lnTo>
                <a:lnTo>
                  <a:pt x="10806" y="117"/>
                </a:lnTo>
                <a:lnTo>
                  <a:pt x="10806" y="0"/>
                </a:lnTo>
                <a:moveTo>
                  <a:pt x="11070" y="0"/>
                </a:moveTo>
                <a:lnTo>
                  <a:pt x="11229" y="0"/>
                </a:lnTo>
                <a:lnTo>
                  <a:pt x="11229" y="117"/>
                </a:lnTo>
                <a:lnTo>
                  <a:pt x="11070" y="117"/>
                </a:lnTo>
                <a:lnTo>
                  <a:pt x="11070" y="0"/>
                </a:lnTo>
                <a:moveTo>
                  <a:pt x="11334" y="0"/>
                </a:moveTo>
                <a:lnTo>
                  <a:pt x="11493" y="0"/>
                </a:lnTo>
                <a:lnTo>
                  <a:pt x="11493" y="117"/>
                </a:lnTo>
                <a:lnTo>
                  <a:pt x="11334" y="117"/>
                </a:lnTo>
                <a:lnTo>
                  <a:pt x="11334" y="0"/>
                </a:lnTo>
                <a:moveTo>
                  <a:pt x="11598" y="0"/>
                </a:moveTo>
                <a:lnTo>
                  <a:pt x="11757" y="0"/>
                </a:lnTo>
                <a:lnTo>
                  <a:pt x="11757" y="117"/>
                </a:lnTo>
                <a:lnTo>
                  <a:pt x="11598" y="117"/>
                </a:lnTo>
                <a:lnTo>
                  <a:pt x="11598" y="0"/>
                </a:lnTo>
                <a:moveTo>
                  <a:pt x="11862" y="0"/>
                </a:moveTo>
                <a:lnTo>
                  <a:pt x="12021" y="0"/>
                </a:lnTo>
                <a:lnTo>
                  <a:pt x="12021" y="117"/>
                </a:lnTo>
                <a:lnTo>
                  <a:pt x="11862" y="117"/>
                </a:lnTo>
                <a:lnTo>
                  <a:pt x="11862" y="0"/>
                </a:lnTo>
                <a:moveTo>
                  <a:pt x="12126" y="0"/>
                </a:moveTo>
                <a:lnTo>
                  <a:pt x="12285" y="0"/>
                </a:lnTo>
                <a:lnTo>
                  <a:pt x="12285" y="117"/>
                </a:lnTo>
                <a:lnTo>
                  <a:pt x="12126" y="117"/>
                </a:lnTo>
                <a:lnTo>
                  <a:pt x="12126" y="0"/>
                </a:lnTo>
                <a:moveTo>
                  <a:pt x="12390" y="0"/>
                </a:moveTo>
                <a:lnTo>
                  <a:pt x="12549" y="0"/>
                </a:lnTo>
                <a:lnTo>
                  <a:pt x="12549" y="117"/>
                </a:lnTo>
                <a:lnTo>
                  <a:pt x="12390" y="117"/>
                </a:lnTo>
                <a:lnTo>
                  <a:pt x="12390" y="0"/>
                </a:lnTo>
                <a:moveTo>
                  <a:pt x="12654" y="0"/>
                </a:moveTo>
                <a:lnTo>
                  <a:pt x="12813" y="0"/>
                </a:lnTo>
                <a:lnTo>
                  <a:pt x="12813" y="117"/>
                </a:lnTo>
                <a:lnTo>
                  <a:pt x="12654" y="117"/>
                </a:lnTo>
                <a:lnTo>
                  <a:pt x="12654" y="0"/>
                </a:lnTo>
                <a:moveTo>
                  <a:pt x="12918" y="0"/>
                </a:moveTo>
                <a:lnTo>
                  <a:pt x="13077" y="0"/>
                </a:lnTo>
                <a:lnTo>
                  <a:pt x="13077" y="117"/>
                </a:lnTo>
                <a:lnTo>
                  <a:pt x="12918" y="117"/>
                </a:lnTo>
                <a:lnTo>
                  <a:pt x="12918" y="0"/>
                </a:lnTo>
                <a:moveTo>
                  <a:pt x="13182" y="0"/>
                </a:moveTo>
                <a:lnTo>
                  <a:pt x="13341" y="0"/>
                </a:lnTo>
                <a:lnTo>
                  <a:pt x="13341" y="117"/>
                </a:lnTo>
                <a:lnTo>
                  <a:pt x="13182" y="117"/>
                </a:lnTo>
                <a:lnTo>
                  <a:pt x="13182" y="0"/>
                </a:lnTo>
                <a:moveTo>
                  <a:pt x="13447" y="0"/>
                </a:moveTo>
                <a:lnTo>
                  <a:pt x="13605" y="0"/>
                </a:lnTo>
                <a:lnTo>
                  <a:pt x="13605" y="117"/>
                </a:lnTo>
                <a:lnTo>
                  <a:pt x="13447" y="117"/>
                </a:lnTo>
                <a:lnTo>
                  <a:pt x="13447" y="0"/>
                </a:lnTo>
                <a:moveTo>
                  <a:pt x="13711" y="0"/>
                </a:moveTo>
                <a:lnTo>
                  <a:pt x="13869" y="0"/>
                </a:lnTo>
                <a:lnTo>
                  <a:pt x="13869" y="117"/>
                </a:lnTo>
                <a:lnTo>
                  <a:pt x="13711" y="117"/>
                </a:lnTo>
                <a:lnTo>
                  <a:pt x="13711" y="0"/>
                </a:lnTo>
                <a:moveTo>
                  <a:pt x="13975" y="0"/>
                </a:moveTo>
                <a:lnTo>
                  <a:pt x="14134" y="0"/>
                </a:lnTo>
                <a:lnTo>
                  <a:pt x="14134" y="117"/>
                </a:lnTo>
                <a:lnTo>
                  <a:pt x="13975" y="117"/>
                </a:lnTo>
                <a:lnTo>
                  <a:pt x="13975" y="0"/>
                </a:lnTo>
                <a:moveTo>
                  <a:pt x="14240" y="0"/>
                </a:moveTo>
                <a:lnTo>
                  <a:pt x="14398" y="0"/>
                </a:lnTo>
                <a:lnTo>
                  <a:pt x="14398" y="117"/>
                </a:lnTo>
                <a:lnTo>
                  <a:pt x="14240" y="117"/>
                </a:lnTo>
                <a:lnTo>
                  <a:pt x="14240" y="0"/>
                </a:lnTo>
                <a:moveTo>
                  <a:pt x="14504" y="0"/>
                </a:moveTo>
                <a:lnTo>
                  <a:pt x="14663" y="0"/>
                </a:lnTo>
                <a:lnTo>
                  <a:pt x="14663" y="117"/>
                </a:lnTo>
                <a:lnTo>
                  <a:pt x="14504" y="117"/>
                </a:lnTo>
                <a:lnTo>
                  <a:pt x="14504" y="0"/>
                </a:lnTo>
                <a:moveTo>
                  <a:pt x="14768" y="0"/>
                </a:moveTo>
                <a:lnTo>
                  <a:pt x="14927" y="0"/>
                </a:lnTo>
                <a:lnTo>
                  <a:pt x="14927" y="117"/>
                </a:lnTo>
                <a:lnTo>
                  <a:pt x="14768" y="117"/>
                </a:lnTo>
                <a:lnTo>
                  <a:pt x="14768" y="0"/>
                </a:lnTo>
                <a:moveTo>
                  <a:pt x="15032" y="0"/>
                </a:moveTo>
                <a:lnTo>
                  <a:pt x="15191" y="0"/>
                </a:lnTo>
                <a:lnTo>
                  <a:pt x="15191" y="117"/>
                </a:lnTo>
                <a:lnTo>
                  <a:pt x="15032" y="117"/>
                </a:lnTo>
                <a:lnTo>
                  <a:pt x="15032" y="0"/>
                </a:lnTo>
                <a:moveTo>
                  <a:pt x="15296" y="0"/>
                </a:moveTo>
                <a:lnTo>
                  <a:pt x="15455" y="0"/>
                </a:lnTo>
                <a:lnTo>
                  <a:pt x="15455" y="117"/>
                </a:lnTo>
                <a:lnTo>
                  <a:pt x="15296" y="117"/>
                </a:lnTo>
                <a:lnTo>
                  <a:pt x="15296" y="0"/>
                </a:lnTo>
                <a:moveTo>
                  <a:pt x="15560" y="0"/>
                </a:moveTo>
                <a:lnTo>
                  <a:pt x="15719" y="0"/>
                </a:lnTo>
                <a:lnTo>
                  <a:pt x="15719" y="117"/>
                </a:lnTo>
                <a:lnTo>
                  <a:pt x="15560" y="117"/>
                </a:lnTo>
                <a:lnTo>
                  <a:pt x="15560" y="0"/>
                </a:lnTo>
                <a:moveTo>
                  <a:pt x="15824" y="0"/>
                </a:moveTo>
                <a:lnTo>
                  <a:pt x="15983" y="0"/>
                </a:lnTo>
                <a:lnTo>
                  <a:pt x="15983" y="117"/>
                </a:lnTo>
                <a:lnTo>
                  <a:pt x="15824" y="117"/>
                </a:lnTo>
                <a:lnTo>
                  <a:pt x="15824" y="0"/>
                </a:lnTo>
                <a:moveTo>
                  <a:pt x="16088" y="0"/>
                </a:moveTo>
                <a:lnTo>
                  <a:pt x="16247" y="0"/>
                </a:lnTo>
                <a:lnTo>
                  <a:pt x="16247" y="117"/>
                </a:lnTo>
                <a:lnTo>
                  <a:pt x="16088" y="117"/>
                </a:lnTo>
                <a:lnTo>
                  <a:pt x="16088" y="0"/>
                </a:lnTo>
                <a:moveTo>
                  <a:pt x="16352" y="0"/>
                </a:moveTo>
                <a:lnTo>
                  <a:pt x="16511" y="0"/>
                </a:lnTo>
                <a:lnTo>
                  <a:pt x="16511" y="117"/>
                </a:lnTo>
                <a:lnTo>
                  <a:pt x="16352" y="117"/>
                </a:lnTo>
                <a:lnTo>
                  <a:pt x="16352" y="0"/>
                </a:lnTo>
                <a:moveTo>
                  <a:pt x="16616" y="0"/>
                </a:moveTo>
                <a:lnTo>
                  <a:pt x="16775" y="0"/>
                </a:lnTo>
                <a:lnTo>
                  <a:pt x="16775" y="117"/>
                </a:lnTo>
                <a:lnTo>
                  <a:pt x="16616" y="117"/>
                </a:lnTo>
                <a:lnTo>
                  <a:pt x="16616" y="0"/>
                </a:lnTo>
                <a:moveTo>
                  <a:pt x="16880" y="0"/>
                </a:moveTo>
                <a:lnTo>
                  <a:pt x="17039" y="0"/>
                </a:lnTo>
                <a:lnTo>
                  <a:pt x="17039" y="117"/>
                </a:lnTo>
                <a:lnTo>
                  <a:pt x="16880" y="117"/>
                </a:lnTo>
                <a:lnTo>
                  <a:pt x="16880" y="0"/>
                </a:lnTo>
                <a:moveTo>
                  <a:pt x="17144" y="0"/>
                </a:moveTo>
                <a:lnTo>
                  <a:pt x="17303" y="0"/>
                </a:lnTo>
                <a:lnTo>
                  <a:pt x="17303" y="117"/>
                </a:lnTo>
                <a:lnTo>
                  <a:pt x="17144" y="117"/>
                </a:lnTo>
                <a:lnTo>
                  <a:pt x="17144" y="0"/>
                </a:lnTo>
                <a:moveTo>
                  <a:pt x="17408" y="0"/>
                </a:moveTo>
                <a:lnTo>
                  <a:pt x="17567" y="0"/>
                </a:lnTo>
                <a:lnTo>
                  <a:pt x="17567" y="117"/>
                </a:lnTo>
                <a:lnTo>
                  <a:pt x="17408" y="117"/>
                </a:lnTo>
                <a:lnTo>
                  <a:pt x="17408" y="0"/>
                </a:lnTo>
                <a:moveTo>
                  <a:pt x="17672" y="0"/>
                </a:moveTo>
                <a:lnTo>
                  <a:pt x="17831" y="0"/>
                </a:lnTo>
                <a:lnTo>
                  <a:pt x="17831" y="117"/>
                </a:lnTo>
                <a:lnTo>
                  <a:pt x="17672" y="117"/>
                </a:lnTo>
                <a:lnTo>
                  <a:pt x="17672" y="0"/>
                </a:lnTo>
                <a:moveTo>
                  <a:pt x="17936" y="0"/>
                </a:moveTo>
                <a:lnTo>
                  <a:pt x="18095" y="0"/>
                </a:lnTo>
                <a:lnTo>
                  <a:pt x="18095" y="117"/>
                </a:lnTo>
                <a:lnTo>
                  <a:pt x="17936" y="117"/>
                </a:lnTo>
                <a:lnTo>
                  <a:pt x="17936" y="0"/>
                </a:lnTo>
                <a:moveTo>
                  <a:pt x="18201" y="0"/>
                </a:moveTo>
                <a:lnTo>
                  <a:pt x="18359" y="0"/>
                </a:lnTo>
                <a:lnTo>
                  <a:pt x="18359" y="117"/>
                </a:lnTo>
                <a:lnTo>
                  <a:pt x="18201" y="117"/>
                </a:lnTo>
                <a:lnTo>
                  <a:pt x="18201" y="0"/>
                </a:lnTo>
                <a:moveTo>
                  <a:pt x="18465" y="0"/>
                </a:moveTo>
                <a:lnTo>
                  <a:pt x="18623" y="0"/>
                </a:lnTo>
                <a:lnTo>
                  <a:pt x="18623" y="117"/>
                </a:lnTo>
                <a:lnTo>
                  <a:pt x="18465" y="117"/>
                </a:lnTo>
                <a:lnTo>
                  <a:pt x="18465" y="0"/>
                </a:lnTo>
                <a:moveTo>
                  <a:pt x="18729" y="0"/>
                </a:moveTo>
                <a:lnTo>
                  <a:pt x="18887" y="0"/>
                </a:lnTo>
                <a:lnTo>
                  <a:pt x="18887" y="117"/>
                </a:lnTo>
                <a:lnTo>
                  <a:pt x="18729" y="117"/>
                </a:lnTo>
                <a:lnTo>
                  <a:pt x="18729" y="0"/>
                </a:lnTo>
                <a:moveTo>
                  <a:pt x="18993" y="0"/>
                </a:moveTo>
                <a:lnTo>
                  <a:pt x="19151" y="0"/>
                </a:lnTo>
                <a:lnTo>
                  <a:pt x="19151" y="117"/>
                </a:lnTo>
                <a:lnTo>
                  <a:pt x="18993" y="117"/>
                </a:lnTo>
                <a:lnTo>
                  <a:pt x="18993" y="0"/>
                </a:lnTo>
                <a:moveTo>
                  <a:pt x="19257" y="0"/>
                </a:moveTo>
                <a:lnTo>
                  <a:pt x="19415" y="0"/>
                </a:lnTo>
                <a:lnTo>
                  <a:pt x="19415" y="117"/>
                </a:lnTo>
                <a:lnTo>
                  <a:pt x="19257" y="117"/>
                </a:lnTo>
                <a:lnTo>
                  <a:pt x="19257" y="0"/>
                </a:lnTo>
                <a:moveTo>
                  <a:pt x="19521" y="0"/>
                </a:moveTo>
                <a:lnTo>
                  <a:pt x="19680" y="0"/>
                </a:lnTo>
                <a:lnTo>
                  <a:pt x="19680" y="117"/>
                </a:lnTo>
                <a:lnTo>
                  <a:pt x="19521" y="117"/>
                </a:lnTo>
                <a:lnTo>
                  <a:pt x="19521" y="0"/>
                </a:lnTo>
                <a:moveTo>
                  <a:pt x="19785" y="0"/>
                </a:moveTo>
                <a:lnTo>
                  <a:pt x="19944" y="0"/>
                </a:lnTo>
                <a:lnTo>
                  <a:pt x="19944" y="117"/>
                </a:lnTo>
                <a:lnTo>
                  <a:pt x="19785" y="117"/>
                </a:lnTo>
                <a:lnTo>
                  <a:pt x="19785" y="0"/>
                </a:lnTo>
                <a:moveTo>
                  <a:pt x="20049" y="0"/>
                </a:moveTo>
                <a:lnTo>
                  <a:pt x="20208" y="0"/>
                </a:lnTo>
                <a:lnTo>
                  <a:pt x="20208" y="117"/>
                </a:lnTo>
                <a:lnTo>
                  <a:pt x="20049" y="117"/>
                </a:lnTo>
                <a:lnTo>
                  <a:pt x="20049" y="0"/>
                </a:lnTo>
                <a:moveTo>
                  <a:pt x="20313" y="0"/>
                </a:moveTo>
                <a:lnTo>
                  <a:pt x="20472" y="0"/>
                </a:lnTo>
                <a:lnTo>
                  <a:pt x="20472" y="117"/>
                </a:lnTo>
                <a:lnTo>
                  <a:pt x="20313" y="117"/>
                </a:lnTo>
                <a:lnTo>
                  <a:pt x="20313" y="0"/>
                </a:lnTo>
                <a:moveTo>
                  <a:pt x="20577" y="0"/>
                </a:moveTo>
                <a:lnTo>
                  <a:pt x="20736" y="0"/>
                </a:lnTo>
                <a:lnTo>
                  <a:pt x="20736" y="117"/>
                </a:lnTo>
                <a:lnTo>
                  <a:pt x="20577" y="117"/>
                </a:lnTo>
                <a:lnTo>
                  <a:pt x="20577" y="0"/>
                </a:lnTo>
                <a:moveTo>
                  <a:pt x="20841" y="0"/>
                </a:moveTo>
                <a:lnTo>
                  <a:pt x="21000" y="0"/>
                </a:lnTo>
                <a:lnTo>
                  <a:pt x="21000" y="117"/>
                </a:lnTo>
                <a:lnTo>
                  <a:pt x="20841" y="117"/>
                </a:lnTo>
                <a:lnTo>
                  <a:pt x="20841" y="0"/>
                </a:lnTo>
                <a:moveTo>
                  <a:pt x="21105" y="0"/>
                </a:moveTo>
                <a:lnTo>
                  <a:pt x="21264" y="0"/>
                </a:lnTo>
                <a:lnTo>
                  <a:pt x="21264" y="117"/>
                </a:lnTo>
                <a:lnTo>
                  <a:pt x="21105" y="117"/>
                </a:lnTo>
                <a:lnTo>
                  <a:pt x="21105" y="0"/>
                </a:lnTo>
                <a:moveTo>
                  <a:pt x="21369" y="0"/>
                </a:moveTo>
                <a:lnTo>
                  <a:pt x="21528" y="0"/>
                </a:lnTo>
                <a:lnTo>
                  <a:pt x="21528" y="117"/>
                </a:lnTo>
                <a:lnTo>
                  <a:pt x="21369" y="117"/>
                </a:lnTo>
                <a:lnTo>
                  <a:pt x="21369" y="0"/>
                </a:lnTo>
                <a:moveTo>
                  <a:pt x="21633" y="0"/>
                </a:moveTo>
                <a:lnTo>
                  <a:pt x="21792" y="0"/>
                </a:lnTo>
                <a:lnTo>
                  <a:pt x="21792" y="117"/>
                </a:lnTo>
                <a:lnTo>
                  <a:pt x="21633" y="117"/>
                </a:lnTo>
                <a:lnTo>
                  <a:pt x="21633" y="0"/>
                </a:lnTo>
                <a:moveTo>
                  <a:pt x="21897" y="0"/>
                </a:moveTo>
                <a:lnTo>
                  <a:pt x="22056" y="0"/>
                </a:lnTo>
                <a:lnTo>
                  <a:pt x="22056" y="117"/>
                </a:lnTo>
                <a:lnTo>
                  <a:pt x="21897" y="117"/>
                </a:lnTo>
                <a:lnTo>
                  <a:pt x="21897" y="0"/>
                </a:lnTo>
                <a:moveTo>
                  <a:pt x="22161" y="0"/>
                </a:moveTo>
                <a:lnTo>
                  <a:pt x="22320" y="0"/>
                </a:lnTo>
                <a:lnTo>
                  <a:pt x="22320" y="117"/>
                </a:lnTo>
                <a:lnTo>
                  <a:pt x="22161" y="117"/>
                </a:lnTo>
                <a:lnTo>
                  <a:pt x="22161" y="0"/>
                </a:lnTo>
                <a:moveTo>
                  <a:pt x="22425" y="0"/>
                </a:moveTo>
                <a:lnTo>
                  <a:pt x="22584" y="0"/>
                </a:lnTo>
                <a:lnTo>
                  <a:pt x="22584" y="117"/>
                </a:lnTo>
                <a:lnTo>
                  <a:pt x="22425" y="117"/>
                </a:lnTo>
                <a:lnTo>
                  <a:pt x="22425" y="0"/>
                </a:lnTo>
                <a:moveTo>
                  <a:pt x="22689" y="0"/>
                </a:moveTo>
                <a:lnTo>
                  <a:pt x="22848" y="0"/>
                </a:lnTo>
                <a:lnTo>
                  <a:pt x="22848" y="117"/>
                </a:lnTo>
                <a:lnTo>
                  <a:pt x="22689" y="117"/>
                </a:lnTo>
                <a:lnTo>
                  <a:pt x="22689" y="0"/>
                </a:lnTo>
                <a:moveTo>
                  <a:pt x="22953" y="0"/>
                </a:moveTo>
                <a:lnTo>
                  <a:pt x="23112" y="0"/>
                </a:lnTo>
                <a:lnTo>
                  <a:pt x="23112" y="117"/>
                </a:lnTo>
                <a:lnTo>
                  <a:pt x="22953" y="117"/>
                </a:lnTo>
                <a:lnTo>
                  <a:pt x="22953" y="0"/>
                </a:lnTo>
                <a:moveTo>
                  <a:pt x="23218" y="0"/>
                </a:moveTo>
                <a:lnTo>
                  <a:pt x="23376" y="0"/>
                </a:lnTo>
                <a:lnTo>
                  <a:pt x="23376" y="117"/>
                </a:lnTo>
                <a:lnTo>
                  <a:pt x="23218" y="117"/>
                </a:lnTo>
                <a:lnTo>
                  <a:pt x="23218" y="0"/>
                </a:lnTo>
                <a:moveTo>
                  <a:pt x="23482" y="0"/>
                </a:moveTo>
                <a:lnTo>
                  <a:pt x="23640" y="0"/>
                </a:lnTo>
                <a:lnTo>
                  <a:pt x="23640" y="117"/>
                </a:lnTo>
                <a:lnTo>
                  <a:pt x="23482" y="117"/>
                </a:lnTo>
                <a:lnTo>
                  <a:pt x="23482" y="0"/>
                </a:lnTo>
                <a:moveTo>
                  <a:pt x="23746" y="0"/>
                </a:moveTo>
                <a:lnTo>
                  <a:pt x="23904" y="0"/>
                </a:lnTo>
                <a:lnTo>
                  <a:pt x="23904" y="117"/>
                </a:lnTo>
                <a:lnTo>
                  <a:pt x="23746" y="117"/>
                </a:lnTo>
                <a:lnTo>
                  <a:pt x="23746" y="0"/>
                </a:lnTo>
                <a:moveTo>
                  <a:pt x="24010" y="0"/>
                </a:moveTo>
                <a:lnTo>
                  <a:pt x="24168" y="0"/>
                </a:lnTo>
                <a:lnTo>
                  <a:pt x="24168" y="117"/>
                </a:lnTo>
                <a:lnTo>
                  <a:pt x="24010" y="117"/>
                </a:lnTo>
                <a:lnTo>
                  <a:pt x="24010" y="0"/>
                </a:lnTo>
                <a:moveTo>
                  <a:pt x="24274" y="0"/>
                </a:moveTo>
                <a:lnTo>
                  <a:pt x="24433" y="0"/>
                </a:lnTo>
                <a:lnTo>
                  <a:pt x="24433" y="117"/>
                </a:lnTo>
                <a:lnTo>
                  <a:pt x="24274" y="117"/>
                </a:lnTo>
                <a:lnTo>
                  <a:pt x="24274" y="0"/>
                </a:lnTo>
                <a:moveTo>
                  <a:pt x="24538" y="0"/>
                </a:moveTo>
                <a:lnTo>
                  <a:pt x="24697" y="0"/>
                </a:lnTo>
                <a:lnTo>
                  <a:pt x="24697" y="117"/>
                </a:lnTo>
                <a:lnTo>
                  <a:pt x="24538" y="117"/>
                </a:lnTo>
                <a:lnTo>
                  <a:pt x="24538" y="0"/>
                </a:lnTo>
                <a:moveTo>
                  <a:pt x="24802" y="0"/>
                </a:moveTo>
                <a:lnTo>
                  <a:pt x="24961" y="0"/>
                </a:lnTo>
                <a:lnTo>
                  <a:pt x="24961" y="117"/>
                </a:lnTo>
                <a:lnTo>
                  <a:pt x="24802" y="117"/>
                </a:lnTo>
                <a:lnTo>
                  <a:pt x="24802" y="0"/>
                </a:lnTo>
                <a:moveTo>
                  <a:pt x="25066" y="0"/>
                </a:moveTo>
                <a:lnTo>
                  <a:pt x="25225" y="0"/>
                </a:lnTo>
                <a:lnTo>
                  <a:pt x="25225" y="117"/>
                </a:lnTo>
                <a:lnTo>
                  <a:pt x="25066" y="117"/>
                </a:lnTo>
                <a:lnTo>
                  <a:pt x="25066" y="0"/>
                </a:lnTo>
                <a:moveTo>
                  <a:pt x="25330" y="0"/>
                </a:moveTo>
                <a:lnTo>
                  <a:pt x="25489" y="0"/>
                </a:lnTo>
                <a:lnTo>
                  <a:pt x="25489" y="117"/>
                </a:lnTo>
                <a:lnTo>
                  <a:pt x="25330" y="117"/>
                </a:lnTo>
                <a:lnTo>
                  <a:pt x="25330" y="0"/>
                </a:lnTo>
                <a:moveTo>
                  <a:pt x="25594" y="0"/>
                </a:moveTo>
                <a:lnTo>
                  <a:pt x="25753" y="0"/>
                </a:lnTo>
                <a:lnTo>
                  <a:pt x="25753" y="117"/>
                </a:lnTo>
                <a:lnTo>
                  <a:pt x="25594" y="117"/>
                </a:lnTo>
                <a:lnTo>
                  <a:pt x="25594" y="0"/>
                </a:lnTo>
                <a:moveTo>
                  <a:pt x="25858" y="0"/>
                </a:moveTo>
                <a:lnTo>
                  <a:pt x="26017" y="0"/>
                </a:lnTo>
                <a:lnTo>
                  <a:pt x="26017" y="117"/>
                </a:lnTo>
                <a:lnTo>
                  <a:pt x="25858" y="117"/>
                </a:lnTo>
                <a:lnTo>
                  <a:pt x="25858" y="0"/>
                </a:lnTo>
                <a:moveTo>
                  <a:pt x="26122" y="0"/>
                </a:moveTo>
                <a:lnTo>
                  <a:pt x="26281" y="0"/>
                </a:lnTo>
                <a:lnTo>
                  <a:pt x="26281" y="117"/>
                </a:lnTo>
                <a:lnTo>
                  <a:pt x="26122" y="117"/>
                </a:lnTo>
                <a:lnTo>
                  <a:pt x="26122" y="0"/>
                </a:lnTo>
                <a:moveTo>
                  <a:pt x="26386" y="0"/>
                </a:moveTo>
                <a:lnTo>
                  <a:pt x="26545" y="0"/>
                </a:lnTo>
                <a:lnTo>
                  <a:pt x="26545" y="117"/>
                </a:lnTo>
                <a:lnTo>
                  <a:pt x="26386" y="117"/>
                </a:lnTo>
                <a:lnTo>
                  <a:pt x="26386" y="0"/>
                </a:lnTo>
                <a:moveTo>
                  <a:pt x="26650" y="0"/>
                </a:moveTo>
                <a:lnTo>
                  <a:pt x="26809" y="0"/>
                </a:lnTo>
                <a:lnTo>
                  <a:pt x="26809" y="117"/>
                </a:lnTo>
                <a:lnTo>
                  <a:pt x="26650" y="117"/>
                </a:lnTo>
                <a:lnTo>
                  <a:pt x="26650" y="0"/>
                </a:lnTo>
                <a:moveTo>
                  <a:pt x="26914" y="0"/>
                </a:moveTo>
                <a:lnTo>
                  <a:pt x="27073" y="0"/>
                </a:lnTo>
                <a:lnTo>
                  <a:pt x="27073" y="117"/>
                </a:lnTo>
                <a:lnTo>
                  <a:pt x="26914" y="117"/>
                </a:lnTo>
                <a:lnTo>
                  <a:pt x="26914" y="0"/>
                </a:lnTo>
                <a:moveTo>
                  <a:pt x="27178" y="0"/>
                </a:moveTo>
                <a:lnTo>
                  <a:pt x="27337" y="0"/>
                </a:lnTo>
                <a:lnTo>
                  <a:pt x="27337" y="117"/>
                </a:lnTo>
                <a:lnTo>
                  <a:pt x="27178" y="117"/>
                </a:lnTo>
                <a:lnTo>
                  <a:pt x="27178" y="0"/>
                </a:lnTo>
                <a:moveTo>
                  <a:pt x="27442" y="0"/>
                </a:moveTo>
                <a:lnTo>
                  <a:pt x="27601" y="0"/>
                </a:lnTo>
                <a:lnTo>
                  <a:pt x="27601" y="117"/>
                </a:lnTo>
                <a:lnTo>
                  <a:pt x="27442" y="117"/>
                </a:lnTo>
                <a:lnTo>
                  <a:pt x="27442" y="0"/>
                </a:lnTo>
                <a:moveTo>
                  <a:pt x="27706" y="0"/>
                </a:moveTo>
                <a:lnTo>
                  <a:pt x="27865" y="0"/>
                </a:lnTo>
                <a:lnTo>
                  <a:pt x="27865" y="117"/>
                </a:lnTo>
                <a:lnTo>
                  <a:pt x="27706" y="117"/>
                </a:lnTo>
                <a:lnTo>
                  <a:pt x="27706" y="0"/>
                </a:lnTo>
                <a:moveTo>
                  <a:pt x="27971" y="0"/>
                </a:moveTo>
                <a:lnTo>
                  <a:pt x="28129" y="0"/>
                </a:lnTo>
                <a:lnTo>
                  <a:pt x="28129" y="117"/>
                </a:lnTo>
                <a:lnTo>
                  <a:pt x="27971" y="117"/>
                </a:lnTo>
                <a:lnTo>
                  <a:pt x="27971" y="0"/>
                </a:lnTo>
                <a:moveTo>
                  <a:pt x="28235" y="0"/>
                </a:moveTo>
                <a:lnTo>
                  <a:pt x="28393" y="0"/>
                </a:lnTo>
                <a:lnTo>
                  <a:pt x="28393" y="117"/>
                </a:lnTo>
                <a:lnTo>
                  <a:pt x="28235" y="117"/>
                </a:lnTo>
                <a:lnTo>
                  <a:pt x="28235" y="0"/>
                </a:lnTo>
                <a:moveTo>
                  <a:pt x="28499" y="0"/>
                </a:moveTo>
                <a:lnTo>
                  <a:pt x="28657" y="0"/>
                </a:lnTo>
                <a:lnTo>
                  <a:pt x="28657" y="117"/>
                </a:lnTo>
                <a:lnTo>
                  <a:pt x="28499" y="117"/>
                </a:lnTo>
                <a:lnTo>
                  <a:pt x="28499" y="0"/>
                </a:lnTo>
                <a:moveTo>
                  <a:pt x="28763" y="0"/>
                </a:moveTo>
                <a:lnTo>
                  <a:pt x="28921" y="0"/>
                </a:lnTo>
                <a:lnTo>
                  <a:pt x="28921" y="117"/>
                </a:lnTo>
                <a:lnTo>
                  <a:pt x="28763" y="117"/>
                </a:lnTo>
                <a:lnTo>
                  <a:pt x="28763" y="0"/>
                </a:lnTo>
                <a:moveTo>
                  <a:pt x="29027" y="0"/>
                </a:moveTo>
                <a:lnTo>
                  <a:pt x="29185" y="0"/>
                </a:lnTo>
                <a:lnTo>
                  <a:pt x="29185" y="117"/>
                </a:lnTo>
                <a:lnTo>
                  <a:pt x="29027" y="117"/>
                </a:lnTo>
                <a:lnTo>
                  <a:pt x="29027" y="0"/>
                </a:lnTo>
                <a:moveTo>
                  <a:pt x="29291" y="0"/>
                </a:moveTo>
                <a:lnTo>
                  <a:pt x="29450" y="0"/>
                </a:lnTo>
                <a:lnTo>
                  <a:pt x="29450" y="117"/>
                </a:lnTo>
                <a:lnTo>
                  <a:pt x="29291" y="117"/>
                </a:lnTo>
                <a:lnTo>
                  <a:pt x="29291" y="0"/>
                </a:lnTo>
                <a:moveTo>
                  <a:pt x="29555" y="0"/>
                </a:moveTo>
                <a:lnTo>
                  <a:pt x="29714" y="0"/>
                </a:lnTo>
                <a:lnTo>
                  <a:pt x="29714" y="117"/>
                </a:lnTo>
                <a:lnTo>
                  <a:pt x="29555" y="117"/>
                </a:lnTo>
                <a:lnTo>
                  <a:pt x="29555" y="0"/>
                </a:lnTo>
                <a:moveTo>
                  <a:pt x="29819" y="0"/>
                </a:moveTo>
                <a:lnTo>
                  <a:pt x="29978" y="0"/>
                </a:lnTo>
                <a:lnTo>
                  <a:pt x="29978" y="117"/>
                </a:lnTo>
                <a:lnTo>
                  <a:pt x="29819" y="117"/>
                </a:lnTo>
                <a:lnTo>
                  <a:pt x="29819" y="0"/>
                </a:lnTo>
                <a:moveTo>
                  <a:pt x="30083" y="0"/>
                </a:moveTo>
                <a:lnTo>
                  <a:pt x="30242" y="0"/>
                </a:lnTo>
                <a:lnTo>
                  <a:pt x="30242" y="117"/>
                </a:lnTo>
                <a:lnTo>
                  <a:pt x="30083" y="117"/>
                </a:lnTo>
                <a:lnTo>
                  <a:pt x="30083" y="0"/>
                </a:lnTo>
                <a:moveTo>
                  <a:pt x="30347" y="0"/>
                </a:moveTo>
                <a:lnTo>
                  <a:pt x="30506" y="0"/>
                </a:lnTo>
                <a:lnTo>
                  <a:pt x="30506" y="117"/>
                </a:lnTo>
                <a:lnTo>
                  <a:pt x="30347" y="117"/>
                </a:lnTo>
                <a:lnTo>
                  <a:pt x="30347" y="0"/>
                </a:lnTo>
                <a:moveTo>
                  <a:pt x="30611" y="0"/>
                </a:moveTo>
                <a:lnTo>
                  <a:pt x="30725" y="0"/>
                </a:lnTo>
                <a:cubicBezTo>
                  <a:pt x="30744" y="0"/>
                  <a:pt x="30764" y="3"/>
                  <a:pt x="30783" y="7"/>
                </a:cubicBezTo>
                <a:lnTo>
                  <a:pt x="30755" y="121"/>
                </a:lnTo>
                <a:cubicBezTo>
                  <a:pt x="30745" y="118"/>
                  <a:pt x="30735" y="117"/>
                  <a:pt x="30725" y="117"/>
                </a:cubicBezTo>
                <a:lnTo>
                  <a:pt x="30611" y="117"/>
                </a:lnTo>
                <a:lnTo>
                  <a:pt x="30611" y="0"/>
                </a:lnTo>
                <a:moveTo>
                  <a:pt x="30902" y="77"/>
                </a:moveTo>
                <a:cubicBezTo>
                  <a:pt x="30946" y="124"/>
                  <a:pt x="30968" y="180"/>
                  <a:pt x="30968" y="244"/>
                </a:cubicBezTo>
                <a:lnTo>
                  <a:pt x="30968" y="264"/>
                </a:lnTo>
                <a:lnTo>
                  <a:pt x="30852" y="264"/>
                </a:lnTo>
                <a:lnTo>
                  <a:pt x="30852" y="244"/>
                </a:lnTo>
                <a:cubicBezTo>
                  <a:pt x="30852" y="210"/>
                  <a:pt x="30840" y="181"/>
                  <a:pt x="30817" y="157"/>
                </a:cubicBezTo>
                <a:lnTo>
                  <a:pt x="30902" y="77"/>
                </a:lnTo>
                <a:moveTo>
                  <a:pt x="30968" y="369"/>
                </a:moveTo>
                <a:lnTo>
                  <a:pt x="30968" y="528"/>
                </a:lnTo>
                <a:lnTo>
                  <a:pt x="30852" y="528"/>
                </a:lnTo>
                <a:lnTo>
                  <a:pt x="30852" y="369"/>
                </a:lnTo>
                <a:lnTo>
                  <a:pt x="30968" y="369"/>
                </a:lnTo>
                <a:moveTo>
                  <a:pt x="30968" y="633"/>
                </a:moveTo>
                <a:lnTo>
                  <a:pt x="30968" y="792"/>
                </a:lnTo>
                <a:lnTo>
                  <a:pt x="30852" y="792"/>
                </a:lnTo>
                <a:lnTo>
                  <a:pt x="30852" y="633"/>
                </a:lnTo>
                <a:lnTo>
                  <a:pt x="30968" y="633"/>
                </a:lnTo>
                <a:moveTo>
                  <a:pt x="30968" y="897"/>
                </a:moveTo>
                <a:lnTo>
                  <a:pt x="30968" y="1056"/>
                </a:lnTo>
                <a:lnTo>
                  <a:pt x="30852" y="1056"/>
                </a:lnTo>
                <a:lnTo>
                  <a:pt x="30852" y="897"/>
                </a:lnTo>
                <a:lnTo>
                  <a:pt x="30968" y="897"/>
                </a:lnTo>
                <a:moveTo>
                  <a:pt x="30968" y="1161"/>
                </a:moveTo>
                <a:lnTo>
                  <a:pt x="30968" y="1320"/>
                </a:lnTo>
                <a:lnTo>
                  <a:pt x="30852" y="1320"/>
                </a:lnTo>
                <a:lnTo>
                  <a:pt x="30852" y="1161"/>
                </a:lnTo>
                <a:lnTo>
                  <a:pt x="30968" y="1161"/>
                </a:lnTo>
                <a:moveTo>
                  <a:pt x="30968" y="1425"/>
                </a:moveTo>
                <a:lnTo>
                  <a:pt x="30968" y="1584"/>
                </a:lnTo>
                <a:lnTo>
                  <a:pt x="30852" y="1584"/>
                </a:lnTo>
                <a:lnTo>
                  <a:pt x="30852" y="1425"/>
                </a:lnTo>
                <a:lnTo>
                  <a:pt x="30968" y="1425"/>
                </a:lnTo>
                <a:moveTo>
                  <a:pt x="30968" y="1689"/>
                </a:moveTo>
                <a:lnTo>
                  <a:pt x="30968" y="1849"/>
                </a:lnTo>
                <a:lnTo>
                  <a:pt x="30852" y="1849"/>
                </a:lnTo>
                <a:lnTo>
                  <a:pt x="30852" y="1689"/>
                </a:lnTo>
                <a:lnTo>
                  <a:pt x="30968" y="1689"/>
                </a:lnTo>
                <a:moveTo>
                  <a:pt x="30968" y="1955"/>
                </a:moveTo>
                <a:lnTo>
                  <a:pt x="30968" y="2113"/>
                </a:lnTo>
                <a:lnTo>
                  <a:pt x="30852" y="2113"/>
                </a:lnTo>
                <a:lnTo>
                  <a:pt x="30852" y="1955"/>
                </a:lnTo>
                <a:lnTo>
                  <a:pt x="30968" y="1955"/>
                </a:lnTo>
                <a:moveTo>
                  <a:pt x="30967" y="2223"/>
                </a:moveTo>
                <a:cubicBezTo>
                  <a:pt x="30961" y="2298"/>
                  <a:pt x="30928" y="2357"/>
                  <a:pt x="30866" y="2401"/>
                </a:cubicBezTo>
                <a:lnTo>
                  <a:pt x="30799" y="2306"/>
                </a:lnTo>
                <a:cubicBezTo>
                  <a:pt x="30831" y="2283"/>
                  <a:pt x="30848" y="2252"/>
                  <a:pt x="30851" y="2213"/>
                </a:cubicBezTo>
                <a:lnTo>
                  <a:pt x="30967" y="2223"/>
                </a:lnTo>
                <a:moveTo>
                  <a:pt x="30736" y="2446"/>
                </a:moveTo>
                <a:cubicBezTo>
                  <a:pt x="30733" y="2446"/>
                  <a:pt x="30729" y="2446"/>
                  <a:pt x="30725" y="2446"/>
                </a:cubicBezTo>
                <a:lnTo>
                  <a:pt x="30575" y="2446"/>
                </a:lnTo>
                <a:lnTo>
                  <a:pt x="30575" y="2330"/>
                </a:lnTo>
                <a:lnTo>
                  <a:pt x="30725" y="2330"/>
                </a:lnTo>
                <a:cubicBezTo>
                  <a:pt x="30727" y="2330"/>
                  <a:pt x="30729" y="2330"/>
                  <a:pt x="30731" y="2330"/>
                </a:cubicBezTo>
                <a:lnTo>
                  <a:pt x="30736" y="2446"/>
                </a:lnTo>
                <a:moveTo>
                  <a:pt x="30470" y="2446"/>
                </a:moveTo>
                <a:lnTo>
                  <a:pt x="30311" y="2446"/>
                </a:lnTo>
                <a:lnTo>
                  <a:pt x="30311" y="2330"/>
                </a:lnTo>
                <a:lnTo>
                  <a:pt x="30470" y="2330"/>
                </a:lnTo>
                <a:lnTo>
                  <a:pt x="30470" y="2446"/>
                </a:lnTo>
                <a:moveTo>
                  <a:pt x="30206" y="2446"/>
                </a:moveTo>
                <a:lnTo>
                  <a:pt x="30047" y="2446"/>
                </a:lnTo>
                <a:lnTo>
                  <a:pt x="30047" y="2330"/>
                </a:lnTo>
                <a:lnTo>
                  <a:pt x="30206" y="2330"/>
                </a:lnTo>
                <a:lnTo>
                  <a:pt x="30206" y="2446"/>
                </a:lnTo>
                <a:moveTo>
                  <a:pt x="29942" y="2446"/>
                </a:moveTo>
                <a:lnTo>
                  <a:pt x="29783" y="2446"/>
                </a:lnTo>
                <a:lnTo>
                  <a:pt x="29783" y="2330"/>
                </a:lnTo>
                <a:lnTo>
                  <a:pt x="29942" y="2330"/>
                </a:lnTo>
                <a:lnTo>
                  <a:pt x="29942" y="2446"/>
                </a:lnTo>
                <a:moveTo>
                  <a:pt x="29678" y="2446"/>
                </a:moveTo>
                <a:lnTo>
                  <a:pt x="29519" y="2446"/>
                </a:lnTo>
                <a:lnTo>
                  <a:pt x="29519" y="2330"/>
                </a:lnTo>
                <a:lnTo>
                  <a:pt x="29678" y="2330"/>
                </a:lnTo>
                <a:lnTo>
                  <a:pt x="29678" y="2446"/>
                </a:lnTo>
                <a:moveTo>
                  <a:pt x="29414" y="2446"/>
                </a:moveTo>
                <a:lnTo>
                  <a:pt x="29255" y="2446"/>
                </a:lnTo>
                <a:lnTo>
                  <a:pt x="29255" y="2330"/>
                </a:lnTo>
                <a:lnTo>
                  <a:pt x="29414" y="2330"/>
                </a:lnTo>
                <a:lnTo>
                  <a:pt x="29414" y="2446"/>
                </a:lnTo>
                <a:moveTo>
                  <a:pt x="29150" y="2446"/>
                </a:moveTo>
                <a:lnTo>
                  <a:pt x="28991" y="2446"/>
                </a:lnTo>
                <a:lnTo>
                  <a:pt x="28991" y="2330"/>
                </a:lnTo>
                <a:lnTo>
                  <a:pt x="29150" y="2330"/>
                </a:lnTo>
                <a:lnTo>
                  <a:pt x="29150" y="2446"/>
                </a:lnTo>
                <a:moveTo>
                  <a:pt x="28886" y="2446"/>
                </a:moveTo>
                <a:lnTo>
                  <a:pt x="28727" y="2446"/>
                </a:lnTo>
                <a:lnTo>
                  <a:pt x="28727" y="2330"/>
                </a:lnTo>
                <a:lnTo>
                  <a:pt x="28886" y="2330"/>
                </a:lnTo>
                <a:lnTo>
                  <a:pt x="28886" y="2446"/>
                </a:lnTo>
                <a:moveTo>
                  <a:pt x="28622" y="2446"/>
                </a:moveTo>
                <a:lnTo>
                  <a:pt x="28463" y="2446"/>
                </a:lnTo>
                <a:lnTo>
                  <a:pt x="28463" y="2330"/>
                </a:lnTo>
                <a:lnTo>
                  <a:pt x="28622" y="2330"/>
                </a:lnTo>
                <a:lnTo>
                  <a:pt x="28622" y="2446"/>
                </a:lnTo>
                <a:moveTo>
                  <a:pt x="28358" y="2446"/>
                </a:moveTo>
                <a:lnTo>
                  <a:pt x="28199" y="2446"/>
                </a:lnTo>
                <a:lnTo>
                  <a:pt x="28199" y="2330"/>
                </a:lnTo>
                <a:lnTo>
                  <a:pt x="28358" y="2330"/>
                </a:lnTo>
                <a:lnTo>
                  <a:pt x="28358" y="2446"/>
                </a:lnTo>
                <a:moveTo>
                  <a:pt x="28094" y="2446"/>
                </a:moveTo>
                <a:lnTo>
                  <a:pt x="27935" y="2446"/>
                </a:lnTo>
                <a:lnTo>
                  <a:pt x="27935" y="2330"/>
                </a:lnTo>
                <a:lnTo>
                  <a:pt x="28094" y="2330"/>
                </a:lnTo>
                <a:lnTo>
                  <a:pt x="28094" y="2446"/>
                </a:lnTo>
                <a:moveTo>
                  <a:pt x="27829" y="2446"/>
                </a:moveTo>
                <a:lnTo>
                  <a:pt x="27671" y="2446"/>
                </a:lnTo>
                <a:lnTo>
                  <a:pt x="27671" y="2330"/>
                </a:lnTo>
                <a:lnTo>
                  <a:pt x="27829" y="2330"/>
                </a:lnTo>
                <a:lnTo>
                  <a:pt x="27829" y="2446"/>
                </a:lnTo>
                <a:moveTo>
                  <a:pt x="27565" y="2446"/>
                </a:moveTo>
                <a:lnTo>
                  <a:pt x="27407" y="2446"/>
                </a:lnTo>
                <a:lnTo>
                  <a:pt x="27407" y="2330"/>
                </a:lnTo>
                <a:lnTo>
                  <a:pt x="27565" y="2330"/>
                </a:lnTo>
                <a:lnTo>
                  <a:pt x="27565" y="2446"/>
                </a:lnTo>
                <a:moveTo>
                  <a:pt x="27301" y="2446"/>
                </a:moveTo>
                <a:lnTo>
                  <a:pt x="27143" y="2446"/>
                </a:lnTo>
                <a:lnTo>
                  <a:pt x="27143" y="2330"/>
                </a:lnTo>
                <a:lnTo>
                  <a:pt x="27301" y="2330"/>
                </a:lnTo>
                <a:lnTo>
                  <a:pt x="27301" y="2446"/>
                </a:lnTo>
                <a:moveTo>
                  <a:pt x="27037" y="2446"/>
                </a:moveTo>
                <a:lnTo>
                  <a:pt x="26879" y="2446"/>
                </a:lnTo>
                <a:lnTo>
                  <a:pt x="26879" y="2330"/>
                </a:lnTo>
                <a:lnTo>
                  <a:pt x="27037" y="2330"/>
                </a:lnTo>
                <a:lnTo>
                  <a:pt x="27037" y="2446"/>
                </a:lnTo>
                <a:moveTo>
                  <a:pt x="26773" y="2446"/>
                </a:moveTo>
                <a:lnTo>
                  <a:pt x="26615" y="2446"/>
                </a:lnTo>
                <a:lnTo>
                  <a:pt x="26615" y="2330"/>
                </a:lnTo>
                <a:lnTo>
                  <a:pt x="26773" y="2330"/>
                </a:lnTo>
                <a:lnTo>
                  <a:pt x="26773" y="2446"/>
                </a:lnTo>
                <a:moveTo>
                  <a:pt x="26509" y="2446"/>
                </a:moveTo>
                <a:lnTo>
                  <a:pt x="26350" y="2446"/>
                </a:lnTo>
                <a:lnTo>
                  <a:pt x="26350" y="2330"/>
                </a:lnTo>
                <a:lnTo>
                  <a:pt x="26509" y="2330"/>
                </a:lnTo>
                <a:lnTo>
                  <a:pt x="26509" y="2446"/>
                </a:lnTo>
                <a:moveTo>
                  <a:pt x="26245" y="2446"/>
                </a:moveTo>
                <a:lnTo>
                  <a:pt x="26086" y="2446"/>
                </a:lnTo>
                <a:lnTo>
                  <a:pt x="26086" y="2330"/>
                </a:lnTo>
                <a:lnTo>
                  <a:pt x="26245" y="2330"/>
                </a:lnTo>
                <a:lnTo>
                  <a:pt x="26245" y="2446"/>
                </a:lnTo>
                <a:moveTo>
                  <a:pt x="25981" y="2446"/>
                </a:moveTo>
                <a:lnTo>
                  <a:pt x="25822" y="2446"/>
                </a:lnTo>
                <a:lnTo>
                  <a:pt x="25822" y="2330"/>
                </a:lnTo>
                <a:lnTo>
                  <a:pt x="25981" y="2330"/>
                </a:lnTo>
                <a:lnTo>
                  <a:pt x="25981" y="2446"/>
                </a:lnTo>
                <a:moveTo>
                  <a:pt x="25717" y="2446"/>
                </a:moveTo>
                <a:lnTo>
                  <a:pt x="25558" y="2446"/>
                </a:lnTo>
                <a:lnTo>
                  <a:pt x="25558" y="2330"/>
                </a:lnTo>
                <a:lnTo>
                  <a:pt x="25717" y="2330"/>
                </a:lnTo>
                <a:lnTo>
                  <a:pt x="25717" y="2446"/>
                </a:lnTo>
                <a:moveTo>
                  <a:pt x="25453" y="2446"/>
                </a:moveTo>
                <a:lnTo>
                  <a:pt x="25294" y="2446"/>
                </a:lnTo>
                <a:lnTo>
                  <a:pt x="25294" y="2330"/>
                </a:lnTo>
                <a:lnTo>
                  <a:pt x="25453" y="2330"/>
                </a:lnTo>
                <a:lnTo>
                  <a:pt x="25453" y="2446"/>
                </a:lnTo>
                <a:moveTo>
                  <a:pt x="25189" y="2446"/>
                </a:moveTo>
                <a:lnTo>
                  <a:pt x="25030" y="2446"/>
                </a:lnTo>
                <a:lnTo>
                  <a:pt x="25030" y="2330"/>
                </a:lnTo>
                <a:lnTo>
                  <a:pt x="25189" y="2330"/>
                </a:lnTo>
                <a:lnTo>
                  <a:pt x="25189" y="2446"/>
                </a:lnTo>
                <a:moveTo>
                  <a:pt x="24925" y="2446"/>
                </a:moveTo>
                <a:lnTo>
                  <a:pt x="24766" y="2446"/>
                </a:lnTo>
                <a:lnTo>
                  <a:pt x="24766" y="2330"/>
                </a:lnTo>
                <a:lnTo>
                  <a:pt x="24925" y="2330"/>
                </a:lnTo>
                <a:lnTo>
                  <a:pt x="24925" y="2446"/>
                </a:lnTo>
                <a:moveTo>
                  <a:pt x="24661" y="2446"/>
                </a:moveTo>
                <a:lnTo>
                  <a:pt x="24502" y="2446"/>
                </a:lnTo>
                <a:lnTo>
                  <a:pt x="24502" y="2330"/>
                </a:lnTo>
                <a:lnTo>
                  <a:pt x="24661" y="2330"/>
                </a:lnTo>
                <a:lnTo>
                  <a:pt x="24661" y="2446"/>
                </a:lnTo>
                <a:moveTo>
                  <a:pt x="24397" y="2446"/>
                </a:moveTo>
                <a:lnTo>
                  <a:pt x="24238" y="2446"/>
                </a:lnTo>
                <a:lnTo>
                  <a:pt x="24238" y="2330"/>
                </a:lnTo>
                <a:lnTo>
                  <a:pt x="24397" y="2330"/>
                </a:lnTo>
                <a:lnTo>
                  <a:pt x="24397" y="2446"/>
                </a:lnTo>
                <a:moveTo>
                  <a:pt x="24133" y="2446"/>
                </a:moveTo>
                <a:lnTo>
                  <a:pt x="23974" y="2446"/>
                </a:lnTo>
                <a:lnTo>
                  <a:pt x="23974" y="2330"/>
                </a:lnTo>
                <a:lnTo>
                  <a:pt x="24133" y="2330"/>
                </a:lnTo>
                <a:lnTo>
                  <a:pt x="24133" y="2446"/>
                </a:lnTo>
                <a:moveTo>
                  <a:pt x="23869" y="2446"/>
                </a:moveTo>
                <a:lnTo>
                  <a:pt x="23710" y="2446"/>
                </a:lnTo>
                <a:lnTo>
                  <a:pt x="23710" y="2330"/>
                </a:lnTo>
                <a:lnTo>
                  <a:pt x="23869" y="2330"/>
                </a:lnTo>
                <a:lnTo>
                  <a:pt x="23869" y="2446"/>
                </a:lnTo>
                <a:moveTo>
                  <a:pt x="23605" y="2446"/>
                </a:moveTo>
                <a:lnTo>
                  <a:pt x="23446" y="2446"/>
                </a:lnTo>
                <a:lnTo>
                  <a:pt x="23446" y="2330"/>
                </a:lnTo>
                <a:lnTo>
                  <a:pt x="23605" y="2330"/>
                </a:lnTo>
                <a:lnTo>
                  <a:pt x="23605" y="2446"/>
                </a:lnTo>
                <a:moveTo>
                  <a:pt x="23341" y="2446"/>
                </a:moveTo>
                <a:lnTo>
                  <a:pt x="23182" y="2446"/>
                </a:lnTo>
                <a:lnTo>
                  <a:pt x="23182" y="2330"/>
                </a:lnTo>
                <a:lnTo>
                  <a:pt x="23341" y="2330"/>
                </a:lnTo>
                <a:lnTo>
                  <a:pt x="23341" y="2446"/>
                </a:lnTo>
                <a:moveTo>
                  <a:pt x="23077" y="2446"/>
                </a:moveTo>
                <a:lnTo>
                  <a:pt x="22918" y="2446"/>
                </a:lnTo>
                <a:lnTo>
                  <a:pt x="22918" y="2330"/>
                </a:lnTo>
                <a:lnTo>
                  <a:pt x="23077" y="2330"/>
                </a:lnTo>
                <a:lnTo>
                  <a:pt x="23077" y="2446"/>
                </a:lnTo>
                <a:moveTo>
                  <a:pt x="22812" y="2446"/>
                </a:moveTo>
                <a:lnTo>
                  <a:pt x="22654" y="2446"/>
                </a:lnTo>
                <a:lnTo>
                  <a:pt x="22654" y="2330"/>
                </a:lnTo>
                <a:lnTo>
                  <a:pt x="22812" y="2330"/>
                </a:lnTo>
                <a:lnTo>
                  <a:pt x="22812" y="2446"/>
                </a:lnTo>
                <a:moveTo>
                  <a:pt x="22548" y="2446"/>
                </a:moveTo>
                <a:lnTo>
                  <a:pt x="22390" y="2446"/>
                </a:lnTo>
                <a:lnTo>
                  <a:pt x="22390" y="2330"/>
                </a:lnTo>
                <a:lnTo>
                  <a:pt x="22548" y="2330"/>
                </a:lnTo>
                <a:lnTo>
                  <a:pt x="22548" y="2446"/>
                </a:lnTo>
                <a:moveTo>
                  <a:pt x="22284" y="2446"/>
                </a:moveTo>
                <a:lnTo>
                  <a:pt x="22126" y="2446"/>
                </a:lnTo>
                <a:lnTo>
                  <a:pt x="22126" y="2330"/>
                </a:lnTo>
                <a:lnTo>
                  <a:pt x="22284" y="2330"/>
                </a:lnTo>
                <a:lnTo>
                  <a:pt x="22284" y="2446"/>
                </a:lnTo>
                <a:moveTo>
                  <a:pt x="22020" y="2446"/>
                </a:moveTo>
                <a:lnTo>
                  <a:pt x="21862" y="2446"/>
                </a:lnTo>
                <a:lnTo>
                  <a:pt x="21862" y="2330"/>
                </a:lnTo>
                <a:lnTo>
                  <a:pt x="22020" y="2330"/>
                </a:lnTo>
                <a:lnTo>
                  <a:pt x="22020" y="2446"/>
                </a:lnTo>
                <a:moveTo>
                  <a:pt x="21756" y="2446"/>
                </a:moveTo>
                <a:lnTo>
                  <a:pt x="21597" y="2446"/>
                </a:lnTo>
                <a:lnTo>
                  <a:pt x="21597" y="2330"/>
                </a:lnTo>
                <a:lnTo>
                  <a:pt x="21756" y="2330"/>
                </a:lnTo>
                <a:lnTo>
                  <a:pt x="21756" y="2446"/>
                </a:lnTo>
                <a:moveTo>
                  <a:pt x="21492" y="2446"/>
                </a:moveTo>
                <a:lnTo>
                  <a:pt x="21333" y="2446"/>
                </a:lnTo>
                <a:lnTo>
                  <a:pt x="21333" y="2330"/>
                </a:lnTo>
                <a:lnTo>
                  <a:pt x="21492" y="2330"/>
                </a:lnTo>
                <a:lnTo>
                  <a:pt x="21492" y="2446"/>
                </a:lnTo>
                <a:moveTo>
                  <a:pt x="21228" y="2446"/>
                </a:moveTo>
                <a:lnTo>
                  <a:pt x="21069" y="2446"/>
                </a:lnTo>
                <a:lnTo>
                  <a:pt x="21069" y="2330"/>
                </a:lnTo>
                <a:lnTo>
                  <a:pt x="21228" y="2330"/>
                </a:lnTo>
                <a:lnTo>
                  <a:pt x="21228" y="2446"/>
                </a:lnTo>
                <a:moveTo>
                  <a:pt x="20964" y="2446"/>
                </a:moveTo>
                <a:lnTo>
                  <a:pt x="20805" y="2446"/>
                </a:lnTo>
                <a:lnTo>
                  <a:pt x="20805" y="2330"/>
                </a:lnTo>
                <a:lnTo>
                  <a:pt x="20964" y="2330"/>
                </a:lnTo>
                <a:lnTo>
                  <a:pt x="20964" y="2446"/>
                </a:lnTo>
                <a:moveTo>
                  <a:pt x="20700" y="2446"/>
                </a:moveTo>
                <a:lnTo>
                  <a:pt x="20541" y="2446"/>
                </a:lnTo>
                <a:lnTo>
                  <a:pt x="20541" y="2330"/>
                </a:lnTo>
                <a:lnTo>
                  <a:pt x="20700" y="2330"/>
                </a:lnTo>
                <a:lnTo>
                  <a:pt x="20700" y="2446"/>
                </a:lnTo>
                <a:moveTo>
                  <a:pt x="20436" y="2446"/>
                </a:moveTo>
                <a:lnTo>
                  <a:pt x="20277" y="2446"/>
                </a:lnTo>
                <a:lnTo>
                  <a:pt x="20277" y="2330"/>
                </a:lnTo>
                <a:lnTo>
                  <a:pt x="20436" y="2330"/>
                </a:lnTo>
                <a:lnTo>
                  <a:pt x="20436" y="2446"/>
                </a:lnTo>
                <a:moveTo>
                  <a:pt x="20172" y="2446"/>
                </a:moveTo>
                <a:lnTo>
                  <a:pt x="20013" y="2446"/>
                </a:lnTo>
                <a:lnTo>
                  <a:pt x="20013" y="2330"/>
                </a:lnTo>
                <a:lnTo>
                  <a:pt x="20172" y="2330"/>
                </a:lnTo>
                <a:lnTo>
                  <a:pt x="20172" y="2446"/>
                </a:lnTo>
                <a:moveTo>
                  <a:pt x="19908" y="2446"/>
                </a:moveTo>
                <a:lnTo>
                  <a:pt x="19749" y="2446"/>
                </a:lnTo>
                <a:lnTo>
                  <a:pt x="19749" y="2330"/>
                </a:lnTo>
                <a:lnTo>
                  <a:pt x="19908" y="2330"/>
                </a:lnTo>
                <a:lnTo>
                  <a:pt x="19908" y="2446"/>
                </a:lnTo>
                <a:moveTo>
                  <a:pt x="19644" y="2446"/>
                </a:moveTo>
                <a:lnTo>
                  <a:pt x="19485" y="2446"/>
                </a:lnTo>
                <a:lnTo>
                  <a:pt x="19485" y="2330"/>
                </a:lnTo>
                <a:lnTo>
                  <a:pt x="19644" y="2330"/>
                </a:lnTo>
                <a:lnTo>
                  <a:pt x="19644" y="2446"/>
                </a:lnTo>
                <a:moveTo>
                  <a:pt x="19380" y="2446"/>
                </a:moveTo>
                <a:lnTo>
                  <a:pt x="19221" y="2446"/>
                </a:lnTo>
                <a:lnTo>
                  <a:pt x="19221" y="2330"/>
                </a:lnTo>
                <a:lnTo>
                  <a:pt x="19380" y="2330"/>
                </a:lnTo>
                <a:lnTo>
                  <a:pt x="19380" y="2446"/>
                </a:lnTo>
                <a:moveTo>
                  <a:pt x="19116" y="2446"/>
                </a:moveTo>
                <a:lnTo>
                  <a:pt x="18957" y="2446"/>
                </a:lnTo>
                <a:lnTo>
                  <a:pt x="18957" y="2330"/>
                </a:lnTo>
                <a:lnTo>
                  <a:pt x="19116" y="2330"/>
                </a:lnTo>
                <a:lnTo>
                  <a:pt x="19116" y="2446"/>
                </a:lnTo>
                <a:moveTo>
                  <a:pt x="18852" y="2446"/>
                </a:moveTo>
                <a:lnTo>
                  <a:pt x="18693" y="2446"/>
                </a:lnTo>
                <a:lnTo>
                  <a:pt x="18693" y="2330"/>
                </a:lnTo>
                <a:lnTo>
                  <a:pt x="18852" y="2330"/>
                </a:lnTo>
                <a:lnTo>
                  <a:pt x="18852" y="2446"/>
                </a:lnTo>
                <a:moveTo>
                  <a:pt x="18588" y="2446"/>
                </a:moveTo>
                <a:lnTo>
                  <a:pt x="18429" y="2446"/>
                </a:lnTo>
                <a:lnTo>
                  <a:pt x="18429" y="2330"/>
                </a:lnTo>
                <a:lnTo>
                  <a:pt x="18588" y="2330"/>
                </a:lnTo>
                <a:lnTo>
                  <a:pt x="18588" y="2446"/>
                </a:lnTo>
                <a:moveTo>
                  <a:pt x="18324" y="2446"/>
                </a:moveTo>
                <a:lnTo>
                  <a:pt x="18165" y="2446"/>
                </a:lnTo>
                <a:lnTo>
                  <a:pt x="18165" y="2330"/>
                </a:lnTo>
                <a:lnTo>
                  <a:pt x="18324" y="2330"/>
                </a:lnTo>
                <a:lnTo>
                  <a:pt x="18324" y="2446"/>
                </a:lnTo>
                <a:moveTo>
                  <a:pt x="18059" y="2446"/>
                </a:moveTo>
                <a:lnTo>
                  <a:pt x="17901" y="2446"/>
                </a:lnTo>
                <a:lnTo>
                  <a:pt x="17901" y="2330"/>
                </a:lnTo>
                <a:lnTo>
                  <a:pt x="18059" y="2330"/>
                </a:lnTo>
                <a:lnTo>
                  <a:pt x="18059" y="2446"/>
                </a:lnTo>
                <a:moveTo>
                  <a:pt x="17795" y="2446"/>
                </a:moveTo>
                <a:lnTo>
                  <a:pt x="17637" y="2446"/>
                </a:lnTo>
                <a:lnTo>
                  <a:pt x="17637" y="2330"/>
                </a:lnTo>
                <a:lnTo>
                  <a:pt x="17795" y="2330"/>
                </a:lnTo>
                <a:lnTo>
                  <a:pt x="17795" y="2446"/>
                </a:lnTo>
                <a:moveTo>
                  <a:pt x="17531" y="2446"/>
                </a:moveTo>
                <a:lnTo>
                  <a:pt x="17373" y="2446"/>
                </a:lnTo>
                <a:lnTo>
                  <a:pt x="17373" y="2330"/>
                </a:lnTo>
                <a:lnTo>
                  <a:pt x="17531" y="2330"/>
                </a:lnTo>
                <a:lnTo>
                  <a:pt x="17531" y="2446"/>
                </a:lnTo>
                <a:moveTo>
                  <a:pt x="17267" y="2446"/>
                </a:moveTo>
                <a:lnTo>
                  <a:pt x="17109" y="2446"/>
                </a:lnTo>
                <a:lnTo>
                  <a:pt x="17109" y="2330"/>
                </a:lnTo>
                <a:lnTo>
                  <a:pt x="17267" y="2330"/>
                </a:lnTo>
                <a:lnTo>
                  <a:pt x="17267" y="2446"/>
                </a:lnTo>
                <a:moveTo>
                  <a:pt x="17003" y="2446"/>
                </a:moveTo>
                <a:lnTo>
                  <a:pt x="16845" y="2446"/>
                </a:lnTo>
                <a:lnTo>
                  <a:pt x="16845" y="2330"/>
                </a:lnTo>
                <a:lnTo>
                  <a:pt x="17003" y="2330"/>
                </a:lnTo>
                <a:lnTo>
                  <a:pt x="17003" y="2446"/>
                </a:lnTo>
                <a:moveTo>
                  <a:pt x="16739" y="2446"/>
                </a:moveTo>
                <a:lnTo>
                  <a:pt x="16580" y="2446"/>
                </a:lnTo>
                <a:lnTo>
                  <a:pt x="16580" y="2330"/>
                </a:lnTo>
                <a:lnTo>
                  <a:pt x="16739" y="2330"/>
                </a:lnTo>
                <a:lnTo>
                  <a:pt x="16739" y="2446"/>
                </a:lnTo>
                <a:moveTo>
                  <a:pt x="16475" y="2446"/>
                </a:moveTo>
                <a:lnTo>
                  <a:pt x="16316" y="2446"/>
                </a:lnTo>
                <a:lnTo>
                  <a:pt x="16316" y="2330"/>
                </a:lnTo>
                <a:lnTo>
                  <a:pt x="16475" y="2330"/>
                </a:lnTo>
                <a:lnTo>
                  <a:pt x="16475" y="2446"/>
                </a:lnTo>
                <a:moveTo>
                  <a:pt x="16211" y="2446"/>
                </a:moveTo>
                <a:lnTo>
                  <a:pt x="16052" y="2446"/>
                </a:lnTo>
                <a:lnTo>
                  <a:pt x="16052" y="2330"/>
                </a:lnTo>
                <a:lnTo>
                  <a:pt x="16211" y="2330"/>
                </a:lnTo>
                <a:lnTo>
                  <a:pt x="16211" y="2446"/>
                </a:lnTo>
                <a:moveTo>
                  <a:pt x="15947" y="2446"/>
                </a:moveTo>
                <a:lnTo>
                  <a:pt x="15788" y="2446"/>
                </a:lnTo>
                <a:lnTo>
                  <a:pt x="15788" y="2330"/>
                </a:lnTo>
                <a:lnTo>
                  <a:pt x="15947" y="2330"/>
                </a:lnTo>
                <a:lnTo>
                  <a:pt x="15947" y="2446"/>
                </a:lnTo>
                <a:moveTo>
                  <a:pt x="15683" y="2446"/>
                </a:moveTo>
                <a:lnTo>
                  <a:pt x="15524" y="2446"/>
                </a:lnTo>
                <a:lnTo>
                  <a:pt x="15524" y="2330"/>
                </a:lnTo>
                <a:lnTo>
                  <a:pt x="15683" y="2330"/>
                </a:lnTo>
                <a:lnTo>
                  <a:pt x="15683" y="2446"/>
                </a:lnTo>
                <a:moveTo>
                  <a:pt x="15419" y="2446"/>
                </a:moveTo>
                <a:lnTo>
                  <a:pt x="15260" y="2446"/>
                </a:lnTo>
                <a:lnTo>
                  <a:pt x="15260" y="2330"/>
                </a:lnTo>
                <a:lnTo>
                  <a:pt x="15419" y="2330"/>
                </a:lnTo>
                <a:lnTo>
                  <a:pt x="15419" y="2446"/>
                </a:lnTo>
                <a:moveTo>
                  <a:pt x="15155" y="2446"/>
                </a:moveTo>
                <a:lnTo>
                  <a:pt x="14996" y="2446"/>
                </a:lnTo>
                <a:lnTo>
                  <a:pt x="14996" y="2330"/>
                </a:lnTo>
                <a:lnTo>
                  <a:pt x="15155" y="2330"/>
                </a:lnTo>
                <a:lnTo>
                  <a:pt x="15155" y="2446"/>
                </a:lnTo>
                <a:moveTo>
                  <a:pt x="14891" y="2446"/>
                </a:moveTo>
                <a:lnTo>
                  <a:pt x="14732" y="2446"/>
                </a:lnTo>
                <a:lnTo>
                  <a:pt x="14732" y="2330"/>
                </a:lnTo>
                <a:lnTo>
                  <a:pt x="14891" y="2330"/>
                </a:lnTo>
                <a:lnTo>
                  <a:pt x="14891" y="2446"/>
                </a:lnTo>
                <a:moveTo>
                  <a:pt x="14627" y="2446"/>
                </a:moveTo>
                <a:lnTo>
                  <a:pt x="14468" y="2446"/>
                </a:lnTo>
                <a:lnTo>
                  <a:pt x="14468" y="2330"/>
                </a:lnTo>
                <a:lnTo>
                  <a:pt x="14627" y="2330"/>
                </a:lnTo>
                <a:lnTo>
                  <a:pt x="14627" y="2446"/>
                </a:lnTo>
                <a:moveTo>
                  <a:pt x="14363" y="2446"/>
                </a:moveTo>
                <a:lnTo>
                  <a:pt x="14204" y="2446"/>
                </a:lnTo>
                <a:lnTo>
                  <a:pt x="14204" y="2330"/>
                </a:lnTo>
                <a:lnTo>
                  <a:pt x="14363" y="2330"/>
                </a:lnTo>
                <a:lnTo>
                  <a:pt x="14363" y="2446"/>
                </a:lnTo>
                <a:moveTo>
                  <a:pt x="14099" y="2446"/>
                </a:moveTo>
                <a:lnTo>
                  <a:pt x="13939" y="2446"/>
                </a:lnTo>
                <a:lnTo>
                  <a:pt x="13939" y="2330"/>
                </a:lnTo>
                <a:lnTo>
                  <a:pt x="14099" y="2330"/>
                </a:lnTo>
                <a:lnTo>
                  <a:pt x="14099" y="2446"/>
                </a:lnTo>
                <a:moveTo>
                  <a:pt x="13834" y="2446"/>
                </a:moveTo>
                <a:lnTo>
                  <a:pt x="13675" y="2446"/>
                </a:lnTo>
                <a:lnTo>
                  <a:pt x="13675" y="2330"/>
                </a:lnTo>
                <a:lnTo>
                  <a:pt x="13834" y="2330"/>
                </a:lnTo>
                <a:lnTo>
                  <a:pt x="13834" y="2446"/>
                </a:lnTo>
                <a:moveTo>
                  <a:pt x="13570" y="2446"/>
                </a:moveTo>
                <a:lnTo>
                  <a:pt x="13411" y="2446"/>
                </a:lnTo>
                <a:lnTo>
                  <a:pt x="13411" y="2330"/>
                </a:lnTo>
                <a:lnTo>
                  <a:pt x="13570" y="2330"/>
                </a:lnTo>
                <a:lnTo>
                  <a:pt x="13570" y="2446"/>
                </a:lnTo>
                <a:moveTo>
                  <a:pt x="13306" y="2446"/>
                </a:moveTo>
                <a:lnTo>
                  <a:pt x="13147" y="2446"/>
                </a:lnTo>
                <a:lnTo>
                  <a:pt x="13147" y="2330"/>
                </a:lnTo>
                <a:lnTo>
                  <a:pt x="13306" y="2330"/>
                </a:lnTo>
                <a:lnTo>
                  <a:pt x="13306" y="2446"/>
                </a:lnTo>
                <a:moveTo>
                  <a:pt x="13041" y="2446"/>
                </a:moveTo>
                <a:lnTo>
                  <a:pt x="12883" y="2446"/>
                </a:lnTo>
                <a:lnTo>
                  <a:pt x="12883" y="2330"/>
                </a:lnTo>
                <a:lnTo>
                  <a:pt x="13041" y="2330"/>
                </a:lnTo>
                <a:lnTo>
                  <a:pt x="13041" y="2446"/>
                </a:lnTo>
                <a:moveTo>
                  <a:pt x="12777" y="2446"/>
                </a:moveTo>
                <a:lnTo>
                  <a:pt x="12619" y="2446"/>
                </a:lnTo>
                <a:lnTo>
                  <a:pt x="12619" y="2330"/>
                </a:lnTo>
                <a:lnTo>
                  <a:pt x="12777" y="2330"/>
                </a:lnTo>
                <a:lnTo>
                  <a:pt x="12777" y="2446"/>
                </a:lnTo>
                <a:moveTo>
                  <a:pt x="12513" y="2446"/>
                </a:moveTo>
                <a:lnTo>
                  <a:pt x="12355" y="2446"/>
                </a:lnTo>
                <a:lnTo>
                  <a:pt x="12355" y="2330"/>
                </a:lnTo>
                <a:lnTo>
                  <a:pt x="12513" y="2330"/>
                </a:lnTo>
                <a:lnTo>
                  <a:pt x="12513" y="2446"/>
                </a:lnTo>
                <a:moveTo>
                  <a:pt x="12249" y="2446"/>
                </a:moveTo>
                <a:lnTo>
                  <a:pt x="12091" y="2446"/>
                </a:lnTo>
                <a:lnTo>
                  <a:pt x="12091" y="2330"/>
                </a:lnTo>
                <a:lnTo>
                  <a:pt x="12249" y="2330"/>
                </a:lnTo>
                <a:lnTo>
                  <a:pt x="12249" y="2446"/>
                </a:lnTo>
                <a:moveTo>
                  <a:pt x="11985" y="2446"/>
                </a:moveTo>
                <a:lnTo>
                  <a:pt x="11826" y="2446"/>
                </a:lnTo>
                <a:lnTo>
                  <a:pt x="11826" y="2330"/>
                </a:lnTo>
                <a:lnTo>
                  <a:pt x="11985" y="2330"/>
                </a:lnTo>
                <a:lnTo>
                  <a:pt x="11985" y="2446"/>
                </a:lnTo>
                <a:moveTo>
                  <a:pt x="11721" y="2446"/>
                </a:moveTo>
                <a:lnTo>
                  <a:pt x="11562" y="2446"/>
                </a:lnTo>
                <a:lnTo>
                  <a:pt x="11562" y="2330"/>
                </a:lnTo>
                <a:lnTo>
                  <a:pt x="11721" y="2330"/>
                </a:lnTo>
                <a:lnTo>
                  <a:pt x="11721" y="2446"/>
                </a:lnTo>
                <a:moveTo>
                  <a:pt x="11457" y="2446"/>
                </a:moveTo>
                <a:lnTo>
                  <a:pt x="11298" y="2446"/>
                </a:lnTo>
                <a:lnTo>
                  <a:pt x="11298" y="2330"/>
                </a:lnTo>
                <a:lnTo>
                  <a:pt x="11457" y="2330"/>
                </a:lnTo>
                <a:lnTo>
                  <a:pt x="11457" y="2446"/>
                </a:lnTo>
                <a:moveTo>
                  <a:pt x="11193" y="2446"/>
                </a:moveTo>
                <a:lnTo>
                  <a:pt x="11034" y="2446"/>
                </a:lnTo>
                <a:lnTo>
                  <a:pt x="11034" y="2330"/>
                </a:lnTo>
                <a:lnTo>
                  <a:pt x="11193" y="2330"/>
                </a:lnTo>
                <a:lnTo>
                  <a:pt x="11193" y="2446"/>
                </a:lnTo>
                <a:moveTo>
                  <a:pt x="10929" y="2446"/>
                </a:moveTo>
                <a:lnTo>
                  <a:pt x="10770" y="2446"/>
                </a:lnTo>
                <a:lnTo>
                  <a:pt x="10770" y="2330"/>
                </a:lnTo>
                <a:lnTo>
                  <a:pt x="10929" y="2330"/>
                </a:lnTo>
                <a:lnTo>
                  <a:pt x="10929" y="2446"/>
                </a:lnTo>
                <a:moveTo>
                  <a:pt x="10665" y="2446"/>
                </a:moveTo>
                <a:lnTo>
                  <a:pt x="10506" y="2446"/>
                </a:lnTo>
                <a:lnTo>
                  <a:pt x="10506" y="2330"/>
                </a:lnTo>
                <a:lnTo>
                  <a:pt x="10665" y="2330"/>
                </a:lnTo>
                <a:lnTo>
                  <a:pt x="10665" y="2446"/>
                </a:lnTo>
                <a:moveTo>
                  <a:pt x="10401" y="2446"/>
                </a:moveTo>
                <a:lnTo>
                  <a:pt x="10242" y="2446"/>
                </a:lnTo>
                <a:lnTo>
                  <a:pt x="10242" y="2330"/>
                </a:lnTo>
                <a:lnTo>
                  <a:pt x="10401" y="2330"/>
                </a:lnTo>
                <a:lnTo>
                  <a:pt x="10401" y="2446"/>
                </a:lnTo>
                <a:moveTo>
                  <a:pt x="10137" y="2446"/>
                </a:moveTo>
                <a:lnTo>
                  <a:pt x="9978" y="2446"/>
                </a:lnTo>
                <a:lnTo>
                  <a:pt x="9978" y="2330"/>
                </a:lnTo>
                <a:lnTo>
                  <a:pt x="10137" y="2330"/>
                </a:lnTo>
                <a:lnTo>
                  <a:pt x="10137" y="2446"/>
                </a:lnTo>
                <a:moveTo>
                  <a:pt x="9873" y="2446"/>
                </a:moveTo>
                <a:lnTo>
                  <a:pt x="9714" y="2446"/>
                </a:lnTo>
                <a:lnTo>
                  <a:pt x="9714" y="2330"/>
                </a:lnTo>
                <a:lnTo>
                  <a:pt x="9873" y="2330"/>
                </a:lnTo>
                <a:lnTo>
                  <a:pt x="9873" y="2446"/>
                </a:lnTo>
                <a:moveTo>
                  <a:pt x="9609" y="2446"/>
                </a:moveTo>
                <a:lnTo>
                  <a:pt x="9450" y="2446"/>
                </a:lnTo>
                <a:lnTo>
                  <a:pt x="9450" y="2330"/>
                </a:lnTo>
                <a:lnTo>
                  <a:pt x="9609" y="2330"/>
                </a:lnTo>
                <a:lnTo>
                  <a:pt x="9609" y="2446"/>
                </a:lnTo>
                <a:moveTo>
                  <a:pt x="9345" y="2446"/>
                </a:moveTo>
                <a:lnTo>
                  <a:pt x="9186" y="2446"/>
                </a:lnTo>
                <a:lnTo>
                  <a:pt x="9186" y="2330"/>
                </a:lnTo>
                <a:lnTo>
                  <a:pt x="9345" y="2330"/>
                </a:lnTo>
                <a:lnTo>
                  <a:pt x="9345" y="2446"/>
                </a:lnTo>
                <a:moveTo>
                  <a:pt x="9081" y="2446"/>
                </a:moveTo>
                <a:lnTo>
                  <a:pt x="8922" y="2446"/>
                </a:lnTo>
                <a:lnTo>
                  <a:pt x="8922" y="2330"/>
                </a:lnTo>
                <a:lnTo>
                  <a:pt x="9081" y="2330"/>
                </a:lnTo>
                <a:lnTo>
                  <a:pt x="9081" y="2446"/>
                </a:lnTo>
                <a:moveTo>
                  <a:pt x="8817" y="2446"/>
                </a:moveTo>
                <a:lnTo>
                  <a:pt x="8658" y="2446"/>
                </a:lnTo>
                <a:lnTo>
                  <a:pt x="8658" y="2330"/>
                </a:lnTo>
                <a:lnTo>
                  <a:pt x="8817" y="2330"/>
                </a:lnTo>
                <a:lnTo>
                  <a:pt x="8817" y="2446"/>
                </a:lnTo>
                <a:moveTo>
                  <a:pt x="8553" y="2446"/>
                </a:moveTo>
                <a:lnTo>
                  <a:pt x="8394" y="2446"/>
                </a:lnTo>
                <a:lnTo>
                  <a:pt x="8394" y="2330"/>
                </a:lnTo>
                <a:lnTo>
                  <a:pt x="8553" y="2330"/>
                </a:lnTo>
                <a:lnTo>
                  <a:pt x="8553" y="2446"/>
                </a:lnTo>
                <a:moveTo>
                  <a:pt x="8288" y="2446"/>
                </a:moveTo>
                <a:lnTo>
                  <a:pt x="8130" y="2446"/>
                </a:lnTo>
                <a:lnTo>
                  <a:pt x="8130" y="2330"/>
                </a:lnTo>
                <a:lnTo>
                  <a:pt x="8288" y="2330"/>
                </a:lnTo>
                <a:lnTo>
                  <a:pt x="8288" y="2446"/>
                </a:lnTo>
                <a:moveTo>
                  <a:pt x="8024" y="2446"/>
                </a:moveTo>
                <a:lnTo>
                  <a:pt x="7866" y="2446"/>
                </a:lnTo>
                <a:lnTo>
                  <a:pt x="7866" y="2330"/>
                </a:lnTo>
                <a:lnTo>
                  <a:pt x="8024" y="2330"/>
                </a:lnTo>
                <a:lnTo>
                  <a:pt x="8024" y="2446"/>
                </a:lnTo>
                <a:moveTo>
                  <a:pt x="7760" y="2446"/>
                </a:moveTo>
                <a:lnTo>
                  <a:pt x="7602" y="2446"/>
                </a:lnTo>
                <a:lnTo>
                  <a:pt x="7602" y="2330"/>
                </a:lnTo>
                <a:lnTo>
                  <a:pt x="7760" y="2330"/>
                </a:lnTo>
                <a:lnTo>
                  <a:pt x="7760" y="2446"/>
                </a:lnTo>
                <a:moveTo>
                  <a:pt x="7496" y="2446"/>
                </a:moveTo>
                <a:lnTo>
                  <a:pt x="7338" y="2446"/>
                </a:lnTo>
                <a:lnTo>
                  <a:pt x="7338" y="2330"/>
                </a:lnTo>
                <a:lnTo>
                  <a:pt x="7496" y="2330"/>
                </a:lnTo>
                <a:lnTo>
                  <a:pt x="7496" y="2446"/>
                </a:lnTo>
                <a:moveTo>
                  <a:pt x="7232" y="2446"/>
                </a:moveTo>
                <a:lnTo>
                  <a:pt x="7074" y="2446"/>
                </a:lnTo>
                <a:lnTo>
                  <a:pt x="7074" y="2330"/>
                </a:lnTo>
                <a:lnTo>
                  <a:pt x="7232" y="2330"/>
                </a:lnTo>
                <a:lnTo>
                  <a:pt x="7232" y="2446"/>
                </a:lnTo>
                <a:moveTo>
                  <a:pt x="6968" y="2446"/>
                </a:moveTo>
                <a:lnTo>
                  <a:pt x="6809" y="2446"/>
                </a:lnTo>
                <a:lnTo>
                  <a:pt x="6809" y="2330"/>
                </a:lnTo>
                <a:lnTo>
                  <a:pt x="6968" y="2330"/>
                </a:lnTo>
                <a:lnTo>
                  <a:pt x="6968" y="2446"/>
                </a:lnTo>
                <a:moveTo>
                  <a:pt x="6704" y="2446"/>
                </a:moveTo>
                <a:lnTo>
                  <a:pt x="6545" y="2446"/>
                </a:lnTo>
                <a:lnTo>
                  <a:pt x="6545" y="2330"/>
                </a:lnTo>
                <a:lnTo>
                  <a:pt x="6704" y="2330"/>
                </a:lnTo>
                <a:lnTo>
                  <a:pt x="6704" y="2446"/>
                </a:lnTo>
                <a:moveTo>
                  <a:pt x="6440" y="2446"/>
                </a:moveTo>
                <a:lnTo>
                  <a:pt x="6281" y="2446"/>
                </a:lnTo>
                <a:lnTo>
                  <a:pt x="6281" y="2330"/>
                </a:lnTo>
                <a:lnTo>
                  <a:pt x="6440" y="2330"/>
                </a:lnTo>
                <a:lnTo>
                  <a:pt x="6440" y="2446"/>
                </a:lnTo>
                <a:moveTo>
                  <a:pt x="6176" y="2446"/>
                </a:moveTo>
                <a:lnTo>
                  <a:pt x="6017" y="2446"/>
                </a:lnTo>
                <a:lnTo>
                  <a:pt x="6017" y="2330"/>
                </a:lnTo>
                <a:lnTo>
                  <a:pt x="6176" y="2330"/>
                </a:lnTo>
                <a:lnTo>
                  <a:pt x="6176" y="2446"/>
                </a:lnTo>
                <a:moveTo>
                  <a:pt x="5912" y="2446"/>
                </a:moveTo>
                <a:lnTo>
                  <a:pt x="5753" y="2446"/>
                </a:lnTo>
                <a:lnTo>
                  <a:pt x="5753" y="2330"/>
                </a:lnTo>
                <a:lnTo>
                  <a:pt x="5912" y="2330"/>
                </a:lnTo>
                <a:lnTo>
                  <a:pt x="5912" y="2446"/>
                </a:lnTo>
                <a:moveTo>
                  <a:pt x="5648" y="2446"/>
                </a:moveTo>
                <a:lnTo>
                  <a:pt x="5489" y="2446"/>
                </a:lnTo>
                <a:lnTo>
                  <a:pt x="5489" y="2330"/>
                </a:lnTo>
                <a:lnTo>
                  <a:pt x="5648" y="2330"/>
                </a:lnTo>
                <a:lnTo>
                  <a:pt x="5648" y="2446"/>
                </a:lnTo>
                <a:moveTo>
                  <a:pt x="5384" y="2446"/>
                </a:moveTo>
                <a:lnTo>
                  <a:pt x="5225" y="2446"/>
                </a:lnTo>
                <a:lnTo>
                  <a:pt x="5225" y="2330"/>
                </a:lnTo>
                <a:lnTo>
                  <a:pt x="5384" y="2330"/>
                </a:lnTo>
                <a:lnTo>
                  <a:pt x="5384" y="2446"/>
                </a:lnTo>
                <a:moveTo>
                  <a:pt x="5120" y="2446"/>
                </a:moveTo>
                <a:lnTo>
                  <a:pt x="4961" y="2446"/>
                </a:lnTo>
                <a:lnTo>
                  <a:pt x="4961" y="2330"/>
                </a:lnTo>
                <a:lnTo>
                  <a:pt x="5120" y="2330"/>
                </a:lnTo>
                <a:lnTo>
                  <a:pt x="5120" y="2446"/>
                </a:lnTo>
                <a:moveTo>
                  <a:pt x="4856" y="2446"/>
                </a:moveTo>
                <a:lnTo>
                  <a:pt x="4697" y="2446"/>
                </a:lnTo>
                <a:lnTo>
                  <a:pt x="4697" y="2330"/>
                </a:lnTo>
                <a:lnTo>
                  <a:pt x="4856" y="2330"/>
                </a:lnTo>
                <a:lnTo>
                  <a:pt x="4856" y="2446"/>
                </a:lnTo>
                <a:moveTo>
                  <a:pt x="4592" y="2446"/>
                </a:moveTo>
                <a:lnTo>
                  <a:pt x="4433" y="2446"/>
                </a:lnTo>
                <a:lnTo>
                  <a:pt x="4433" y="2330"/>
                </a:lnTo>
                <a:lnTo>
                  <a:pt x="4592" y="2330"/>
                </a:lnTo>
                <a:lnTo>
                  <a:pt x="4592" y="2446"/>
                </a:lnTo>
                <a:moveTo>
                  <a:pt x="4328" y="2446"/>
                </a:moveTo>
                <a:lnTo>
                  <a:pt x="4169" y="2446"/>
                </a:lnTo>
                <a:lnTo>
                  <a:pt x="4169" y="2330"/>
                </a:lnTo>
                <a:lnTo>
                  <a:pt x="4328" y="2330"/>
                </a:lnTo>
                <a:lnTo>
                  <a:pt x="4328" y="2446"/>
                </a:lnTo>
                <a:moveTo>
                  <a:pt x="4064" y="2446"/>
                </a:moveTo>
                <a:lnTo>
                  <a:pt x="3905" y="2446"/>
                </a:lnTo>
                <a:lnTo>
                  <a:pt x="3905" y="2330"/>
                </a:lnTo>
                <a:lnTo>
                  <a:pt x="4064" y="2330"/>
                </a:lnTo>
                <a:lnTo>
                  <a:pt x="4064" y="2446"/>
                </a:lnTo>
                <a:moveTo>
                  <a:pt x="3800" y="2446"/>
                </a:moveTo>
                <a:lnTo>
                  <a:pt x="3641" y="2446"/>
                </a:lnTo>
                <a:lnTo>
                  <a:pt x="3641" y="2330"/>
                </a:lnTo>
                <a:lnTo>
                  <a:pt x="3800" y="2330"/>
                </a:lnTo>
                <a:lnTo>
                  <a:pt x="3800" y="2446"/>
                </a:lnTo>
                <a:moveTo>
                  <a:pt x="3536" y="2446"/>
                </a:moveTo>
                <a:lnTo>
                  <a:pt x="3377" y="2446"/>
                </a:lnTo>
                <a:lnTo>
                  <a:pt x="3377" y="2330"/>
                </a:lnTo>
                <a:lnTo>
                  <a:pt x="3536" y="2330"/>
                </a:lnTo>
                <a:lnTo>
                  <a:pt x="3536" y="2446"/>
                </a:lnTo>
                <a:moveTo>
                  <a:pt x="3271" y="2446"/>
                </a:moveTo>
                <a:lnTo>
                  <a:pt x="3113" y="2446"/>
                </a:lnTo>
                <a:lnTo>
                  <a:pt x="3113" y="2330"/>
                </a:lnTo>
                <a:lnTo>
                  <a:pt x="3271" y="2330"/>
                </a:lnTo>
                <a:lnTo>
                  <a:pt x="3271" y="2446"/>
                </a:lnTo>
                <a:moveTo>
                  <a:pt x="3007" y="2446"/>
                </a:moveTo>
                <a:lnTo>
                  <a:pt x="2849" y="2446"/>
                </a:lnTo>
                <a:lnTo>
                  <a:pt x="2849" y="2330"/>
                </a:lnTo>
                <a:lnTo>
                  <a:pt x="3007" y="2330"/>
                </a:lnTo>
                <a:lnTo>
                  <a:pt x="3007" y="2446"/>
                </a:lnTo>
                <a:moveTo>
                  <a:pt x="2743" y="2446"/>
                </a:moveTo>
                <a:lnTo>
                  <a:pt x="2585" y="2446"/>
                </a:lnTo>
                <a:lnTo>
                  <a:pt x="2585" y="2330"/>
                </a:lnTo>
                <a:lnTo>
                  <a:pt x="2743" y="2330"/>
                </a:lnTo>
                <a:lnTo>
                  <a:pt x="2743" y="2446"/>
                </a:lnTo>
                <a:moveTo>
                  <a:pt x="2479" y="2446"/>
                </a:moveTo>
                <a:lnTo>
                  <a:pt x="2321" y="2446"/>
                </a:lnTo>
                <a:lnTo>
                  <a:pt x="2321" y="2330"/>
                </a:lnTo>
                <a:lnTo>
                  <a:pt x="2479" y="2330"/>
                </a:lnTo>
                <a:lnTo>
                  <a:pt x="2479" y="2446"/>
                </a:lnTo>
                <a:moveTo>
                  <a:pt x="2215" y="2446"/>
                </a:moveTo>
                <a:lnTo>
                  <a:pt x="2056" y="2446"/>
                </a:lnTo>
                <a:lnTo>
                  <a:pt x="2056" y="2330"/>
                </a:lnTo>
                <a:lnTo>
                  <a:pt x="2215" y="2330"/>
                </a:lnTo>
                <a:lnTo>
                  <a:pt x="2215" y="2446"/>
                </a:lnTo>
                <a:moveTo>
                  <a:pt x="1951" y="2446"/>
                </a:moveTo>
                <a:lnTo>
                  <a:pt x="1792" y="2446"/>
                </a:lnTo>
                <a:lnTo>
                  <a:pt x="1792" y="2330"/>
                </a:lnTo>
                <a:lnTo>
                  <a:pt x="1951" y="2330"/>
                </a:lnTo>
                <a:lnTo>
                  <a:pt x="1951" y="2446"/>
                </a:lnTo>
                <a:moveTo>
                  <a:pt x="1687" y="2446"/>
                </a:moveTo>
                <a:lnTo>
                  <a:pt x="1528" y="2446"/>
                </a:lnTo>
                <a:lnTo>
                  <a:pt x="1528" y="2330"/>
                </a:lnTo>
                <a:lnTo>
                  <a:pt x="1687" y="2330"/>
                </a:lnTo>
                <a:lnTo>
                  <a:pt x="1687" y="2446"/>
                </a:lnTo>
                <a:moveTo>
                  <a:pt x="1423" y="2446"/>
                </a:moveTo>
                <a:lnTo>
                  <a:pt x="1264" y="2446"/>
                </a:lnTo>
                <a:lnTo>
                  <a:pt x="1264" y="2330"/>
                </a:lnTo>
                <a:lnTo>
                  <a:pt x="1423" y="2330"/>
                </a:lnTo>
                <a:lnTo>
                  <a:pt x="1423" y="2446"/>
                </a:lnTo>
                <a:moveTo>
                  <a:pt x="1159" y="2446"/>
                </a:moveTo>
                <a:lnTo>
                  <a:pt x="1000" y="2446"/>
                </a:lnTo>
                <a:lnTo>
                  <a:pt x="1000" y="2330"/>
                </a:lnTo>
                <a:lnTo>
                  <a:pt x="1159" y="2330"/>
                </a:lnTo>
                <a:lnTo>
                  <a:pt x="1159" y="2446"/>
                </a:lnTo>
                <a:moveTo>
                  <a:pt x="895" y="2446"/>
                </a:moveTo>
                <a:lnTo>
                  <a:pt x="736" y="2446"/>
                </a:lnTo>
                <a:lnTo>
                  <a:pt x="736" y="2330"/>
                </a:lnTo>
                <a:lnTo>
                  <a:pt x="895" y="2330"/>
                </a:lnTo>
                <a:lnTo>
                  <a:pt x="895" y="2446"/>
                </a:lnTo>
                <a:moveTo>
                  <a:pt x="631" y="2446"/>
                </a:moveTo>
                <a:lnTo>
                  <a:pt x="472" y="2446"/>
                </a:lnTo>
                <a:lnTo>
                  <a:pt x="472" y="2330"/>
                </a:lnTo>
                <a:lnTo>
                  <a:pt x="631" y="2330"/>
                </a:lnTo>
                <a:lnTo>
                  <a:pt x="631" y="2446"/>
                </a:lnTo>
                <a:moveTo>
                  <a:pt x="367" y="2446"/>
                </a:moveTo>
                <a:lnTo>
                  <a:pt x="244" y="2446"/>
                </a:lnTo>
                <a:cubicBezTo>
                  <a:pt x="228" y="2446"/>
                  <a:pt x="213" y="2445"/>
                  <a:pt x="198" y="2442"/>
                </a:cubicBezTo>
                <a:lnTo>
                  <a:pt x="220" y="2328"/>
                </a:lnTo>
                <a:cubicBezTo>
                  <a:pt x="228" y="2329"/>
                  <a:pt x="236" y="2330"/>
                  <a:pt x="244" y="2330"/>
                </a:cubicBezTo>
                <a:lnTo>
                  <a:pt x="367" y="2330"/>
                </a:lnTo>
                <a:lnTo>
                  <a:pt x="367" y="2446"/>
                </a:lnTo>
                <a:moveTo>
                  <a:pt x="75" y="2378"/>
                </a:moveTo>
                <a:cubicBezTo>
                  <a:pt x="25" y="2330"/>
                  <a:pt x="0" y="2272"/>
                  <a:pt x="0" y="2203"/>
                </a:cubicBezTo>
                <a:lnTo>
                  <a:pt x="0" y="2192"/>
                </a:lnTo>
                <a:lnTo>
                  <a:pt x="117" y="2192"/>
                </a:lnTo>
                <a:lnTo>
                  <a:pt x="117" y="2203"/>
                </a:lnTo>
                <a:cubicBezTo>
                  <a:pt x="117" y="2239"/>
                  <a:pt x="130" y="2269"/>
                  <a:pt x="156" y="2294"/>
                </a:cubicBezTo>
                <a:lnTo>
                  <a:pt x="75" y="2378"/>
                </a:lnTo>
                <a:moveTo>
                  <a:pt x="0" y="2087"/>
                </a:moveTo>
                <a:lnTo>
                  <a:pt x="0" y="1928"/>
                </a:lnTo>
                <a:lnTo>
                  <a:pt x="117" y="1928"/>
                </a:lnTo>
                <a:lnTo>
                  <a:pt x="117" y="2087"/>
                </a:lnTo>
                <a:lnTo>
                  <a:pt x="0" y="2087"/>
                </a:lnTo>
                <a:moveTo>
                  <a:pt x="0" y="1823"/>
                </a:moveTo>
                <a:lnTo>
                  <a:pt x="0" y="1663"/>
                </a:lnTo>
                <a:lnTo>
                  <a:pt x="117" y="1663"/>
                </a:lnTo>
                <a:lnTo>
                  <a:pt x="117" y="1823"/>
                </a:lnTo>
                <a:lnTo>
                  <a:pt x="0" y="1823"/>
                </a:lnTo>
                <a:moveTo>
                  <a:pt x="0" y="1558"/>
                </a:moveTo>
                <a:lnTo>
                  <a:pt x="0" y="1399"/>
                </a:lnTo>
                <a:lnTo>
                  <a:pt x="117" y="1399"/>
                </a:lnTo>
                <a:lnTo>
                  <a:pt x="117" y="1558"/>
                </a:lnTo>
                <a:lnTo>
                  <a:pt x="0" y="1558"/>
                </a:lnTo>
                <a:moveTo>
                  <a:pt x="0" y="1294"/>
                </a:moveTo>
                <a:lnTo>
                  <a:pt x="0" y="1135"/>
                </a:lnTo>
                <a:lnTo>
                  <a:pt x="117" y="1135"/>
                </a:lnTo>
                <a:lnTo>
                  <a:pt x="117" y="1294"/>
                </a:lnTo>
                <a:lnTo>
                  <a:pt x="0" y="1294"/>
                </a:lnTo>
                <a:moveTo>
                  <a:pt x="0" y="1030"/>
                </a:moveTo>
                <a:lnTo>
                  <a:pt x="0" y="871"/>
                </a:lnTo>
                <a:lnTo>
                  <a:pt x="117" y="871"/>
                </a:lnTo>
                <a:lnTo>
                  <a:pt x="117" y="1030"/>
                </a:lnTo>
                <a:lnTo>
                  <a:pt x="0" y="1030"/>
                </a:lnTo>
                <a:moveTo>
                  <a:pt x="0" y="766"/>
                </a:moveTo>
                <a:lnTo>
                  <a:pt x="0" y="607"/>
                </a:lnTo>
                <a:lnTo>
                  <a:pt x="117" y="607"/>
                </a:lnTo>
                <a:lnTo>
                  <a:pt x="117" y="766"/>
                </a:lnTo>
                <a:lnTo>
                  <a:pt x="0" y="766"/>
                </a:lnTo>
                <a:moveTo>
                  <a:pt x="0" y="501"/>
                </a:moveTo>
                <a:lnTo>
                  <a:pt x="0" y="343"/>
                </a:lnTo>
                <a:lnTo>
                  <a:pt x="117" y="343"/>
                </a:lnTo>
                <a:lnTo>
                  <a:pt x="117" y="501"/>
                </a:lnTo>
                <a:lnTo>
                  <a:pt x="0" y="501"/>
                </a:lnTo>
                <a:moveTo>
                  <a:pt x="1" y="236"/>
                </a:moveTo>
                <a:cubicBezTo>
                  <a:pt x="3" y="161"/>
                  <a:pt x="34" y="100"/>
                  <a:pt x="92" y="53"/>
                </a:cubicBezTo>
                <a:lnTo>
                  <a:pt x="165" y="144"/>
                </a:lnTo>
                <a:cubicBezTo>
                  <a:pt x="134" y="169"/>
                  <a:pt x="118" y="201"/>
                  <a:pt x="117" y="240"/>
                </a:cubicBezTo>
                <a:lnTo>
                  <a:pt x="1" y="236"/>
                </a:lnTo>
                <a:moveTo>
                  <a:pt x="220" y="2"/>
                </a:moveTo>
                <a:cubicBezTo>
                  <a:pt x="228" y="1"/>
                  <a:pt x="236" y="0"/>
                  <a:pt x="244" y="0"/>
                </a:cubicBezTo>
                <a:lnTo>
                  <a:pt x="403" y="0"/>
                </a:lnTo>
                <a:lnTo>
                  <a:pt x="403" y="117"/>
                </a:lnTo>
                <a:lnTo>
                  <a:pt x="244" y="117"/>
                </a:lnTo>
                <a:cubicBezTo>
                  <a:pt x="240" y="117"/>
                  <a:pt x="236" y="117"/>
                  <a:pt x="232" y="118"/>
                </a:cubicBezTo>
                <a:lnTo>
                  <a:pt x="220" y="2"/>
                </a:lnTo>
                <a:close/>
              </a:path>
            </a:pathLst>
          </a:custGeom>
          <a:solidFill>
            <a:srgbClr val="8db7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6755760" y="3993480"/>
            <a:ext cx="7138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続ける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1265040" y="5344200"/>
            <a:ext cx="979128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[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ここに論文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Figure 3/5: </a:t>
            </a:r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事前学習データ規模‧計算量と転移性能の関係を入れる</a:t>
            </a:r>
            <a:r>
              <a:rPr b="0" lang="en-US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]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914400" y="392400"/>
            <a:ext cx="4975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考察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10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30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31" name=""/>
          <p:cNvSpPr/>
          <p:nvPr/>
        </p:nvSpPr>
        <p:spPr>
          <a:xfrm>
            <a:off x="54288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2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54288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2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533520" y="924480"/>
            <a:ext cx="761400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は強力だが、十分なデータと計算資源が前提になりやすい。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809280" y="245736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0"/>
                  <a:pt x="263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4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762120" y="1848600"/>
            <a:ext cx="53424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限界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1059480" y="2336400"/>
            <a:ext cx="46530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中規模データだけでは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に劣る場合があ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809280" y="325728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4"/>
                </a:moveTo>
                <a:cubicBezTo>
                  <a:pt x="266" y="151"/>
                  <a:pt x="263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5"/>
                  <a:pt x="17" y="200"/>
                  <a:pt x="11" y="184"/>
                </a:cubicBezTo>
                <a:cubicBezTo>
                  <a:pt x="4" y="168"/>
                  <a:pt x="0" y="151"/>
                  <a:pt x="0" y="134"/>
                </a:cubicBezTo>
                <a:cubicBezTo>
                  <a:pt x="0" y="116"/>
                  <a:pt x="4" y="99"/>
                  <a:pt x="11" y="83"/>
                </a:cubicBezTo>
                <a:cubicBezTo>
                  <a:pt x="17" y="67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7"/>
                  <a:pt x="255" y="83"/>
                </a:cubicBezTo>
                <a:cubicBezTo>
                  <a:pt x="263" y="99"/>
                  <a:pt x="266" y="116"/>
                  <a:pt x="266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1059480" y="2698200"/>
            <a:ext cx="238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809280" y="3705120"/>
            <a:ext cx="95760" cy="95400"/>
          </a:xfrm>
          <a:custGeom>
            <a:avLst/>
            <a:gdLst/>
            <a:ahLst/>
            <a:rect l="0" t="0" r="r" b="b"/>
            <a:pathLst>
              <a:path w="266" h="265">
                <a:moveTo>
                  <a:pt x="266" y="132"/>
                </a:moveTo>
                <a:cubicBezTo>
                  <a:pt x="266" y="151"/>
                  <a:pt x="263" y="167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1" y="184"/>
                </a:cubicBezTo>
                <a:cubicBezTo>
                  <a:pt x="4" y="167"/>
                  <a:pt x="0" y="151"/>
                  <a:pt x="0" y="132"/>
                </a:cubicBezTo>
                <a:cubicBezTo>
                  <a:pt x="0" y="115"/>
                  <a:pt x="4" y="98"/>
                  <a:pt x="11" y="81"/>
                </a:cubicBezTo>
                <a:cubicBezTo>
                  <a:pt x="17" y="65"/>
                  <a:pt x="27" y="51"/>
                  <a:pt x="39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3" y="98"/>
                  <a:pt x="266" y="115"/>
                  <a:pt x="266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1059480" y="3136320"/>
            <a:ext cx="380448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系列長が長くなると計算量が増える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1059480" y="3584160"/>
            <a:ext cx="471240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画像の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2D</a:t>
            </a:r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構造は主にパッチ分割と位置埋め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623880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3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6238800" y="1666800"/>
            <a:ext cx="5410440" cy="2791080"/>
          </a:xfrm>
          <a:custGeom>
            <a:avLst/>
            <a:gdLst/>
            <a:ahLst/>
            <a:rect l="0" t="0" r="r" b="b"/>
            <a:pathLst>
              <a:path w="15029" h="7753">
                <a:moveTo>
                  <a:pt x="0" y="7568"/>
                </a:moveTo>
                <a:lnTo>
                  <a:pt x="0" y="185"/>
                </a:lnTo>
                <a:cubicBezTo>
                  <a:pt x="0" y="173"/>
                  <a:pt x="1" y="161"/>
                  <a:pt x="3" y="149"/>
                </a:cubicBezTo>
                <a:cubicBezTo>
                  <a:pt x="6" y="137"/>
                  <a:pt x="9" y="125"/>
                  <a:pt x="14" y="114"/>
                </a:cubicBezTo>
                <a:cubicBezTo>
                  <a:pt x="18" y="103"/>
                  <a:pt x="24" y="92"/>
                  <a:pt x="31" y="82"/>
                </a:cubicBezTo>
                <a:cubicBezTo>
                  <a:pt x="38" y="72"/>
                  <a:pt x="45" y="63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7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lnTo>
                  <a:pt x="14844" y="0"/>
                </a:lnTo>
                <a:cubicBezTo>
                  <a:pt x="14856" y="0"/>
                  <a:pt x="14868" y="1"/>
                  <a:pt x="14880" y="3"/>
                </a:cubicBezTo>
                <a:cubicBezTo>
                  <a:pt x="14892" y="6"/>
                  <a:pt x="14903" y="9"/>
                  <a:pt x="14915" y="14"/>
                </a:cubicBezTo>
                <a:cubicBezTo>
                  <a:pt x="14926" y="18"/>
                  <a:pt x="14937" y="24"/>
                  <a:pt x="14947" y="31"/>
                </a:cubicBezTo>
                <a:cubicBezTo>
                  <a:pt x="14957" y="38"/>
                  <a:pt x="14966" y="45"/>
                  <a:pt x="14975" y="54"/>
                </a:cubicBezTo>
                <a:cubicBezTo>
                  <a:pt x="14983" y="63"/>
                  <a:pt x="14991" y="72"/>
                  <a:pt x="14998" y="82"/>
                </a:cubicBezTo>
                <a:cubicBezTo>
                  <a:pt x="15005" y="92"/>
                  <a:pt x="15010" y="103"/>
                  <a:pt x="15015" y="114"/>
                </a:cubicBezTo>
                <a:cubicBezTo>
                  <a:pt x="15020" y="125"/>
                  <a:pt x="15023" y="137"/>
                  <a:pt x="15025" y="149"/>
                </a:cubicBezTo>
                <a:cubicBezTo>
                  <a:pt x="15028" y="161"/>
                  <a:pt x="15029" y="173"/>
                  <a:pt x="15029" y="185"/>
                </a:cubicBezTo>
                <a:lnTo>
                  <a:pt x="15029" y="7568"/>
                </a:lnTo>
                <a:cubicBezTo>
                  <a:pt x="15029" y="7580"/>
                  <a:pt x="15028" y="7592"/>
                  <a:pt x="15025" y="7604"/>
                </a:cubicBezTo>
                <a:cubicBezTo>
                  <a:pt x="15023" y="7616"/>
                  <a:pt x="15020" y="7627"/>
                  <a:pt x="15015" y="7639"/>
                </a:cubicBezTo>
                <a:cubicBezTo>
                  <a:pt x="15010" y="7650"/>
                  <a:pt x="15005" y="7661"/>
                  <a:pt x="14998" y="7671"/>
                </a:cubicBezTo>
                <a:cubicBezTo>
                  <a:pt x="14991" y="7681"/>
                  <a:pt x="14983" y="7690"/>
                  <a:pt x="14975" y="7699"/>
                </a:cubicBezTo>
                <a:cubicBezTo>
                  <a:pt x="14966" y="7707"/>
                  <a:pt x="14957" y="7715"/>
                  <a:pt x="14947" y="7722"/>
                </a:cubicBezTo>
                <a:cubicBezTo>
                  <a:pt x="14937" y="7729"/>
                  <a:pt x="14926" y="7734"/>
                  <a:pt x="14915" y="7739"/>
                </a:cubicBezTo>
                <a:cubicBezTo>
                  <a:pt x="14903" y="7744"/>
                  <a:pt x="14892" y="7747"/>
                  <a:pt x="14880" y="7749"/>
                </a:cubicBezTo>
                <a:cubicBezTo>
                  <a:pt x="14868" y="7752"/>
                  <a:pt x="14856" y="7753"/>
                  <a:pt x="14844" y="7753"/>
                </a:cubicBezTo>
                <a:lnTo>
                  <a:pt x="185" y="7753"/>
                </a:lnTo>
                <a:cubicBezTo>
                  <a:pt x="173" y="7753"/>
                  <a:pt x="161" y="7752"/>
                  <a:pt x="149" y="7749"/>
                </a:cubicBezTo>
                <a:cubicBezTo>
                  <a:pt x="137" y="7747"/>
                  <a:pt x="125" y="7744"/>
                  <a:pt x="114" y="7739"/>
                </a:cubicBezTo>
                <a:cubicBezTo>
                  <a:pt x="103" y="7734"/>
                  <a:pt x="92" y="7729"/>
                  <a:pt x="82" y="7722"/>
                </a:cubicBezTo>
                <a:cubicBezTo>
                  <a:pt x="72" y="7715"/>
                  <a:pt x="63" y="7707"/>
                  <a:pt x="54" y="7699"/>
                </a:cubicBezTo>
                <a:cubicBezTo>
                  <a:pt x="45" y="7690"/>
                  <a:pt x="38" y="7681"/>
                  <a:pt x="31" y="7671"/>
                </a:cubicBezTo>
                <a:cubicBezTo>
                  <a:pt x="24" y="7661"/>
                  <a:pt x="18" y="7650"/>
                  <a:pt x="14" y="7639"/>
                </a:cubicBezTo>
                <a:cubicBezTo>
                  <a:pt x="9" y="7627"/>
                  <a:pt x="6" y="7616"/>
                  <a:pt x="3" y="7604"/>
                </a:cubicBezTo>
                <a:cubicBezTo>
                  <a:pt x="1" y="7592"/>
                  <a:pt x="0" y="7580"/>
                  <a:pt x="0" y="7568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059480" y="3936600"/>
            <a:ext cx="1665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込みに限られる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6505560" y="2457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6"/>
                  <a:pt x="255" y="184"/>
                </a:cubicBezTo>
                <a:cubicBezTo>
                  <a:pt x="248" y="200"/>
                  <a:pt x="239" y="214"/>
                  <a:pt x="226" y="227"/>
                </a:cubicBezTo>
                <a:cubicBezTo>
                  <a:pt x="214" y="239"/>
                  <a:pt x="200" y="249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7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6458040" y="1848600"/>
            <a:ext cx="133416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100" spc="-1" strike="noStrike">
                <a:solidFill>
                  <a:srgbClr val="0b4b78"/>
                </a:solidFill>
                <a:latin typeface="NotoSansJP"/>
                <a:ea typeface="NotoSansJP"/>
              </a:rPr>
              <a:t>今後の方向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6505560" y="290484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4"/>
                  <a:pt x="226" y="226"/>
                </a:cubicBezTo>
                <a:cubicBezTo>
                  <a:pt x="214" y="239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39"/>
                  <a:pt x="39" y="226"/>
                </a:cubicBezTo>
                <a:cubicBezTo>
                  <a:pt x="27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6755760" y="2336400"/>
            <a:ext cx="30913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自己教師あり事前学習の改善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6505560" y="334296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4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40"/>
                  <a:pt x="200" y="249"/>
                  <a:pt x="183" y="256"/>
                </a:cubicBezTo>
                <a:cubicBezTo>
                  <a:pt x="167" y="263"/>
                  <a:pt x="150" y="266"/>
                  <a:pt x="133" y="266"/>
                </a:cubicBezTo>
                <a:cubicBezTo>
                  <a:pt x="115" y="266"/>
                  <a:pt x="98" y="263"/>
                  <a:pt x="82" y="256"/>
                </a:cubicBezTo>
                <a:cubicBezTo>
                  <a:pt x="66" y="249"/>
                  <a:pt x="52" y="240"/>
                  <a:pt x="39" y="227"/>
                </a:cubicBezTo>
                <a:cubicBezTo>
                  <a:pt x="27" y="215"/>
                  <a:pt x="17" y="200"/>
                  <a:pt x="10" y="184"/>
                </a:cubicBezTo>
                <a:cubicBezTo>
                  <a:pt x="3" y="168"/>
                  <a:pt x="0" y="151"/>
                  <a:pt x="0" y="134"/>
                </a:cubicBezTo>
                <a:cubicBezTo>
                  <a:pt x="0" y="116"/>
                  <a:pt x="3" y="99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2" y="99"/>
                  <a:pt x="265" y="116"/>
                  <a:pt x="265" y="134"/>
                </a:cubicBezTo>
                <a:close/>
              </a:path>
            </a:pathLst>
          </a:custGeom>
          <a:solidFill>
            <a:srgbClr val="11111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6755760" y="2783880"/>
            <a:ext cx="325764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より効率的な視覚</a:t>
            </a:r>
            <a:r>
              <a:rPr b="0" lang="en-US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533160" y="4638600"/>
            <a:ext cx="11125440" cy="1009800"/>
          </a:xfrm>
          <a:custGeom>
            <a:avLst/>
            <a:gdLst/>
            <a:ahLst/>
            <a:rect l="0" t="0" r="r" b="b"/>
            <a:pathLst>
              <a:path w="30904" h="2805">
                <a:moveTo>
                  <a:pt x="0" y="0"/>
                </a:moveTo>
                <a:lnTo>
                  <a:pt x="30904" y="0"/>
                </a:lnTo>
                <a:lnTo>
                  <a:pt x="30904" y="2805"/>
                </a:lnTo>
                <a:lnTo>
                  <a:pt x="0" y="2805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533160" y="4638600"/>
            <a:ext cx="76680" cy="1009800"/>
          </a:xfrm>
          <a:custGeom>
            <a:avLst/>
            <a:gdLst/>
            <a:ahLst/>
            <a:rect l="0" t="0" r="r" b="b"/>
            <a:pathLst>
              <a:path w="213" h="2805">
                <a:moveTo>
                  <a:pt x="0" y="0"/>
                </a:moveTo>
                <a:lnTo>
                  <a:pt x="213" y="0"/>
                </a:lnTo>
                <a:lnTo>
                  <a:pt x="213" y="2805"/>
                </a:lnTo>
                <a:lnTo>
                  <a:pt x="0" y="2805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6755760" y="3222000"/>
            <a:ext cx="45180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870" spc="-1" strike="noStrike">
                <a:solidFill>
                  <a:srgbClr val="111111"/>
                </a:solidFill>
                <a:latin typeface="NotoSansJP"/>
                <a:ea typeface="NotoSansJP"/>
              </a:rPr>
              <a:t>階層構造や局所性を取り入れた発展モデル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781200" y="4792320"/>
            <a:ext cx="1061316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以後、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Swin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や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ConvNeXt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のように、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と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ConvNet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の設計を再検討する流れが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5" name=""/>
          <p:cNvSpPr txBox="1"/>
          <p:nvPr/>
        </p:nvSpPr>
        <p:spPr>
          <a:xfrm>
            <a:off x="781200" y="5163840"/>
            <a:ext cx="128844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強まった。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914400" y="392400"/>
            <a:ext cx="19879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限界‧今後の課題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11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9c9c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228240" y="228240"/>
            <a:ext cx="11735280" cy="6401160"/>
          </a:xfrm>
          <a:custGeom>
            <a:avLst/>
            <a:gdLst/>
            <a:ahLst/>
            <a:rect l="0" t="0" r="r" b="b"/>
            <a:pathLst>
              <a:path w="32598" h="17781">
                <a:moveTo>
                  <a:pt x="530" y="0"/>
                </a:moveTo>
                <a:lnTo>
                  <a:pt x="32069" y="0"/>
                </a:lnTo>
                <a:cubicBezTo>
                  <a:pt x="32104" y="0"/>
                  <a:pt x="32138" y="4"/>
                  <a:pt x="32172" y="11"/>
                </a:cubicBezTo>
                <a:cubicBezTo>
                  <a:pt x="32206" y="17"/>
                  <a:pt x="32239" y="27"/>
                  <a:pt x="32271" y="41"/>
                </a:cubicBezTo>
                <a:cubicBezTo>
                  <a:pt x="32304" y="54"/>
                  <a:pt x="32334" y="70"/>
                  <a:pt x="32363" y="90"/>
                </a:cubicBezTo>
                <a:cubicBezTo>
                  <a:pt x="32392" y="109"/>
                  <a:pt x="32419" y="131"/>
                  <a:pt x="32443" y="155"/>
                </a:cubicBezTo>
                <a:cubicBezTo>
                  <a:pt x="32468" y="180"/>
                  <a:pt x="32490" y="207"/>
                  <a:pt x="32509" y="236"/>
                </a:cubicBezTo>
                <a:cubicBezTo>
                  <a:pt x="32528" y="265"/>
                  <a:pt x="32545" y="295"/>
                  <a:pt x="32558" y="327"/>
                </a:cubicBezTo>
                <a:cubicBezTo>
                  <a:pt x="32571" y="359"/>
                  <a:pt x="32581" y="392"/>
                  <a:pt x="32588" y="426"/>
                </a:cubicBezTo>
                <a:cubicBezTo>
                  <a:pt x="32595" y="461"/>
                  <a:pt x="32598" y="495"/>
                  <a:pt x="32598" y="530"/>
                </a:cubicBezTo>
                <a:lnTo>
                  <a:pt x="32598" y="17252"/>
                </a:lnTo>
                <a:cubicBezTo>
                  <a:pt x="32598" y="17287"/>
                  <a:pt x="32595" y="17321"/>
                  <a:pt x="32588" y="17356"/>
                </a:cubicBezTo>
                <a:cubicBezTo>
                  <a:pt x="32581" y="17390"/>
                  <a:pt x="32571" y="17423"/>
                  <a:pt x="32558" y="17455"/>
                </a:cubicBezTo>
                <a:cubicBezTo>
                  <a:pt x="32545" y="17487"/>
                  <a:pt x="32528" y="17517"/>
                  <a:pt x="32509" y="17546"/>
                </a:cubicBezTo>
                <a:cubicBezTo>
                  <a:pt x="32490" y="17575"/>
                  <a:pt x="32468" y="17602"/>
                  <a:pt x="32443" y="17627"/>
                </a:cubicBezTo>
                <a:cubicBezTo>
                  <a:pt x="32419" y="17651"/>
                  <a:pt x="32392" y="17673"/>
                  <a:pt x="32363" y="17692"/>
                </a:cubicBezTo>
                <a:cubicBezTo>
                  <a:pt x="32334" y="17712"/>
                  <a:pt x="32304" y="17728"/>
                  <a:pt x="32271" y="17741"/>
                </a:cubicBezTo>
                <a:cubicBezTo>
                  <a:pt x="32239" y="17755"/>
                  <a:pt x="32206" y="17765"/>
                  <a:pt x="32172" y="17771"/>
                </a:cubicBezTo>
                <a:cubicBezTo>
                  <a:pt x="32138" y="17778"/>
                  <a:pt x="32104" y="17781"/>
                  <a:pt x="32069" y="17781"/>
                </a:cubicBezTo>
                <a:lnTo>
                  <a:pt x="530" y="17781"/>
                </a:lnTo>
                <a:cubicBezTo>
                  <a:pt x="495" y="17781"/>
                  <a:pt x="461" y="17778"/>
                  <a:pt x="426" y="17771"/>
                </a:cubicBezTo>
                <a:cubicBezTo>
                  <a:pt x="392" y="17765"/>
                  <a:pt x="359" y="17755"/>
                  <a:pt x="327" y="17741"/>
                </a:cubicBezTo>
                <a:cubicBezTo>
                  <a:pt x="295" y="17728"/>
                  <a:pt x="265" y="17712"/>
                  <a:pt x="236" y="17692"/>
                </a:cubicBezTo>
                <a:cubicBezTo>
                  <a:pt x="207" y="17673"/>
                  <a:pt x="180" y="17651"/>
                  <a:pt x="155" y="17627"/>
                </a:cubicBezTo>
                <a:cubicBezTo>
                  <a:pt x="131" y="17602"/>
                  <a:pt x="109" y="17575"/>
                  <a:pt x="90" y="17546"/>
                </a:cubicBezTo>
                <a:cubicBezTo>
                  <a:pt x="70" y="17517"/>
                  <a:pt x="54" y="17487"/>
                  <a:pt x="41" y="17455"/>
                </a:cubicBezTo>
                <a:cubicBezTo>
                  <a:pt x="27" y="17423"/>
                  <a:pt x="17" y="17390"/>
                  <a:pt x="11" y="17356"/>
                </a:cubicBezTo>
                <a:cubicBezTo>
                  <a:pt x="4" y="17321"/>
                  <a:pt x="0" y="17287"/>
                  <a:pt x="0" y="17252"/>
                </a:cubicBezTo>
                <a:lnTo>
                  <a:pt x="0" y="530"/>
                </a:lnTo>
                <a:cubicBezTo>
                  <a:pt x="0" y="495"/>
                  <a:pt x="4" y="461"/>
                  <a:pt x="11" y="426"/>
                </a:cubicBezTo>
                <a:cubicBezTo>
                  <a:pt x="17" y="392"/>
                  <a:pt x="27" y="359"/>
                  <a:pt x="41" y="327"/>
                </a:cubicBezTo>
                <a:cubicBezTo>
                  <a:pt x="54" y="295"/>
                  <a:pt x="70" y="265"/>
                  <a:pt x="90" y="236"/>
                </a:cubicBezTo>
                <a:cubicBezTo>
                  <a:pt x="109" y="207"/>
                  <a:pt x="131" y="180"/>
                  <a:pt x="155" y="155"/>
                </a:cubicBezTo>
                <a:cubicBezTo>
                  <a:pt x="180" y="131"/>
                  <a:pt x="207" y="109"/>
                  <a:pt x="236" y="90"/>
                </a:cubicBezTo>
                <a:cubicBezTo>
                  <a:pt x="265" y="70"/>
                  <a:pt x="295" y="54"/>
                  <a:pt x="327" y="41"/>
                </a:cubicBezTo>
                <a:cubicBezTo>
                  <a:pt x="359" y="27"/>
                  <a:pt x="392" y="17"/>
                  <a:pt x="426" y="11"/>
                </a:cubicBezTo>
                <a:cubicBezTo>
                  <a:pt x="461" y="4"/>
                  <a:pt x="495" y="0"/>
                  <a:pt x="53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63" name="" descr=""/>
          <p:cNvPicPr/>
          <p:nvPr/>
        </p:nvPicPr>
        <p:blipFill>
          <a:blip r:embed="rId1"/>
          <a:stretch/>
        </p:blipFill>
        <p:spPr>
          <a:xfrm>
            <a:off x="10515600" y="38160"/>
            <a:ext cx="1142640" cy="1142640"/>
          </a:xfrm>
          <a:prstGeom prst="rect">
            <a:avLst/>
          </a:prstGeom>
          <a:ln w="0">
            <a:noFill/>
          </a:ln>
        </p:spPr>
      </p:pic>
      <p:sp>
        <p:nvSpPr>
          <p:cNvPr id="364" name=""/>
          <p:cNvSpPr/>
          <p:nvPr/>
        </p:nvSpPr>
        <p:spPr>
          <a:xfrm>
            <a:off x="542880" y="1723680"/>
            <a:ext cx="3571920" cy="1410120"/>
          </a:xfrm>
          <a:custGeom>
            <a:avLst/>
            <a:gdLst/>
            <a:ahLst/>
            <a:rect l="0" t="0" r="r" b="b"/>
            <a:pathLst>
              <a:path w="9922" h="3917">
                <a:moveTo>
                  <a:pt x="0" y="3732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7" y="0"/>
                </a:lnTo>
                <a:cubicBezTo>
                  <a:pt x="9749" y="0"/>
                  <a:pt x="9761" y="2"/>
                  <a:pt x="9773" y="4"/>
                </a:cubicBezTo>
                <a:cubicBezTo>
                  <a:pt x="9785" y="6"/>
                  <a:pt x="9797" y="10"/>
                  <a:pt x="9808" y="15"/>
                </a:cubicBezTo>
                <a:cubicBezTo>
                  <a:pt x="9819" y="19"/>
                  <a:pt x="9830" y="25"/>
                  <a:pt x="9840" y="32"/>
                </a:cubicBezTo>
                <a:cubicBezTo>
                  <a:pt x="9850" y="38"/>
                  <a:pt x="9860" y="46"/>
                  <a:pt x="9868" y="55"/>
                </a:cubicBezTo>
                <a:cubicBezTo>
                  <a:pt x="9877" y="63"/>
                  <a:pt x="9885" y="73"/>
                  <a:pt x="9891" y="83"/>
                </a:cubicBezTo>
                <a:cubicBezTo>
                  <a:pt x="9898" y="93"/>
                  <a:pt x="9904" y="104"/>
                  <a:pt x="9908" y="115"/>
                </a:cubicBezTo>
                <a:cubicBezTo>
                  <a:pt x="9913" y="126"/>
                  <a:pt x="9917" y="138"/>
                  <a:pt x="9919" y="150"/>
                </a:cubicBezTo>
                <a:cubicBezTo>
                  <a:pt x="9921" y="161"/>
                  <a:pt x="9922" y="174"/>
                  <a:pt x="9922" y="186"/>
                </a:cubicBezTo>
                <a:lnTo>
                  <a:pt x="9922" y="3732"/>
                </a:lnTo>
                <a:cubicBezTo>
                  <a:pt x="9922" y="3744"/>
                  <a:pt x="9921" y="3756"/>
                  <a:pt x="9919" y="3768"/>
                </a:cubicBezTo>
                <a:cubicBezTo>
                  <a:pt x="9917" y="3780"/>
                  <a:pt x="9913" y="3792"/>
                  <a:pt x="9908" y="3803"/>
                </a:cubicBezTo>
                <a:cubicBezTo>
                  <a:pt x="9904" y="3814"/>
                  <a:pt x="9898" y="3825"/>
                  <a:pt x="9891" y="3835"/>
                </a:cubicBezTo>
                <a:cubicBezTo>
                  <a:pt x="9885" y="3845"/>
                  <a:pt x="9877" y="3854"/>
                  <a:pt x="9868" y="3863"/>
                </a:cubicBezTo>
                <a:cubicBezTo>
                  <a:pt x="9860" y="3872"/>
                  <a:pt x="9850" y="3879"/>
                  <a:pt x="9840" y="3886"/>
                </a:cubicBezTo>
                <a:cubicBezTo>
                  <a:pt x="9830" y="3893"/>
                  <a:pt x="9819" y="3899"/>
                  <a:pt x="9808" y="3903"/>
                </a:cubicBezTo>
                <a:cubicBezTo>
                  <a:pt x="9797" y="3908"/>
                  <a:pt x="9785" y="3911"/>
                  <a:pt x="9773" y="3914"/>
                </a:cubicBezTo>
                <a:cubicBezTo>
                  <a:pt x="9761" y="3916"/>
                  <a:pt x="9749" y="3917"/>
                  <a:pt x="9737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5" y="3908"/>
                  <a:pt x="114" y="3903"/>
                </a:cubicBezTo>
                <a:cubicBezTo>
                  <a:pt x="103" y="3899"/>
                  <a:pt x="92" y="3893"/>
                  <a:pt x="82" y="3886"/>
                </a:cubicBezTo>
                <a:cubicBezTo>
                  <a:pt x="72" y="3879"/>
                  <a:pt x="62" y="3872"/>
                  <a:pt x="54" y="3863"/>
                </a:cubicBezTo>
                <a:cubicBezTo>
                  <a:pt x="45" y="3854"/>
                  <a:pt x="38" y="3845"/>
                  <a:pt x="31" y="3835"/>
                </a:cubicBezTo>
                <a:cubicBezTo>
                  <a:pt x="24" y="3825"/>
                  <a:pt x="18" y="3814"/>
                  <a:pt x="14" y="3803"/>
                </a:cubicBezTo>
                <a:cubicBezTo>
                  <a:pt x="9" y="3792"/>
                  <a:pt x="6" y="3780"/>
                  <a:pt x="3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solidFill>
            <a:srgbClr val="f9f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542880" y="1723680"/>
            <a:ext cx="3571920" cy="1410120"/>
          </a:xfrm>
          <a:custGeom>
            <a:avLst/>
            <a:gdLst/>
            <a:ahLst/>
            <a:rect l="0" t="0" r="r" b="b"/>
            <a:pathLst>
              <a:path w="9922" h="3917">
                <a:moveTo>
                  <a:pt x="0" y="3732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2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7" y="0"/>
                </a:lnTo>
                <a:cubicBezTo>
                  <a:pt x="9749" y="0"/>
                  <a:pt x="9761" y="2"/>
                  <a:pt x="9773" y="4"/>
                </a:cubicBezTo>
                <a:cubicBezTo>
                  <a:pt x="9785" y="6"/>
                  <a:pt x="9797" y="10"/>
                  <a:pt x="9808" y="15"/>
                </a:cubicBezTo>
                <a:cubicBezTo>
                  <a:pt x="9819" y="19"/>
                  <a:pt x="9830" y="25"/>
                  <a:pt x="9840" y="32"/>
                </a:cubicBezTo>
                <a:cubicBezTo>
                  <a:pt x="9850" y="38"/>
                  <a:pt x="9860" y="46"/>
                  <a:pt x="9868" y="55"/>
                </a:cubicBezTo>
                <a:cubicBezTo>
                  <a:pt x="9877" y="63"/>
                  <a:pt x="9885" y="73"/>
                  <a:pt x="9891" y="83"/>
                </a:cubicBezTo>
                <a:cubicBezTo>
                  <a:pt x="9898" y="93"/>
                  <a:pt x="9904" y="104"/>
                  <a:pt x="9908" y="115"/>
                </a:cubicBezTo>
                <a:cubicBezTo>
                  <a:pt x="9913" y="126"/>
                  <a:pt x="9917" y="138"/>
                  <a:pt x="9919" y="150"/>
                </a:cubicBezTo>
                <a:cubicBezTo>
                  <a:pt x="9921" y="161"/>
                  <a:pt x="9922" y="174"/>
                  <a:pt x="9922" y="186"/>
                </a:cubicBezTo>
                <a:lnTo>
                  <a:pt x="9922" y="3732"/>
                </a:lnTo>
                <a:cubicBezTo>
                  <a:pt x="9922" y="3744"/>
                  <a:pt x="9921" y="3756"/>
                  <a:pt x="9919" y="3768"/>
                </a:cubicBezTo>
                <a:cubicBezTo>
                  <a:pt x="9917" y="3780"/>
                  <a:pt x="9913" y="3792"/>
                  <a:pt x="9908" y="3803"/>
                </a:cubicBezTo>
                <a:cubicBezTo>
                  <a:pt x="9904" y="3814"/>
                  <a:pt x="9898" y="3825"/>
                  <a:pt x="9891" y="3835"/>
                </a:cubicBezTo>
                <a:cubicBezTo>
                  <a:pt x="9885" y="3845"/>
                  <a:pt x="9877" y="3854"/>
                  <a:pt x="9868" y="3863"/>
                </a:cubicBezTo>
                <a:cubicBezTo>
                  <a:pt x="9860" y="3872"/>
                  <a:pt x="9850" y="3879"/>
                  <a:pt x="9840" y="3886"/>
                </a:cubicBezTo>
                <a:cubicBezTo>
                  <a:pt x="9830" y="3893"/>
                  <a:pt x="9819" y="3899"/>
                  <a:pt x="9808" y="3903"/>
                </a:cubicBezTo>
                <a:cubicBezTo>
                  <a:pt x="9797" y="3908"/>
                  <a:pt x="9785" y="3911"/>
                  <a:pt x="9773" y="3914"/>
                </a:cubicBezTo>
                <a:cubicBezTo>
                  <a:pt x="9761" y="3916"/>
                  <a:pt x="9749" y="3917"/>
                  <a:pt x="9737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5" y="3908"/>
                  <a:pt x="114" y="3903"/>
                </a:cubicBezTo>
                <a:cubicBezTo>
                  <a:pt x="103" y="3899"/>
                  <a:pt x="92" y="3893"/>
                  <a:pt x="82" y="3886"/>
                </a:cubicBezTo>
                <a:cubicBezTo>
                  <a:pt x="72" y="3879"/>
                  <a:pt x="62" y="3872"/>
                  <a:pt x="54" y="3863"/>
                </a:cubicBezTo>
                <a:cubicBezTo>
                  <a:pt x="45" y="3854"/>
                  <a:pt x="38" y="3845"/>
                  <a:pt x="31" y="3835"/>
                </a:cubicBezTo>
                <a:cubicBezTo>
                  <a:pt x="24" y="3825"/>
                  <a:pt x="18" y="3814"/>
                  <a:pt x="14" y="3803"/>
                </a:cubicBezTo>
                <a:cubicBezTo>
                  <a:pt x="9" y="3792"/>
                  <a:pt x="6" y="3780"/>
                  <a:pt x="3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533520" y="924480"/>
            <a:ext cx="10006560" cy="387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ViT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は、画像をパッチ列として扱うことで</a:t>
            </a:r>
            <a:r>
              <a:rPr b="0" lang="en-US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r>
              <a:rPr b="0" lang="zh-CN" sz="2100" spc="-1" strike="noStrike">
                <a:solidFill>
                  <a:srgbClr val="111111"/>
                </a:solidFill>
                <a:latin typeface="NotoSansJP"/>
                <a:ea typeface="NotoSansJP"/>
              </a:rPr>
              <a:t>を画像分類へ直接適用した。</a:t>
            </a:r>
            <a:endParaRPr b="0" lang="en-US" sz="2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723960" y="1891080"/>
            <a:ext cx="39996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背景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723960" y="2264760"/>
            <a:ext cx="334440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NLP</a:t>
            </a:r>
            <a:r>
              <a:rPr b="0" lang="zh-CN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で成功した</a:t>
            </a:r>
            <a:r>
              <a:rPr b="0" lang="en-US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r>
              <a:rPr b="0" lang="zh-CN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を、</a:t>
            </a:r>
            <a:r>
              <a:rPr b="0" lang="en-US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r>
              <a:rPr b="0" lang="zh-CN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優勢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4305240" y="1723680"/>
            <a:ext cx="3581640" cy="1410120"/>
          </a:xfrm>
          <a:custGeom>
            <a:avLst/>
            <a:gdLst/>
            <a:ahLst/>
            <a:rect l="0" t="0" r="r" b="b"/>
            <a:pathLst>
              <a:path w="9949" h="3917">
                <a:moveTo>
                  <a:pt x="0" y="3732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64" y="0"/>
                </a:lnTo>
                <a:cubicBezTo>
                  <a:pt x="9776" y="0"/>
                  <a:pt x="9788" y="2"/>
                  <a:pt x="9800" y="4"/>
                </a:cubicBezTo>
                <a:cubicBezTo>
                  <a:pt x="9812" y="6"/>
                  <a:pt x="9823" y="10"/>
                  <a:pt x="9835" y="15"/>
                </a:cubicBezTo>
                <a:cubicBezTo>
                  <a:pt x="9846" y="19"/>
                  <a:pt x="9857" y="25"/>
                  <a:pt x="9867" y="32"/>
                </a:cubicBezTo>
                <a:cubicBezTo>
                  <a:pt x="9877" y="38"/>
                  <a:pt x="9886" y="46"/>
                  <a:pt x="9895" y="55"/>
                </a:cubicBezTo>
                <a:cubicBezTo>
                  <a:pt x="9903" y="63"/>
                  <a:pt x="9911" y="73"/>
                  <a:pt x="9918" y="83"/>
                </a:cubicBezTo>
                <a:cubicBezTo>
                  <a:pt x="9925" y="93"/>
                  <a:pt x="9930" y="104"/>
                  <a:pt x="9935" y="115"/>
                </a:cubicBezTo>
                <a:cubicBezTo>
                  <a:pt x="9940" y="126"/>
                  <a:pt x="9943" y="138"/>
                  <a:pt x="9945" y="150"/>
                </a:cubicBezTo>
                <a:cubicBezTo>
                  <a:pt x="9948" y="161"/>
                  <a:pt x="9949" y="174"/>
                  <a:pt x="9949" y="186"/>
                </a:cubicBezTo>
                <a:lnTo>
                  <a:pt x="9949" y="3732"/>
                </a:lnTo>
                <a:cubicBezTo>
                  <a:pt x="9949" y="3744"/>
                  <a:pt x="9948" y="3756"/>
                  <a:pt x="9945" y="3768"/>
                </a:cubicBezTo>
                <a:cubicBezTo>
                  <a:pt x="9943" y="3780"/>
                  <a:pt x="9940" y="3792"/>
                  <a:pt x="9935" y="3803"/>
                </a:cubicBezTo>
                <a:cubicBezTo>
                  <a:pt x="9930" y="3814"/>
                  <a:pt x="9925" y="3825"/>
                  <a:pt x="9918" y="3835"/>
                </a:cubicBezTo>
                <a:cubicBezTo>
                  <a:pt x="9911" y="3845"/>
                  <a:pt x="9903" y="3854"/>
                  <a:pt x="9895" y="3863"/>
                </a:cubicBezTo>
                <a:cubicBezTo>
                  <a:pt x="9886" y="3872"/>
                  <a:pt x="9877" y="3879"/>
                  <a:pt x="9867" y="3886"/>
                </a:cubicBezTo>
                <a:cubicBezTo>
                  <a:pt x="9857" y="3893"/>
                  <a:pt x="9846" y="3899"/>
                  <a:pt x="9835" y="3903"/>
                </a:cubicBezTo>
                <a:cubicBezTo>
                  <a:pt x="9823" y="3908"/>
                  <a:pt x="9812" y="3911"/>
                  <a:pt x="9800" y="3914"/>
                </a:cubicBezTo>
                <a:cubicBezTo>
                  <a:pt x="9788" y="3916"/>
                  <a:pt x="9776" y="3917"/>
                  <a:pt x="9764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5" y="3908"/>
                  <a:pt x="114" y="3903"/>
                </a:cubicBezTo>
                <a:cubicBezTo>
                  <a:pt x="103" y="3899"/>
                  <a:pt x="92" y="3893"/>
                  <a:pt x="82" y="3886"/>
                </a:cubicBezTo>
                <a:cubicBezTo>
                  <a:pt x="72" y="3879"/>
                  <a:pt x="63" y="3872"/>
                  <a:pt x="54" y="3863"/>
                </a:cubicBezTo>
                <a:cubicBezTo>
                  <a:pt x="45" y="3854"/>
                  <a:pt x="38" y="3845"/>
                  <a:pt x="31" y="3835"/>
                </a:cubicBezTo>
                <a:cubicBezTo>
                  <a:pt x="24" y="3825"/>
                  <a:pt x="18" y="3814"/>
                  <a:pt x="14" y="3803"/>
                </a:cubicBezTo>
                <a:cubicBezTo>
                  <a:pt x="9" y="3792"/>
                  <a:pt x="6" y="3780"/>
                  <a:pt x="3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solidFill>
            <a:srgbClr val="fff8f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4305240" y="1723680"/>
            <a:ext cx="3581640" cy="1410120"/>
          </a:xfrm>
          <a:custGeom>
            <a:avLst/>
            <a:gdLst/>
            <a:ahLst/>
            <a:rect l="0" t="0" r="r" b="b"/>
            <a:pathLst>
              <a:path w="9949" h="3917">
                <a:moveTo>
                  <a:pt x="0" y="3732"/>
                </a:moveTo>
                <a:lnTo>
                  <a:pt x="0" y="186"/>
                </a:lnTo>
                <a:cubicBezTo>
                  <a:pt x="0" y="174"/>
                  <a:pt x="1" y="161"/>
                  <a:pt x="3" y="150"/>
                </a:cubicBezTo>
                <a:cubicBezTo>
                  <a:pt x="6" y="138"/>
                  <a:pt x="9" y="126"/>
                  <a:pt x="14" y="115"/>
                </a:cubicBezTo>
                <a:cubicBezTo>
                  <a:pt x="18" y="104"/>
                  <a:pt x="24" y="93"/>
                  <a:pt x="31" y="83"/>
                </a:cubicBezTo>
                <a:cubicBezTo>
                  <a:pt x="38" y="73"/>
                  <a:pt x="45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2" y="25"/>
                  <a:pt x="103" y="19"/>
                  <a:pt x="114" y="15"/>
                </a:cubicBezTo>
                <a:cubicBezTo>
                  <a:pt x="125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64" y="0"/>
                </a:lnTo>
                <a:cubicBezTo>
                  <a:pt x="9776" y="0"/>
                  <a:pt x="9788" y="2"/>
                  <a:pt x="9800" y="4"/>
                </a:cubicBezTo>
                <a:cubicBezTo>
                  <a:pt x="9812" y="6"/>
                  <a:pt x="9823" y="10"/>
                  <a:pt x="9835" y="15"/>
                </a:cubicBezTo>
                <a:cubicBezTo>
                  <a:pt x="9846" y="19"/>
                  <a:pt x="9857" y="25"/>
                  <a:pt x="9867" y="32"/>
                </a:cubicBezTo>
                <a:cubicBezTo>
                  <a:pt x="9877" y="38"/>
                  <a:pt x="9886" y="46"/>
                  <a:pt x="9895" y="55"/>
                </a:cubicBezTo>
                <a:cubicBezTo>
                  <a:pt x="9903" y="63"/>
                  <a:pt x="9911" y="73"/>
                  <a:pt x="9918" y="83"/>
                </a:cubicBezTo>
                <a:cubicBezTo>
                  <a:pt x="9925" y="93"/>
                  <a:pt x="9930" y="104"/>
                  <a:pt x="9935" y="115"/>
                </a:cubicBezTo>
                <a:cubicBezTo>
                  <a:pt x="9940" y="126"/>
                  <a:pt x="9943" y="138"/>
                  <a:pt x="9945" y="150"/>
                </a:cubicBezTo>
                <a:cubicBezTo>
                  <a:pt x="9948" y="161"/>
                  <a:pt x="9949" y="174"/>
                  <a:pt x="9949" y="186"/>
                </a:cubicBezTo>
                <a:lnTo>
                  <a:pt x="9949" y="3732"/>
                </a:lnTo>
                <a:cubicBezTo>
                  <a:pt x="9949" y="3744"/>
                  <a:pt x="9948" y="3756"/>
                  <a:pt x="9945" y="3768"/>
                </a:cubicBezTo>
                <a:cubicBezTo>
                  <a:pt x="9943" y="3780"/>
                  <a:pt x="9940" y="3792"/>
                  <a:pt x="9935" y="3803"/>
                </a:cubicBezTo>
                <a:cubicBezTo>
                  <a:pt x="9930" y="3814"/>
                  <a:pt x="9925" y="3825"/>
                  <a:pt x="9918" y="3835"/>
                </a:cubicBezTo>
                <a:cubicBezTo>
                  <a:pt x="9911" y="3845"/>
                  <a:pt x="9903" y="3854"/>
                  <a:pt x="9895" y="3863"/>
                </a:cubicBezTo>
                <a:cubicBezTo>
                  <a:pt x="9886" y="3872"/>
                  <a:pt x="9877" y="3879"/>
                  <a:pt x="9867" y="3886"/>
                </a:cubicBezTo>
                <a:cubicBezTo>
                  <a:pt x="9857" y="3893"/>
                  <a:pt x="9846" y="3899"/>
                  <a:pt x="9835" y="3903"/>
                </a:cubicBezTo>
                <a:cubicBezTo>
                  <a:pt x="9823" y="3908"/>
                  <a:pt x="9812" y="3911"/>
                  <a:pt x="9800" y="3914"/>
                </a:cubicBezTo>
                <a:cubicBezTo>
                  <a:pt x="9788" y="3916"/>
                  <a:pt x="9776" y="3917"/>
                  <a:pt x="9764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5" y="3908"/>
                  <a:pt x="114" y="3903"/>
                </a:cubicBezTo>
                <a:cubicBezTo>
                  <a:pt x="103" y="3899"/>
                  <a:pt x="92" y="3893"/>
                  <a:pt x="82" y="3886"/>
                </a:cubicBezTo>
                <a:cubicBezTo>
                  <a:pt x="72" y="3879"/>
                  <a:pt x="63" y="3872"/>
                  <a:pt x="54" y="3863"/>
                </a:cubicBezTo>
                <a:cubicBezTo>
                  <a:pt x="45" y="3854"/>
                  <a:pt x="38" y="3845"/>
                  <a:pt x="31" y="3835"/>
                </a:cubicBezTo>
                <a:cubicBezTo>
                  <a:pt x="24" y="3825"/>
                  <a:pt x="18" y="3814"/>
                  <a:pt x="14" y="3803"/>
                </a:cubicBezTo>
                <a:cubicBezTo>
                  <a:pt x="9" y="3792"/>
                  <a:pt x="6" y="3780"/>
                  <a:pt x="3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noFill/>
          <a:ln w="18720">
            <a:solidFill>
              <a:srgbClr val="e8bbb8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723960" y="2512440"/>
            <a:ext cx="18781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の画像認識へ持ち込む。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4489560" y="1891080"/>
            <a:ext cx="39996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方法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4489560" y="2264760"/>
            <a:ext cx="30729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画像を固定サイズパッチに分け、位置埋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8076960" y="1723680"/>
            <a:ext cx="3572280" cy="1410120"/>
          </a:xfrm>
          <a:custGeom>
            <a:avLst/>
            <a:gdLst/>
            <a:ahLst/>
            <a:rect l="0" t="0" r="r" b="b"/>
            <a:pathLst>
              <a:path w="9923" h="3917">
                <a:moveTo>
                  <a:pt x="0" y="3732"/>
                </a:moveTo>
                <a:lnTo>
                  <a:pt x="0" y="186"/>
                </a:lnTo>
                <a:cubicBezTo>
                  <a:pt x="0" y="174"/>
                  <a:pt x="1" y="161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8" y="0"/>
                </a:lnTo>
                <a:cubicBezTo>
                  <a:pt x="9750" y="0"/>
                  <a:pt x="9762" y="2"/>
                  <a:pt x="9774" y="4"/>
                </a:cubicBezTo>
                <a:cubicBezTo>
                  <a:pt x="9786" y="6"/>
                  <a:pt x="9797" y="10"/>
                  <a:pt x="9809" y="15"/>
                </a:cubicBezTo>
                <a:cubicBezTo>
                  <a:pt x="9820" y="19"/>
                  <a:pt x="9831" y="25"/>
                  <a:pt x="9841" y="32"/>
                </a:cubicBezTo>
                <a:cubicBezTo>
                  <a:pt x="9851" y="38"/>
                  <a:pt x="9860" y="46"/>
                  <a:pt x="9869" y="55"/>
                </a:cubicBezTo>
                <a:cubicBezTo>
                  <a:pt x="9877" y="63"/>
                  <a:pt x="9885" y="73"/>
                  <a:pt x="9892" y="83"/>
                </a:cubicBezTo>
                <a:cubicBezTo>
                  <a:pt x="9899" y="93"/>
                  <a:pt x="9904" y="104"/>
                  <a:pt x="9909" y="115"/>
                </a:cubicBezTo>
                <a:cubicBezTo>
                  <a:pt x="9914" y="126"/>
                  <a:pt x="9917" y="138"/>
                  <a:pt x="9919" y="150"/>
                </a:cubicBezTo>
                <a:cubicBezTo>
                  <a:pt x="9922" y="161"/>
                  <a:pt x="9923" y="174"/>
                  <a:pt x="9923" y="186"/>
                </a:cubicBezTo>
                <a:lnTo>
                  <a:pt x="9923" y="3732"/>
                </a:lnTo>
                <a:cubicBezTo>
                  <a:pt x="9923" y="3744"/>
                  <a:pt x="9922" y="3756"/>
                  <a:pt x="9919" y="3768"/>
                </a:cubicBezTo>
                <a:cubicBezTo>
                  <a:pt x="9917" y="3780"/>
                  <a:pt x="9914" y="3792"/>
                  <a:pt x="9909" y="3803"/>
                </a:cubicBezTo>
                <a:cubicBezTo>
                  <a:pt x="9904" y="3814"/>
                  <a:pt x="9899" y="3825"/>
                  <a:pt x="9892" y="3835"/>
                </a:cubicBezTo>
                <a:cubicBezTo>
                  <a:pt x="9885" y="3845"/>
                  <a:pt x="9877" y="3854"/>
                  <a:pt x="9869" y="3863"/>
                </a:cubicBezTo>
                <a:cubicBezTo>
                  <a:pt x="9860" y="3872"/>
                  <a:pt x="9851" y="3879"/>
                  <a:pt x="9841" y="3886"/>
                </a:cubicBezTo>
                <a:cubicBezTo>
                  <a:pt x="9831" y="3893"/>
                  <a:pt x="9820" y="3899"/>
                  <a:pt x="9809" y="3903"/>
                </a:cubicBezTo>
                <a:cubicBezTo>
                  <a:pt x="9797" y="3908"/>
                  <a:pt x="9786" y="3911"/>
                  <a:pt x="9774" y="3914"/>
                </a:cubicBezTo>
                <a:cubicBezTo>
                  <a:pt x="9762" y="3916"/>
                  <a:pt x="9750" y="3917"/>
                  <a:pt x="9738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6" y="3908"/>
                  <a:pt x="114" y="3903"/>
                </a:cubicBezTo>
                <a:cubicBezTo>
                  <a:pt x="103" y="3899"/>
                  <a:pt x="93" y="3893"/>
                  <a:pt x="82" y="3886"/>
                </a:cubicBezTo>
                <a:cubicBezTo>
                  <a:pt x="72" y="3879"/>
                  <a:pt x="63" y="3872"/>
                  <a:pt x="54" y="3863"/>
                </a:cubicBezTo>
                <a:cubicBezTo>
                  <a:pt x="46" y="3854"/>
                  <a:pt x="38" y="3845"/>
                  <a:pt x="31" y="3835"/>
                </a:cubicBezTo>
                <a:cubicBezTo>
                  <a:pt x="25" y="3825"/>
                  <a:pt x="19" y="3814"/>
                  <a:pt x="14" y="3803"/>
                </a:cubicBezTo>
                <a:cubicBezTo>
                  <a:pt x="10" y="3792"/>
                  <a:pt x="6" y="3780"/>
                  <a:pt x="4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solidFill>
            <a:srgbClr val="f9fcf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8076960" y="1723680"/>
            <a:ext cx="3572280" cy="1410120"/>
          </a:xfrm>
          <a:custGeom>
            <a:avLst/>
            <a:gdLst/>
            <a:ahLst/>
            <a:rect l="0" t="0" r="r" b="b"/>
            <a:pathLst>
              <a:path w="9923" h="3917">
                <a:moveTo>
                  <a:pt x="0" y="3732"/>
                </a:moveTo>
                <a:lnTo>
                  <a:pt x="0" y="186"/>
                </a:lnTo>
                <a:cubicBezTo>
                  <a:pt x="0" y="174"/>
                  <a:pt x="1" y="161"/>
                  <a:pt x="4" y="150"/>
                </a:cubicBezTo>
                <a:cubicBezTo>
                  <a:pt x="6" y="138"/>
                  <a:pt x="10" y="126"/>
                  <a:pt x="14" y="115"/>
                </a:cubicBezTo>
                <a:cubicBezTo>
                  <a:pt x="19" y="104"/>
                  <a:pt x="25" y="93"/>
                  <a:pt x="31" y="83"/>
                </a:cubicBezTo>
                <a:cubicBezTo>
                  <a:pt x="38" y="73"/>
                  <a:pt x="46" y="63"/>
                  <a:pt x="54" y="55"/>
                </a:cubicBezTo>
                <a:cubicBezTo>
                  <a:pt x="63" y="46"/>
                  <a:pt x="72" y="38"/>
                  <a:pt x="82" y="32"/>
                </a:cubicBezTo>
                <a:cubicBezTo>
                  <a:pt x="93" y="25"/>
                  <a:pt x="103" y="19"/>
                  <a:pt x="114" y="15"/>
                </a:cubicBezTo>
                <a:cubicBezTo>
                  <a:pt x="126" y="10"/>
                  <a:pt x="137" y="6"/>
                  <a:pt x="149" y="4"/>
                </a:cubicBezTo>
                <a:cubicBezTo>
                  <a:pt x="161" y="2"/>
                  <a:pt x="173" y="0"/>
                  <a:pt x="185" y="0"/>
                </a:cubicBezTo>
                <a:lnTo>
                  <a:pt x="9738" y="0"/>
                </a:lnTo>
                <a:cubicBezTo>
                  <a:pt x="9750" y="0"/>
                  <a:pt x="9762" y="2"/>
                  <a:pt x="9774" y="4"/>
                </a:cubicBezTo>
                <a:cubicBezTo>
                  <a:pt x="9786" y="6"/>
                  <a:pt x="9797" y="10"/>
                  <a:pt x="9809" y="15"/>
                </a:cubicBezTo>
                <a:cubicBezTo>
                  <a:pt x="9820" y="19"/>
                  <a:pt x="9831" y="25"/>
                  <a:pt x="9841" y="32"/>
                </a:cubicBezTo>
                <a:cubicBezTo>
                  <a:pt x="9851" y="38"/>
                  <a:pt x="9860" y="46"/>
                  <a:pt x="9869" y="55"/>
                </a:cubicBezTo>
                <a:cubicBezTo>
                  <a:pt x="9877" y="63"/>
                  <a:pt x="9885" y="73"/>
                  <a:pt x="9892" y="83"/>
                </a:cubicBezTo>
                <a:cubicBezTo>
                  <a:pt x="9899" y="93"/>
                  <a:pt x="9904" y="104"/>
                  <a:pt x="9909" y="115"/>
                </a:cubicBezTo>
                <a:cubicBezTo>
                  <a:pt x="9914" y="126"/>
                  <a:pt x="9917" y="138"/>
                  <a:pt x="9919" y="150"/>
                </a:cubicBezTo>
                <a:cubicBezTo>
                  <a:pt x="9922" y="161"/>
                  <a:pt x="9923" y="174"/>
                  <a:pt x="9923" y="186"/>
                </a:cubicBezTo>
                <a:lnTo>
                  <a:pt x="9923" y="3732"/>
                </a:lnTo>
                <a:cubicBezTo>
                  <a:pt x="9923" y="3744"/>
                  <a:pt x="9922" y="3756"/>
                  <a:pt x="9919" y="3768"/>
                </a:cubicBezTo>
                <a:cubicBezTo>
                  <a:pt x="9917" y="3780"/>
                  <a:pt x="9914" y="3792"/>
                  <a:pt x="9909" y="3803"/>
                </a:cubicBezTo>
                <a:cubicBezTo>
                  <a:pt x="9904" y="3814"/>
                  <a:pt x="9899" y="3825"/>
                  <a:pt x="9892" y="3835"/>
                </a:cubicBezTo>
                <a:cubicBezTo>
                  <a:pt x="9885" y="3845"/>
                  <a:pt x="9877" y="3854"/>
                  <a:pt x="9869" y="3863"/>
                </a:cubicBezTo>
                <a:cubicBezTo>
                  <a:pt x="9860" y="3872"/>
                  <a:pt x="9851" y="3879"/>
                  <a:pt x="9841" y="3886"/>
                </a:cubicBezTo>
                <a:cubicBezTo>
                  <a:pt x="9831" y="3893"/>
                  <a:pt x="9820" y="3899"/>
                  <a:pt x="9809" y="3903"/>
                </a:cubicBezTo>
                <a:cubicBezTo>
                  <a:pt x="9797" y="3908"/>
                  <a:pt x="9786" y="3911"/>
                  <a:pt x="9774" y="3914"/>
                </a:cubicBezTo>
                <a:cubicBezTo>
                  <a:pt x="9762" y="3916"/>
                  <a:pt x="9750" y="3917"/>
                  <a:pt x="9738" y="3917"/>
                </a:cubicBezTo>
                <a:lnTo>
                  <a:pt x="185" y="3917"/>
                </a:lnTo>
                <a:cubicBezTo>
                  <a:pt x="173" y="3917"/>
                  <a:pt x="161" y="3916"/>
                  <a:pt x="149" y="3914"/>
                </a:cubicBezTo>
                <a:cubicBezTo>
                  <a:pt x="137" y="3911"/>
                  <a:pt x="126" y="3908"/>
                  <a:pt x="114" y="3903"/>
                </a:cubicBezTo>
                <a:cubicBezTo>
                  <a:pt x="103" y="3899"/>
                  <a:pt x="93" y="3893"/>
                  <a:pt x="82" y="3886"/>
                </a:cubicBezTo>
                <a:cubicBezTo>
                  <a:pt x="72" y="3879"/>
                  <a:pt x="63" y="3872"/>
                  <a:pt x="54" y="3863"/>
                </a:cubicBezTo>
                <a:cubicBezTo>
                  <a:pt x="46" y="3854"/>
                  <a:pt x="38" y="3845"/>
                  <a:pt x="31" y="3835"/>
                </a:cubicBezTo>
                <a:cubicBezTo>
                  <a:pt x="25" y="3825"/>
                  <a:pt x="19" y="3814"/>
                  <a:pt x="14" y="3803"/>
                </a:cubicBezTo>
                <a:cubicBezTo>
                  <a:pt x="10" y="3792"/>
                  <a:pt x="6" y="3780"/>
                  <a:pt x="4" y="3768"/>
                </a:cubicBezTo>
                <a:cubicBezTo>
                  <a:pt x="1" y="3756"/>
                  <a:pt x="0" y="3744"/>
                  <a:pt x="0" y="3732"/>
                </a:cubicBezTo>
                <a:close/>
              </a:path>
            </a:pathLst>
          </a:custGeom>
          <a:noFill/>
          <a:ln w="18720">
            <a:solidFill>
              <a:srgbClr val="d7e5ee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4489560" y="2512440"/>
            <a:ext cx="307584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め込み付きの</a:t>
            </a:r>
            <a:r>
              <a:rPr b="0" lang="en-US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token</a:t>
            </a:r>
            <a:r>
              <a:rPr b="0" lang="zh-CN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列として処理する。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8254800" y="1891080"/>
            <a:ext cx="39996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580" spc="-1" strike="noStrike">
                <a:solidFill>
                  <a:srgbClr val="0b4b78"/>
                </a:solidFill>
                <a:latin typeface="NotoSansJP"/>
                <a:ea typeface="NotoSansJP"/>
              </a:rPr>
              <a:t>結論</a:t>
            </a:r>
            <a:endParaRPr b="0" lang="en-US" sz="15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8254800" y="2264760"/>
            <a:ext cx="31240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大規模事前学習後の転移では、強い</a:t>
            </a:r>
            <a:r>
              <a:rPr b="0" lang="en-US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CNN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533160" y="3314520"/>
            <a:ext cx="11125440" cy="1010160"/>
          </a:xfrm>
          <a:custGeom>
            <a:avLst/>
            <a:gdLst/>
            <a:ahLst/>
            <a:rect l="0" t="0" r="r" b="b"/>
            <a:pathLst>
              <a:path w="30904" h="2806">
                <a:moveTo>
                  <a:pt x="0" y="0"/>
                </a:moveTo>
                <a:lnTo>
                  <a:pt x="30904" y="0"/>
                </a:lnTo>
                <a:lnTo>
                  <a:pt x="30904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eef7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533160" y="3314520"/>
            <a:ext cx="76680" cy="1010160"/>
          </a:xfrm>
          <a:custGeom>
            <a:avLst/>
            <a:gdLst/>
            <a:ahLst/>
            <a:rect l="0" t="0" r="r" b="b"/>
            <a:pathLst>
              <a:path w="213" h="2806">
                <a:moveTo>
                  <a:pt x="0" y="0"/>
                </a:moveTo>
                <a:lnTo>
                  <a:pt x="213" y="0"/>
                </a:lnTo>
                <a:lnTo>
                  <a:pt x="213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8254800" y="2512440"/>
            <a:ext cx="2591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系</a:t>
            </a:r>
            <a:r>
              <a:rPr b="0" lang="en-US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baseline</a:t>
            </a:r>
            <a:r>
              <a:rPr b="0" lang="zh-CN" sz="1350" spc="-1" strike="noStrike">
                <a:solidFill>
                  <a:srgbClr val="111111"/>
                </a:solidFill>
                <a:latin typeface="NotoSansJP"/>
                <a:ea typeface="NotoSansJP"/>
              </a:rPr>
              <a:t>に匹敵または上回る。</a:t>
            </a:r>
            <a:endParaRPr b="0" lang="en-US" sz="1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2" name=""/>
          <p:cNvSpPr txBox="1"/>
          <p:nvPr/>
        </p:nvSpPr>
        <p:spPr>
          <a:xfrm>
            <a:off x="781200" y="3468240"/>
            <a:ext cx="10617840" cy="375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輪読では「画像を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16x16 words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として読む</a:t>
            </a:r>
            <a:r>
              <a:rPr b="0" lang="en-US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Transformer</a:t>
            </a:r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」と捉えると、論文の流れを追いや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781200" y="3839760"/>
            <a:ext cx="773280" cy="373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2020" spc="-1" strike="noStrike">
                <a:solidFill>
                  <a:srgbClr val="111111"/>
                </a:solidFill>
                <a:latin typeface="NotoSansJP"/>
                <a:ea typeface="NotoSansJP"/>
              </a:rPr>
              <a:t>すい。</a:t>
            </a:r>
            <a:endParaRPr b="0" lang="en-US" sz="20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533160" y="561960"/>
            <a:ext cx="267120" cy="57240"/>
          </a:xfrm>
          <a:custGeom>
            <a:avLst/>
            <a:gdLst/>
            <a:ahLst/>
            <a:rect l="0" t="0" r="r" b="b"/>
            <a:pathLst>
              <a:path w="742" h="159">
                <a:moveTo>
                  <a:pt x="0" y="106"/>
                </a:moveTo>
                <a:lnTo>
                  <a:pt x="0" y="52"/>
                </a:lnTo>
                <a:cubicBezTo>
                  <a:pt x="0" y="45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689" y="0"/>
                </a:lnTo>
                <a:cubicBezTo>
                  <a:pt x="696" y="0"/>
                  <a:pt x="703" y="1"/>
                  <a:pt x="709" y="4"/>
                </a:cubicBezTo>
                <a:cubicBezTo>
                  <a:pt x="716" y="6"/>
                  <a:pt x="722" y="10"/>
                  <a:pt x="727" y="15"/>
                </a:cubicBezTo>
                <a:cubicBezTo>
                  <a:pt x="731" y="20"/>
                  <a:pt x="735" y="26"/>
                  <a:pt x="738" y="32"/>
                </a:cubicBezTo>
                <a:cubicBezTo>
                  <a:pt x="741" y="39"/>
                  <a:pt x="742" y="45"/>
                  <a:pt x="742" y="52"/>
                </a:cubicBezTo>
                <a:lnTo>
                  <a:pt x="742" y="106"/>
                </a:lnTo>
                <a:cubicBezTo>
                  <a:pt x="742" y="113"/>
                  <a:pt x="741" y="120"/>
                  <a:pt x="738" y="127"/>
                </a:cubicBezTo>
                <a:cubicBezTo>
                  <a:pt x="735" y="133"/>
                  <a:pt x="731" y="139"/>
                  <a:pt x="727" y="144"/>
                </a:cubicBezTo>
                <a:cubicBezTo>
                  <a:pt x="722" y="149"/>
                  <a:pt x="716" y="153"/>
                  <a:pt x="709" y="155"/>
                </a:cubicBezTo>
                <a:cubicBezTo>
                  <a:pt x="703" y="158"/>
                  <a:pt x="696" y="159"/>
                  <a:pt x="689" y="159"/>
                </a:cubicBezTo>
                <a:lnTo>
                  <a:pt x="53" y="159"/>
                </a:lnTo>
                <a:cubicBezTo>
                  <a:pt x="46" y="159"/>
                  <a:pt x="39" y="158"/>
                  <a:pt x="33" y="155"/>
                </a:cubicBezTo>
                <a:cubicBezTo>
                  <a:pt x="26" y="153"/>
                  <a:pt x="21" y="149"/>
                  <a:pt x="16" y="144"/>
                </a:cubicBezTo>
                <a:cubicBezTo>
                  <a:pt x="11" y="139"/>
                  <a:pt x="7" y="133"/>
                  <a:pt x="4" y="127"/>
                </a:cubicBezTo>
                <a:cubicBezTo>
                  <a:pt x="2" y="120"/>
                  <a:pt x="0" y="113"/>
                  <a:pt x="0" y="106"/>
                </a:cubicBezTo>
                <a:close/>
              </a:path>
            </a:pathLst>
          </a:custGeom>
          <a:solidFill>
            <a:srgbClr val="0b4b7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914400" y="392400"/>
            <a:ext cx="745920" cy="36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zh-CN" sz="1950" spc="-1" strike="noStrike">
                <a:solidFill>
                  <a:srgbClr val="111111"/>
                </a:solidFill>
                <a:latin typeface="NotoSansJP"/>
                <a:ea typeface="NotoSansJP"/>
              </a:rPr>
              <a:t>まとめ</a:t>
            </a:r>
            <a:endParaRPr b="0" lang="en-US" sz="19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1777400" y="6436800"/>
            <a:ext cx="348120" cy="416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2400" spc="-1" strike="noStrike">
                <a:solidFill>
                  <a:srgbClr val="111111"/>
                </a:solidFill>
                <a:latin typeface="NotoSansJP"/>
                <a:ea typeface="NotoSansJP"/>
              </a:rPr>
              <a:t>12</a:t>
            </a: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LibreOffice/24.2.7.2$Linux_AARCH64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