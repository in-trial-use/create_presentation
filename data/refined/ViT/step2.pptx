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5215680" y="1859400"/>
            <a:ext cx="18644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物体検知輪読</a:t>
            </a:r>
            <a:r>
              <a:rPr b="0" lang="en-US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#3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3877920" y="2500920"/>
            <a:ext cx="3938760" cy="651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750" spc="-1" strike="noStrike">
                <a:solidFill>
                  <a:srgbClr val="0b4b78"/>
                </a:solidFill>
                <a:latin typeface="NotoSansJP"/>
                <a:ea typeface="NotoSansJP"/>
              </a:rPr>
              <a:t>Vision Transformer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5153040" y="4708800"/>
            <a:ext cx="20869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工学部情報学科</a:t>
            </a:r>
            <a:r>
              <a:rPr b="0" lang="en-US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2</a:t>
            </a:r>
            <a:r>
              <a:rPr b="0" lang="zh-CN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回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563440" y="5285880"/>
            <a:ext cx="114660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JP"/>
                <a:ea typeface="NotoSansJP"/>
              </a:rPr>
              <a:t>知能太郎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3009960" y="2207880"/>
            <a:ext cx="16232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1.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研究背景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3009960" y="2665080"/>
            <a:ext cx="25376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2.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解決したい課題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3009960" y="3122280"/>
            <a:ext cx="284220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3.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提案手法の全体像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009960" y="3579480"/>
            <a:ext cx="284220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4.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手法の詳細と数式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009960" y="4036680"/>
            <a:ext cx="406152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5.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実験‧結果‧考察‧まとめ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2666880" y="23335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2666880" y="27907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2666880" y="3247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2666880" y="37051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2666880" y="41623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95360" y="18720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JP"/>
                <a:ea typeface="NotoSans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54288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2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54288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2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533520" y="924480"/>
            <a:ext cx="1002348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NLP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では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が標準になった一方、画像認識では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が長く主流だった。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809280" y="2457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762120" y="1848600"/>
            <a:ext cx="161208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NLP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側の成功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059480" y="2336400"/>
            <a:ext cx="40147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は大規模事前学習と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fine-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809280" y="325728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4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5"/>
                  <a:pt x="17" y="200"/>
                  <a:pt x="11" y="184"/>
                </a:cubicBezTo>
                <a:cubicBezTo>
                  <a:pt x="4" y="168"/>
                  <a:pt x="0" y="151"/>
                  <a:pt x="0" y="134"/>
                </a:cubicBezTo>
                <a:cubicBezTo>
                  <a:pt x="0" y="116"/>
                  <a:pt x="4" y="99"/>
                  <a:pt x="11" y="83"/>
                </a:cubicBezTo>
                <a:cubicBezTo>
                  <a:pt x="17" y="67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7"/>
                  <a:pt x="255" y="83"/>
                </a:cubicBezTo>
                <a:cubicBezTo>
                  <a:pt x="263" y="99"/>
                  <a:pt x="266" y="116"/>
                  <a:pt x="266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059480" y="2698200"/>
            <a:ext cx="26395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tuning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で高性能を示した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059480" y="3136320"/>
            <a:ext cx="47253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BERT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や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GPT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系のように、事前学習済み表現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809280" y="40575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3"/>
                </a:cubicBezTo>
                <a:cubicBezTo>
                  <a:pt x="248" y="199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199"/>
                  <a:pt x="11" y="183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059480" y="3498120"/>
            <a:ext cx="237816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を転移する流れが強い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1059480" y="393660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モデルとデータを大きくしても性能が伸び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623880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3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623880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3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059480" y="4298400"/>
            <a:ext cx="7138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続けた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6505560" y="2457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6458040" y="1848600"/>
            <a:ext cx="213444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画像認識側の状況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6505560" y="2904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6755760" y="2336400"/>
            <a:ext cx="43754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ResNet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系の畳み込みネットワークが強い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6755760" y="278388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局所性や平行移動等価性が画像に合ってい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6505560" y="37051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1"/>
                  <a:pt x="262" y="167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7"/>
                  <a:pt x="0" y="151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6755760" y="3136320"/>
            <a:ext cx="2383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た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755760" y="3584160"/>
            <a:ext cx="46530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自己注意は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と組み合わせる研究が多か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533160" y="4991040"/>
            <a:ext cx="11125440" cy="648000"/>
          </a:xfrm>
          <a:custGeom>
            <a:avLst/>
            <a:gdLst/>
            <a:ahLst/>
            <a:rect l="0" t="0" r="r" b="b"/>
            <a:pathLst>
              <a:path w="30904" h="1800">
                <a:moveTo>
                  <a:pt x="0" y="0"/>
                </a:moveTo>
                <a:lnTo>
                  <a:pt x="30904" y="0"/>
                </a:lnTo>
                <a:lnTo>
                  <a:pt x="30904" y="1800"/>
                </a:lnTo>
                <a:lnTo>
                  <a:pt x="0" y="1800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533160" y="4991040"/>
            <a:ext cx="76680" cy="648000"/>
          </a:xfrm>
          <a:custGeom>
            <a:avLst/>
            <a:gdLst/>
            <a:ahLst/>
            <a:rect l="0" t="0" r="r" b="b"/>
            <a:pathLst>
              <a:path w="213" h="1800">
                <a:moveTo>
                  <a:pt x="0" y="0"/>
                </a:moveTo>
                <a:lnTo>
                  <a:pt x="213" y="0"/>
                </a:lnTo>
                <a:lnTo>
                  <a:pt x="213" y="1800"/>
                </a:lnTo>
                <a:lnTo>
                  <a:pt x="0" y="1800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755760" y="3936600"/>
            <a:ext cx="4762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った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781200" y="5144760"/>
            <a:ext cx="9551520" cy="37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ViT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は、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に依存せず標準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を画像分類へ直接使えるかを検証する。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914400" y="3924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研究背景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54288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2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54288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2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533520" y="924480"/>
            <a:ext cx="1099512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画像を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へ入れるには、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次元画像を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次元トークン列として扱う必要がある。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809280" y="2457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62120" y="1848600"/>
            <a:ext cx="160092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技術的な課題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1059480" y="2336400"/>
            <a:ext cx="33872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は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1D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系列の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token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809280" y="325728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4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5"/>
                  <a:pt x="17" y="200"/>
                  <a:pt x="11" y="184"/>
                </a:cubicBezTo>
                <a:cubicBezTo>
                  <a:pt x="4" y="168"/>
                  <a:pt x="0" y="151"/>
                  <a:pt x="0" y="134"/>
                </a:cubicBezTo>
                <a:cubicBezTo>
                  <a:pt x="0" y="116"/>
                  <a:pt x="4" y="99"/>
                  <a:pt x="11" y="83"/>
                </a:cubicBezTo>
                <a:cubicBezTo>
                  <a:pt x="17" y="67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7"/>
                  <a:pt x="255" y="83"/>
                </a:cubicBezTo>
                <a:cubicBezTo>
                  <a:pt x="263" y="99"/>
                  <a:pt x="266" y="116"/>
                  <a:pt x="266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059480" y="2698200"/>
            <a:ext cx="27993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embeddings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を入力にする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809280" y="370512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1"/>
                  <a:pt x="263" y="167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7"/>
                  <a:pt x="0" y="151"/>
                  <a:pt x="0" y="132"/>
                </a:cubicBezTo>
                <a:cubicBezTo>
                  <a:pt x="0" y="115"/>
                  <a:pt x="4" y="98"/>
                  <a:pt x="11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5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059480" y="3136320"/>
            <a:ext cx="32860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画像は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2D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構造と局所性を持つ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1059480" y="358416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画像固有の帰納バイアスを減らすとデータ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623880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3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623880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3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1059480" y="3936600"/>
            <a:ext cx="19026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要求が大きくなる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6505560" y="2457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6458040" y="1848600"/>
            <a:ext cx="133416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論文の問い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6505560" y="2904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755760" y="2336400"/>
            <a:ext cx="33292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画像を単語列のように扱えるか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755760" y="2783880"/>
            <a:ext cx="44917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標準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 encoder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だけで画像分類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6505560" y="37051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1"/>
                  <a:pt x="262" y="167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7"/>
                  <a:pt x="0" y="151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755760" y="3136320"/>
            <a:ext cx="9518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できるか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6755760" y="3584160"/>
            <a:ext cx="46530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大規模事前学習で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との差を埋められる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533160" y="4638600"/>
            <a:ext cx="11125440" cy="1009800"/>
          </a:xfrm>
          <a:custGeom>
            <a:avLst/>
            <a:gdLst/>
            <a:ahLst/>
            <a:rect l="0" t="0" r="r" b="b"/>
            <a:pathLst>
              <a:path w="30904" h="2805">
                <a:moveTo>
                  <a:pt x="0" y="0"/>
                </a:moveTo>
                <a:lnTo>
                  <a:pt x="30904" y="0"/>
                </a:lnTo>
                <a:lnTo>
                  <a:pt x="30904" y="2805"/>
                </a:lnTo>
                <a:lnTo>
                  <a:pt x="0" y="2805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533160" y="4638600"/>
            <a:ext cx="76680" cy="1009800"/>
          </a:xfrm>
          <a:custGeom>
            <a:avLst/>
            <a:gdLst/>
            <a:ahLst/>
            <a:rect l="0" t="0" r="r" b="b"/>
            <a:pathLst>
              <a:path w="213" h="2805">
                <a:moveTo>
                  <a:pt x="0" y="0"/>
                </a:moveTo>
                <a:lnTo>
                  <a:pt x="213" y="0"/>
                </a:lnTo>
                <a:lnTo>
                  <a:pt x="213" y="2805"/>
                </a:lnTo>
                <a:lnTo>
                  <a:pt x="0" y="2805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755760" y="3936600"/>
            <a:ext cx="2383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81200" y="4792320"/>
            <a:ext cx="10738440" cy="37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中規模データでは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ResNet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に劣るが、大規模事前学習で状況が変わる、という仮説が中心にな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81200" y="5163840"/>
            <a:ext cx="51588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る。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914400" y="392400"/>
            <a:ext cx="1739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解決したい課題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533520" y="924480"/>
            <a:ext cx="1080648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ViT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は画像を固定サイズのパッチに分け、それぞれを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の入力トークンとして扱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542880" y="2076120"/>
            <a:ext cx="5410440" cy="2076840"/>
          </a:xfrm>
          <a:custGeom>
            <a:avLst/>
            <a:gdLst/>
            <a:ahLst/>
            <a:rect l="0" t="0" r="r" b="b"/>
            <a:pathLst>
              <a:path w="15029" h="5769">
                <a:moveTo>
                  <a:pt x="0" y="5584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5584"/>
                </a:lnTo>
                <a:cubicBezTo>
                  <a:pt x="15029" y="5596"/>
                  <a:pt x="15028" y="5608"/>
                  <a:pt x="15025" y="5620"/>
                </a:cubicBezTo>
                <a:cubicBezTo>
                  <a:pt x="15023" y="5632"/>
                  <a:pt x="15020" y="5644"/>
                  <a:pt x="15015" y="5655"/>
                </a:cubicBezTo>
                <a:cubicBezTo>
                  <a:pt x="15010" y="5666"/>
                  <a:pt x="15005" y="5677"/>
                  <a:pt x="14998" y="5687"/>
                </a:cubicBezTo>
                <a:cubicBezTo>
                  <a:pt x="14991" y="5697"/>
                  <a:pt x="14983" y="5706"/>
                  <a:pt x="14975" y="5715"/>
                </a:cubicBezTo>
                <a:cubicBezTo>
                  <a:pt x="14966" y="5724"/>
                  <a:pt x="14957" y="5731"/>
                  <a:pt x="14947" y="5738"/>
                </a:cubicBezTo>
                <a:cubicBezTo>
                  <a:pt x="14937" y="5745"/>
                  <a:pt x="14926" y="5751"/>
                  <a:pt x="14915" y="5755"/>
                </a:cubicBezTo>
                <a:cubicBezTo>
                  <a:pt x="14903" y="5760"/>
                  <a:pt x="14892" y="5763"/>
                  <a:pt x="14880" y="5766"/>
                </a:cubicBezTo>
                <a:cubicBezTo>
                  <a:pt x="14868" y="5768"/>
                  <a:pt x="14856" y="5769"/>
                  <a:pt x="14844" y="5769"/>
                </a:cubicBezTo>
                <a:lnTo>
                  <a:pt x="185" y="5769"/>
                </a:lnTo>
                <a:cubicBezTo>
                  <a:pt x="173" y="5769"/>
                  <a:pt x="161" y="5768"/>
                  <a:pt x="149" y="5766"/>
                </a:cubicBezTo>
                <a:cubicBezTo>
                  <a:pt x="137" y="5763"/>
                  <a:pt x="125" y="5760"/>
                  <a:pt x="114" y="5755"/>
                </a:cubicBezTo>
                <a:cubicBezTo>
                  <a:pt x="103" y="5751"/>
                  <a:pt x="92" y="5745"/>
                  <a:pt x="82" y="5738"/>
                </a:cubicBezTo>
                <a:cubicBezTo>
                  <a:pt x="72" y="5731"/>
                  <a:pt x="62" y="5724"/>
                  <a:pt x="54" y="5715"/>
                </a:cubicBezTo>
                <a:cubicBezTo>
                  <a:pt x="45" y="5706"/>
                  <a:pt x="38" y="5697"/>
                  <a:pt x="31" y="5687"/>
                </a:cubicBezTo>
                <a:cubicBezTo>
                  <a:pt x="24" y="5677"/>
                  <a:pt x="18" y="5666"/>
                  <a:pt x="14" y="5655"/>
                </a:cubicBezTo>
                <a:cubicBezTo>
                  <a:pt x="9" y="5644"/>
                  <a:pt x="6" y="5632"/>
                  <a:pt x="3" y="5620"/>
                </a:cubicBezTo>
                <a:cubicBezTo>
                  <a:pt x="1" y="5608"/>
                  <a:pt x="0" y="5596"/>
                  <a:pt x="0" y="55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542880" y="2076120"/>
            <a:ext cx="5410440" cy="2076840"/>
          </a:xfrm>
          <a:custGeom>
            <a:avLst/>
            <a:gdLst/>
            <a:ahLst/>
            <a:rect l="0" t="0" r="r" b="b"/>
            <a:pathLst>
              <a:path w="15029" h="5769">
                <a:moveTo>
                  <a:pt x="0" y="5584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5584"/>
                </a:lnTo>
                <a:cubicBezTo>
                  <a:pt x="15029" y="5596"/>
                  <a:pt x="15028" y="5608"/>
                  <a:pt x="15025" y="5620"/>
                </a:cubicBezTo>
                <a:cubicBezTo>
                  <a:pt x="15023" y="5632"/>
                  <a:pt x="15020" y="5644"/>
                  <a:pt x="15015" y="5655"/>
                </a:cubicBezTo>
                <a:cubicBezTo>
                  <a:pt x="15010" y="5666"/>
                  <a:pt x="15005" y="5677"/>
                  <a:pt x="14998" y="5687"/>
                </a:cubicBezTo>
                <a:cubicBezTo>
                  <a:pt x="14991" y="5697"/>
                  <a:pt x="14983" y="5706"/>
                  <a:pt x="14975" y="5715"/>
                </a:cubicBezTo>
                <a:cubicBezTo>
                  <a:pt x="14966" y="5724"/>
                  <a:pt x="14957" y="5731"/>
                  <a:pt x="14947" y="5738"/>
                </a:cubicBezTo>
                <a:cubicBezTo>
                  <a:pt x="14937" y="5745"/>
                  <a:pt x="14926" y="5751"/>
                  <a:pt x="14915" y="5755"/>
                </a:cubicBezTo>
                <a:cubicBezTo>
                  <a:pt x="14903" y="5760"/>
                  <a:pt x="14892" y="5763"/>
                  <a:pt x="14880" y="5766"/>
                </a:cubicBezTo>
                <a:cubicBezTo>
                  <a:pt x="14868" y="5768"/>
                  <a:pt x="14856" y="5769"/>
                  <a:pt x="14844" y="5769"/>
                </a:cubicBezTo>
                <a:lnTo>
                  <a:pt x="185" y="5769"/>
                </a:lnTo>
                <a:cubicBezTo>
                  <a:pt x="173" y="5769"/>
                  <a:pt x="161" y="5768"/>
                  <a:pt x="149" y="5766"/>
                </a:cubicBezTo>
                <a:cubicBezTo>
                  <a:pt x="137" y="5763"/>
                  <a:pt x="125" y="5760"/>
                  <a:pt x="114" y="5755"/>
                </a:cubicBezTo>
                <a:cubicBezTo>
                  <a:pt x="103" y="5751"/>
                  <a:pt x="92" y="5745"/>
                  <a:pt x="82" y="5738"/>
                </a:cubicBezTo>
                <a:cubicBezTo>
                  <a:pt x="72" y="5731"/>
                  <a:pt x="62" y="5724"/>
                  <a:pt x="54" y="5715"/>
                </a:cubicBezTo>
                <a:cubicBezTo>
                  <a:pt x="45" y="5706"/>
                  <a:pt x="38" y="5697"/>
                  <a:pt x="31" y="5687"/>
                </a:cubicBezTo>
                <a:cubicBezTo>
                  <a:pt x="24" y="5677"/>
                  <a:pt x="18" y="5666"/>
                  <a:pt x="14" y="5655"/>
                </a:cubicBezTo>
                <a:cubicBezTo>
                  <a:pt x="9" y="5644"/>
                  <a:pt x="6" y="5632"/>
                  <a:pt x="3" y="5620"/>
                </a:cubicBezTo>
                <a:cubicBezTo>
                  <a:pt x="1" y="5608"/>
                  <a:pt x="0" y="5596"/>
                  <a:pt x="0" y="5584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533520" y="1343520"/>
            <a:ext cx="53424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う。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809280" y="287640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3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8"/>
                  <a:pt x="0" y="151"/>
                  <a:pt x="0" y="133"/>
                </a:cubicBezTo>
                <a:cubicBezTo>
                  <a:pt x="0" y="116"/>
                  <a:pt x="4" y="99"/>
                  <a:pt x="11" y="83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6"/>
                  <a:pt x="255" y="83"/>
                </a:cubicBezTo>
                <a:cubicBezTo>
                  <a:pt x="263" y="99"/>
                  <a:pt x="266" y="116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762120" y="2257920"/>
            <a:ext cx="80100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入力側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809280" y="331452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2"/>
                </a:moveTo>
                <a:cubicBezTo>
                  <a:pt x="266" y="150"/>
                  <a:pt x="263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8"/>
                  <a:pt x="0" y="150"/>
                  <a:pt x="0" y="132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3" y="98"/>
                  <a:pt x="266" y="115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059480" y="2755440"/>
            <a:ext cx="36511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パッチは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NLP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の単語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token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に対応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809280" y="3762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49"/>
                  <a:pt x="263" y="166"/>
                  <a:pt x="255" y="182"/>
                </a:cubicBezTo>
                <a:cubicBezTo>
                  <a:pt x="248" y="199"/>
                  <a:pt x="239" y="213"/>
                  <a:pt x="226" y="225"/>
                </a:cubicBezTo>
                <a:cubicBezTo>
                  <a:pt x="214" y="238"/>
                  <a:pt x="200" y="248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8"/>
                  <a:pt x="52" y="238"/>
                  <a:pt x="39" y="225"/>
                </a:cubicBezTo>
                <a:cubicBezTo>
                  <a:pt x="27" y="213"/>
                  <a:pt x="17" y="199"/>
                  <a:pt x="11" y="182"/>
                </a:cubicBezTo>
                <a:cubicBezTo>
                  <a:pt x="4" y="166"/>
                  <a:pt x="0" y="149"/>
                  <a:pt x="0" y="132"/>
                </a:cubicBezTo>
                <a:cubicBezTo>
                  <a:pt x="0" y="114"/>
                  <a:pt x="4" y="97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7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1059480" y="3193560"/>
            <a:ext cx="40424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各パッチを同じ次元のベクトルへ写像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6238800" y="2076120"/>
            <a:ext cx="5410440" cy="2076840"/>
          </a:xfrm>
          <a:custGeom>
            <a:avLst/>
            <a:gdLst/>
            <a:ahLst/>
            <a:rect l="0" t="0" r="r" b="b"/>
            <a:pathLst>
              <a:path w="15029" h="5769">
                <a:moveTo>
                  <a:pt x="0" y="5584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5584"/>
                </a:lnTo>
                <a:cubicBezTo>
                  <a:pt x="15029" y="5596"/>
                  <a:pt x="15028" y="5608"/>
                  <a:pt x="15025" y="5620"/>
                </a:cubicBezTo>
                <a:cubicBezTo>
                  <a:pt x="15023" y="5632"/>
                  <a:pt x="15020" y="5644"/>
                  <a:pt x="15015" y="5655"/>
                </a:cubicBezTo>
                <a:cubicBezTo>
                  <a:pt x="15010" y="5666"/>
                  <a:pt x="15005" y="5677"/>
                  <a:pt x="14998" y="5687"/>
                </a:cubicBezTo>
                <a:cubicBezTo>
                  <a:pt x="14991" y="5697"/>
                  <a:pt x="14983" y="5706"/>
                  <a:pt x="14975" y="5715"/>
                </a:cubicBezTo>
                <a:cubicBezTo>
                  <a:pt x="14966" y="5724"/>
                  <a:pt x="14957" y="5731"/>
                  <a:pt x="14947" y="5738"/>
                </a:cubicBezTo>
                <a:cubicBezTo>
                  <a:pt x="14937" y="5745"/>
                  <a:pt x="14926" y="5751"/>
                  <a:pt x="14915" y="5755"/>
                </a:cubicBezTo>
                <a:cubicBezTo>
                  <a:pt x="14903" y="5760"/>
                  <a:pt x="14892" y="5763"/>
                  <a:pt x="14880" y="5766"/>
                </a:cubicBezTo>
                <a:cubicBezTo>
                  <a:pt x="14868" y="5768"/>
                  <a:pt x="14856" y="5769"/>
                  <a:pt x="14844" y="5769"/>
                </a:cubicBezTo>
                <a:lnTo>
                  <a:pt x="185" y="5769"/>
                </a:lnTo>
                <a:cubicBezTo>
                  <a:pt x="173" y="5769"/>
                  <a:pt x="161" y="5768"/>
                  <a:pt x="149" y="5766"/>
                </a:cubicBezTo>
                <a:cubicBezTo>
                  <a:pt x="137" y="5763"/>
                  <a:pt x="125" y="5760"/>
                  <a:pt x="114" y="5755"/>
                </a:cubicBezTo>
                <a:cubicBezTo>
                  <a:pt x="103" y="5751"/>
                  <a:pt x="92" y="5745"/>
                  <a:pt x="82" y="5738"/>
                </a:cubicBezTo>
                <a:cubicBezTo>
                  <a:pt x="72" y="5731"/>
                  <a:pt x="63" y="5724"/>
                  <a:pt x="54" y="5715"/>
                </a:cubicBezTo>
                <a:cubicBezTo>
                  <a:pt x="45" y="5706"/>
                  <a:pt x="38" y="5697"/>
                  <a:pt x="31" y="5687"/>
                </a:cubicBezTo>
                <a:cubicBezTo>
                  <a:pt x="24" y="5677"/>
                  <a:pt x="18" y="5666"/>
                  <a:pt x="14" y="5655"/>
                </a:cubicBezTo>
                <a:cubicBezTo>
                  <a:pt x="9" y="5644"/>
                  <a:pt x="6" y="5632"/>
                  <a:pt x="3" y="5620"/>
                </a:cubicBezTo>
                <a:cubicBezTo>
                  <a:pt x="1" y="5608"/>
                  <a:pt x="0" y="5596"/>
                  <a:pt x="0" y="5584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6238800" y="2076120"/>
            <a:ext cx="5410440" cy="2076840"/>
          </a:xfrm>
          <a:custGeom>
            <a:avLst/>
            <a:gdLst/>
            <a:ahLst/>
            <a:rect l="0" t="0" r="r" b="b"/>
            <a:pathLst>
              <a:path w="15029" h="5769">
                <a:moveTo>
                  <a:pt x="0" y="5584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5584"/>
                </a:lnTo>
                <a:cubicBezTo>
                  <a:pt x="15029" y="5596"/>
                  <a:pt x="15028" y="5608"/>
                  <a:pt x="15025" y="5620"/>
                </a:cubicBezTo>
                <a:cubicBezTo>
                  <a:pt x="15023" y="5632"/>
                  <a:pt x="15020" y="5644"/>
                  <a:pt x="15015" y="5655"/>
                </a:cubicBezTo>
                <a:cubicBezTo>
                  <a:pt x="15010" y="5666"/>
                  <a:pt x="15005" y="5677"/>
                  <a:pt x="14998" y="5687"/>
                </a:cubicBezTo>
                <a:cubicBezTo>
                  <a:pt x="14991" y="5697"/>
                  <a:pt x="14983" y="5706"/>
                  <a:pt x="14975" y="5715"/>
                </a:cubicBezTo>
                <a:cubicBezTo>
                  <a:pt x="14966" y="5724"/>
                  <a:pt x="14957" y="5731"/>
                  <a:pt x="14947" y="5738"/>
                </a:cubicBezTo>
                <a:cubicBezTo>
                  <a:pt x="14937" y="5745"/>
                  <a:pt x="14926" y="5751"/>
                  <a:pt x="14915" y="5755"/>
                </a:cubicBezTo>
                <a:cubicBezTo>
                  <a:pt x="14903" y="5760"/>
                  <a:pt x="14892" y="5763"/>
                  <a:pt x="14880" y="5766"/>
                </a:cubicBezTo>
                <a:cubicBezTo>
                  <a:pt x="14868" y="5768"/>
                  <a:pt x="14856" y="5769"/>
                  <a:pt x="14844" y="5769"/>
                </a:cubicBezTo>
                <a:lnTo>
                  <a:pt x="185" y="5769"/>
                </a:lnTo>
                <a:cubicBezTo>
                  <a:pt x="173" y="5769"/>
                  <a:pt x="161" y="5768"/>
                  <a:pt x="149" y="5766"/>
                </a:cubicBezTo>
                <a:cubicBezTo>
                  <a:pt x="137" y="5763"/>
                  <a:pt x="125" y="5760"/>
                  <a:pt x="114" y="5755"/>
                </a:cubicBezTo>
                <a:cubicBezTo>
                  <a:pt x="103" y="5751"/>
                  <a:pt x="92" y="5745"/>
                  <a:pt x="82" y="5738"/>
                </a:cubicBezTo>
                <a:cubicBezTo>
                  <a:pt x="72" y="5731"/>
                  <a:pt x="63" y="5724"/>
                  <a:pt x="54" y="5715"/>
                </a:cubicBezTo>
                <a:cubicBezTo>
                  <a:pt x="45" y="5706"/>
                  <a:pt x="38" y="5697"/>
                  <a:pt x="31" y="5687"/>
                </a:cubicBezTo>
                <a:cubicBezTo>
                  <a:pt x="24" y="5677"/>
                  <a:pt x="18" y="5666"/>
                  <a:pt x="14" y="5655"/>
                </a:cubicBezTo>
                <a:cubicBezTo>
                  <a:pt x="9" y="5644"/>
                  <a:pt x="6" y="5632"/>
                  <a:pt x="3" y="5620"/>
                </a:cubicBezTo>
                <a:cubicBezTo>
                  <a:pt x="1" y="5608"/>
                  <a:pt x="0" y="5596"/>
                  <a:pt x="0" y="5584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059480" y="3641040"/>
            <a:ext cx="41194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先頭に分類用の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learnable token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を追加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6505560" y="287640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6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6458040" y="2257920"/>
            <a:ext cx="106740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モデル側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6505560" y="33145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0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8"/>
                  <a:pt x="0" y="150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755760" y="2755440"/>
            <a:ext cx="37094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 encoder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はほぼ標準形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6505560" y="3762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6"/>
                  <a:pt x="255" y="182"/>
                </a:cubicBezTo>
                <a:cubicBezTo>
                  <a:pt x="248" y="199"/>
                  <a:pt x="239" y="213"/>
                  <a:pt x="226" y="225"/>
                </a:cubicBezTo>
                <a:cubicBezTo>
                  <a:pt x="214" y="238"/>
                  <a:pt x="200" y="248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8"/>
                  <a:pt x="52" y="238"/>
                  <a:pt x="39" y="225"/>
                </a:cubicBezTo>
                <a:cubicBezTo>
                  <a:pt x="27" y="213"/>
                  <a:pt x="17" y="199"/>
                  <a:pt x="10" y="182"/>
                </a:cubicBezTo>
                <a:cubicBezTo>
                  <a:pt x="3" y="166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6755760" y="3193560"/>
            <a:ext cx="35668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画像固有の処理は入力変換に集中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533160" y="4371840"/>
            <a:ext cx="11125440" cy="1257480"/>
          </a:xfrm>
          <a:custGeom>
            <a:avLst/>
            <a:gdLst/>
            <a:ahLst/>
            <a:rect l="0" t="0" r="r" b="b"/>
            <a:pathLst>
              <a:path w="30904" h="3493">
                <a:moveTo>
                  <a:pt x="0" y="0"/>
                </a:moveTo>
                <a:lnTo>
                  <a:pt x="30904" y="0"/>
                </a:lnTo>
                <a:lnTo>
                  <a:pt x="30904" y="3493"/>
                </a:lnTo>
                <a:lnTo>
                  <a:pt x="0" y="3493"/>
                </a:lnTo>
                <a:lnTo>
                  <a:pt x="0" y="0"/>
                </a:lnTo>
                <a:close/>
              </a:path>
            </a:pathLst>
          </a:custGeom>
          <a:solidFill>
            <a:srgbClr val="f8fb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521640" y="4360320"/>
            <a:ext cx="11148480" cy="1280520"/>
          </a:xfrm>
          <a:custGeom>
            <a:avLst/>
            <a:gdLst/>
            <a:ahLst/>
            <a:rect l="0" t="0" r="r" b="b"/>
            <a:pathLst>
              <a:path w="30968" h="3557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3" y="0"/>
                </a:moveTo>
                <a:lnTo>
                  <a:pt x="932" y="0"/>
                </a:lnTo>
                <a:lnTo>
                  <a:pt x="932" y="117"/>
                </a:lnTo>
                <a:lnTo>
                  <a:pt x="773" y="117"/>
                </a:lnTo>
                <a:lnTo>
                  <a:pt x="773" y="0"/>
                </a:lnTo>
                <a:moveTo>
                  <a:pt x="1037" y="0"/>
                </a:moveTo>
                <a:lnTo>
                  <a:pt x="1196" y="0"/>
                </a:lnTo>
                <a:lnTo>
                  <a:pt x="1196" y="117"/>
                </a:lnTo>
                <a:lnTo>
                  <a:pt x="1037" y="117"/>
                </a:lnTo>
                <a:lnTo>
                  <a:pt x="1037" y="0"/>
                </a:lnTo>
                <a:moveTo>
                  <a:pt x="1302" y="0"/>
                </a:moveTo>
                <a:lnTo>
                  <a:pt x="1461" y="0"/>
                </a:lnTo>
                <a:lnTo>
                  <a:pt x="1461" y="117"/>
                </a:lnTo>
                <a:lnTo>
                  <a:pt x="1302" y="117"/>
                </a:lnTo>
                <a:lnTo>
                  <a:pt x="1302" y="0"/>
                </a:lnTo>
                <a:moveTo>
                  <a:pt x="1566" y="0"/>
                </a:moveTo>
                <a:lnTo>
                  <a:pt x="1725" y="0"/>
                </a:lnTo>
                <a:lnTo>
                  <a:pt x="1725" y="117"/>
                </a:lnTo>
                <a:lnTo>
                  <a:pt x="1566" y="117"/>
                </a:lnTo>
                <a:lnTo>
                  <a:pt x="1566" y="0"/>
                </a:lnTo>
                <a:moveTo>
                  <a:pt x="1831" y="0"/>
                </a:moveTo>
                <a:lnTo>
                  <a:pt x="1989" y="0"/>
                </a:lnTo>
                <a:lnTo>
                  <a:pt x="1989" y="117"/>
                </a:lnTo>
                <a:lnTo>
                  <a:pt x="1831" y="117"/>
                </a:lnTo>
                <a:lnTo>
                  <a:pt x="1831" y="0"/>
                </a:lnTo>
                <a:moveTo>
                  <a:pt x="2095" y="0"/>
                </a:moveTo>
                <a:lnTo>
                  <a:pt x="2254" y="0"/>
                </a:lnTo>
                <a:lnTo>
                  <a:pt x="2254" y="117"/>
                </a:lnTo>
                <a:lnTo>
                  <a:pt x="2095" y="117"/>
                </a:lnTo>
                <a:lnTo>
                  <a:pt x="2095" y="0"/>
                </a:lnTo>
                <a:moveTo>
                  <a:pt x="2360" y="0"/>
                </a:moveTo>
                <a:lnTo>
                  <a:pt x="2518" y="0"/>
                </a:lnTo>
                <a:lnTo>
                  <a:pt x="2518" y="117"/>
                </a:lnTo>
                <a:lnTo>
                  <a:pt x="2360" y="117"/>
                </a:lnTo>
                <a:lnTo>
                  <a:pt x="2360" y="0"/>
                </a:lnTo>
                <a:moveTo>
                  <a:pt x="2624" y="0"/>
                </a:moveTo>
                <a:lnTo>
                  <a:pt x="2783" y="0"/>
                </a:lnTo>
                <a:lnTo>
                  <a:pt x="2783" y="117"/>
                </a:lnTo>
                <a:lnTo>
                  <a:pt x="2624" y="117"/>
                </a:lnTo>
                <a:lnTo>
                  <a:pt x="2624" y="0"/>
                </a:lnTo>
                <a:moveTo>
                  <a:pt x="2889" y="0"/>
                </a:moveTo>
                <a:lnTo>
                  <a:pt x="3047" y="0"/>
                </a:lnTo>
                <a:lnTo>
                  <a:pt x="3047" y="117"/>
                </a:lnTo>
                <a:lnTo>
                  <a:pt x="2889" y="117"/>
                </a:lnTo>
                <a:lnTo>
                  <a:pt x="2889" y="0"/>
                </a:lnTo>
                <a:moveTo>
                  <a:pt x="3153" y="0"/>
                </a:moveTo>
                <a:lnTo>
                  <a:pt x="3312" y="0"/>
                </a:lnTo>
                <a:lnTo>
                  <a:pt x="3312" y="117"/>
                </a:lnTo>
                <a:lnTo>
                  <a:pt x="3153" y="117"/>
                </a:lnTo>
                <a:lnTo>
                  <a:pt x="3153" y="0"/>
                </a:lnTo>
                <a:moveTo>
                  <a:pt x="3418" y="0"/>
                </a:moveTo>
                <a:lnTo>
                  <a:pt x="3576" y="0"/>
                </a:lnTo>
                <a:lnTo>
                  <a:pt x="3576" y="117"/>
                </a:lnTo>
                <a:lnTo>
                  <a:pt x="3418" y="117"/>
                </a:lnTo>
                <a:lnTo>
                  <a:pt x="3418" y="0"/>
                </a:lnTo>
                <a:moveTo>
                  <a:pt x="3682" y="0"/>
                </a:moveTo>
                <a:lnTo>
                  <a:pt x="3841" y="0"/>
                </a:lnTo>
                <a:lnTo>
                  <a:pt x="3841" y="117"/>
                </a:lnTo>
                <a:lnTo>
                  <a:pt x="3682" y="117"/>
                </a:lnTo>
                <a:lnTo>
                  <a:pt x="3682" y="0"/>
                </a:lnTo>
                <a:moveTo>
                  <a:pt x="3947" y="0"/>
                </a:moveTo>
                <a:lnTo>
                  <a:pt x="4105" y="0"/>
                </a:lnTo>
                <a:lnTo>
                  <a:pt x="4105" y="117"/>
                </a:lnTo>
                <a:lnTo>
                  <a:pt x="3947" y="117"/>
                </a:lnTo>
                <a:lnTo>
                  <a:pt x="3947" y="0"/>
                </a:lnTo>
                <a:moveTo>
                  <a:pt x="4211" y="0"/>
                </a:moveTo>
                <a:lnTo>
                  <a:pt x="4370" y="0"/>
                </a:lnTo>
                <a:lnTo>
                  <a:pt x="4370" y="117"/>
                </a:lnTo>
                <a:lnTo>
                  <a:pt x="4211" y="117"/>
                </a:lnTo>
                <a:lnTo>
                  <a:pt x="4211" y="0"/>
                </a:lnTo>
                <a:moveTo>
                  <a:pt x="4476" y="0"/>
                </a:moveTo>
                <a:lnTo>
                  <a:pt x="4634" y="0"/>
                </a:lnTo>
                <a:lnTo>
                  <a:pt x="4634" y="117"/>
                </a:lnTo>
                <a:lnTo>
                  <a:pt x="4476" y="117"/>
                </a:lnTo>
                <a:lnTo>
                  <a:pt x="4476" y="0"/>
                </a:lnTo>
                <a:moveTo>
                  <a:pt x="4740" y="0"/>
                </a:moveTo>
                <a:lnTo>
                  <a:pt x="4899" y="0"/>
                </a:lnTo>
                <a:lnTo>
                  <a:pt x="4899" y="117"/>
                </a:lnTo>
                <a:lnTo>
                  <a:pt x="4740" y="117"/>
                </a:lnTo>
                <a:lnTo>
                  <a:pt x="4740" y="0"/>
                </a:lnTo>
                <a:moveTo>
                  <a:pt x="5004" y="0"/>
                </a:moveTo>
                <a:lnTo>
                  <a:pt x="5163" y="0"/>
                </a:lnTo>
                <a:lnTo>
                  <a:pt x="5163" y="117"/>
                </a:lnTo>
                <a:lnTo>
                  <a:pt x="5004" y="117"/>
                </a:lnTo>
                <a:lnTo>
                  <a:pt x="5004" y="0"/>
                </a:lnTo>
                <a:moveTo>
                  <a:pt x="5269" y="0"/>
                </a:moveTo>
                <a:lnTo>
                  <a:pt x="5428" y="0"/>
                </a:lnTo>
                <a:lnTo>
                  <a:pt x="5428" y="117"/>
                </a:lnTo>
                <a:lnTo>
                  <a:pt x="5269" y="117"/>
                </a:lnTo>
                <a:lnTo>
                  <a:pt x="5269" y="0"/>
                </a:lnTo>
                <a:moveTo>
                  <a:pt x="5533" y="0"/>
                </a:moveTo>
                <a:lnTo>
                  <a:pt x="5692" y="0"/>
                </a:lnTo>
                <a:lnTo>
                  <a:pt x="5692" y="117"/>
                </a:lnTo>
                <a:lnTo>
                  <a:pt x="5533" y="117"/>
                </a:lnTo>
                <a:lnTo>
                  <a:pt x="5533" y="0"/>
                </a:lnTo>
                <a:moveTo>
                  <a:pt x="5798" y="0"/>
                </a:moveTo>
                <a:lnTo>
                  <a:pt x="5957" y="0"/>
                </a:lnTo>
                <a:lnTo>
                  <a:pt x="5957" y="117"/>
                </a:lnTo>
                <a:lnTo>
                  <a:pt x="5798" y="117"/>
                </a:lnTo>
                <a:lnTo>
                  <a:pt x="5798" y="0"/>
                </a:lnTo>
                <a:moveTo>
                  <a:pt x="6062" y="0"/>
                </a:moveTo>
                <a:lnTo>
                  <a:pt x="6221" y="0"/>
                </a:lnTo>
                <a:lnTo>
                  <a:pt x="6221" y="117"/>
                </a:lnTo>
                <a:lnTo>
                  <a:pt x="6062" y="117"/>
                </a:lnTo>
                <a:lnTo>
                  <a:pt x="6062" y="0"/>
                </a:lnTo>
                <a:moveTo>
                  <a:pt x="6327" y="0"/>
                </a:moveTo>
                <a:lnTo>
                  <a:pt x="6486" y="0"/>
                </a:lnTo>
                <a:lnTo>
                  <a:pt x="6486" y="117"/>
                </a:lnTo>
                <a:lnTo>
                  <a:pt x="6327" y="117"/>
                </a:lnTo>
                <a:lnTo>
                  <a:pt x="6327" y="0"/>
                </a:lnTo>
                <a:moveTo>
                  <a:pt x="6591" y="0"/>
                </a:moveTo>
                <a:lnTo>
                  <a:pt x="6750" y="0"/>
                </a:lnTo>
                <a:lnTo>
                  <a:pt x="6750" y="117"/>
                </a:lnTo>
                <a:lnTo>
                  <a:pt x="6591" y="117"/>
                </a:lnTo>
                <a:lnTo>
                  <a:pt x="6591" y="0"/>
                </a:lnTo>
                <a:moveTo>
                  <a:pt x="6856" y="0"/>
                </a:moveTo>
                <a:lnTo>
                  <a:pt x="7015" y="0"/>
                </a:lnTo>
                <a:lnTo>
                  <a:pt x="7015" y="117"/>
                </a:lnTo>
                <a:lnTo>
                  <a:pt x="6856" y="117"/>
                </a:lnTo>
                <a:lnTo>
                  <a:pt x="6856" y="0"/>
                </a:lnTo>
                <a:moveTo>
                  <a:pt x="7120" y="0"/>
                </a:moveTo>
                <a:lnTo>
                  <a:pt x="7279" y="0"/>
                </a:lnTo>
                <a:lnTo>
                  <a:pt x="7279" y="117"/>
                </a:lnTo>
                <a:lnTo>
                  <a:pt x="7120" y="117"/>
                </a:lnTo>
                <a:lnTo>
                  <a:pt x="7120" y="0"/>
                </a:lnTo>
                <a:moveTo>
                  <a:pt x="7385" y="0"/>
                </a:moveTo>
                <a:lnTo>
                  <a:pt x="7544" y="0"/>
                </a:lnTo>
                <a:lnTo>
                  <a:pt x="7544" y="117"/>
                </a:lnTo>
                <a:lnTo>
                  <a:pt x="7385" y="117"/>
                </a:lnTo>
                <a:lnTo>
                  <a:pt x="7385" y="0"/>
                </a:lnTo>
                <a:moveTo>
                  <a:pt x="7649" y="0"/>
                </a:moveTo>
                <a:lnTo>
                  <a:pt x="7808" y="0"/>
                </a:lnTo>
                <a:lnTo>
                  <a:pt x="7808" y="117"/>
                </a:lnTo>
                <a:lnTo>
                  <a:pt x="7649" y="117"/>
                </a:lnTo>
                <a:lnTo>
                  <a:pt x="7649" y="0"/>
                </a:lnTo>
                <a:moveTo>
                  <a:pt x="7914" y="0"/>
                </a:moveTo>
                <a:lnTo>
                  <a:pt x="8073" y="0"/>
                </a:lnTo>
                <a:lnTo>
                  <a:pt x="8073" y="117"/>
                </a:lnTo>
                <a:lnTo>
                  <a:pt x="7914" y="117"/>
                </a:lnTo>
                <a:lnTo>
                  <a:pt x="7914" y="0"/>
                </a:lnTo>
                <a:moveTo>
                  <a:pt x="8178" y="0"/>
                </a:moveTo>
                <a:lnTo>
                  <a:pt x="8337" y="0"/>
                </a:lnTo>
                <a:lnTo>
                  <a:pt x="8337" y="117"/>
                </a:lnTo>
                <a:lnTo>
                  <a:pt x="8178" y="117"/>
                </a:lnTo>
                <a:lnTo>
                  <a:pt x="8178" y="0"/>
                </a:lnTo>
                <a:moveTo>
                  <a:pt x="8443" y="0"/>
                </a:moveTo>
                <a:lnTo>
                  <a:pt x="8601" y="0"/>
                </a:lnTo>
                <a:lnTo>
                  <a:pt x="8601" y="117"/>
                </a:lnTo>
                <a:lnTo>
                  <a:pt x="8443" y="117"/>
                </a:lnTo>
                <a:lnTo>
                  <a:pt x="8443" y="0"/>
                </a:lnTo>
                <a:moveTo>
                  <a:pt x="8707" y="0"/>
                </a:moveTo>
                <a:lnTo>
                  <a:pt x="8866" y="0"/>
                </a:lnTo>
                <a:lnTo>
                  <a:pt x="8866" y="117"/>
                </a:lnTo>
                <a:lnTo>
                  <a:pt x="8707" y="117"/>
                </a:lnTo>
                <a:lnTo>
                  <a:pt x="8707" y="0"/>
                </a:lnTo>
                <a:moveTo>
                  <a:pt x="8972" y="0"/>
                </a:moveTo>
                <a:lnTo>
                  <a:pt x="9130" y="0"/>
                </a:lnTo>
                <a:lnTo>
                  <a:pt x="9130" y="117"/>
                </a:lnTo>
                <a:lnTo>
                  <a:pt x="8972" y="117"/>
                </a:lnTo>
                <a:lnTo>
                  <a:pt x="8972" y="0"/>
                </a:lnTo>
                <a:moveTo>
                  <a:pt x="9236" y="0"/>
                </a:moveTo>
                <a:lnTo>
                  <a:pt x="9395" y="0"/>
                </a:lnTo>
                <a:lnTo>
                  <a:pt x="9395" y="117"/>
                </a:lnTo>
                <a:lnTo>
                  <a:pt x="9236" y="117"/>
                </a:lnTo>
                <a:lnTo>
                  <a:pt x="9236" y="0"/>
                </a:lnTo>
                <a:moveTo>
                  <a:pt x="9501" y="0"/>
                </a:moveTo>
                <a:lnTo>
                  <a:pt x="9659" y="0"/>
                </a:lnTo>
                <a:lnTo>
                  <a:pt x="9659" y="117"/>
                </a:lnTo>
                <a:lnTo>
                  <a:pt x="9501" y="117"/>
                </a:lnTo>
                <a:lnTo>
                  <a:pt x="9501" y="0"/>
                </a:lnTo>
                <a:moveTo>
                  <a:pt x="9765" y="0"/>
                </a:moveTo>
                <a:lnTo>
                  <a:pt x="9924" y="0"/>
                </a:lnTo>
                <a:lnTo>
                  <a:pt x="9924" y="117"/>
                </a:lnTo>
                <a:lnTo>
                  <a:pt x="9765" y="117"/>
                </a:lnTo>
                <a:lnTo>
                  <a:pt x="9765" y="0"/>
                </a:lnTo>
                <a:moveTo>
                  <a:pt x="10030" y="0"/>
                </a:moveTo>
                <a:lnTo>
                  <a:pt x="10188" y="0"/>
                </a:lnTo>
                <a:lnTo>
                  <a:pt x="10188" y="117"/>
                </a:lnTo>
                <a:lnTo>
                  <a:pt x="10030" y="117"/>
                </a:lnTo>
                <a:lnTo>
                  <a:pt x="10030" y="0"/>
                </a:lnTo>
                <a:moveTo>
                  <a:pt x="10294" y="0"/>
                </a:moveTo>
                <a:lnTo>
                  <a:pt x="10453" y="0"/>
                </a:lnTo>
                <a:lnTo>
                  <a:pt x="10453" y="117"/>
                </a:lnTo>
                <a:lnTo>
                  <a:pt x="10294" y="117"/>
                </a:lnTo>
                <a:lnTo>
                  <a:pt x="10294" y="0"/>
                </a:lnTo>
                <a:moveTo>
                  <a:pt x="10559" y="0"/>
                </a:moveTo>
                <a:lnTo>
                  <a:pt x="10717" y="0"/>
                </a:lnTo>
                <a:lnTo>
                  <a:pt x="10717" y="117"/>
                </a:lnTo>
                <a:lnTo>
                  <a:pt x="10559" y="117"/>
                </a:lnTo>
                <a:lnTo>
                  <a:pt x="10559" y="0"/>
                </a:lnTo>
                <a:moveTo>
                  <a:pt x="10823" y="0"/>
                </a:moveTo>
                <a:lnTo>
                  <a:pt x="10982" y="0"/>
                </a:lnTo>
                <a:lnTo>
                  <a:pt x="10982" y="117"/>
                </a:lnTo>
                <a:lnTo>
                  <a:pt x="10823" y="117"/>
                </a:lnTo>
                <a:lnTo>
                  <a:pt x="10823" y="0"/>
                </a:lnTo>
                <a:moveTo>
                  <a:pt x="11088" y="0"/>
                </a:moveTo>
                <a:lnTo>
                  <a:pt x="11246" y="0"/>
                </a:lnTo>
                <a:lnTo>
                  <a:pt x="11246" y="117"/>
                </a:lnTo>
                <a:lnTo>
                  <a:pt x="11088" y="117"/>
                </a:lnTo>
                <a:lnTo>
                  <a:pt x="11088" y="0"/>
                </a:lnTo>
                <a:moveTo>
                  <a:pt x="11352" y="0"/>
                </a:moveTo>
                <a:lnTo>
                  <a:pt x="11511" y="0"/>
                </a:lnTo>
                <a:lnTo>
                  <a:pt x="11511" y="117"/>
                </a:lnTo>
                <a:lnTo>
                  <a:pt x="11352" y="117"/>
                </a:lnTo>
                <a:lnTo>
                  <a:pt x="11352" y="0"/>
                </a:lnTo>
                <a:moveTo>
                  <a:pt x="11617" y="0"/>
                </a:moveTo>
                <a:lnTo>
                  <a:pt x="11775" y="0"/>
                </a:lnTo>
                <a:lnTo>
                  <a:pt x="11775" y="117"/>
                </a:lnTo>
                <a:lnTo>
                  <a:pt x="11617" y="117"/>
                </a:lnTo>
                <a:lnTo>
                  <a:pt x="11617" y="0"/>
                </a:lnTo>
                <a:moveTo>
                  <a:pt x="11881" y="0"/>
                </a:moveTo>
                <a:lnTo>
                  <a:pt x="12040" y="0"/>
                </a:lnTo>
                <a:lnTo>
                  <a:pt x="12040" y="117"/>
                </a:lnTo>
                <a:lnTo>
                  <a:pt x="11881" y="117"/>
                </a:lnTo>
                <a:lnTo>
                  <a:pt x="11881" y="0"/>
                </a:lnTo>
                <a:moveTo>
                  <a:pt x="12145" y="0"/>
                </a:moveTo>
                <a:lnTo>
                  <a:pt x="12304" y="0"/>
                </a:lnTo>
                <a:lnTo>
                  <a:pt x="12304" y="117"/>
                </a:lnTo>
                <a:lnTo>
                  <a:pt x="12145" y="117"/>
                </a:lnTo>
                <a:lnTo>
                  <a:pt x="12145" y="0"/>
                </a:lnTo>
                <a:moveTo>
                  <a:pt x="12410" y="0"/>
                </a:moveTo>
                <a:lnTo>
                  <a:pt x="12569" y="0"/>
                </a:lnTo>
                <a:lnTo>
                  <a:pt x="12569" y="117"/>
                </a:lnTo>
                <a:lnTo>
                  <a:pt x="12410" y="117"/>
                </a:lnTo>
                <a:lnTo>
                  <a:pt x="12410" y="0"/>
                </a:lnTo>
                <a:moveTo>
                  <a:pt x="12674" y="0"/>
                </a:moveTo>
                <a:lnTo>
                  <a:pt x="12833" y="0"/>
                </a:lnTo>
                <a:lnTo>
                  <a:pt x="12833" y="117"/>
                </a:lnTo>
                <a:lnTo>
                  <a:pt x="12674" y="117"/>
                </a:lnTo>
                <a:lnTo>
                  <a:pt x="12674" y="0"/>
                </a:lnTo>
                <a:moveTo>
                  <a:pt x="12939" y="0"/>
                </a:moveTo>
                <a:lnTo>
                  <a:pt x="13098" y="0"/>
                </a:lnTo>
                <a:lnTo>
                  <a:pt x="13098" y="117"/>
                </a:lnTo>
                <a:lnTo>
                  <a:pt x="12939" y="117"/>
                </a:lnTo>
                <a:lnTo>
                  <a:pt x="12939" y="0"/>
                </a:lnTo>
                <a:moveTo>
                  <a:pt x="13203" y="0"/>
                </a:moveTo>
                <a:lnTo>
                  <a:pt x="13362" y="0"/>
                </a:lnTo>
                <a:lnTo>
                  <a:pt x="13362" y="117"/>
                </a:lnTo>
                <a:lnTo>
                  <a:pt x="13203" y="117"/>
                </a:lnTo>
                <a:lnTo>
                  <a:pt x="13203" y="0"/>
                </a:lnTo>
                <a:moveTo>
                  <a:pt x="13468" y="0"/>
                </a:moveTo>
                <a:lnTo>
                  <a:pt x="13627" y="0"/>
                </a:lnTo>
                <a:lnTo>
                  <a:pt x="13627" y="117"/>
                </a:lnTo>
                <a:lnTo>
                  <a:pt x="13468" y="117"/>
                </a:lnTo>
                <a:lnTo>
                  <a:pt x="13468" y="0"/>
                </a:lnTo>
                <a:moveTo>
                  <a:pt x="13732" y="0"/>
                </a:moveTo>
                <a:lnTo>
                  <a:pt x="13891" y="0"/>
                </a:lnTo>
                <a:lnTo>
                  <a:pt x="13891" y="117"/>
                </a:lnTo>
                <a:lnTo>
                  <a:pt x="13732" y="117"/>
                </a:lnTo>
                <a:lnTo>
                  <a:pt x="13732" y="0"/>
                </a:lnTo>
                <a:moveTo>
                  <a:pt x="13997" y="0"/>
                </a:moveTo>
                <a:lnTo>
                  <a:pt x="14157" y="0"/>
                </a:lnTo>
                <a:lnTo>
                  <a:pt x="14157" y="117"/>
                </a:lnTo>
                <a:lnTo>
                  <a:pt x="13997" y="117"/>
                </a:lnTo>
                <a:lnTo>
                  <a:pt x="13997" y="0"/>
                </a:lnTo>
                <a:moveTo>
                  <a:pt x="14262" y="0"/>
                </a:moveTo>
                <a:lnTo>
                  <a:pt x="14421" y="0"/>
                </a:lnTo>
                <a:lnTo>
                  <a:pt x="14421" y="117"/>
                </a:lnTo>
                <a:lnTo>
                  <a:pt x="14262" y="117"/>
                </a:lnTo>
                <a:lnTo>
                  <a:pt x="14262" y="0"/>
                </a:lnTo>
                <a:moveTo>
                  <a:pt x="14527" y="0"/>
                </a:moveTo>
                <a:lnTo>
                  <a:pt x="14686" y="0"/>
                </a:lnTo>
                <a:lnTo>
                  <a:pt x="14686" y="117"/>
                </a:lnTo>
                <a:lnTo>
                  <a:pt x="14527" y="117"/>
                </a:lnTo>
                <a:lnTo>
                  <a:pt x="14527" y="0"/>
                </a:lnTo>
                <a:moveTo>
                  <a:pt x="14791" y="0"/>
                </a:moveTo>
                <a:lnTo>
                  <a:pt x="14950" y="0"/>
                </a:lnTo>
                <a:lnTo>
                  <a:pt x="14950" y="117"/>
                </a:lnTo>
                <a:lnTo>
                  <a:pt x="14791" y="117"/>
                </a:lnTo>
                <a:lnTo>
                  <a:pt x="14791" y="0"/>
                </a:lnTo>
                <a:moveTo>
                  <a:pt x="15056" y="0"/>
                </a:moveTo>
                <a:lnTo>
                  <a:pt x="15215" y="0"/>
                </a:lnTo>
                <a:lnTo>
                  <a:pt x="15215" y="117"/>
                </a:lnTo>
                <a:lnTo>
                  <a:pt x="15056" y="117"/>
                </a:lnTo>
                <a:lnTo>
                  <a:pt x="15056" y="0"/>
                </a:lnTo>
                <a:moveTo>
                  <a:pt x="15320" y="0"/>
                </a:moveTo>
                <a:lnTo>
                  <a:pt x="15479" y="0"/>
                </a:lnTo>
                <a:lnTo>
                  <a:pt x="15479" y="117"/>
                </a:lnTo>
                <a:lnTo>
                  <a:pt x="15320" y="117"/>
                </a:lnTo>
                <a:lnTo>
                  <a:pt x="15320" y="0"/>
                </a:lnTo>
                <a:moveTo>
                  <a:pt x="15585" y="0"/>
                </a:moveTo>
                <a:lnTo>
                  <a:pt x="15743" y="0"/>
                </a:lnTo>
                <a:lnTo>
                  <a:pt x="15743" y="117"/>
                </a:lnTo>
                <a:lnTo>
                  <a:pt x="15585" y="117"/>
                </a:lnTo>
                <a:lnTo>
                  <a:pt x="15585" y="0"/>
                </a:lnTo>
                <a:moveTo>
                  <a:pt x="15849" y="0"/>
                </a:moveTo>
                <a:lnTo>
                  <a:pt x="16008" y="0"/>
                </a:lnTo>
                <a:lnTo>
                  <a:pt x="16008" y="117"/>
                </a:lnTo>
                <a:lnTo>
                  <a:pt x="15849" y="117"/>
                </a:lnTo>
                <a:lnTo>
                  <a:pt x="15849" y="0"/>
                </a:lnTo>
                <a:moveTo>
                  <a:pt x="16114" y="0"/>
                </a:moveTo>
                <a:lnTo>
                  <a:pt x="16272" y="0"/>
                </a:lnTo>
                <a:lnTo>
                  <a:pt x="16272" y="117"/>
                </a:lnTo>
                <a:lnTo>
                  <a:pt x="16114" y="117"/>
                </a:lnTo>
                <a:lnTo>
                  <a:pt x="16114" y="0"/>
                </a:lnTo>
                <a:moveTo>
                  <a:pt x="16378" y="0"/>
                </a:moveTo>
                <a:lnTo>
                  <a:pt x="16537" y="0"/>
                </a:lnTo>
                <a:lnTo>
                  <a:pt x="16537" y="117"/>
                </a:lnTo>
                <a:lnTo>
                  <a:pt x="16378" y="117"/>
                </a:lnTo>
                <a:lnTo>
                  <a:pt x="16378" y="0"/>
                </a:lnTo>
                <a:moveTo>
                  <a:pt x="16643" y="0"/>
                </a:moveTo>
                <a:lnTo>
                  <a:pt x="16801" y="0"/>
                </a:lnTo>
                <a:lnTo>
                  <a:pt x="16801" y="117"/>
                </a:lnTo>
                <a:lnTo>
                  <a:pt x="16643" y="117"/>
                </a:lnTo>
                <a:lnTo>
                  <a:pt x="16643" y="0"/>
                </a:lnTo>
                <a:moveTo>
                  <a:pt x="16907" y="0"/>
                </a:moveTo>
                <a:lnTo>
                  <a:pt x="17066" y="0"/>
                </a:lnTo>
                <a:lnTo>
                  <a:pt x="17066" y="117"/>
                </a:lnTo>
                <a:lnTo>
                  <a:pt x="16907" y="117"/>
                </a:lnTo>
                <a:lnTo>
                  <a:pt x="16907" y="0"/>
                </a:lnTo>
                <a:moveTo>
                  <a:pt x="17172" y="0"/>
                </a:moveTo>
                <a:lnTo>
                  <a:pt x="17330" y="0"/>
                </a:lnTo>
                <a:lnTo>
                  <a:pt x="17330" y="117"/>
                </a:lnTo>
                <a:lnTo>
                  <a:pt x="17172" y="117"/>
                </a:lnTo>
                <a:lnTo>
                  <a:pt x="17172" y="0"/>
                </a:lnTo>
                <a:moveTo>
                  <a:pt x="17436" y="0"/>
                </a:moveTo>
                <a:lnTo>
                  <a:pt x="17595" y="0"/>
                </a:lnTo>
                <a:lnTo>
                  <a:pt x="17595" y="117"/>
                </a:lnTo>
                <a:lnTo>
                  <a:pt x="17436" y="117"/>
                </a:lnTo>
                <a:lnTo>
                  <a:pt x="17436" y="0"/>
                </a:lnTo>
                <a:moveTo>
                  <a:pt x="17701" y="0"/>
                </a:moveTo>
                <a:lnTo>
                  <a:pt x="17859" y="0"/>
                </a:lnTo>
                <a:lnTo>
                  <a:pt x="17859" y="117"/>
                </a:lnTo>
                <a:lnTo>
                  <a:pt x="17701" y="117"/>
                </a:lnTo>
                <a:lnTo>
                  <a:pt x="17701" y="0"/>
                </a:lnTo>
                <a:moveTo>
                  <a:pt x="17965" y="0"/>
                </a:moveTo>
                <a:lnTo>
                  <a:pt x="18124" y="0"/>
                </a:lnTo>
                <a:lnTo>
                  <a:pt x="18124" y="117"/>
                </a:lnTo>
                <a:lnTo>
                  <a:pt x="17965" y="117"/>
                </a:lnTo>
                <a:lnTo>
                  <a:pt x="17965" y="0"/>
                </a:lnTo>
                <a:moveTo>
                  <a:pt x="18230" y="0"/>
                </a:moveTo>
                <a:lnTo>
                  <a:pt x="18388" y="0"/>
                </a:lnTo>
                <a:lnTo>
                  <a:pt x="18388" y="117"/>
                </a:lnTo>
                <a:lnTo>
                  <a:pt x="18230" y="117"/>
                </a:lnTo>
                <a:lnTo>
                  <a:pt x="18230" y="0"/>
                </a:lnTo>
                <a:moveTo>
                  <a:pt x="18494" y="0"/>
                </a:moveTo>
                <a:lnTo>
                  <a:pt x="18653" y="0"/>
                </a:lnTo>
                <a:lnTo>
                  <a:pt x="18653" y="117"/>
                </a:lnTo>
                <a:lnTo>
                  <a:pt x="18494" y="117"/>
                </a:lnTo>
                <a:lnTo>
                  <a:pt x="18494" y="0"/>
                </a:lnTo>
                <a:moveTo>
                  <a:pt x="18758" y="0"/>
                </a:moveTo>
                <a:lnTo>
                  <a:pt x="18917" y="0"/>
                </a:lnTo>
                <a:lnTo>
                  <a:pt x="18917" y="117"/>
                </a:lnTo>
                <a:lnTo>
                  <a:pt x="18758" y="117"/>
                </a:lnTo>
                <a:lnTo>
                  <a:pt x="18758" y="0"/>
                </a:lnTo>
                <a:moveTo>
                  <a:pt x="19023" y="0"/>
                </a:moveTo>
                <a:lnTo>
                  <a:pt x="19182" y="0"/>
                </a:lnTo>
                <a:lnTo>
                  <a:pt x="19182" y="117"/>
                </a:lnTo>
                <a:lnTo>
                  <a:pt x="19023" y="117"/>
                </a:lnTo>
                <a:lnTo>
                  <a:pt x="19023" y="0"/>
                </a:lnTo>
                <a:moveTo>
                  <a:pt x="19287" y="0"/>
                </a:moveTo>
                <a:lnTo>
                  <a:pt x="19446" y="0"/>
                </a:lnTo>
                <a:lnTo>
                  <a:pt x="19446" y="117"/>
                </a:lnTo>
                <a:lnTo>
                  <a:pt x="19287" y="117"/>
                </a:lnTo>
                <a:lnTo>
                  <a:pt x="19287" y="0"/>
                </a:lnTo>
                <a:moveTo>
                  <a:pt x="19552" y="0"/>
                </a:moveTo>
                <a:lnTo>
                  <a:pt x="19711" y="0"/>
                </a:lnTo>
                <a:lnTo>
                  <a:pt x="19711" y="117"/>
                </a:lnTo>
                <a:lnTo>
                  <a:pt x="19552" y="117"/>
                </a:lnTo>
                <a:lnTo>
                  <a:pt x="19552" y="0"/>
                </a:lnTo>
                <a:moveTo>
                  <a:pt x="19816" y="0"/>
                </a:moveTo>
                <a:lnTo>
                  <a:pt x="19975" y="0"/>
                </a:lnTo>
                <a:lnTo>
                  <a:pt x="19975" y="117"/>
                </a:lnTo>
                <a:lnTo>
                  <a:pt x="19816" y="117"/>
                </a:lnTo>
                <a:lnTo>
                  <a:pt x="19816" y="0"/>
                </a:lnTo>
                <a:moveTo>
                  <a:pt x="20081" y="0"/>
                </a:moveTo>
                <a:lnTo>
                  <a:pt x="20240" y="0"/>
                </a:lnTo>
                <a:lnTo>
                  <a:pt x="20240" y="117"/>
                </a:lnTo>
                <a:lnTo>
                  <a:pt x="20081" y="117"/>
                </a:lnTo>
                <a:lnTo>
                  <a:pt x="20081" y="0"/>
                </a:lnTo>
                <a:moveTo>
                  <a:pt x="20345" y="0"/>
                </a:moveTo>
                <a:lnTo>
                  <a:pt x="20504" y="0"/>
                </a:lnTo>
                <a:lnTo>
                  <a:pt x="20504" y="117"/>
                </a:lnTo>
                <a:lnTo>
                  <a:pt x="20345" y="117"/>
                </a:lnTo>
                <a:lnTo>
                  <a:pt x="20345" y="0"/>
                </a:lnTo>
                <a:moveTo>
                  <a:pt x="20610" y="0"/>
                </a:moveTo>
                <a:lnTo>
                  <a:pt x="20769" y="0"/>
                </a:lnTo>
                <a:lnTo>
                  <a:pt x="20769" y="117"/>
                </a:lnTo>
                <a:lnTo>
                  <a:pt x="20610" y="117"/>
                </a:lnTo>
                <a:lnTo>
                  <a:pt x="20610" y="0"/>
                </a:lnTo>
                <a:moveTo>
                  <a:pt x="20874" y="0"/>
                </a:moveTo>
                <a:lnTo>
                  <a:pt x="21033" y="0"/>
                </a:lnTo>
                <a:lnTo>
                  <a:pt x="21033" y="117"/>
                </a:lnTo>
                <a:lnTo>
                  <a:pt x="20874" y="117"/>
                </a:lnTo>
                <a:lnTo>
                  <a:pt x="20874" y="0"/>
                </a:lnTo>
                <a:moveTo>
                  <a:pt x="21139" y="0"/>
                </a:moveTo>
                <a:lnTo>
                  <a:pt x="21298" y="0"/>
                </a:lnTo>
                <a:lnTo>
                  <a:pt x="21298" y="117"/>
                </a:lnTo>
                <a:lnTo>
                  <a:pt x="21139" y="117"/>
                </a:lnTo>
                <a:lnTo>
                  <a:pt x="21139" y="0"/>
                </a:lnTo>
                <a:moveTo>
                  <a:pt x="21403" y="0"/>
                </a:moveTo>
                <a:lnTo>
                  <a:pt x="21562" y="0"/>
                </a:lnTo>
                <a:lnTo>
                  <a:pt x="21562" y="117"/>
                </a:lnTo>
                <a:lnTo>
                  <a:pt x="21403" y="117"/>
                </a:lnTo>
                <a:lnTo>
                  <a:pt x="21403" y="0"/>
                </a:lnTo>
                <a:moveTo>
                  <a:pt x="21668" y="0"/>
                </a:moveTo>
                <a:lnTo>
                  <a:pt x="21827" y="0"/>
                </a:lnTo>
                <a:lnTo>
                  <a:pt x="21827" y="117"/>
                </a:lnTo>
                <a:lnTo>
                  <a:pt x="21668" y="117"/>
                </a:lnTo>
                <a:lnTo>
                  <a:pt x="21668" y="0"/>
                </a:lnTo>
                <a:moveTo>
                  <a:pt x="21932" y="0"/>
                </a:moveTo>
                <a:lnTo>
                  <a:pt x="22091" y="0"/>
                </a:lnTo>
                <a:lnTo>
                  <a:pt x="22091" y="117"/>
                </a:lnTo>
                <a:lnTo>
                  <a:pt x="21932" y="117"/>
                </a:lnTo>
                <a:lnTo>
                  <a:pt x="21932" y="0"/>
                </a:lnTo>
                <a:moveTo>
                  <a:pt x="22197" y="0"/>
                </a:moveTo>
                <a:lnTo>
                  <a:pt x="22355" y="0"/>
                </a:lnTo>
                <a:lnTo>
                  <a:pt x="22355" y="117"/>
                </a:lnTo>
                <a:lnTo>
                  <a:pt x="22197" y="117"/>
                </a:lnTo>
                <a:lnTo>
                  <a:pt x="22197" y="0"/>
                </a:lnTo>
                <a:moveTo>
                  <a:pt x="22461" y="0"/>
                </a:moveTo>
                <a:lnTo>
                  <a:pt x="22620" y="0"/>
                </a:lnTo>
                <a:lnTo>
                  <a:pt x="22620" y="117"/>
                </a:lnTo>
                <a:lnTo>
                  <a:pt x="22461" y="117"/>
                </a:lnTo>
                <a:lnTo>
                  <a:pt x="22461" y="0"/>
                </a:lnTo>
                <a:moveTo>
                  <a:pt x="22726" y="0"/>
                </a:moveTo>
                <a:lnTo>
                  <a:pt x="22884" y="0"/>
                </a:lnTo>
                <a:lnTo>
                  <a:pt x="22884" y="117"/>
                </a:lnTo>
                <a:lnTo>
                  <a:pt x="22726" y="117"/>
                </a:lnTo>
                <a:lnTo>
                  <a:pt x="22726" y="0"/>
                </a:lnTo>
                <a:moveTo>
                  <a:pt x="22990" y="0"/>
                </a:moveTo>
                <a:lnTo>
                  <a:pt x="23149" y="0"/>
                </a:lnTo>
                <a:lnTo>
                  <a:pt x="23149" y="117"/>
                </a:lnTo>
                <a:lnTo>
                  <a:pt x="22990" y="117"/>
                </a:lnTo>
                <a:lnTo>
                  <a:pt x="22990" y="0"/>
                </a:lnTo>
                <a:moveTo>
                  <a:pt x="23255" y="0"/>
                </a:moveTo>
                <a:lnTo>
                  <a:pt x="23413" y="0"/>
                </a:lnTo>
                <a:lnTo>
                  <a:pt x="23413" y="117"/>
                </a:lnTo>
                <a:lnTo>
                  <a:pt x="23255" y="117"/>
                </a:lnTo>
                <a:lnTo>
                  <a:pt x="23255" y="0"/>
                </a:lnTo>
                <a:moveTo>
                  <a:pt x="23519" y="0"/>
                </a:moveTo>
                <a:lnTo>
                  <a:pt x="23678" y="0"/>
                </a:lnTo>
                <a:lnTo>
                  <a:pt x="23678" y="117"/>
                </a:lnTo>
                <a:lnTo>
                  <a:pt x="23519" y="117"/>
                </a:lnTo>
                <a:lnTo>
                  <a:pt x="23519" y="0"/>
                </a:lnTo>
                <a:moveTo>
                  <a:pt x="23784" y="0"/>
                </a:moveTo>
                <a:lnTo>
                  <a:pt x="23942" y="0"/>
                </a:lnTo>
                <a:lnTo>
                  <a:pt x="23942" y="117"/>
                </a:lnTo>
                <a:lnTo>
                  <a:pt x="23784" y="117"/>
                </a:lnTo>
                <a:lnTo>
                  <a:pt x="23784" y="0"/>
                </a:lnTo>
                <a:moveTo>
                  <a:pt x="24048" y="0"/>
                </a:moveTo>
                <a:lnTo>
                  <a:pt x="24207" y="0"/>
                </a:lnTo>
                <a:lnTo>
                  <a:pt x="24207" y="117"/>
                </a:lnTo>
                <a:lnTo>
                  <a:pt x="24048" y="117"/>
                </a:lnTo>
                <a:lnTo>
                  <a:pt x="24048" y="0"/>
                </a:lnTo>
                <a:moveTo>
                  <a:pt x="24313" y="0"/>
                </a:moveTo>
                <a:lnTo>
                  <a:pt x="24471" y="0"/>
                </a:lnTo>
                <a:lnTo>
                  <a:pt x="24471" y="117"/>
                </a:lnTo>
                <a:lnTo>
                  <a:pt x="24313" y="117"/>
                </a:lnTo>
                <a:lnTo>
                  <a:pt x="24313" y="0"/>
                </a:lnTo>
                <a:moveTo>
                  <a:pt x="24577" y="0"/>
                </a:moveTo>
                <a:lnTo>
                  <a:pt x="24736" y="0"/>
                </a:lnTo>
                <a:lnTo>
                  <a:pt x="24736" y="117"/>
                </a:lnTo>
                <a:lnTo>
                  <a:pt x="24577" y="117"/>
                </a:lnTo>
                <a:lnTo>
                  <a:pt x="24577" y="0"/>
                </a:lnTo>
                <a:moveTo>
                  <a:pt x="24842" y="0"/>
                </a:moveTo>
                <a:lnTo>
                  <a:pt x="25000" y="0"/>
                </a:lnTo>
                <a:lnTo>
                  <a:pt x="25000" y="117"/>
                </a:lnTo>
                <a:lnTo>
                  <a:pt x="24842" y="117"/>
                </a:lnTo>
                <a:lnTo>
                  <a:pt x="24842" y="0"/>
                </a:lnTo>
                <a:moveTo>
                  <a:pt x="25106" y="0"/>
                </a:moveTo>
                <a:lnTo>
                  <a:pt x="25265" y="0"/>
                </a:lnTo>
                <a:lnTo>
                  <a:pt x="25265" y="117"/>
                </a:lnTo>
                <a:lnTo>
                  <a:pt x="25106" y="117"/>
                </a:lnTo>
                <a:lnTo>
                  <a:pt x="25106" y="0"/>
                </a:lnTo>
                <a:moveTo>
                  <a:pt x="25371" y="0"/>
                </a:moveTo>
                <a:lnTo>
                  <a:pt x="25529" y="0"/>
                </a:lnTo>
                <a:lnTo>
                  <a:pt x="25529" y="117"/>
                </a:lnTo>
                <a:lnTo>
                  <a:pt x="25371" y="117"/>
                </a:lnTo>
                <a:lnTo>
                  <a:pt x="25371" y="0"/>
                </a:lnTo>
                <a:moveTo>
                  <a:pt x="25635" y="0"/>
                </a:moveTo>
                <a:lnTo>
                  <a:pt x="25794" y="0"/>
                </a:lnTo>
                <a:lnTo>
                  <a:pt x="25794" y="117"/>
                </a:lnTo>
                <a:lnTo>
                  <a:pt x="25635" y="117"/>
                </a:lnTo>
                <a:lnTo>
                  <a:pt x="25635" y="0"/>
                </a:lnTo>
                <a:moveTo>
                  <a:pt x="25899" y="0"/>
                </a:moveTo>
                <a:lnTo>
                  <a:pt x="26058" y="0"/>
                </a:lnTo>
                <a:lnTo>
                  <a:pt x="26058" y="117"/>
                </a:lnTo>
                <a:lnTo>
                  <a:pt x="25899" y="117"/>
                </a:lnTo>
                <a:lnTo>
                  <a:pt x="25899" y="0"/>
                </a:lnTo>
                <a:moveTo>
                  <a:pt x="26164" y="0"/>
                </a:moveTo>
                <a:lnTo>
                  <a:pt x="26323" y="0"/>
                </a:lnTo>
                <a:lnTo>
                  <a:pt x="26323" y="117"/>
                </a:lnTo>
                <a:lnTo>
                  <a:pt x="26164" y="117"/>
                </a:lnTo>
                <a:lnTo>
                  <a:pt x="26164" y="0"/>
                </a:lnTo>
                <a:moveTo>
                  <a:pt x="26428" y="0"/>
                </a:moveTo>
                <a:lnTo>
                  <a:pt x="26587" y="0"/>
                </a:lnTo>
                <a:lnTo>
                  <a:pt x="26587" y="117"/>
                </a:lnTo>
                <a:lnTo>
                  <a:pt x="26428" y="117"/>
                </a:lnTo>
                <a:lnTo>
                  <a:pt x="26428" y="0"/>
                </a:lnTo>
                <a:moveTo>
                  <a:pt x="26693" y="0"/>
                </a:moveTo>
                <a:lnTo>
                  <a:pt x="26852" y="0"/>
                </a:lnTo>
                <a:lnTo>
                  <a:pt x="26852" y="117"/>
                </a:lnTo>
                <a:lnTo>
                  <a:pt x="26693" y="117"/>
                </a:lnTo>
                <a:lnTo>
                  <a:pt x="26693" y="0"/>
                </a:lnTo>
                <a:moveTo>
                  <a:pt x="26957" y="0"/>
                </a:moveTo>
                <a:lnTo>
                  <a:pt x="27116" y="0"/>
                </a:lnTo>
                <a:lnTo>
                  <a:pt x="27116" y="117"/>
                </a:lnTo>
                <a:lnTo>
                  <a:pt x="26957" y="117"/>
                </a:lnTo>
                <a:lnTo>
                  <a:pt x="26957" y="0"/>
                </a:lnTo>
                <a:moveTo>
                  <a:pt x="27222" y="0"/>
                </a:moveTo>
                <a:lnTo>
                  <a:pt x="27381" y="0"/>
                </a:lnTo>
                <a:lnTo>
                  <a:pt x="27381" y="117"/>
                </a:lnTo>
                <a:lnTo>
                  <a:pt x="27222" y="117"/>
                </a:lnTo>
                <a:lnTo>
                  <a:pt x="27222" y="0"/>
                </a:lnTo>
                <a:moveTo>
                  <a:pt x="27486" y="0"/>
                </a:moveTo>
                <a:lnTo>
                  <a:pt x="27645" y="0"/>
                </a:lnTo>
                <a:lnTo>
                  <a:pt x="27645" y="117"/>
                </a:lnTo>
                <a:lnTo>
                  <a:pt x="27486" y="117"/>
                </a:lnTo>
                <a:lnTo>
                  <a:pt x="27486" y="0"/>
                </a:lnTo>
                <a:moveTo>
                  <a:pt x="27751" y="0"/>
                </a:moveTo>
                <a:lnTo>
                  <a:pt x="27910" y="0"/>
                </a:lnTo>
                <a:lnTo>
                  <a:pt x="27910" y="117"/>
                </a:lnTo>
                <a:lnTo>
                  <a:pt x="27751" y="117"/>
                </a:lnTo>
                <a:lnTo>
                  <a:pt x="27751" y="0"/>
                </a:lnTo>
                <a:moveTo>
                  <a:pt x="28015" y="0"/>
                </a:moveTo>
                <a:lnTo>
                  <a:pt x="28174" y="0"/>
                </a:lnTo>
                <a:lnTo>
                  <a:pt x="28174" y="117"/>
                </a:lnTo>
                <a:lnTo>
                  <a:pt x="28015" y="117"/>
                </a:lnTo>
                <a:lnTo>
                  <a:pt x="28015" y="0"/>
                </a:lnTo>
                <a:moveTo>
                  <a:pt x="28280" y="0"/>
                </a:moveTo>
                <a:lnTo>
                  <a:pt x="28439" y="0"/>
                </a:lnTo>
                <a:lnTo>
                  <a:pt x="28439" y="117"/>
                </a:lnTo>
                <a:lnTo>
                  <a:pt x="28280" y="117"/>
                </a:lnTo>
                <a:lnTo>
                  <a:pt x="28280" y="0"/>
                </a:lnTo>
                <a:moveTo>
                  <a:pt x="28544" y="0"/>
                </a:moveTo>
                <a:lnTo>
                  <a:pt x="28703" y="0"/>
                </a:lnTo>
                <a:lnTo>
                  <a:pt x="28703" y="117"/>
                </a:lnTo>
                <a:lnTo>
                  <a:pt x="28544" y="117"/>
                </a:lnTo>
                <a:lnTo>
                  <a:pt x="28544" y="0"/>
                </a:lnTo>
                <a:moveTo>
                  <a:pt x="28809" y="0"/>
                </a:moveTo>
                <a:lnTo>
                  <a:pt x="28968" y="0"/>
                </a:lnTo>
                <a:lnTo>
                  <a:pt x="28968" y="117"/>
                </a:lnTo>
                <a:lnTo>
                  <a:pt x="28809" y="117"/>
                </a:lnTo>
                <a:lnTo>
                  <a:pt x="28809" y="0"/>
                </a:lnTo>
                <a:moveTo>
                  <a:pt x="29073" y="0"/>
                </a:moveTo>
                <a:lnTo>
                  <a:pt x="29232" y="0"/>
                </a:lnTo>
                <a:lnTo>
                  <a:pt x="29232" y="117"/>
                </a:lnTo>
                <a:lnTo>
                  <a:pt x="29073" y="117"/>
                </a:lnTo>
                <a:lnTo>
                  <a:pt x="29073" y="0"/>
                </a:lnTo>
                <a:moveTo>
                  <a:pt x="29338" y="0"/>
                </a:moveTo>
                <a:lnTo>
                  <a:pt x="29496" y="0"/>
                </a:lnTo>
                <a:lnTo>
                  <a:pt x="29496" y="117"/>
                </a:lnTo>
                <a:lnTo>
                  <a:pt x="29338" y="117"/>
                </a:lnTo>
                <a:lnTo>
                  <a:pt x="29338" y="0"/>
                </a:lnTo>
                <a:moveTo>
                  <a:pt x="29602" y="0"/>
                </a:moveTo>
                <a:lnTo>
                  <a:pt x="29761" y="0"/>
                </a:lnTo>
                <a:lnTo>
                  <a:pt x="29761" y="117"/>
                </a:lnTo>
                <a:lnTo>
                  <a:pt x="29602" y="117"/>
                </a:lnTo>
                <a:lnTo>
                  <a:pt x="29602" y="0"/>
                </a:lnTo>
                <a:moveTo>
                  <a:pt x="29867" y="0"/>
                </a:moveTo>
                <a:lnTo>
                  <a:pt x="30025" y="0"/>
                </a:lnTo>
                <a:lnTo>
                  <a:pt x="30025" y="117"/>
                </a:lnTo>
                <a:lnTo>
                  <a:pt x="29867" y="117"/>
                </a:lnTo>
                <a:lnTo>
                  <a:pt x="29867" y="0"/>
                </a:lnTo>
                <a:moveTo>
                  <a:pt x="30131" y="0"/>
                </a:moveTo>
                <a:lnTo>
                  <a:pt x="30290" y="0"/>
                </a:lnTo>
                <a:lnTo>
                  <a:pt x="30290" y="117"/>
                </a:lnTo>
                <a:lnTo>
                  <a:pt x="30131" y="117"/>
                </a:lnTo>
                <a:lnTo>
                  <a:pt x="30131" y="0"/>
                </a:lnTo>
                <a:moveTo>
                  <a:pt x="30396" y="0"/>
                </a:moveTo>
                <a:lnTo>
                  <a:pt x="30554" y="0"/>
                </a:lnTo>
                <a:lnTo>
                  <a:pt x="30554" y="117"/>
                </a:lnTo>
                <a:lnTo>
                  <a:pt x="30396" y="117"/>
                </a:lnTo>
                <a:lnTo>
                  <a:pt x="30396" y="0"/>
                </a:lnTo>
                <a:moveTo>
                  <a:pt x="30660" y="0"/>
                </a:moveTo>
                <a:lnTo>
                  <a:pt x="30725" y="0"/>
                </a:lnTo>
                <a:cubicBezTo>
                  <a:pt x="30767" y="0"/>
                  <a:pt x="30807" y="10"/>
                  <a:pt x="30843" y="31"/>
                </a:cubicBezTo>
                <a:lnTo>
                  <a:pt x="30787" y="133"/>
                </a:lnTo>
                <a:cubicBezTo>
                  <a:pt x="30767" y="122"/>
                  <a:pt x="30747" y="117"/>
                  <a:pt x="30725" y="117"/>
                </a:cubicBezTo>
                <a:lnTo>
                  <a:pt x="30660" y="117"/>
                </a:lnTo>
                <a:lnTo>
                  <a:pt x="30660" y="0"/>
                </a:lnTo>
                <a:moveTo>
                  <a:pt x="30940" y="130"/>
                </a:moveTo>
                <a:cubicBezTo>
                  <a:pt x="30959" y="166"/>
                  <a:pt x="30968" y="204"/>
                  <a:pt x="30968" y="244"/>
                </a:cubicBezTo>
                <a:lnTo>
                  <a:pt x="30968" y="313"/>
                </a:lnTo>
                <a:lnTo>
                  <a:pt x="30852" y="313"/>
                </a:lnTo>
                <a:lnTo>
                  <a:pt x="30852" y="244"/>
                </a:lnTo>
                <a:cubicBezTo>
                  <a:pt x="30852" y="223"/>
                  <a:pt x="30847" y="203"/>
                  <a:pt x="30837" y="185"/>
                </a:cubicBezTo>
                <a:lnTo>
                  <a:pt x="30940" y="130"/>
                </a:lnTo>
                <a:moveTo>
                  <a:pt x="30968" y="420"/>
                </a:moveTo>
                <a:lnTo>
                  <a:pt x="30968" y="578"/>
                </a:lnTo>
                <a:lnTo>
                  <a:pt x="30852" y="578"/>
                </a:lnTo>
                <a:lnTo>
                  <a:pt x="30852" y="420"/>
                </a:lnTo>
                <a:lnTo>
                  <a:pt x="30968" y="420"/>
                </a:lnTo>
                <a:moveTo>
                  <a:pt x="30968" y="684"/>
                </a:moveTo>
                <a:lnTo>
                  <a:pt x="30968" y="843"/>
                </a:lnTo>
                <a:lnTo>
                  <a:pt x="30852" y="843"/>
                </a:lnTo>
                <a:lnTo>
                  <a:pt x="30852" y="684"/>
                </a:lnTo>
                <a:lnTo>
                  <a:pt x="30968" y="684"/>
                </a:lnTo>
                <a:moveTo>
                  <a:pt x="30968" y="949"/>
                </a:moveTo>
                <a:lnTo>
                  <a:pt x="30968" y="1107"/>
                </a:lnTo>
                <a:lnTo>
                  <a:pt x="30852" y="1107"/>
                </a:lnTo>
                <a:lnTo>
                  <a:pt x="30852" y="949"/>
                </a:lnTo>
                <a:lnTo>
                  <a:pt x="30968" y="949"/>
                </a:lnTo>
                <a:moveTo>
                  <a:pt x="30968" y="1213"/>
                </a:moveTo>
                <a:lnTo>
                  <a:pt x="30968" y="1372"/>
                </a:lnTo>
                <a:lnTo>
                  <a:pt x="30852" y="1372"/>
                </a:lnTo>
                <a:lnTo>
                  <a:pt x="30852" y="1213"/>
                </a:lnTo>
                <a:lnTo>
                  <a:pt x="30968" y="1213"/>
                </a:lnTo>
                <a:moveTo>
                  <a:pt x="30968" y="1478"/>
                </a:moveTo>
                <a:lnTo>
                  <a:pt x="30968" y="1636"/>
                </a:lnTo>
                <a:lnTo>
                  <a:pt x="30852" y="1636"/>
                </a:lnTo>
                <a:lnTo>
                  <a:pt x="30852" y="1478"/>
                </a:lnTo>
                <a:lnTo>
                  <a:pt x="30968" y="1478"/>
                </a:lnTo>
                <a:moveTo>
                  <a:pt x="30968" y="1742"/>
                </a:moveTo>
                <a:lnTo>
                  <a:pt x="30968" y="1901"/>
                </a:lnTo>
                <a:lnTo>
                  <a:pt x="30852" y="1901"/>
                </a:lnTo>
                <a:lnTo>
                  <a:pt x="30852" y="1742"/>
                </a:lnTo>
                <a:lnTo>
                  <a:pt x="30968" y="1742"/>
                </a:lnTo>
                <a:moveTo>
                  <a:pt x="30968" y="2007"/>
                </a:moveTo>
                <a:lnTo>
                  <a:pt x="30968" y="2165"/>
                </a:lnTo>
                <a:lnTo>
                  <a:pt x="30852" y="2165"/>
                </a:lnTo>
                <a:lnTo>
                  <a:pt x="30852" y="2007"/>
                </a:lnTo>
                <a:lnTo>
                  <a:pt x="30968" y="2007"/>
                </a:lnTo>
                <a:moveTo>
                  <a:pt x="30968" y="2271"/>
                </a:moveTo>
                <a:lnTo>
                  <a:pt x="30968" y="2430"/>
                </a:lnTo>
                <a:lnTo>
                  <a:pt x="30852" y="2430"/>
                </a:lnTo>
                <a:lnTo>
                  <a:pt x="30852" y="2271"/>
                </a:lnTo>
                <a:lnTo>
                  <a:pt x="30968" y="2271"/>
                </a:lnTo>
                <a:moveTo>
                  <a:pt x="30968" y="2536"/>
                </a:moveTo>
                <a:lnTo>
                  <a:pt x="30968" y="2694"/>
                </a:lnTo>
                <a:lnTo>
                  <a:pt x="30852" y="2694"/>
                </a:lnTo>
                <a:lnTo>
                  <a:pt x="30852" y="2536"/>
                </a:lnTo>
                <a:lnTo>
                  <a:pt x="30968" y="2536"/>
                </a:lnTo>
                <a:moveTo>
                  <a:pt x="30968" y="2800"/>
                </a:moveTo>
                <a:lnTo>
                  <a:pt x="30968" y="2959"/>
                </a:lnTo>
                <a:lnTo>
                  <a:pt x="30852" y="2959"/>
                </a:lnTo>
                <a:lnTo>
                  <a:pt x="30852" y="2800"/>
                </a:lnTo>
                <a:lnTo>
                  <a:pt x="30968" y="2800"/>
                </a:lnTo>
                <a:moveTo>
                  <a:pt x="30968" y="3065"/>
                </a:moveTo>
                <a:lnTo>
                  <a:pt x="30968" y="3223"/>
                </a:lnTo>
                <a:lnTo>
                  <a:pt x="30852" y="3223"/>
                </a:lnTo>
                <a:lnTo>
                  <a:pt x="30852" y="3065"/>
                </a:lnTo>
                <a:lnTo>
                  <a:pt x="30968" y="3065"/>
                </a:lnTo>
                <a:moveTo>
                  <a:pt x="30967" y="3333"/>
                </a:moveTo>
                <a:cubicBezTo>
                  <a:pt x="30962" y="3408"/>
                  <a:pt x="30928" y="3468"/>
                  <a:pt x="30867" y="3511"/>
                </a:cubicBezTo>
                <a:lnTo>
                  <a:pt x="30799" y="3417"/>
                </a:lnTo>
                <a:cubicBezTo>
                  <a:pt x="30831" y="3394"/>
                  <a:pt x="30848" y="3363"/>
                  <a:pt x="30851" y="3324"/>
                </a:cubicBezTo>
                <a:lnTo>
                  <a:pt x="30967" y="3333"/>
                </a:lnTo>
                <a:moveTo>
                  <a:pt x="30736" y="3557"/>
                </a:moveTo>
                <a:cubicBezTo>
                  <a:pt x="30733" y="3557"/>
                  <a:pt x="30729" y="3557"/>
                  <a:pt x="30725" y="3557"/>
                </a:cubicBezTo>
                <a:lnTo>
                  <a:pt x="30575" y="3557"/>
                </a:lnTo>
                <a:lnTo>
                  <a:pt x="30575" y="3441"/>
                </a:lnTo>
                <a:lnTo>
                  <a:pt x="30725" y="3441"/>
                </a:lnTo>
                <a:cubicBezTo>
                  <a:pt x="30727" y="3441"/>
                  <a:pt x="30729" y="3441"/>
                  <a:pt x="30731" y="3441"/>
                </a:cubicBezTo>
                <a:lnTo>
                  <a:pt x="30736" y="3557"/>
                </a:lnTo>
                <a:moveTo>
                  <a:pt x="30470" y="3557"/>
                </a:moveTo>
                <a:lnTo>
                  <a:pt x="30311" y="3557"/>
                </a:lnTo>
                <a:lnTo>
                  <a:pt x="30311" y="3441"/>
                </a:lnTo>
                <a:lnTo>
                  <a:pt x="30470" y="3441"/>
                </a:lnTo>
                <a:lnTo>
                  <a:pt x="30470" y="3557"/>
                </a:lnTo>
                <a:moveTo>
                  <a:pt x="30205" y="3557"/>
                </a:moveTo>
                <a:lnTo>
                  <a:pt x="30046" y="3557"/>
                </a:lnTo>
                <a:lnTo>
                  <a:pt x="30046" y="3441"/>
                </a:lnTo>
                <a:lnTo>
                  <a:pt x="30205" y="3441"/>
                </a:lnTo>
                <a:lnTo>
                  <a:pt x="30205" y="3557"/>
                </a:lnTo>
                <a:moveTo>
                  <a:pt x="29941" y="3557"/>
                </a:moveTo>
                <a:lnTo>
                  <a:pt x="29782" y="3557"/>
                </a:lnTo>
                <a:lnTo>
                  <a:pt x="29782" y="3441"/>
                </a:lnTo>
                <a:lnTo>
                  <a:pt x="29941" y="3441"/>
                </a:lnTo>
                <a:lnTo>
                  <a:pt x="29941" y="3557"/>
                </a:lnTo>
                <a:moveTo>
                  <a:pt x="29676" y="3557"/>
                </a:moveTo>
                <a:lnTo>
                  <a:pt x="29517" y="3557"/>
                </a:lnTo>
                <a:lnTo>
                  <a:pt x="29517" y="3441"/>
                </a:lnTo>
                <a:lnTo>
                  <a:pt x="29676" y="3441"/>
                </a:lnTo>
                <a:lnTo>
                  <a:pt x="29676" y="3557"/>
                </a:lnTo>
                <a:moveTo>
                  <a:pt x="29412" y="3557"/>
                </a:moveTo>
                <a:lnTo>
                  <a:pt x="29253" y="3557"/>
                </a:lnTo>
                <a:lnTo>
                  <a:pt x="29253" y="3441"/>
                </a:lnTo>
                <a:lnTo>
                  <a:pt x="29412" y="3441"/>
                </a:lnTo>
                <a:lnTo>
                  <a:pt x="29412" y="3557"/>
                </a:lnTo>
                <a:moveTo>
                  <a:pt x="29147" y="3557"/>
                </a:moveTo>
                <a:lnTo>
                  <a:pt x="28988" y="3557"/>
                </a:lnTo>
                <a:lnTo>
                  <a:pt x="28988" y="3441"/>
                </a:lnTo>
                <a:lnTo>
                  <a:pt x="29147" y="3441"/>
                </a:lnTo>
                <a:lnTo>
                  <a:pt x="29147" y="3557"/>
                </a:lnTo>
                <a:moveTo>
                  <a:pt x="28883" y="3557"/>
                </a:moveTo>
                <a:lnTo>
                  <a:pt x="28724" y="3557"/>
                </a:lnTo>
                <a:lnTo>
                  <a:pt x="28724" y="3441"/>
                </a:lnTo>
                <a:lnTo>
                  <a:pt x="28883" y="3441"/>
                </a:lnTo>
                <a:lnTo>
                  <a:pt x="28883" y="3557"/>
                </a:lnTo>
                <a:moveTo>
                  <a:pt x="28618" y="3557"/>
                </a:moveTo>
                <a:lnTo>
                  <a:pt x="28459" y="3557"/>
                </a:lnTo>
                <a:lnTo>
                  <a:pt x="28459" y="3441"/>
                </a:lnTo>
                <a:lnTo>
                  <a:pt x="28618" y="3441"/>
                </a:lnTo>
                <a:lnTo>
                  <a:pt x="28618" y="3557"/>
                </a:lnTo>
                <a:moveTo>
                  <a:pt x="28354" y="3557"/>
                </a:moveTo>
                <a:lnTo>
                  <a:pt x="28195" y="3557"/>
                </a:lnTo>
                <a:lnTo>
                  <a:pt x="28195" y="3441"/>
                </a:lnTo>
                <a:lnTo>
                  <a:pt x="28354" y="3441"/>
                </a:lnTo>
                <a:lnTo>
                  <a:pt x="28354" y="3557"/>
                </a:lnTo>
                <a:moveTo>
                  <a:pt x="28089" y="3557"/>
                </a:moveTo>
                <a:lnTo>
                  <a:pt x="27931" y="3557"/>
                </a:lnTo>
                <a:lnTo>
                  <a:pt x="27931" y="3441"/>
                </a:lnTo>
                <a:lnTo>
                  <a:pt x="28089" y="3441"/>
                </a:lnTo>
                <a:lnTo>
                  <a:pt x="28089" y="3557"/>
                </a:lnTo>
                <a:moveTo>
                  <a:pt x="27825" y="3557"/>
                </a:moveTo>
                <a:lnTo>
                  <a:pt x="27666" y="3557"/>
                </a:lnTo>
                <a:lnTo>
                  <a:pt x="27666" y="3441"/>
                </a:lnTo>
                <a:lnTo>
                  <a:pt x="27825" y="3441"/>
                </a:lnTo>
                <a:lnTo>
                  <a:pt x="27825" y="3557"/>
                </a:lnTo>
                <a:moveTo>
                  <a:pt x="27560" y="3557"/>
                </a:moveTo>
                <a:lnTo>
                  <a:pt x="27402" y="3557"/>
                </a:lnTo>
                <a:lnTo>
                  <a:pt x="27402" y="3441"/>
                </a:lnTo>
                <a:lnTo>
                  <a:pt x="27560" y="3441"/>
                </a:lnTo>
                <a:lnTo>
                  <a:pt x="27560" y="3557"/>
                </a:lnTo>
                <a:moveTo>
                  <a:pt x="27296" y="3557"/>
                </a:moveTo>
                <a:lnTo>
                  <a:pt x="27137" y="3557"/>
                </a:lnTo>
                <a:lnTo>
                  <a:pt x="27137" y="3441"/>
                </a:lnTo>
                <a:lnTo>
                  <a:pt x="27296" y="3441"/>
                </a:lnTo>
                <a:lnTo>
                  <a:pt x="27296" y="3557"/>
                </a:lnTo>
                <a:moveTo>
                  <a:pt x="27031" y="3557"/>
                </a:moveTo>
                <a:lnTo>
                  <a:pt x="26873" y="3557"/>
                </a:lnTo>
                <a:lnTo>
                  <a:pt x="26873" y="3441"/>
                </a:lnTo>
                <a:lnTo>
                  <a:pt x="27031" y="3441"/>
                </a:lnTo>
                <a:lnTo>
                  <a:pt x="27031" y="3557"/>
                </a:lnTo>
                <a:moveTo>
                  <a:pt x="26767" y="3557"/>
                </a:moveTo>
                <a:lnTo>
                  <a:pt x="26608" y="3557"/>
                </a:lnTo>
                <a:lnTo>
                  <a:pt x="26608" y="3441"/>
                </a:lnTo>
                <a:lnTo>
                  <a:pt x="26767" y="3441"/>
                </a:lnTo>
                <a:lnTo>
                  <a:pt x="26767" y="3557"/>
                </a:lnTo>
                <a:moveTo>
                  <a:pt x="26502" y="3557"/>
                </a:moveTo>
                <a:lnTo>
                  <a:pt x="26344" y="3557"/>
                </a:lnTo>
                <a:lnTo>
                  <a:pt x="26344" y="3441"/>
                </a:lnTo>
                <a:lnTo>
                  <a:pt x="26502" y="3441"/>
                </a:lnTo>
                <a:lnTo>
                  <a:pt x="26502" y="3557"/>
                </a:lnTo>
                <a:moveTo>
                  <a:pt x="26238" y="3557"/>
                </a:moveTo>
                <a:lnTo>
                  <a:pt x="26079" y="3557"/>
                </a:lnTo>
                <a:lnTo>
                  <a:pt x="26079" y="3441"/>
                </a:lnTo>
                <a:lnTo>
                  <a:pt x="26238" y="3441"/>
                </a:lnTo>
                <a:lnTo>
                  <a:pt x="26238" y="3557"/>
                </a:lnTo>
                <a:moveTo>
                  <a:pt x="25973" y="3557"/>
                </a:moveTo>
                <a:lnTo>
                  <a:pt x="25815" y="3557"/>
                </a:lnTo>
                <a:lnTo>
                  <a:pt x="25815" y="3441"/>
                </a:lnTo>
                <a:lnTo>
                  <a:pt x="25973" y="3441"/>
                </a:lnTo>
                <a:lnTo>
                  <a:pt x="25973" y="3557"/>
                </a:lnTo>
                <a:moveTo>
                  <a:pt x="25709" y="3557"/>
                </a:moveTo>
                <a:lnTo>
                  <a:pt x="25550" y="3557"/>
                </a:lnTo>
                <a:lnTo>
                  <a:pt x="25550" y="3441"/>
                </a:lnTo>
                <a:lnTo>
                  <a:pt x="25709" y="3441"/>
                </a:lnTo>
                <a:lnTo>
                  <a:pt x="25709" y="3557"/>
                </a:lnTo>
                <a:moveTo>
                  <a:pt x="25444" y="3557"/>
                </a:moveTo>
                <a:lnTo>
                  <a:pt x="25286" y="3557"/>
                </a:lnTo>
                <a:lnTo>
                  <a:pt x="25286" y="3441"/>
                </a:lnTo>
                <a:lnTo>
                  <a:pt x="25444" y="3441"/>
                </a:lnTo>
                <a:lnTo>
                  <a:pt x="25444" y="3557"/>
                </a:lnTo>
                <a:moveTo>
                  <a:pt x="25180" y="3557"/>
                </a:moveTo>
                <a:lnTo>
                  <a:pt x="25021" y="3557"/>
                </a:lnTo>
                <a:lnTo>
                  <a:pt x="25021" y="3441"/>
                </a:lnTo>
                <a:lnTo>
                  <a:pt x="25180" y="3441"/>
                </a:lnTo>
                <a:lnTo>
                  <a:pt x="25180" y="3557"/>
                </a:lnTo>
                <a:moveTo>
                  <a:pt x="24916" y="3557"/>
                </a:moveTo>
                <a:lnTo>
                  <a:pt x="24757" y="3557"/>
                </a:lnTo>
                <a:lnTo>
                  <a:pt x="24757" y="3441"/>
                </a:lnTo>
                <a:lnTo>
                  <a:pt x="24916" y="3441"/>
                </a:lnTo>
                <a:lnTo>
                  <a:pt x="24916" y="3557"/>
                </a:lnTo>
                <a:moveTo>
                  <a:pt x="24651" y="3557"/>
                </a:moveTo>
                <a:lnTo>
                  <a:pt x="24492" y="3557"/>
                </a:lnTo>
                <a:lnTo>
                  <a:pt x="24492" y="3441"/>
                </a:lnTo>
                <a:lnTo>
                  <a:pt x="24651" y="3441"/>
                </a:lnTo>
                <a:lnTo>
                  <a:pt x="24651" y="3557"/>
                </a:lnTo>
                <a:moveTo>
                  <a:pt x="24387" y="3557"/>
                </a:moveTo>
                <a:lnTo>
                  <a:pt x="24228" y="3557"/>
                </a:lnTo>
                <a:lnTo>
                  <a:pt x="24228" y="3441"/>
                </a:lnTo>
                <a:lnTo>
                  <a:pt x="24387" y="3441"/>
                </a:lnTo>
                <a:lnTo>
                  <a:pt x="24387" y="3557"/>
                </a:lnTo>
                <a:moveTo>
                  <a:pt x="24122" y="3557"/>
                </a:moveTo>
                <a:lnTo>
                  <a:pt x="23963" y="3557"/>
                </a:lnTo>
                <a:lnTo>
                  <a:pt x="23963" y="3441"/>
                </a:lnTo>
                <a:lnTo>
                  <a:pt x="24122" y="3441"/>
                </a:lnTo>
                <a:lnTo>
                  <a:pt x="24122" y="3557"/>
                </a:lnTo>
                <a:moveTo>
                  <a:pt x="23858" y="3557"/>
                </a:moveTo>
                <a:lnTo>
                  <a:pt x="23699" y="3557"/>
                </a:lnTo>
                <a:lnTo>
                  <a:pt x="23699" y="3441"/>
                </a:lnTo>
                <a:lnTo>
                  <a:pt x="23858" y="3441"/>
                </a:lnTo>
                <a:lnTo>
                  <a:pt x="23858" y="3557"/>
                </a:lnTo>
                <a:moveTo>
                  <a:pt x="23593" y="3557"/>
                </a:moveTo>
                <a:lnTo>
                  <a:pt x="23434" y="3557"/>
                </a:lnTo>
                <a:lnTo>
                  <a:pt x="23434" y="3441"/>
                </a:lnTo>
                <a:lnTo>
                  <a:pt x="23593" y="3441"/>
                </a:lnTo>
                <a:lnTo>
                  <a:pt x="23593" y="3557"/>
                </a:lnTo>
                <a:moveTo>
                  <a:pt x="23329" y="3557"/>
                </a:moveTo>
                <a:lnTo>
                  <a:pt x="23170" y="3557"/>
                </a:lnTo>
                <a:lnTo>
                  <a:pt x="23170" y="3441"/>
                </a:lnTo>
                <a:lnTo>
                  <a:pt x="23329" y="3441"/>
                </a:lnTo>
                <a:lnTo>
                  <a:pt x="23329" y="3557"/>
                </a:lnTo>
                <a:moveTo>
                  <a:pt x="23064" y="3557"/>
                </a:moveTo>
                <a:lnTo>
                  <a:pt x="22905" y="3557"/>
                </a:lnTo>
                <a:lnTo>
                  <a:pt x="22905" y="3441"/>
                </a:lnTo>
                <a:lnTo>
                  <a:pt x="23064" y="3441"/>
                </a:lnTo>
                <a:lnTo>
                  <a:pt x="23064" y="3557"/>
                </a:lnTo>
                <a:moveTo>
                  <a:pt x="22800" y="3557"/>
                </a:moveTo>
                <a:lnTo>
                  <a:pt x="22641" y="3557"/>
                </a:lnTo>
                <a:lnTo>
                  <a:pt x="22641" y="3441"/>
                </a:lnTo>
                <a:lnTo>
                  <a:pt x="22800" y="3441"/>
                </a:lnTo>
                <a:lnTo>
                  <a:pt x="22800" y="3557"/>
                </a:lnTo>
                <a:moveTo>
                  <a:pt x="22535" y="3557"/>
                </a:moveTo>
                <a:lnTo>
                  <a:pt x="22376" y="3557"/>
                </a:lnTo>
                <a:lnTo>
                  <a:pt x="22376" y="3441"/>
                </a:lnTo>
                <a:lnTo>
                  <a:pt x="22535" y="3441"/>
                </a:lnTo>
                <a:lnTo>
                  <a:pt x="22535" y="3557"/>
                </a:lnTo>
                <a:moveTo>
                  <a:pt x="22271" y="3557"/>
                </a:moveTo>
                <a:lnTo>
                  <a:pt x="22112" y="3557"/>
                </a:lnTo>
                <a:lnTo>
                  <a:pt x="22112" y="3441"/>
                </a:lnTo>
                <a:lnTo>
                  <a:pt x="22271" y="3441"/>
                </a:lnTo>
                <a:lnTo>
                  <a:pt x="22271" y="3557"/>
                </a:lnTo>
                <a:moveTo>
                  <a:pt x="22006" y="3557"/>
                </a:moveTo>
                <a:lnTo>
                  <a:pt x="21847" y="3557"/>
                </a:lnTo>
                <a:lnTo>
                  <a:pt x="21847" y="3441"/>
                </a:lnTo>
                <a:lnTo>
                  <a:pt x="22006" y="3441"/>
                </a:lnTo>
                <a:lnTo>
                  <a:pt x="22006" y="3557"/>
                </a:lnTo>
                <a:moveTo>
                  <a:pt x="21742" y="3557"/>
                </a:moveTo>
                <a:lnTo>
                  <a:pt x="21583" y="3557"/>
                </a:lnTo>
                <a:lnTo>
                  <a:pt x="21583" y="3441"/>
                </a:lnTo>
                <a:lnTo>
                  <a:pt x="21742" y="3441"/>
                </a:lnTo>
                <a:lnTo>
                  <a:pt x="21742" y="3557"/>
                </a:lnTo>
                <a:moveTo>
                  <a:pt x="21477" y="3557"/>
                </a:moveTo>
                <a:lnTo>
                  <a:pt x="21319" y="3557"/>
                </a:lnTo>
                <a:lnTo>
                  <a:pt x="21319" y="3441"/>
                </a:lnTo>
                <a:lnTo>
                  <a:pt x="21477" y="3441"/>
                </a:lnTo>
                <a:lnTo>
                  <a:pt x="21477" y="3557"/>
                </a:lnTo>
                <a:moveTo>
                  <a:pt x="21213" y="3557"/>
                </a:moveTo>
                <a:lnTo>
                  <a:pt x="21054" y="3557"/>
                </a:lnTo>
                <a:lnTo>
                  <a:pt x="21054" y="3441"/>
                </a:lnTo>
                <a:lnTo>
                  <a:pt x="21213" y="3441"/>
                </a:lnTo>
                <a:lnTo>
                  <a:pt x="21213" y="3557"/>
                </a:lnTo>
                <a:moveTo>
                  <a:pt x="20948" y="3557"/>
                </a:moveTo>
                <a:lnTo>
                  <a:pt x="20790" y="3557"/>
                </a:lnTo>
                <a:lnTo>
                  <a:pt x="20790" y="3441"/>
                </a:lnTo>
                <a:lnTo>
                  <a:pt x="20948" y="3441"/>
                </a:lnTo>
                <a:lnTo>
                  <a:pt x="20948" y="3557"/>
                </a:lnTo>
                <a:moveTo>
                  <a:pt x="20684" y="3557"/>
                </a:moveTo>
                <a:lnTo>
                  <a:pt x="20525" y="3557"/>
                </a:lnTo>
                <a:lnTo>
                  <a:pt x="20525" y="3441"/>
                </a:lnTo>
                <a:lnTo>
                  <a:pt x="20684" y="3441"/>
                </a:lnTo>
                <a:lnTo>
                  <a:pt x="20684" y="3557"/>
                </a:lnTo>
                <a:moveTo>
                  <a:pt x="20419" y="3557"/>
                </a:moveTo>
                <a:lnTo>
                  <a:pt x="20261" y="3557"/>
                </a:lnTo>
                <a:lnTo>
                  <a:pt x="20261" y="3441"/>
                </a:lnTo>
                <a:lnTo>
                  <a:pt x="20419" y="3441"/>
                </a:lnTo>
                <a:lnTo>
                  <a:pt x="20419" y="3557"/>
                </a:lnTo>
                <a:moveTo>
                  <a:pt x="20155" y="3557"/>
                </a:moveTo>
                <a:lnTo>
                  <a:pt x="19996" y="3557"/>
                </a:lnTo>
                <a:lnTo>
                  <a:pt x="19996" y="3441"/>
                </a:lnTo>
                <a:lnTo>
                  <a:pt x="20155" y="3441"/>
                </a:lnTo>
                <a:lnTo>
                  <a:pt x="20155" y="3557"/>
                </a:lnTo>
                <a:moveTo>
                  <a:pt x="19890" y="3557"/>
                </a:moveTo>
                <a:lnTo>
                  <a:pt x="19732" y="3557"/>
                </a:lnTo>
                <a:lnTo>
                  <a:pt x="19732" y="3441"/>
                </a:lnTo>
                <a:lnTo>
                  <a:pt x="19890" y="3441"/>
                </a:lnTo>
                <a:lnTo>
                  <a:pt x="19890" y="3557"/>
                </a:lnTo>
                <a:moveTo>
                  <a:pt x="19626" y="3557"/>
                </a:moveTo>
                <a:lnTo>
                  <a:pt x="19467" y="3557"/>
                </a:lnTo>
                <a:lnTo>
                  <a:pt x="19467" y="3441"/>
                </a:lnTo>
                <a:lnTo>
                  <a:pt x="19626" y="3441"/>
                </a:lnTo>
                <a:lnTo>
                  <a:pt x="19626" y="3557"/>
                </a:lnTo>
                <a:moveTo>
                  <a:pt x="19361" y="3557"/>
                </a:moveTo>
                <a:lnTo>
                  <a:pt x="19203" y="3557"/>
                </a:lnTo>
                <a:lnTo>
                  <a:pt x="19203" y="3441"/>
                </a:lnTo>
                <a:lnTo>
                  <a:pt x="19361" y="3441"/>
                </a:lnTo>
                <a:lnTo>
                  <a:pt x="19361" y="3557"/>
                </a:lnTo>
                <a:moveTo>
                  <a:pt x="19097" y="3557"/>
                </a:moveTo>
                <a:lnTo>
                  <a:pt x="18938" y="3557"/>
                </a:lnTo>
                <a:lnTo>
                  <a:pt x="18938" y="3441"/>
                </a:lnTo>
                <a:lnTo>
                  <a:pt x="19097" y="3441"/>
                </a:lnTo>
                <a:lnTo>
                  <a:pt x="19097" y="3557"/>
                </a:lnTo>
                <a:moveTo>
                  <a:pt x="18832" y="3557"/>
                </a:moveTo>
                <a:lnTo>
                  <a:pt x="18674" y="3557"/>
                </a:lnTo>
                <a:lnTo>
                  <a:pt x="18674" y="3441"/>
                </a:lnTo>
                <a:lnTo>
                  <a:pt x="18832" y="3441"/>
                </a:lnTo>
                <a:lnTo>
                  <a:pt x="18832" y="3557"/>
                </a:lnTo>
                <a:moveTo>
                  <a:pt x="18568" y="3557"/>
                </a:moveTo>
                <a:lnTo>
                  <a:pt x="18409" y="3557"/>
                </a:lnTo>
                <a:lnTo>
                  <a:pt x="18409" y="3441"/>
                </a:lnTo>
                <a:lnTo>
                  <a:pt x="18568" y="3441"/>
                </a:lnTo>
                <a:lnTo>
                  <a:pt x="18568" y="3557"/>
                </a:lnTo>
                <a:moveTo>
                  <a:pt x="18303" y="3557"/>
                </a:moveTo>
                <a:lnTo>
                  <a:pt x="18145" y="3557"/>
                </a:lnTo>
                <a:lnTo>
                  <a:pt x="18145" y="3441"/>
                </a:lnTo>
                <a:lnTo>
                  <a:pt x="18303" y="3441"/>
                </a:lnTo>
                <a:lnTo>
                  <a:pt x="18303" y="3557"/>
                </a:lnTo>
                <a:moveTo>
                  <a:pt x="18039" y="3557"/>
                </a:moveTo>
                <a:lnTo>
                  <a:pt x="17880" y="3557"/>
                </a:lnTo>
                <a:lnTo>
                  <a:pt x="17880" y="3441"/>
                </a:lnTo>
                <a:lnTo>
                  <a:pt x="18039" y="3441"/>
                </a:lnTo>
                <a:lnTo>
                  <a:pt x="18039" y="3557"/>
                </a:lnTo>
                <a:moveTo>
                  <a:pt x="17775" y="3557"/>
                </a:moveTo>
                <a:lnTo>
                  <a:pt x="17616" y="3557"/>
                </a:lnTo>
                <a:lnTo>
                  <a:pt x="17616" y="3441"/>
                </a:lnTo>
                <a:lnTo>
                  <a:pt x="17775" y="3441"/>
                </a:lnTo>
                <a:lnTo>
                  <a:pt x="17775" y="3557"/>
                </a:lnTo>
                <a:moveTo>
                  <a:pt x="17510" y="3557"/>
                </a:moveTo>
                <a:lnTo>
                  <a:pt x="17351" y="3557"/>
                </a:lnTo>
                <a:lnTo>
                  <a:pt x="17351" y="3441"/>
                </a:lnTo>
                <a:lnTo>
                  <a:pt x="17510" y="3441"/>
                </a:lnTo>
                <a:lnTo>
                  <a:pt x="17510" y="3557"/>
                </a:lnTo>
                <a:moveTo>
                  <a:pt x="17246" y="3557"/>
                </a:moveTo>
                <a:lnTo>
                  <a:pt x="17087" y="3557"/>
                </a:lnTo>
                <a:lnTo>
                  <a:pt x="17087" y="3441"/>
                </a:lnTo>
                <a:lnTo>
                  <a:pt x="17246" y="3441"/>
                </a:lnTo>
                <a:lnTo>
                  <a:pt x="17246" y="3557"/>
                </a:lnTo>
                <a:moveTo>
                  <a:pt x="16981" y="3557"/>
                </a:moveTo>
                <a:lnTo>
                  <a:pt x="16822" y="3557"/>
                </a:lnTo>
                <a:lnTo>
                  <a:pt x="16822" y="3441"/>
                </a:lnTo>
                <a:lnTo>
                  <a:pt x="16981" y="3441"/>
                </a:lnTo>
                <a:lnTo>
                  <a:pt x="16981" y="3557"/>
                </a:lnTo>
                <a:moveTo>
                  <a:pt x="16717" y="3557"/>
                </a:moveTo>
                <a:lnTo>
                  <a:pt x="16558" y="3557"/>
                </a:lnTo>
                <a:lnTo>
                  <a:pt x="16558" y="3441"/>
                </a:lnTo>
                <a:lnTo>
                  <a:pt x="16717" y="3441"/>
                </a:lnTo>
                <a:lnTo>
                  <a:pt x="16717" y="3557"/>
                </a:lnTo>
                <a:moveTo>
                  <a:pt x="16452" y="3557"/>
                </a:moveTo>
                <a:lnTo>
                  <a:pt x="16293" y="3557"/>
                </a:lnTo>
                <a:lnTo>
                  <a:pt x="16293" y="3441"/>
                </a:lnTo>
                <a:lnTo>
                  <a:pt x="16452" y="3441"/>
                </a:lnTo>
                <a:lnTo>
                  <a:pt x="16452" y="3557"/>
                </a:lnTo>
                <a:moveTo>
                  <a:pt x="16188" y="3557"/>
                </a:moveTo>
                <a:lnTo>
                  <a:pt x="16029" y="3557"/>
                </a:lnTo>
                <a:lnTo>
                  <a:pt x="16029" y="3441"/>
                </a:lnTo>
                <a:lnTo>
                  <a:pt x="16188" y="3441"/>
                </a:lnTo>
                <a:lnTo>
                  <a:pt x="16188" y="3557"/>
                </a:lnTo>
                <a:moveTo>
                  <a:pt x="15923" y="3557"/>
                </a:moveTo>
                <a:lnTo>
                  <a:pt x="15764" y="3557"/>
                </a:lnTo>
                <a:lnTo>
                  <a:pt x="15764" y="3441"/>
                </a:lnTo>
                <a:lnTo>
                  <a:pt x="15923" y="3441"/>
                </a:lnTo>
                <a:lnTo>
                  <a:pt x="15923" y="3557"/>
                </a:lnTo>
                <a:moveTo>
                  <a:pt x="15659" y="3557"/>
                </a:moveTo>
                <a:lnTo>
                  <a:pt x="15500" y="3557"/>
                </a:lnTo>
                <a:lnTo>
                  <a:pt x="15500" y="3441"/>
                </a:lnTo>
                <a:lnTo>
                  <a:pt x="15659" y="3441"/>
                </a:lnTo>
                <a:lnTo>
                  <a:pt x="15659" y="3557"/>
                </a:lnTo>
                <a:moveTo>
                  <a:pt x="15394" y="3557"/>
                </a:moveTo>
                <a:lnTo>
                  <a:pt x="15235" y="3557"/>
                </a:lnTo>
                <a:lnTo>
                  <a:pt x="15235" y="3441"/>
                </a:lnTo>
                <a:lnTo>
                  <a:pt x="15394" y="3441"/>
                </a:lnTo>
                <a:lnTo>
                  <a:pt x="15394" y="3557"/>
                </a:lnTo>
                <a:moveTo>
                  <a:pt x="15130" y="3557"/>
                </a:moveTo>
                <a:lnTo>
                  <a:pt x="14971" y="3557"/>
                </a:lnTo>
                <a:lnTo>
                  <a:pt x="14971" y="3441"/>
                </a:lnTo>
                <a:lnTo>
                  <a:pt x="15130" y="3441"/>
                </a:lnTo>
                <a:lnTo>
                  <a:pt x="15130" y="3557"/>
                </a:lnTo>
                <a:moveTo>
                  <a:pt x="14865" y="3557"/>
                </a:moveTo>
                <a:lnTo>
                  <a:pt x="14706" y="3557"/>
                </a:lnTo>
                <a:lnTo>
                  <a:pt x="14706" y="3441"/>
                </a:lnTo>
                <a:lnTo>
                  <a:pt x="14865" y="3441"/>
                </a:lnTo>
                <a:lnTo>
                  <a:pt x="14865" y="3557"/>
                </a:lnTo>
                <a:moveTo>
                  <a:pt x="14601" y="3557"/>
                </a:moveTo>
                <a:lnTo>
                  <a:pt x="14442" y="3557"/>
                </a:lnTo>
                <a:lnTo>
                  <a:pt x="14442" y="3441"/>
                </a:lnTo>
                <a:lnTo>
                  <a:pt x="14601" y="3441"/>
                </a:lnTo>
                <a:lnTo>
                  <a:pt x="14601" y="3557"/>
                </a:lnTo>
                <a:moveTo>
                  <a:pt x="14336" y="3557"/>
                </a:moveTo>
                <a:lnTo>
                  <a:pt x="14178" y="3557"/>
                </a:lnTo>
                <a:lnTo>
                  <a:pt x="14178" y="3441"/>
                </a:lnTo>
                <a:lnTo>
                  <a:pt x="14336" y="3441"/>
                </a:lnTo>
                <a:lnTo>
                  <a:pt x="14336" y="3557"/>
                </a:lnTo>
                <a:moveTo>
                  <a:pt x="14072" y="3557"/>
                </a:moveTo>
                <a:lnTo>
                  <a:pt x="13912" y="3557"/>
                </a:lnTo>
                <a:lnTo>
                  <a:pt x="13912" y="3441"/>
                </a:lnTo>
                <a:lnTo>
                  <a:pt x="14072" y="3441"/>
                </a:lnTo>
                <a:lnTo>
                  <a:pt x="14072" y="3557"/>
                </a:lnTo>
                <a:moveTo>
                  <a:pt x="13806" y="3557"/>
                </a:moveTo>
                <a:lnTo>
                  <a:pt x="13648" y="3557"/>
                </a:lnTo>
                <a:lnTo>
                  <a:pt x="13648" y="3441"/>
                </a:lnTo>
                <a:lnTo>
                  <a:pt x="13806" y="3441"/>
                </a:lnTo>
                <a:lnTo>
                  <a:pt x="13806" y="3557"/>
                </a:lnTo>
                <a:moveTo>
                  <a:pt x="13542" y="3557"/>
                </a:moveTo>
                <a:lnTo>
                  <a:pt x="13383" y="3557"/>
                </a:lnTo>
                <a:lnTo>
                  <a:pt x="13383" y="3441"/>
                </a:lnTo>
                <a:lnTo>
                  <a:pt x="13542" y="3441"/>
                </a:lnTo>
                <a:lnTo>
                  <a:pt x="13542" y="3557"/>
                </a:lnTo>
                <a:moveTo>
                  <a:pt x="13277" y="3557"/>
                </a:moveTo>
                <a:lnTo>
                  <a:pt x="13119" y="3557"/>
                </a:lnTo>
                <a:lnTo>
                  <a:pt x="13119" y="3441"/>
                </a:lnTo>
                <a:lnTo>
                  <a:pt x="13277" y="3441"/>
                </a:lnTo>
                <a:lnTo>
                  <a:pt x="13277" y="3557"/>
                </a:lnTo>
                <a:moveTo>
                  <a:pt x="13013" y="3557"/>
                </a:moveTo>
                <a:lnTo>
                  <a:pt x="12854" y="3557"/>
                </a:lnTo>
                <a:lnTo>
                  <a:pt x="12854" y="3441"/>
                </a:lnTo>
                <a:lnTo>
                  <a:pt x="13013" y="3441"/>
                </a:lnTo>
                <a:lnTo>
                  <a:pt x="13013" y="3557"/>
                </a:lnTo>
                <a:moveTo>
                  <a:pt x="12748" y="3557"/>
                </a:moveTo>
                <a:lnTo>
                  <a:pt x="12590" y="3557"/>
                </a:lnTo>
                <a:lnTo>
                  <a:pt x="12590" y="3441"/>
                </a:lnTo>
                <a:lnTo>
                  <a:pt x="12748" y="3441"/>
                </a:lnTo>
                <a:lnTo>
                  <a:pt x="12748" y="3557"/>
                </a:lnTo>
                <a:moveTo>
                  <a:pt x="12484" y="3557"/>
                </a:moveTo>
                <a:lnTo>
                  <a:pt x="12325" y="3557"/>
                </a:lnTo>
                <a:lnTo>
                  <a:pt x="12325" y="3441"/>
                </a:lnTo>
                <a:lnTo>
                  <a:pt x="12484" y="3441"/>
                </a:lnTo>
                <a:lnTo>
                  <a:pt x="12484" y="3557"/>
                </a:lnTo>
                <a:moveTo>
                  <a:pt x="12219" y="3557"/>
                </a:moveTo>
                <a:lnTo>
                  <a:pt x="12061" y="3557"/>
                </a:lnTo>
                <a:lnTo>
                  <a:pt x="12061" y="3441"/>
                </a:lnTo>
                <a:lnTo>
                  <a:pt x="12219" y="3441"/>
                </a:lnTo>
                <a:lnTo>
                  <a:pt x="12219" y="3557"/>
                </a:lnTo>
                <a:moveTo>
                  <a:pt x="11955" y="3557"/>
                </a:moveTo>
                <a:lnTo>
                  <a:pt x="11796" y="3557"/>
                </a:lnTo>
                <a:lnTo>
                  <a:pt x="11796" y="3441"/>
                </a:lnTo>
                <a:lnTo>
                  <a:pt x="11955" y="3441"/>
                </a:lnTo>
                <a:lnTo>
                  <a:pt x="11955" y="3557"/>
                </a:lnTo>
                <a:moveTo>
                  <a:pt x="11690" y="3557"/>
                </a:moveTo>
                <a:lnTo>
                  <a:pt x="11532" y="3557"/>
                </a:lnTo>
                <a:lnTo>
                  <a:pt x="11532" y="3441"/>
                </a:lnTo>
                <a:lnTo>
                  <a:pt x="11690" y="3441"/>
                </a:lnTo>
                <a:lnTo>
                  <a:pt x="11690" y="3557"/>
                </a:lnTo>
                <a:moveTo>
                  <a:pt x="11426" y="3557"/>
                </a:moveTo>
                <a:lnTo>
                  <a:pt x="11267" y="3557"/>
                </a:lnTo>
                <a:lnTo>
                  <a:pt x="11267" y="3441"/>
                </a:lnTo>
                <a:lnTo>
                  <a:pt x="11426" y="3441"/>
                </a:lnTo>
                <a:lnTo>
                  <a:pt x="11426" y="3557"/>
                </a:lnTo>
                <a:moveTo>
                  <a:pt x="11162" y="3557"/>
                </a:moveTo>
                <a:lnTo>
                  <a:pt x="11003" y="3557"/>
                </a:lnTo>
                <a:lnTo>
                  <a:pt x="11003" y="3441"/>
                </a:lnTo>
                <a:lnTo>
                  <a:pt x="11162" y="3441"/>
                </a:lnTo>
                <a:lnTo>
                  <a:pt x="11162" y="3557"/>
                </a:lnTo>
                <a:moveTo>
                  <a:pt x="10897" y="3557"/>
                </a:moveTo>
                <a:lnTo>
                  <a:pt x="10738" y="3557"/>
                </a:lnTo>
                <a:lnTo>
                  <a:pt x="10738" y="3441"/>
                </a:lnTo>
                <a:lnTo>
                  <a:pt x="10897" y="3441"/>
                </a:lnTo>
                <a:lnTo>
                  <a:pt x="10897" y="3557"/>
                </a:lnTo>
                <a:moveTo>
                  <a:pt x="10633" y="3557"/>
                </a:moveTo>
                <a:lnTo>
                  <a:pt x="10474" y="3557"/>
                </a:lnTo>
                <a:lnTo>
                  <a:pt x="10474" y="3441"/>
                </a:lnTo>
                <a:lnTo>
                  <a:pt x="10633" y="3441"/>
                </a:lnTo>
                <a:lnTo>
                  <a:pt x="10633" y="3557"/>
                </a:lnTo>
                <a:moveTo>
                  <a:pt x="10368" y="3557"/>
                </a:moveTo>
                <a:lnTo>
                  <a:pt x="10209" y="3557"/>
                </a:lnTo>
                <a:lnTo>
                  <a:pt x="10209" y="3441"/>
                </a:lnTo>
                <a:lnTo>
                  <a:pt x="10368" y="3441"/>
                </a:lnTo>
                <a:lnTo>
                  <a:pt x="10368" y="3557"/>
                </a:lnTo>
                <a:moveTo>
                  <a:pt x="10104" y="3557"/>
                </a:moveTo>
                <a:lnTo>
                  <a:pt x="9945" y="3557"/>
                </a:lnTo>
                <a:lnTo>
                  <a:pt x="9945" y="3441"/>
                </a:lnTo>
                <a:lnTo>
                  <a:pt x="10104" y="3441"/>
                </a:lnTo>
                <a:lnTo>
                  <a:pt x="10104" y="3557"/>
                </a:lnTo>
                <a:moveTo>
                  <a:pt x="9839" y="3557"/>
                </a:moveTo>
                <a:lnTo>
                  <a:pt x="9680" y="3557"/>
                </a:lnTo>
                <a:lnTo>
                  <a:pt x="9680" y="3441"/>
                </a:lnTo>
                <a:lnTo>
                  <a:pt x="9839" y="3441"/>
                </a:lnTo>
                <a:lnTo>
                  <a:pt x="9839" y="3557"/>
                </a:lnTo>
                <a:moveTo>
                  <a:pt x="9575" y="3557"/>
                </a:moveTo>
                <a:lnTo>
                  <a:pt x="9416" y="3557"/>
                </a:lnTo>
                <a:lnTo>
                  <a:pt x="9416" y="3441"/>
                </a:lnTo>
                <a:lnTo>
                  <a:pt x="9575" y="3441"/>
                </a:lnTo>
                <a:lnTo>
                  <a:pt x="9575" y="3557"/>
                </a:lnTo>
                <a:moveTo>
                  <a:pt x="9310" y="3557"/>
                </a:moveTo>
                <a:lnTo>
                  <a:pt x="9151" y="3557"/>
                </a:lnTo>
                <a:lnTo>
                  <a:pt x="9151" y="3441"/>
                </a:lnTo>
                <a:lnTo>
                  <a:pt x="9310" y="3441"/>
                </a:lnTo>
                <a:lnTo>
                  <a:pt x="9310" y="3557"/>
                </a:lnTo>
                <a:moveTo>
                  <a:pt x="9046" y="3557"/>
                </a:moveTo>
                <a:lnTo>
                  <a:pt x="8887" y="3557"/>
                </a:lnTo>
                <a:lnTo>
                  <a:pt x="8887" y="3441"/>
                </a:lnTo>
                <a:lnTo>
                  <a:pt x="9046" y="3441"/>
                </a:lnTo>
                <a:lnTo>
                  <a:pt x="9046" y="3557"/>
                </a:lnTo>
                <a:moveTo>
                  <a:pt x="8781" y="3557"/>
                </a:moveTo>
                <a:lnTo>
                  <a:pt x="8622" y="3557"/>
                </a:lnTo>
                <a:lnTo>
                  <a:pt x="8622" y="3441"/>
                </a:lnTo>
                <a:lnTo>
                  <a:pt x="8781" y="3441"/>
                </a:lnTo>
                <a:lnTo>
                  <a:pt x="8781" y="3557"/>
                </a:lnTo>
                <a:moveTo>
                  <a:pt x="8517" y="3557"/>
                </a:moveTo>
                <a:lnTo>
                  <a:pt x="8358" y="3557"/>
                </a:lnTo>
                <a:lnTo>
                  <a:pt x="8358" y="3441"/>
                </a:lnTo>
                <a:lnTo>
                  <a:pt x="8517" y="3441"/>
                </a:lnTo>
                <a:lnTo>
                  <a:pt x="8517" y="3557"/>
                </a:lnTo>
                <a:moveTo>
                  <a:pt x="8252" y="3557"/>
                </a:moveTo>
                <a:lnTo>
                  <a:pt x="8093" y="3557"/>
                </a:lnTo>
                <a:lnTo>
                  <a:pt x="8093" y="3441"/>
                </a:lnTo>
                <a:lnTo>
                  <a:pt x="8252" y="3441"/>
                </a:lnTo>
                <a:lnTo>
                  <a:pt x="8252" y="3557"/>
                </a:lnTo>
                <a:moveTo>
                  <a:pt x="7988" y="3557"/>
                </a:moveTo>
                <a:lnTo>
                  <a:pt x="7829" y="3557"/>
                </a:lnTo>
                <a:lnTo>
                  <a:pt x="7829" y="3441"/>
                </a:lnTo>
                <a:lnTo>
                  <a:pt x="7988" y="3441"/>
                </a:lnTo>
                <a:lnTo>
                  <a:pt x="7988" y="3557"/>
                </a:lnTo>
                <a:moveTo>
                  <a:pt x="7723" y="3557"/>
                </a:moveTo>
                <a:lnTo>
                  <a:pt x="7565" y="3557"/>
                </a:lnTo>
                <a:lnTo>
                  <a:pt x="7565" y="3441"/>
                </a:lnTo>
                <a:lnTo>
                  <a:pt x="7723" y="3441"/>
                </a:lnTo>
                <a:lnTo>
                  <a:pt x="7723" y="3557"/>
                </a:lnTo>
                <a:moveTo>
                  <a:pt x="7459" y="3557"/>
                </a:moveTo>
                <a:lnTo>
                  <a:pt x="7300" y="3557"/>
                </a:lnTo>
                <a:lnTo>
                  <a:pt x="7300" y="3441"/>
                </a:lnTo>
                <a:lnTo>
                  <a:pt x="7459" y="3441"/>
                </a:lnTo>
                <a:lnTo>
                  <a:pt x="7459" y="3557"/>
                </a:lnTo>
                <a:moveTo>
                  <a:pt x="7194" y="3557"/>
                </a:moveTo>
                <a:lnTo>
                  <a:pt x="7036" y="3557"/>
                </a:lnTo>
                <a:lnTo>
                  <a:pt x="7036" y="3441"/>
                </a:lnTo>
                <a:lnTo>
                  <a:pt x="7194" y="3441"/>
                </a:lnTo>
                <a:lnTo>
                  <a:pt x="7194" y="3557"/>
                </a:lnTo>
                <a:moveTo>
                  <a:pt x="6930" y="3557"/>
                </a:moveTo>
                <a:lnTo>
                  <a:pt x="6771" y="3557"/>
                </a:lnTo>
                <a:lnTo>
                  <a:pt x="6771" y="3441"/>
                </a:lnTo>
                <a:lnTo>
                  <a:pt x="6930" y="3441"/>
                </a:lnTo>
                <a:lnTo>
                  <a:pt x="6930" y="3557"/>
                </a:lnTo>
                <a:moveTo>
                  <a:pt x="6665" y="3557"/>
                </a:moveTo>
                <a:lnTo>
                  <a:pt x="6507" y="3557"/>
                </a:lnTo>
                <a:lnTo>
                  <a:pt x="6507" y="3441"/>
                </a:lnTo>
                <a:lnTo>
                  <a:pt x="6665" y="3441"/>
                </a:lnTo>
                <a:lnTo>
                  <a:pt x="6665" y="3557"/>
                </a:lnTo>
                <a:moveTo>
                  <a:pt x="6401" y="3557"/>
                </a:moveTo>
                <a:lnTo>
                  <a:pt x="6242" y="3557"/>
                </a:lnTo>
                <a:lnTo>
                  <a:pt x="6242" y="3441"/>
                </a:lnTo>
                <a:lnTo>
                  <a:pt x="6401" y="3441"/>
                </a:lnTo>
                <a:lnTo>
                  <a:pt x="6401" y="3557"/>
                </a:lnTo>
                <a:moveTo>
                  <a:pt x="6136" y="3557"/>
                </a:moveTo>
                <a:lnTo>
                  <a:pt x="5978" y="3557"/>
                </a:lnTo>
                <a:lnTo>
                  <a:pt x="5978" y="3441"/>
                </a:lnTo>
                <a:lnTo>
                  <a:pt x="6136" y="3441"/>
                </a:lnTo>
                <a:lnTo>
                  <a:pt x="6136" y="3557"/>
                </a:lnTo>
                <a:moveTo>
                  <a:pt x="5872" y="3557"/>
                </a:moveTo>
                <a:lnTo>
                  <a:pt x="5713" y="3557"/>
                </a:lnTo>
                <a:lnTo>
                  <a:pt x="5713" y="3441"/>
                </a:lnTo>
                <a:lnTo>
                  <a:pt x="5872" y="3441"/>
                </a:lnTo>
                <a:lnTo>
                  <a:pt x="5872" y="3557"/>
                </a:lnTo>
                <a:moveTo>
                  <a:pt x="5607" y="3557"/>
                </a:moveTo>
                <a:lnTo>
                  <a:pt x="5449" y="3557"/>
                </a:lnTo>
                <a:lnTo>
                  <a:pt x="5449" y="3441"/>
                </a:lnTo>
                <a:lnTo>
                  <a:pt x="5607" y="3441"/>
                </a:lnTo>
                <a:lnTo>
                  <a:pt x="5607" y="3557"/>
                </a:lnTo>
                <a:moveTo>
                  <a:pt x="5343" y="3557"/>
                </a:moveTo>
                <a:lnTo>
                  <a:pt x="5184" y="3557"/>
                </a:lnTo>
                <a:lnTo>
                  <a:pt x="5184" y="3441"/>
                </a:lnTo>
                <a:lnTo>
                  <a:pt x="5343" y="3441"/>
                </a:lnTo>
                <a:lnTo>
                  <a:pt x="5343" y="3557"/>
                </a:lnTo>
                <a:moveTo>
                  <a:pt x="5078" y="3557"/>
                </a:moveTo>
                <a:lnTo>
                  <a:pt x="4920" y="3557"/>
                </a:lnTo>
                <a:lnTo>
                  <a:pt x="4920" y="3441"/>
                </a:lnTo>
                <a:lnTo>
                  <a:pt x="5078" y="3441"/>
                </a:lnTo>
                <a:lnTo>
                  <a:pt x="5078" y="3557"/>
                </a:lnTo>
                <a:moveTo>
                  <a:pt x="4814" y="3557"/>
                </a:moveTo>
                <a:lnTo>
                  <a:pt x="4655" y="3557"/>
                </a:lnTo>
                <a:lnTo>
                  <a:pt x="4655" y="3441"/>
                </a:lnTo>
                <a:lnTo>
                  <a:pt x="4814" y="3441"/>
                </a:lnTo>
                <a:lnTo>
                  <a:pt x="4814" y="3557"/>
                </a:lnTo>
                <a:moveTo>
                  <a:pt x="4549" y="3557"/>
                </a:moveTo>
                <a:lnTo>
                  <a:pt x="4391" y="3557"/>
                </a:lnTo>
                <a:lnTo>
                  <a:pt x="4391" y="3441"/>
                </a:lnTo>
                <a:lnTo>
                  <a:pt x="4549" y="3441"/>
                </a:lnTo>
                <a:lnTo>
                  <a:pt x="4549" y="3557"/>
                </a:lnTo>
                <a:moveTo>
                  <a:pt x="4285" y="3557"/>
                </a:moveTo>
                <a:lnTo>
                  <a:pt x="4126" y="3557"/>
                </a:lnTo>
                <a:lnTo>
                  <a:pt x="4126" y="3441"/>
                </a:lnTo>
                <a:lnTo>
                  <a:pt x="4285" y="3441"/>
                </a:lnTo>
                <a:lnTo>
                  <a:pt x="4285" y="3557"/>
                </a:lnTo>
                <a:moveTo>
                  <a:pt x="4021" y="3557"/>
                </a:moveTo>
                <a:lnTo>
                  <a:pt x="3862" y="3557"/>
                </a:lnTo>
                <a:lnTo>
                  <a:pt x="3862" y="3441"/>
                </a:lnTo>
                <a:lnTo>
                  <a:pt x="4021" y="3441"/>
                </a:lnTo>
                <a:lnTo>
                  <a:pt x="4021" y="3557"/>
                </a:lnTo>
                <a:moveTo>
                  <a:pt x="3756" y="3557"/>
                </a:moveTo>
                <a:lnTo>
                  <a:pt x="3597" y="3557"/>
                </a:lnTo>
                <a:lnTo>
                  <a:pt x="3597" y="3441"/>
                </a:lnTo>
                <a:lnTo>
                  <a:pt x="3756" y="3441"/>
                </a:lnTo>
                <a:lnTo>
                  <a:pt x="3756" y="3557"/>
                </a:lnTo>
                <a:moveTo>
                  <a:pt x="3492" y="3557"/>
                </a:moveTo>
                <a:lnTo>
                  <a:pt x="3333" y="3557"/>
                </a:lnTo>
                <a:lnTo>
                  <a:pt x="3333" y="3441"/>
                </a:lnTo>
                <a:lnTo>
                  <a:pt x="3492" y="3441"/>
                </a:lnTo>
                <a:lnTo>
                  <a:pt x="3492" y="3557"/>
                </a:lnTo>
                <a:moveTo>
                  <a:pt x="3227" y="3557"/>
                </a:moveTo>
                <a:lnTo>
                  <a:pt x="3068" y="3557"/>
                </a:lnTo>
                <a:lnTo>
                  <a:pt x="3068" y="3441"/>
                </a:lnTo>
                <a:lnTo>
                  <a:pt x="3227" y="3441"/>
                </a:lnTo>
                <a:lnTo>
                  <a:pt x="3227" y="3557"/>
                </a:lnTo>
                <a:moveTo>
                  <a:pt x="2963" y="3557"/>
                </a:moveTo>
                <a:lnTo>
                  <a:pt x="2804" y="3557"/>
                </a:lnTo>
                <a:lnTo>
                  <a:pt x="2804" y="3441"/>
                </a:lnTo>
                <a:lnTo>
                  <a:pt x="2963" y="3441"/>
                </a:lnTo>
                <a:lnTo>
                  <a:pt x="2963" y="3557"/>
                </a:lnTo>
                <a:moveTo>
                  <a:pt x="2698" y="3557"/>
                </a:moveTo>
                <a:lnTo>
                  <a:pt x="2539" y="3557"/>
                </a:lnTo>
                <a:lnTo>
                  <a:pt x="2539" y="3441"/>
                </a:lnTo>
                <a:lnTo>
                  <a:pt x="2698" y="3441"/>
                </a:lnTo>
                <a:lnTo>
                  <a:pt x="2698" y="3557"/>
                </a:lnTo>
                <a:moveTo>
                  <a:pt x="2434" y="3557"/>
                </a:moveTo>
                <a:lnTo>
                  <a:pt x="2275" y="3557"/>
                </a:lnTo>
                <a:lnTo>
                  <a:pt x="2275" y="3441"/>
                </a:lnTo>
                <a:lnTo>
                  <a:pt x="2434" y="3441"/>
                </a:lnTo>
                <a:lnTo>
                  <a:pt x="2434" y="3557"/>
                </a:lnTo>
                <a:moveTo>
                  <a:pt x="2169" y="3557"/>
                </a:moveTo>
                <a:lnTo>
                  <a:pt x="2010" y="3557"/>
                </a:lnTo>
                <a:lnTo>
                  <a:pt x="2010" y="3441"/>
                </a:lnTo>
                <a:lnTo>
                  <a:pt x="2169" y="3441"/>
                </a:lnTo>
                <a:lnTo>
                  <a:pt x="2169" y="3557"/>
                </a:lnTo>
                <a:moveTo>
                  <a:pt x="1905" y="3557"/>
                </a:moveTo>
                <a:lnTo>
                  <a:pt x="1746" y="3557"/>
                </a:lnTo>
                <a:lnTo>
                  <a:pt x="1746" y="3441"/>
                </a:lnTo>
                <a:lnTo>
                  <a:pt x="1905" y="3441"/>
                </a:lnTo>
                <a:lnTo>
                  <a:pt x="1905" y="3557"/>
                </a:lnTo>
                <a:moveTo>
                  <a:pt x="1640" y="3557"/>
                </a:moveTo>
                <a:lnTo>
                  <a:pt x="1481" y="3557"/>
                </a:lnTo>
                <a:lnTo>
                  <a:pt x="1481" y="3441"/>
                </a:lnTo>
                <a:lnTo>
                  <a:pt x="1640" y="3441"/>
                </a:lnTo>
                <a:lnTo>
                  <a:pt x="1640" y="3557"/>
                </a:lnTo>
                <a:moveTo>
                  <a:pt x="1376" y="3557"/>
                </a:moveTo>
                <a:lnTo>
                  <a:pt x="1217" y="3557"/>
                </a:lnTo>
                <a:lnTo>
                  <a:pt x="1217" y="3441"/>
                </a:lnTo>
                <a:lnTo>
                  <a:pt x="1376" y="3441"/>
                </a:lnTo>
                <a:lnTo>
                  <a:pt x="1376" y="3557"/>
                </a:lnTo>
                <a:moveTo>
                  <a:pt x="1111" y="3557"/>
                </a:moveTo>
                <a:lnTo>
                  <a:pt x="952" y="3557"/>
                </a:lnTo>
                <a:lnTo>
                  <a:pt x="952" y="3441"/>
                </a:lnTo>
                <a:lnTo>
                  <a:pt x="1111" y="3441"/>
                </a:lnTo>
                <a:lnTo>
                  <a:pt x="1111" y="3557"/>
                </a:lnTo>
                <a:moveTo>
                  <a:pt x="847" y="3557"/>
                </a:moveTo>
                <a:lnTo>
                  <a:pt x="688" y="3557"/>
                </a:lnTo>
                <a:lnTo>
                  <a:pt x="688" y="3441"/>
                </a:lnTo>
                <a:lnTo>
                  <a:pt x="847" y="3441"/>
                </a:lnTo>
                <a:lnTo>
                  <a:pt x="847" y="3557"/>
                </a:lnTo>
                <a:moveTo>
                  <a:pt x="582" y="3557"/>
                </a:moveTo>
                <a:lnTo>
                  <a:pt x="424" y="3557"/>
                </a:lnTo>
                <a:lnTo>
                  <a:pt x="424" y="3441"/>
                </a:lnTo>
                <a:lnTo>
                  <a:pt x="582" y="3441"/>
                </a:lnTo>
                <a:lnTo>
                  <a:pt x="582" y="3557"/>
                </a:lnTo>
                <a:moveTo>
                  <a:pt x="318" y="3557"/>
                </a:moveTo>
                <a:lnTo>
                  <a:pt x="244" y="3557"/>
                </a:lnTo>
                <a:cubicBezTo>
                  <a:pt x="206" y="3557"/>
                  <a:pt x="170" y="3549"/>
                  <a:pt x="136" y="3532"/>
                </a:cubicBezTo>
                <a:lnTo>
                  <a:pt x="188" y="3428"/>
                </a:lnTo>
                <a:cubicBezTo>
                  <a:pt x="205" y="3436"/>
                  <a:pt x="224" y="3441"/>
                  <a:pt x="244" y="3441"/>
                </a:cubicBezTo>
                <a:lnTo>
                  <a:pt x="318" y="3441"/>
                </a:lnTo>
                <a:lnTo>
                  <a:pt x="318" y="3557"/>
                </a:lnTo>
                <a:moveTo>
                  <a:pt x="34" y="3437"/>
                </a:moveTo>
                <a:cubicBezTo>
                  <a:pt x="12" y="3399"/>
                  <a:pt x="0" y="3358"/>
                  <a:pt x="0" y="3314"/>
                </a:cubicBezTo>
                <a:lnTo>
                  <a:pt x="0" y="3253"/>
                </a:lnTo>
                <a:lnTo>
                  <a:pt x="117" y="3253"/>
                </a:lnTo>
                <a:lnTo>
                  <a:pt x="117" y="3314"/>
                </a:lnTo>
                <a:cubicBezTo>
                  <a:pt x="117" y="3337"/>
                  <a:pt x="123" y="3358"/>
                  <a:pt x="134" y="3378"/>
                </a:cubicBezTo>
                <a:lnTo>
                  <a:pt x="34" y="3437"/>
                </a:lnTo>
                <a:moveTo>
                  <a:pt x="0" y="3148"/>
                </a:moveTo>
                <a:lnTo>
                  <a:pt x="0" y="2989"/>
                </a:lnTo>
                <a:lnTo>
                  <a:pt x="117" y="2989"/>
                </a:lnTo>
                <a:lnTo>
                  <a:pt x="117" y="3148"/>
                </a:lnTo>
                <a:lnTo>
                  <a:pt x="0" y="3148"/>
                </a:lnTo>
                <a:moveTo>
                  <a:pt x="0" y="2883"/>
                </a:moveTo>
                <a:lnTo>
                  <a:pt x="0" y="2725"/>
                </a:lnTo>
                <a:lnTo>
                  <a:pt x="117" y="2725"/>
                </a:lnTo>
                <a:lnTo>
                  <a:pt x="117" y="2883"/>
                </a:lnTo>
                <a:lnTo>
                  <a:pt x="0" y="2883"/>
                </a:lnTo>
                <a:moveTo>
                  <a:pt x="0" y="2619"/>
                </a:moveTo>
                <a:lnTo>
                  <a:pt x="0" y="2460"/>
                </a:lnTo>
                <a:lnTo>
                  <a:pt x="117" y="2460"/>
                </a:lnTo>
                <a:lnTo>
                  <a:pt x="117" y="2619"/>
                </a:lnTo>
                <a:lnTo>
                  <a:pt x="0" y="2619"/>
                </a:lnTo>
                <a:moveTo>
                  <a:pt x="0" y="2354"/>
                </a:moveTo>
                <a:lnTo>
                  <a:pt x="0" y="2196"/>
                </a:lnTo>
                <a:lnTo>
                  <a:pt x="117" y="2196"/>
                </a:lnTo>
                <a:lnTo>
                  <a:pt x="117" y="2354"/>
                </a:lnTo>
                <a:lnTo>
                  <a:pt x="0" y="2354"/>
                </a:lnTo>
                <a:moveTo>
                  <a:pt x="0" y="2090"/>
                </a:moveTo>
                <a:lnTo>
                  <a:pt x="0" y="1931"/>
                </a:lnTo>
                <a:lnTo>
                  <a:pt x="117" y="1931"/>
                </a:lnTo>
                <a:lnTo>
                  <a:pt x="117" y="2090"/>
                </a:lnTo>
                <a:lnTo>
                  <a:pt x="0" y="2090"/>
                </a:lnTo>
                <a:moveTo>
                  <a:pt x="0" y="1825"/>
                </a:moveTo>
                <a:lnTo>
                  <a:pt x="0" y="1667"/>
                </a:lnTo>
                <a:lnTo>
                  <a:pt x="117" y="1667"/>
                </a:lnTo>
                <a:lnTo>
                  <a:pt x="117" y="1825"/>
                </a:lnTo>
                <a:lnTo>
                  <a:pt x="0" y="1825"/>
                </a:lnTo>
                <a:moveTo>
                  <a:pt x="0" y="1561"/>
                </a:moveTo>
                <a:lnTo>
                  <a:pt x="0" y="1402"/>
                </a:lnTo>
                <a:lnTo>
                  <a:pt x="117" y="1402"/>
                </a:lnTo>
                <a:lnTo>
                  <a:pt x="117" y="1561"/>
                </a:lnTo>
                <a:lnTo>
                  <a:pt x="0" y="1561"/>
                </a:lnTo>
                <a:moveTo>
                  <a:pt x="0" y="1296"/>
                </a:moveTo>
                <a:lnTo>
                  <a:pt x="0" y="1138"/>
                </a:lnTo>
                <a:lnTo>
                  <a:pt x="117" y="1138"/>
                </a:lnTo>
                <a:lnTo>
                  <a:pt x="117" y="1296"/>
                </a:lnTo>
                <a:lnTo>
                  <a:pt x="0" y="1296"/>
                </a:lnTo>
                <a:moveTo>
                  <a:pt x="0" y="1032"/>
                </a:moveTo>
                <a:lnTo>
                  <a:pt x="0" y="873"/>
                </a:lnTo>
                <a:lnTo>
                  <a:pt x="117" y="873"/>
                </a:lnTo>
                <a:lnTo>
                  <a:pt x="117" y="1032"/>
                </a:lnTo>
                <a:lnTo>
                  <a:pt x="0" y="1032"/>
                </a:lnTo>
                <a:moveTo>
                  <a:pt x="0" y="767"/>
                </a:moveTo>
                <a:lnTo>
                  <a:pt x="0" y="609"/>
                </a:lnTo>
                <a:lnTo>
                  <a:pt x="117" y="609"/>
                </a:lnTo>
                <a:lnTo>
                  <a:pt x="117" y="767"/>
                </a:lnTo>
                <a:lnTo>
                  <a:pt x="0" y="767"/>
                </a:lnTo>
                <a:moveTo>
                  <a:pt x="0" y="503"/>
                </a:moveTo>
                <a:lnTo>
                  <a:pt x="0" y="344"/>
                </a:lnTo>
                <a:lnTo>
                  <a:pt x="117" y="344"/>
                </a:lnTo>
                <a:lnTo>
                  <a:pt x="117" y="503"/>
                </a:lnTo>
                <a:lnTo>
                  <a:pt x="0" y="503"/>
                </a:lnTo>
                <a:moveTo>
                  <a:pt x="1" y="236"/>
                </a:moveTo>
                <a:cubicBezTo>
                  <a:pt x="3" y="161"/>
                  <a:pt x="33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0"/>
                  <a:pt x="117" y="240"/>
                </a:cubicBezTo>
                <a:lnTo>
                  <a:pt x="1" y="236"/>
                </a:lnTo>
                <a:moveTo>
                  <a:pt x="221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521640" y="4360320"/>
            <a:ext cx="11148480" cy="1280520"/>
          </a:xfrm>
          <a:custGeom>
            <a:avLst/>
            <a:gdLst/>
            <a:ahLst/>
            <a:rect l="0" t="0" r="r" b="b"/>
            <a:pathLst>
              <a:path w="30968" h="3557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3" y="0"/>
                </a:moveTo>
                <a:lnTo>
                  <a:pt x="932" y="0"/>
                </a:lnTo>
                <a:lnTo>
                  <a:pt x="932" y="117"/>
                </a:lnTo>
                <a:lnTo>
                  <a:pt x="773" y="117"/>
                </a:lnTo>
                <a:lnTo>
                  <a:pt x="773" y="0"/>
                </a:lnTo>
                <a:moveTo>
                  <a:pt x="1037" y="0"/>
                </a:moveTo>
                <a:lnTo>
                  <a:pt x="1196" y="0"/>
                </a:lnTo>
                <a:lnTo>
                  <a:pt x="1196" y="117"/>
                </a:lnTo>
                <a:lnTo>
                  <a:pt x="1037" y="117"/>
                </a:lnTo>
                <a:lnTo>
                  <a:pt x="1037" y="0"/>
                </a:lnTo>
                <a:moveTo>
                  <a:pt x="1302" y="0"/>
                </a:moveTo>
                <a:lnTo>
                  <a:pt x="1461" y="0"/>
                </a:lnTo>
                <a:lnTo>
                  <a:pt x="1461" y="117"/>
                </a:lnTo>
                <a:lnTo>
                  <a:pt x="1302" y="117"/>
                </a:lnTo>
                <a:lnTo>
                  <a:pt x="1302" y="0"/>
                </a:lnTo>
                <a:moveTo>
                  <a:pt x="1566" y="0"/>
                </a:moveTo>
                <a:lnTo>
                  <a:pt x="1725" y="0"/>
                </a:lnTo>
                <a:lnTo>
                  <a:pt x="1725" y="117"/>
                </a:lnTo>
                <a:lnTo>
                  <a:pt x="1566" y="117"/>
                </a:lnTo>
                <a:lnTo>
                  <a:pt x="1566" y="0"/>
                </a:lnTo>
                <a:moveTo>
                  <a:pt x="1831" y="0"/>
                </a:moveTo>
                <a:lnTo>
                  <a:pt x="1989" y="0"/>
                </a:lnTo>
                <a:lnTo>
                  <a:pt x="1989" y="117"/>
                </a:lnTo>
                <a:lnTo>
                  <a:pt x="1831" y="117"/>
                </a:lnTo>
                <a:lnTo>
                  <a:pt x="1831" y="0"/>
                </a:lnTo>
                <a:moveTo>
                  <a:pt x="2095" y="0"/>
                </a:moveTo>
                <a:lnTo>
                  <a:pt x="2254" y="0"/>
                </a:lnTo>
                <a:lnTo>
                  <a:pt x="2254" y="117"/>
                </a:lnTo>
                <a:lnTo>
                  <a:pt x="2095" y="117"/>
                </a:lnTo>
                <a:lnTo>
                  <a:pt x="2095" y="0"/>
                </a:lnTo>
                <a:moveTo>
                  <a:pt x="2360" y="0"/>
                </a:moveTo>
                <a:lnTo>
                  <a:pt x="2518" y="0"/>
                </a:lnTo>
                <a:lnTo>
                  <a:pt x="2518" y="117"/>
                </a:lnTo>
                <a:lnTo>
                  <a:pt x="2360" y="117"/>
                </a:lnTo>
                <a:lnTo>
                  <a:pt x="2360" y="0"/>
                </a:lnTo>
                <a:moveTo>
                  <a:pt x="2624" y="0"/>
                </a:moveTo>
                <a:lnTo>
                  <a:pt x="2783" y="0"/>
                </a:lnTo>
                <a:lnTo>
                  <a:pt x="2783" y="117"/>
                </a:lnTo>
                <a:lnTo>
                  <a:pt x="2624" y="117"/>
                </a:lnTo>
                <a:lnTo>
                  <a:pt x="2624" y="0"/>
                </a:lnTo>
                <a:moveTo>
                  <a:pt x="2889" y="0"/>
                </a:moveTo>
                <a:lnTo>
                  <a:pt x="3047" y="0"/>
                </a:lnTo>
                <a:lnTo>
                  <a:pt x="3047" y="117"/>
                </a:lnTo>
                <a:lnTo>
                  <a:pt x="2889" y="117"/>
                </a:lnTo>
                <a:lnTo>
                  <a:pt x="2889" y="0"/>
                </a:lnTo>
                <a:moveTo>
                  <a:pt x="3153" y="0"/>
                </a:moveTo>
                <a:lnTo>
                  <a:pt x="3312" y="0"/>
                </a:lnTo>
                <a:lnTo>
                  <a:pt x="3312" y="117"/>
                </a:lnTo>
                <a:lnTo>
                  <a:pt x="3153" y="117"/>
                </a:lnTo>
                <a:lnTo>
                  <a:pt x="3153" y="0"/>
                </a:lnTo>
                <a:moveTo>
                  <a:pt x="3418" y="0"/>
                </a:moveTo>
                <a:lnTo>
                  <a:pt x="3576" y="0"/>
                </a:lnTo>
                <a:lnTo>
                  <a:pt x="3576" y="117"/>
                </a:lnTo>
                <a:lnTo>
                  <a:pt x="3418" y="117"/>
                </a:lnTo>
                <a:lnTo>
                  <a:pt x="3418" y="0"/>
                </a:lnTo>
                <a:moveTo>
                  <a:pt x="3682" y="0"/>
                </a:moveTo>
                <a:lnTo>
                  <a:pt x="3841" y="0"/>
                </a:lnTo>
                <a:lnTo>
                  <a:pt x="3841" y="117"/>
                </a:lnTo>
                <a:lnTo>
                  <a:pt x="3682" y="117"/>
                </a:lnTo>
                <a:lnTo>
                  <a:pt x="3682" y="0"/>
                </a:lnTo>
                <a:moveTo>
                  <a:pt x="3947" y="0"/>
                </a:moveTo>
                <a:lnTo>
                  <a:pt x="4105" y="0"/>
                </a:lnTo>
                <a:lnTo>
                  <a:pt x="4105" y="117"/>
                </a:lnTo>
                <a:lnTo>
                  <a:pt x="3947" y="117"/>
                </a:lnTo>
                <a:lnTo>
                  <a:pt x="3947" y="0"/>
                </a:lnTo>
                <a:moveTo>
                  <a:pt x="4211" y="0"/>
                </a:moveTo>
                <a:lnTo>
                  <a:pt x="4370" y="0"/>
                </a:lnTo>
                <a:lnTo>
                  <a:pt x="4370" y="117"/>
                </a:lnTo>
                <a:lnTo>
                  <a:pt x="4211" y="117"/>
                </a:lnTo>
                <a:lnTo>
                  <a:pt x="4211" y="0"/>
                </a:lnTo>
                <a:moveTo>
                  <a:pt x="4476" y="0"/>
                </a:moveTo>
                <a:lnTo>
                  <a:pt x="4634" y="0"/>
                </a:lnTo>
                <a:lnTo>
                  <a:pt x="4634" y="117"/>
                </a:lnTo>
                <a:lnTo>
                  <a:pt x="4476" y="117"/>
                </a:lnTo>
                <a:lnTo>
                  <a:pt x="4476" y="0"/>
                </a:lnTo>
                <a:moveTo>
                  <a:pt x="4740" y="0"/>
                </a:moveTo>
                <a:lnTo>
                  <a:pt x="4899" y="0"/>
                </a:lnTo>
                <a:lnTo>
                  <a:pt x="4899" y="117"/>
                </a:lnTo>
                <a:lnTo>
                  <a:pt x="4740" y="117"/>
                </a:lnTo>
                <a:lnTo>
                  <a:pt x="4740" y="0"/>
                </a:lnTo>
                <a:moveTo>
                  <a:pt x="5004" y="0"/>
                </a:moveTo>
                <a:lnTo>
                  <a:pt x="5163" y="0"/>
                </a:lnTo>
                <a:lnTo>
                  <a:pt x="5163" y="117"/>
                </a:lnTo>
                <a:lnTo>
                  <a:pt x="5004" y="117"/>
                </a:lnTo>
                <a:lnTo>
                  <a:pt x="5004" y="0"/>
                </a:lnTo>
                <a:moveTo>
                  <a:pt x="5269" y="0"/>
                </a:moveTo>
                <a:lnTo>
                  <a:pt x="5428" y="0"/>
                </a:lnTo>
                <a:lnTo>
                  <a:pt x="5428" y="117"/>
                </a:lnTo>
                <a:lnTo>
                  <a:pt x="5269" y="117"/>
                </a:lnTo>
                <a:lnTo>
                  <a:pt x="5269" y="0"/>
                </a:lnTo>
                <a:moveTo>
                  <a:pt x="5533" y="0"/>
                </a:moveTo>
                <a:lnTo>
                  <a:pt x="5692" y="0"/>
                </a:lnTo>
                <a:lnTo>
                  <a:pt x="5692" y="117"/>
                </a:lnTo>
                <a:lnTo>
                  <a:pt x="5533" y="117"/>
                </a:lnTo>
                <a:lnTo>
                  <a:pt x="5533" y="0"/>
                </a:lnTo>
                <a:moveTo>
                  <a:pt x="5798" y="0"/>
                </a:moveTo>
                <a:lnTo>
                  <a:pt x="5957" y="0"/>
                </a:lnTo>
                <a:lnTo>
                  <a:pt x="5957" y="117"/>
                </a:lnTo>
                <a:lnTo>
                  <a:pt x="5798" y="117"/>
                </a:lnTo>
                <a:lnTo>
                  <a:pt x="5798" y="0"/>
                </a:lnTo>
                <a:moveTo>
                  <a:pt x="6062" y="0"/>
                </a:moveTo>
                <a:lnTo>
                  <a:pt x="6221" y="0"/>
                </a:lnTo>
                <a:lnTo>
                  <a:pt x="6221" y="117"/>
                </a:lnTo>
                <a:lnTo>
                  <a:pt x="6062" y="117"/>
                </a:lnTo>
                <a:lnTo>
                  <a:pt x="6062" y="0"/>
                </a:lnTo>
                <a:moveTo>
                  <a:pt x="6327" y="0"/>
                </a:moveTo>
                <a:lnTo>
                  <a:pt x="6486" y="0"/>
                </a:lnTo>
                <a:lnTo>
                  <a:pt x="6486" y="117"/>
                </a:lnTo>
                <a:lnTo>
                  <a:pt x="6327" y="117"/>
                </a:lnTo>
                <a:lnTo>
                  <a:pt x="6327" y="0"/>
                </a:lnTo>
                <a:moveTo>
                  <a:pt x="6591" y="0"/>
                </a:moveTo>
                <a:lnTo>
                  <a:pt x="6750" y="0"/>
                </a:lnTo>
                <a:lnTo>
                  <a:pt x="6750" y="117"/>
                </a:lnTo>
                <a:lnTo>
                  <a:pt x="6591" y="117"/>
                </a:lnTo>
                <a:lnTo>
                  <a:pt x="6591" y="0"/>
                </a:lnTo>
                <a:moveTo>
                  <a:pt x="6856" y="0"/>
                </a:moveTo>
                <a:lnTo>
                  <a:pt x="7015" y="0"/>
                </a:lnTo>
                <a:lnTo>
                  <a:pt x="7015" y="117"/>
                </a:lnTo>
                <a:lnTo>
                  <a:pt x="6856" y="117"/>
                </a:lnTo>
                <a:lnTo>
                  <a:pt x="6856" y="0"/>
                </a:lnTo>
                <a:moveTo>
                  <a:pt x="7120" y="0"/>
                </a:moveTo>
                <a:lnTo>
                  <a:pt x="7279" y="0"/>
                </a:lnTo>
                <a:lnTo>
                  <a:pt x="7279" y="117"/>
                </a:lnTo>
                <a:lnTo>
                  <a:pt x="7120" y="117"/>
                </a:lnTo>
                <a:lnTo>
                  <a:pt x="7120" y="0"/>
                </a:lnTo>
                <a:moveTo>
                  <a:pt x="7385" y="0"/>
                </a:moveTo>
                <a:lnTo>
                  <a:pt x="7544" y="0"/>
                </a:lnTo>
                <a:lnTo>
                  <a:pt x="7544" y="117"/>
                </a:lnTo>
                <a:lnTo>
                  <a:pt x="7385" y="117"/>
                </a:lnTo>
                <a:lnTo>
                  <a:pt x="7385" y="0"/>
                </a:lnTo>
                <a:moveTo>
                  <a:pt x="7649" y="0"/>
                </a:moveTo>
                <a:lnTo>
                  <a:pt x="7808" y="0"/>
                </a:lnTo>
                <a:lnTo>
                  <a:pt x="7808" y="117"/>
                </a:lnTo>
                <a:lnTo>
                  <a:pt x="7649" y="117"/>
                </a:lnTo>
                <a:lnTo>
                  <a:pt x="7649" y="0"/>
                </a:lnTo>
                <a:moveTo>
                  <a:pt x="7914" y="0"/>
                </a:moveTo>
                <a:lnTo>
                  <a:pt x="8073" y="0"/>
                </a:lnTo>
                <a:lnTo>
                  <a:pt x="8073" y="117"/>
                </a:lnTo>
                <a:lnTo>
                  <a:pt x="7914" y="117"/>
                </a:lnTo>
                <a:lnTo>
                  <a:pt x="7914" y="0"/>
                </a:lnTo>
                <a:moveTo>
                  <a:pt x="8178" y="0"/>
                </a:moveTo>
                <a:lnTo>
                  <a:pt x="8337" y="0"/>
                </a:lnTo>
                <a:lnTo>
                  <a:pt x="8337" y="117"/>
                </a:lnTo>
                <a:lnTo>
                  <a:pt x="8178" y="117"/>
                </a:lnTo>
                <a:lnTo>
                  <a:pt x="8178" y="0"/>
                </a:lnTo>
                <a:moveTo>
                  <a:pt x="8443" y="0"/>
                </a:moveTo>
                <a:lnTo>
                  <a:pt x="8601" y="0"/>
                </a:lnTo>
                <a:lnTo>
                  <a:pt x="8601" y="117"/>
                </a:lnTo>
                <a:lnTo>
                  <a:pt x="8443" y="117"/>
                </a:lnTo>
                <a:lnTo>
                  <a:pt x="8443" y="0"/>
                </a:lnTo>
                <a:moveTo>
                  <a:pt x="8707" y="0"/>
                </a:moveTo>
                <a:lnTo>
                  <a:pt x="8866" y="0"/>
                </a:lnTo>
                <a:lnTo>
                  <a:pt x="8866" y="117"/>
                </a:lnTo>
                <a:lnTo>
                  <a:pt x="8707" y="117"/>
                </a:lnTo>
                <a:lnTo>
                  <a:pt x="8707" y="0"/>
                </a:lnTo>
                <a:moveTo>
                  <a:pt x="8972" y="0"/>
                </a:moveTo>
                <a:lnTo>
                  <a:pt x="9130" y="0"/>
                </a:lnTo>
                <a:lnTo>
                  <a:pt x="9130" y="117"/>
                </a:lnTo>
                <a:lnTo>
                  <a:pt x="8972" y="117"/>
                </a:lnTo>
                <a:lnTo>
                  <a:pt x="8972" y="0"/>
                </a:lnTo>
                <a:moveTo>
                  <a:pt x="9236" y="0"/>
                </a:moveTo>
                <a:lnTo>
                  <a:pt x="9395" y="0"/>
                </a:lnTo>
                <a:lnTo>
                  <a:pt x="9395" y="117"/>
                </a:lnTo>
                <a:lnTo>
                  <a:pt x="9236" y="117"/>
                </a:lnTo>
                <a:lnTo>
                  <a:pt x="9236" y="0"/>
                </a:lnTo>
                <a:moveTo>
                  <a:pt x="9501" y="0"/>
                </a:moveTo>
                <a:lnTo>
                  <a:pt x="9659" y="0"/>
                </a:lnTo>
                <a:lnTo>
                  <a:pt x="9659" y="117"/>
                </a:lnTo>
                <a:lnTo>
                  <a:pt x="9501" y="117"/>
                </a:lnTo>
                <a:lnTo>
                  <a:pt x="9501" y="0"/>
                </a:lnTo>
                <a:moveTo>
                  <a:pt x="9765" y="0"/>
                </a:moveTo>
                <a:lnTo>
                  <a:pt x="9924" y="0"/>
                </a:lnTo>
                <a:lnTo>
                  <a:pt x="9924" y="117"/>
                </a:lnTo>
                <a:lnTo>
                  <a:pt x="9765" y="117"/>
                </a:lnTo>
                <a:lnTo>
                  <a:pt x="9765" y="0"/>
                </a:lnTo>
                <a:moveTo>
                  <a:pt x="10030" y="0"/>
                </a:moveTo>
                <a:lnTo>
                  <a:pt x="10188" y="0"/>
                </a:lnTo>
                <a:lnTo>
                  <a:pt x="10188" y="117"/>
                </a:lnTo>
                <a:lnTo>
                  <a:pt x="10030" y="117"/>
                </a:lnTo>
                <a:lnTo>
                  <a:pt x="10030" y="0"/>
                </a:lnTo>
                <a:moveTo>
                  <a:pt x="10294" y="0"/>
                </a:moveTo>
                <a:lnTo>
                  <a:pt x="10453" y="0"/>
                </a:lnTo>
                <a:lnTo>
                  <a:pt x="10453" y="117"/>
                </a:lnTo>
                <a:lnTo>
                  <a:pt x="10294" y="117"/>
                </a:lnTo>
                <a:lnTo>
                  <a:pt x="10294" y="0"/>
                </a:lnTo>
                <a:moveTo>
                  <a:pt x="10559" y="0"/>
                </a:moveTo>
                <a:lnTo>
                  <a:pt x="10717" y="0"/>
                </a:lnTo>
                <a:lnTo>
                  <a:pt x="10717" y="117"/>
                </a:lnTo>
                <a:lnTo>
                  <a:pt x="10559" y="117"/>
                </a:lnTo>
                <a:lnTo>
                  <a:pt x="10559" y="0"/>
                </a:lnTo>
                <a:moveTo>
                  <a:pt x="10823" y="0"/>
                </a:moveTo>
                <a:lnTo>
                  <a:pt x="10982" y="0"/>
                </a:lnTo>
                <a:lnTo>
                  <a:pt x="10982" y="117"/>
                </a:lnTo>
                <a:lnTo>
                  <a:pt x="10823" y="117"/>
                </a:lnTo>
                <a:lnTo>
                  <a:pt x="10823" y="0"/>
                </a:lnTo>
                <a:moveTo>
                  <a:pt x="11088" y="0"/>
                </a:moveTo>
                <a:lnTo>
                  <a:pt x="11246" y="0"/>
                </a:lnTo>
                <a:lnTo>
                  <a:pt x="11246" y="117"/>
                </a:lnTo>
                <a:lnTo>
                  <a:pt x="11088" y="117"/>
                </a:lnTo>
                <a:lnTo>
                  <a:pt x="11088" y="0"/>
                </a:lnTo>
                <a:moveTo>
                  <a:pt x="11352" y="0"/>
                </a:moveTo>
                <a:lnTo>
                  <a:pt x="11511" y="0"/>
                </a:lnTo>
                <a:lnTo>
                  <a:pt x="11511" y="117"/>
                </a:lnTo>
                <a:lnTo>
                  <a:pt x="11352" y="117"/>
                </a:lnTo>
                <a:lnTo>
                  <a:pt x="11352" y="0"/>
                </a:lnTo>
                <a:moveTo>
                  <a:pt x="11617" y="0"/>
                </a:moveTo>
                <a:lnTo>
                  <a:pt x="11775" y="0"/>
                </a:lnTo>
                <a:lnTo>
                  <a:pt x="11775" y="117"/>
                </a:lnTo>
                <a:lnTo>
                  <a:pt x="11617" y="117"/>
                </a:lnTo>
                <a:lnTo>
                  <a:pt x="11617" y="0"/>
                </a:lnTo>
                <a:moveTo>
                  <a:pt x="11881" y="0"/>
                </a:moveTo>
                <a:lnTo>
                  <a:pt x="12040" y="0"/>
                </a:lnTo>
                <a:lnTo>
                  <a:pt x="12040" y="117"/>
                </a:lnTo>
                <a:lnTo>
                  <a:pt x="11881" y="117"/>
                </a:lnTo>
                <a:lnTo>
                  <a:pt x="11881" y="0"/>
                </a:lnTo>
                <a:moveTo>
                  <a:pt x="12145" y="0"/>
                </a:moveTo>
                <a:lnTo>
                  <a:pt x="12304" y="0"/>
                </a:lnTo>
                <a:lnTo>
                  <a:pt x="12304" y="117"/>
                </a:lnTo>
                <a:lnTo>
                  <a:pt x="12145" y="117"/>
                </a:lnTo>
                <a:lnTo>
                  <a:pt x="12145" y="0"/>
                </a:lnTo>
                <a:moveTo>
                  <a:pt x="12410" y="0"/>
                </a:moveTo>
                <a:lnTo>
                  <a:pt x="12569" y="0"/>
                </a:lnTo>
                <a:lnTo>
                  <a:pt x="12569" y="117"/>
                </a:lnTo>
                <a:lnTo>
                  <a:pt x="12410" y="117"/>
                </a:lnTo>
                <a:lnTo>
                  <a:pt x="12410" y="0"/>
                </a:lnTo>
                <a:moveTo>
                  <a:pt x="12674" y="0"/>
                </a:moveTo>
                <a:lnTo>
                  <a:pt x="12833" y="0"/>
                </a:lnTo>
                <a:lnTo>
                  <a:pt x="12833" y="117"/>
                </a:lnTo>
                <a:lnTo>
                  <a:pt x="12674" y="117"/>
                </a:lnTo>
                <a:lnTo>
                  <a:pt x="12674" y="0"/>
                </a:lnTo>
                <a:moveTo>
                  <a:pt x="12939" y="0"/>
                </a:moveTo>
                <a:lnTo>
                  <a:pt x="13098" y="0"/>
                </a:lnTo>
                <a:lnTo>
                  <a:pt x="13098" y="117"/>
                </a:lnTo>
                <a:lnTo>
                  <a:pt x="12939" y="117"/>
                </a:lnTo>
                <a:lnTo>
                  <a:pt x="12939" y="0"/>
                </a:lnTo>
                <a:moveTo>
                  <a:pt x="13203" y="0"/>
                </a:moveTo>
                <a:lnTo>
                  <a:pt x="13362" y="0"/>
                </a:lnTo>
                <a:lnTo>
                  <a:pt x="13362" y="117"/>
                </a:lnTo>
                <a:lnTo>
                  <a:pt x="13203" y="117"/>
                </a:lnTo>
                <a:lnTo>
                  <a:pt x="13203" y="0"/>
                </a:lnTo>
                <a:moveTo>
                  <a:pt x="13468" y="0"/>
                </a:moveTo>
                <a:lnTo>
                  <a:pt x="13627" y="0"/>
                </a:lnTo>
                <a:lnTo>
                  <a:pt x="13627" y="117"/>
                </a:lnTo>
                <a:lnTo>
                  <a:pt x="13468" y="117"/>
                </a:lnTo>
                <a:lnTo>
                  <a:pt x="13468" y="0"/>
                </a:lnTo>
                <a:moveTo>
                  <a:pt x="13732" y="0"/>
                </a:moveTo>
                <a:lnTo>
                  <a:pt x="13891" y="0"/>
                </a:lnTo>
                <a:lnTo>
                  <a:pt x="13891" y="117"/>
                </a:lnTo>
                <a:lnTo>
                  <a:pt x="13732" y="117"/>
                </a:lnTo>
                <a:lnTo>
                  <a:pt x="13732" y="0"/>
                </a:lnTo>
                <a:moveTo>
                  <a:pt x="13997" y="0"/>
                </a:moveTo>
                <a:lnTo>
                  <a:pt x="14157" y="0"/>
                </a:lnTo>
                <a:lnTo>
                  <a:pt x="14157" y="117"/>
                </a:lnTo>
                <a:lnTo>
                  <a:pt x="13997" y="117"/>
                </a:lnTo>
                <a:lnTo>
                  <a:pt x="13997" y="0"/>
                </a:lnTo>
                <a:moveTo>
                  <a:pt x="14262" y="0"/>
                </a:moveTo>
                <a:lnTo>
                  <a:pt x="14421" y="0"/>
                </a:lnTo>
                <a:lnTo>
                  <a:pt x="14421" y="117"/>
                </a:lnTo>
                <a:lnTo>
                  <a:pt x="14262" y="117"/>
                </a:lnTo>
                <a:lnTo>
                  <a:pt x="14262" y="0"/>
                </a:lnTo>
                <a:moveTo>
                  <a:pt x="14527" y="0"/>
                </a:moveTo>
                <a:lnTo>
                  <a:pt x="14686" y="0"/>
                </a:lnTo>
                <a:lnTo>
                  <a:pt x="14686" y="117"/>
                </a:lnTo>
                <a:lnTo>
                  <a:pt x="14527" y="117"/>
                </a:lnTo>
                <a:lnTo>
                  <a:pt x="14527" y="0"/>
                </a:lnTo>
                <a:moveTo>
                  <a:pt x="14791" y="0"/>
                </a:moveTo>
                <a:lnTo>
                  <a:pt x="14950" y="0"/>
                </a:lnTo>
                <a:lnTo>
                  <a:pt x="14950" y="117"/>
                </a:lnTo>
                <a:lnTo>
                  <a:pt x="14791" y="117"/>
                </a:lnTo>
                <a:lnTo>
                  <a:pt x="14791" y="0"/>
                </a:lnTo>
                <a:moveTo>
                  <a:pt x="15056" y="0"/>
                </a:moveTo>
                <a:lnTo>
                  <a:pt x="15215" y="0"/>
                </a:lnTo>
                <a:lnTo>
                  <a:pt x="15215" y="117"/>
                </a:lnTo>
                <a:lnTo>
                  <a:pt x="15056" y="117"/>
                </a:lnTo>
                <a:lnTo>
                  <a:pt x="15056" y="0"/>
                </a:lnTo>
                <a:moveTo>
                  <a:pt x="15320" y="0"/>
                </a:moveTo>
                <a:lnTo>
                  <a:pt x="15479" y="0"/>
                </a:lnTo>
                <a:lnTo>
                  <a:pt x="15479" y="117"/>
                </a:lnTo>
                <a:lnTo>
                  <a:pt x="15320" y="117"/>
                </a:lnTo>
                <a:lnTo>
                  <a:pt x="15320" y="0"/>
                </a:lnTo>
                <a:moveTo>
                  <a:pt x="15585" y="0"/>
                </a:moveTo>
                <a:lnTo>
                  <a:pt x="15743" y="0"/>
                </a:lnTo>
                <a:lnTo>
                  <a:pt x="15743" y="117"/>
                </a:lnTo>
                <a:lnTo>
                  <a:pt x="15585" y="117"/>
                </a:lnTo>
                <a:lnTo>
                  <a:pt x="15585" y="0"/>
                </a:lnTo>
                <a:moveTo>
                  <a:pt x="15849" y="0"/>
                </a:moveTo>
                <a:lnTo>
                  <a:pt x="16008" y="0"/>
                </a:lnTo>
                <a:lnTo>
                  <a:pt x="16008" y="117"/>
                </a:lnTo>
                <a:lnTo>
                  <a:pt x="15849" y="117"/>
                </a:lnTo>
                <a:lnTo>
                  <a:pt x="15849" y="0"/>
                </a:lnTo>
                <a:moveTo>
                  <a:pt x="16114" y="0"/>
                </a:moveTo>
                <a:lnTo>
                  <a:pt x="16272" y="0"/>
                </a:lnTo>
                <a:lnTo>
                  <a:pt x="16272" y="117"/>
                </a:lnTo>
                <a:lnTo>
                  <a:pt x="16114" y="117"/>
                </a:lnTo>
                <a:lnTo>
                  <a:pt x="16114" y="0"/>
                </a:lnTo>
                <a:moveTo>
                  <a:pt x="16378" y="0"/>
                </a:moveTo>
                <a:lnTo>
                  <a:pt x="16537" y="0"/>
                </a:lnTo>
                <a:lnTo>
                  <a:pt x="16537" y="117"/>
                </a:lnTo>
                <a:lnTo>
                  <a:pt x="16378" y="117"/>
                </a:lnTo>
                <a:lnTo>
                  <a:pt x="16378" y="0"/>
                </a:lnTo>
                <a:moveTo>
                  <a:pt x="16643" y="0"/>
                </a:moveTo>
                <a:lnTo>
                  <a:pt x="16801" y="0"/>
                </a:lnTo>
                <a:lnTo>
                  <a:pt x="16801" y="117"/>
                </a:lnTo>
                <a:lnTo>
                  <a:pt x="16643" y="117"/>
                </a:lnTo>
                <a:lnTo>
                  <a:pt x="16643" y="0"/>
                </a:lnTo>
                <a:moveTo>
                  <a:pt x="16907" y="0"/>
                </a:moveTo>
                <a:lnTo>
                  <a:pt x="17066" y="0"/>
                </a:lnTo>
                <a:lnTo>
                  <a:pt x="17066" y="117"/>
                </a:lnTo>
                <a:lnTo>
                  <a:pt x="16907" y="117"/>
                </a:lnTo>
                <a:lnTo>
                  <a:pt x="16907" y="0"/>
                </a:lnTo>
                <a:moveTo>
                  <a:pt x="17172" y="0"/>
                </a:moveTo>
                <a:lnTo>
                  <a:pt x="17330" y="0"/>
                </a:lnTo>
                <a:lnTo>
                  <a:pt x="17330" y="117"/>
                </a:lnTo>
                <a:lnTo>
                  <a:pt x="17172" y="117"/>
                </a:lnTo>
                <a:lnTo>
                  <a:pt x="17172" y="0"/>
                </a:lnTo>
                <a:moveTo>
                  <a:pt x="17436" y="0"/>
                </a:moveTo>
                <a:lnTo>
                  <a:pt x="17595" y="0"/>
                </a:lnTo>
                <a:lnTo>
                  <a:pt x="17595" y="117"/>
                </a:lnTo>
                <a:lnTo>
                  <a:pt x="17436" y="117"/>
                </a:lnTo>
                <a:lnTo>
                  <a:pt x="17436" y="0"/>
                </a:lnTo>
                <a:moveTo>
                  <a:pt x="17701" y="0"/>
                </a:moveTo>
                <a:lnTo>
                  <a:pt x="17859" y="0"/>
                </a:lnTo>
                <a:lnTo>
                  <a:pt x="17859" y="117"/>
                </a:lnTo>
                <a:lnTo>
                  <a:pt x="17701" y="117"/>
                </a:lnTo>
                <a:lnTo>
                  <a:pt x="17701" y="0"/>
                </a:lnTo>
                <a:moveTo>
                  <a:pt x="17965" y="0"/>
                </a:moveTo>
                <a:lnTo>
                  <a:pt x="18124" y="0"/>
                </a:lnTo>
                <a:lnTo>
                  <a:pt x="18124" y="117"/>
                </a:lnTo>
                <a:lnTo>
                  <a:pt x="17965" y="117"/>
                </a:lnTo>
                <a:lnTo>
                  <a:pt x="17965" y="0"/>
                </a:lnTo>
                <a:moveTo>
                  <a:pt x="18230" y="0"/>
                </a:moveTo>
                <a:lnTo>
                  <a:pt x="18388" y="0"/>
                </a:lnTo>
                <a:lnTo>
                  <a:pt x="18388" y="117"/>
                </a:lnTo>
                <a:lnTo>
                  <a:pt x="18230" y="117"/>
                </a:lnTo>
                <a:lnTo>
                  <a:pt x="18230" y="0"/>
                </a:lnTo>
                <a:moveTo>
                  <a:pt x="18494" y="0"/>
                </a:moveTo>
                <a:lnTo>
                  <a:pt x="18653" y="0"/>
                </a:lnTo>
                <a:lnTo>
                  <a:pt x="18653" y="117"/>
                </a:lnTo>
                <a:lnTo>
                  <a:pt x="18494" y="117"/>
                </a:lnTo>
                <a:lnTo>
                  <a:pt x="18494" y="0"/>
                </a:lnTo>
                <a:moveTo>
                  <a:pt x="18758" y="0"/>
                </a:moveTo>
                <a:lnTo>
                  <a:pt x="18917" y="0"/>
                </a:lnTo>
                <a:lnTo>
                  <a:pt x="18917" y="117"/>
                </a:lnTo>
                <a:lnTo>
                  <a:pt x="18758" y="117"/>
                </a:lnTo>
                <a:lnTo>
                  <a:pt x="18758" y="0"/>
                </a:lnTo>
                <a:moveTo>
                  <a:pt x="19023" y="0"/>
                </a:moveTo>
                <a:lnTo>
                  <a:pt x="19182" y="0"/>
                </a:lnTo>
                <a:lnTo>
                  <a:pt x="19182" y="117"/>
                </a:lnTo>
                <a:lnTo>
                  <a:pt x="19023" y="117"/>
                </a:lnTo>
                <a:lnTo>
                  <a:pt x="19023" y="0"/>
                </a:lnTo>
                <a:moveTo>
                  <a:pt x="19287" y="0"/>
                </a:moveTo>
                <a:lnTo>
                  <a:pt x="19446" y="0"/>
                </a:lnTo>
                <a:lnTo>
                  <a:pt x="19446" y="117"/>
                </a:lnTo>
                <a:lnTo>
                  <a:pt x="19287" y="117"/>
                </a:lnTo>
                <a:lnTo>
                  <a:pt x="19287" y="0"/>
                </a:lnTo>
                <a:moveTo>
                  <a:pt x="19552" y="0"/>
                </a:moveTo>
                <a:lnTo>
                  <a:pt x="19711" y="0"/>
                </a:lnTo>
                <a:lnTo>
                  <a:pt x="19711" y="117"/>
                </a:lnTo>
                <a:lnTo>
                  <a:pt x="19552" y="117"/>
                </a:lnTo>
                <a:lnTo>
                  <a:pt x="19552" y="0"/>
                </a:lnTo>
                <a:moveTo>
                  <a:pt x="19816" y="0"/>
                </a:moveTo>
                <a:lnTo>
                  <a:pt x="19975" y="0"/>
                </a:lnTo>
                <a:lnTo>
                  <a:pt x="19975" y="117"/>
                </a:lnTo>
                <a:lnTo>
                  <a:pt x="19816" y="117"/>
                </a:lnTo>
                <a:lnTo>
                  <a:pt x="19816" y="0"/>
                </a:lnTo>
                <a:moveTo>
                  <a:pt x="20081" y="0"/>
                </a:moveTo>
                <a:lnTo>
                  <a:pt x="20240" y="0"/>
                </a:lnTo>
                <a:lnTo>
                  <a:pt x="20240" y="117"/>
                </a:lnTo>
                <a:lnTo>
                  <a:pt x="20081" y="117"/>
                </a:lnTo>
                <a:lnTo>
                  <a:pt x="20081" y="0"/>
                </a:lnTo>
                <a:moveTo>
                  <a:pt x="20345" y="0"/>
                </a:moveTo>
                <a:lnTo>
                  <a:pt x="20504" y="0"/>
                </a:lnTo>
                <a:lnTo>
                  <a:pt x="20504" y="117"/>
                </a:lnTo>
                <a:lnTo>
                  <a:pt x="20345" y="117"/>
                </a:lnTo>
                <a:lnTo>
                  <a:pt x="20345" y="0"/>
                </a:lnTo>
                <a:moveTo>
                  <a:pt x="20610" y="0"/>
                </a:moveTo>
                <a:lnTo>
                  <a:pt x="20769" y="0"/>
                </a:lnTo>
                <a:lnTo>
                  <a:pt x="20769" y="117"/>
                </a:lnTo>
                <a:lnTo>
                  <a:pt x="20610" y="117"/>
                </a:lnTo>
                <a:lnTo>
                  <a:pt x="20610" y="0"/>
                </a:lnTo>
                <a:moveTo>
                  <a:pt x="20874" y="0"/>
                </a:moveTo>
                <a:lnTo>
                  <a:pt x="21033" y="0"/>
                </a:lnTo>
                <a:lnTo>
                  <a:pt x="21033" y="117"/>
                </a:lnTo>
                <a:lnTo>
                  <a:pt x="20874" y="117"/>
                </a:lnTo>
                <a:lnTo>
                  <a:pt x="20874" y="0"/>
                </a:lnTo>
                <a:moveTo>
                  <a:pt x="21139" y="0"/>
                </a:moveTo>
                <a:lnTo>
                  <a:pt x="21298" y="0"/>
                </a:lnTo>
                <a:lnTo>
                  <a:pt x="21298" y="117"/>
                </a:lnTo>
                <a:lnTo>
                  <a:pt x="21139" y="117"/>
                </a:lnTo>
                <a:lnTo>
                  <a:pt x="21139" y="0"/>
                </a:lnTo>
                <a:moveTo>
                  <a:pt x="21403" y="0"/>
                </a:moveTo>
                <a:lnTo>
                  <a:pt x="21562" y="0"/>
                </a:lnTo>
                <a:lnTo>
                  <a:pt x="21562" y="117"/>
                </a:lnTo>
                <a:lnTo>
                  <a:pt x="21403" y="117"/>
                </a:lnTo>
                <a:lnTo>
                  <a:pt x="21403" y="0"/>
                </a:lnTo>
                <a:moveTo>
                  <a:pt x="21668" y="0"/>
                </a:moveTo>
                <a:lnTo>
                  <a:pt x="21827" y="0"/>
                </a:lnTo>
                <a:lnTo>
                  <a:pt x="21827" y="117"/>
                </a:lnTo>
                <a:lnTo>
                  <a:pt x="21668" y="117"/>
                </a:lnTo>
                <a:lnTo>
                  <a:pt x="21668" y="0"/>
                </a:lnTo>
                <a:moveTo>
                  <a:pt x="21932" y="0"/>
                </a:moveTo>
                <a:lnTo>
                  <a:pt x="22091" y="0"/>
                </a:lnTo>
                <a:lnTo>
                  <a:pt x="22091" y="117"/>
                </a:lnTo>
                <a:lnTo>
                  <a:pt x="21932" y="117"/>
                </a:lnTo>
                <a:lnTo>
                  <a:pt x="21932" y="0"/>
                </a:lnTo>
                <a:moveTo>
                  <a:pt x="22197" y="0"/>
                </a:moveTo>
                <a:lnTo>
                  <a:pt x="22355" y="0"/>
                </a:lnTo>
                <a:lnTo>
                  <a:pt x="22355" y="117"/>
                </a:lnTo>
                <a:lnTo>
                  <a:pt x="22197" y="117"/>
                </a:lnTo>
                <a:lnTo>
                  <a:pt x="22197" y="0"/>
                </a:lnTo>
                <a:moveTo>
                  <a:pt x="22461" y="0"/>
                </a:moveTo>
                <a:lnTo>
                  <a:pt x="22620" y="0"/>
                </a:lnTo>
                <a:lnTo>
                  <a:pt x="22620" y="117"/>
                </a:lnTo>
                <a:lnTo>
                  <a:pt x="22461" y="117"/>
                </a:lnTo>
                <a:lnTo>
                  <a:pt x="22461" y="0"/>
                </a:lnTo>
                <a:moveTo>
                  <a:pt x="22726" y="0"/>
                </a:moveTo>
                <a:lnTo>
                  <a:pt x="22884" y="0"/>
                </a:lnTo>
                <a:lnTo>
                  <a:pt x="22884" y="117"/>
                </a:lnTo>
                <a:lnTo>
                  <a:pt x="22726" y="117"/>
                </a:lnTo>
                <a:lnTo>
                  <a:pt x="22726" y="0"/>
                </a:lnTo>
                <a:moveTo>
                  <a:pt x="22990" y="0"/>
                </a:moveTo>
                <a:lnTo>
                  <a:pt x="23149" y="0"/>
                </a:lnTo>
                <a:lnTo>
                  <a:pt x="23149" y="117"/>
                </a:lnTo>
                <a:lnTo>
                  <a:pt x="22990" y="117"/>
                </a:lnTo>
                <a:lnTo>
                  <a:pt x="22990" y="0"/>
                </a:lnTo>
                <a:moveTo>
                  <a:pt x="23255" y="0"/>
                </a:moveTo>
                <a:lnTo>
                  <a:pt x="23413" y="0"/>
                </a:lnTo>
                <a:lnTo>
                  <a:pt x="23413" y="117"/>
                </a:lnTo>
                <a:lnTo>
                  <a:pt x="23255" y="117"/>
                </a:lnTo>
                <a:lnTo>
                  <a:pt x="23255" y="0"/>
                </a:lnTo>
                <a:moveTo>
                  <a:pt x="23519" y="0"/>
                </a:moveTo>
                <a:lnTo>
                  <a:pt x="23678" y="0"/>
                </a:lnTo>
                <a:lnTo>
                  <a:pt x="23678" y="117"/>
                </a:lnTo>
                <a:lnTo>
                  <a:pt x="23519" y="117"/>
                </a:lnTo>
                <a:lnTo>
                  <a:pt x="23519" y="0"/>
                </a:lnTo>
                <a:moveTo>
                  <a:pt x="23784" y="0"/>
                </a:moveTo>
                <a:lnTo>
                  <a:pt x="23942" y="0"/>
                </a:lnTo>
                <a:lnTo>
                  <a:pt x="23942" y="117"/>
                </a:lnTo>
                <a:lnTo>
                  <a:pt x="23784" y="117"/>
                </a:lnTo>
                <a:lnTo>
                  <a:pt x="23784" y="0"/>
                </a:lnTo>
                <a:moveTo>
                  <a:pt x="24048" y="0"/>
                </a:moveTo>
                <a:lnTo>
                  <a:pt x="24207" y="0"/>
                </a:lnTo>
                <a:lnTo>
                  <a:pt x="24207" y="117"/>
                </a:lnTo>
                <a:lnTo>
                  <a:pt x="24048" y="117"/>
                </a:lnTo>
                <a:lnTo>
                  <a:pt x="24048" y="0"/>
                </a:lnTo>
                <a:moveTo>
                  <a:pt x="24313" y="0"/>
                </a:moveTo>
                <a:lnTo>
                  <a:pt x="24471" y="0"/>
                </a:lnTo>
                <a:lnTo>
                  <a:pt x="24471" y="117"/>
                </a:lnTo>
                <a:lnTo>
                  <a:pt x="24313" y="117"/>
                </a:lnTo>
                <a:lnTo>
                  <a:pt x="24313" y="0"/>
                </a:lnTo>
                <a:moveTo>
                  <a:pt x="24577" y="0"/>
                </a:moveTo>
                <a:lnTo>
                  <a:pt x="24736" y="0"/>
                </a:lnTo>
                <a:lnTo>
                  <a:pt x="24736" y="117"/>
                </a:lnTo>
                <a:lnTo>
                  <a:pt x="24577" y="117"/>
                </a:lnTo>
                <a:lnTo>
                  <a:pt x="24577" y="0"/>
                </a:lnTo>
                <a:moveTo>
                  <a:pt x="24842" y="0"/>
                </a:moveTo>
                <a:lnTo>
                  <a:pt x="25000" y="0"/>
                </a:lnTo>
                <a:lnTo>
                  <a:pt x="25000" y="117"/>
                </a:lnTo>
                <a:lnTo>
                  <a:pt x="24842" y="117"/>
                </a:lnTo>
                <a:lnTo>
                  <a:pt x="24842" y="0"/>
                </a:lnTo>
                <a:moveTo>
                  <a:pt x="25106" y="0"/>
                </a:moveTo>
                <a:lnTo>
                  <a:pt x="25265" y="0"/>
                </a:lnTo>
                <a:lnTo>
                  <a:pt x="25265" y="117"/>
                </a:lnTo>
                <a:lnTo>
                  <a:pt x="25106" y="117"/>
                </a:lnTo>
                <a:lnTo>
                  <a:pt x="25106" y="0"/>
                </a:lnTo>
                <a:moveTo>
                  <a:pt x="25371" y="0"/>
                </a:moveTo>
                <a:lnTo>
                  <a:pt x="25529" y="0"/>
                </a:lnTo>
                <a:lnTo>
                  <a:pt x="25529" y="117"/>
                </a:lnTo>
                <a:lnTo>
                  <a:pt x="25371" y="117"/>
                </a:lnTo>
                <a:lnTo>
                  <a:pt x="25371" y="0"/>
                </a:lnTo>
                <a:moveTo>
                  <a:pt x="25635" y="0"/>
                </a:moveTo>
                <a:lnTo>
                  <a:pt x="25794" y="0"/>
                </a:lnTo>
                <a:lnTo>
                  <a:pt x="25794" y="117"/>
                </a:lnTo>
                <a:lnTo>
                  <a:pt x="25635" y="117"/>
                </a:lnTo>
                <a:lnTo>
                  <a:pt x="25635" y="0"/>
                </a:lnTo>
                <a:moveTo>
                  <a:pt x="25899" y="0"/>
                </a:moveTo>
                <a:lnTo>
                  <a:pt x="26058" y="0"/>
                </a:lnTo>
                <a:lnTo>
                  <a:pt x="26058" y="117"/>
                </a:lnTo>
                <a:lnTo>
                  <a:pt x="25899" y="117"/>
                </a:lnTo>
                <a:lnTo>
                  <a:pt x="25899" y="0"/>
                </a:lnTo>
                <a:moveTo>
                  <a:pt x="26164" y="0"/>
                </a:moveTo>
                <a:lnTo>
                  <a:pt x="26323" y="0"/>
                </a:lnTo>
                <a:lnTo>
                  <a:pt x="26323" y="117"/>
                </a:lnTo>
                <a:lnTo>
                  <a:pt x="26164" y="117"/>
                </a:lnTo>
                <a:lnTo>
                  <a:pt x="26164" y="0"/>
                </a:lnTo>
                <a:moveTo>
                  <a:pt x="26428" y="0"/>
                </a:moveTo>
                <a:lnTo>
                  <a:pt x="26587" y="0"/>
                </a:lnTo>
                <a:lnTo>
                  <a:pt x="26587" y="117"/>
                </a:lnTo>
                <a:lnTo>
                  <a:pt x="26428" y="117"/>
                </a:lnTo>
                <a:lnTo>
                  <a:pt x="26428" y="0"/>
                </a:lnTo>
                <a:moveTo>
                  <a:pt x="26693" y="0"/>
                </a:moveTo>
                <a:lnTo>
                  <a:pt x="26852" y="0"/>
                </a:lnTo>
                <a:lnTo>
                  <a:pt x="26852" y="117"/>
                </a:lnTo>
                <a:lnTo>
                  <a:pt x="26693" y="117"/>
                </a:lnTo>
                <a:lnTo>
                  <a:pt x="26693" y="0"/>
                </a:lnTo>
                <a:moveTo>
                  <a:pt x="26957" y="0"/>
                </a:moveTo>
                <a:lnTo>
                  <a:pt x="27116" y="0"/>
                </a:lnTo>
                <a:lnTo>
                  <a:pt x="27116" y="117"/>
                </a:lnTo>
                <a:lnTo>
                  <a:pt x="26957" y="117"/>
                </a:lnTo>
                <a:lnTo>
                  <a:pt x="26957" y="0"/>
                </a:lnTo>
                <a:moveTo>
                  <a:pt x="27222" y="0"/>
                </a:moveTo>
                <a:lnTo>
                  <a:pt x="27381" y="0"/>
                </a:lnTo>
                <a:lnTo>
                  <a:pt x="27381" y="117"/>
                </a:lnTo>
                <a:lnTo>
                  <a:pt x="27222" y="117"/>
                </a:lnTo>
                <a:lnTo>
                  <a:pt x="27222" y="0"/>
                </a:lnTo>
                <a:moveTo>
                  <a:pt x="27486" y="0"/>
                </a:moveTo>
                <a:lnTo>
                  <a:pt x="27645" y="0"/>
                </a:lnTo>
                <a:lnTo>
                  <a:pt x="27645" y="117"/>
                </a:lnTo>
                <a:lnTo>
                  <a:pt x="27486" y="117"/>
                </a:lnTo>
                <a:lnTo>
                  <a:pt x="27486" y="0"/>
                </a:lnTo>
                <a:moveTo>
                  <a:pt x="27751" y="0"/>
                </a:moveTo>
                <a:lnTo>
                  <a:pt x="27910" y="0"/>
                </a:lnTo>
                <a:lnTo>
                  <a:pt x="27910" y="117"/>
                </a:lnTo>
                <a:lnTo>
                  <a:pt x="27751" y="117"/>
                </a:lnTo>
                <a:lnTo>
                  <a:pt x="27751" y="0"/>
                </a:lnTo>
                <a:moveTo>
                  <a:pt x="28015" y="0"/>
                </a:moveTo>
                <a:lnTo>
                  <a:pt x="28174" y="0"/>
                </a:lnTo>
                <a:lnTo>
                  <a:pt x="28174" y="117"/>
                </a:lnTo>
                <a:lnTo>
                  <a:pt x="28015" y="117"/>
                </a:lnTo>
                <a:lnTo>
                  <a:pt x="28015" y="0"/>
                </a:lnTo>
                <a:moveTo>
                  <a:pt x="28280" y="0"/>
                </a:moveTo>
                <a:lnTo>
                  <a:pt x="28439" y="0"/>
                </a:lnTo>
                <a:lnTo>
                  <a:pt x="28439" y="117"/>
                </a:lnTo>
                <a:lnTo>
                  <a:pt x="28280" y="117"/>
                </a:lnTo>
                <a:lnTo>
                  <a:pt x="28280" y="0"/>
                </a:lnTo>
                <a:moveTo>
                  <a:pt x="28544" y="0"/>
                </a:moveTo>
                <a:lnTo>
                  <a:pt x="28703" y="0"/>
                </a:lnTo>
                <a:lnTo>
                  <a:pt x="28703" y="117"/>
                </a:lnTo>
                <a:lnTo>
                  <a:pt x="28544" y="117"/>
                </a:lnTo>
                <a:lnTo>
                  <a:pt x="28544" y="0"/>
                </a:lnTo>
                <a:moveTo>
                  <a:pt x="28809" y="0"/>
                </a:moveTo>
                <a:lnTo>
                  <a:pt x="28968" y="0"/>
                </a:lnTo>
                <a:lnTo>
                  <a:pt x="28968" y="117"/>
                </a:lnTo>
                <a:lnTo>
                  <a:pt x="28809" y="117"/>
                </a:lnTo>
                <a:lnTo>
                  <a:pt x="28809" y="0"/>
                </a:lnTo>
                <a:moveTo>
                  <a:pt x="29073" y="0"/>
                </a:moveTo>
                <a:lnTo>
                  <a:pt x="29232" y="0"/>
                </a:lnTo>
                <a:lnTo>
                  <a:pt x="29232" y="117"/>
                </a:lnTo>
                <a:lnTo>
                  <a:pt x="29073" y="117"/>
                </a:lnTo>
                <a:lnTo>
                  <a:pt x="29073" y="0"/>
                </a:lnTo>
                <a:moveTo>
                  <a:pt x="29338" y="0"/>
                </a:moveTo>
                <a:lnTo>
                  <a:pt x="29496" y="0"/>
                </a:lnTo>
                <a:lnTo>
                  <a:pt x="29496" y="117"/>
                </a:lnTo>
                <a:lnTo>
                  <a:pt x="29338" y="117"/>
                </a:lnTo>
                <a:lnTo>
                  <a:pt x="29338" y="0"/>
                </a:lnTo>
                <a:moveTo>
                  <a:pt x="29602" y="0"/>
                </a:moveTo>
                <a:lnTo>
                  <a:pt x="29761" y="0"/>
                </a:lnTo>
                <a:lnTo>
                  <a:pt x="29761" y="117"/>
                </a:lnTo>
                <a:lnTo>
                  <a:pt x="29602" y="117"/>
                </a:lnTo>
                <a:lnTo>
                  <a:pt x="29602" y="0"/>
                </a:lnTo>
                <a:moveTo>
                  <a:pt x="29867" y="0"/>
                </a:moveTo>
                <a:lnTo>
                  <a:pt x="30025" y="0"/>
                </a:lnTo>
                <a:lnTo>
                  <a:pt x="30025" y="117"/>
                </a:lnTo>
                <a:lnTo>
                  <a:pt x="29867" y="117"/>
                </a:lnTo>
                <a:lnTo>
                  <a:pt x="29867" y="0"/>
                </a:lnTo>
                <a:moveTo>
                  <a:pt x="30131" y="0"/>
                </a:moveTo>
                <a:lnTo>
                  <a:pt x="30290" y="0"/>
                </a:lnTo>
                <a:lnTo>
                  <a:pt x="30290" y="117"/>
                </a:lnTo>
                <a:lnTo>
                  <a:pt x="30131" y="117"/>
                </a:lnTo>
                <a:lnTo>
                  <a:pt x="30131" y="0"/>
                </a:lnTo>
                <a:moveTo>
                  <a:pt x="30396" y="0"/>
                </a:moveTo>
                <a:lnTo>
                  <a:pt x="30554" y="0"/>
                </a:lnTo>
                <a:lnTo>
                  <a:pt x="30554" y="117"/>
                </a:lnTo>
                <a:lnTo>
                  <a:pt x="30396" y="117"/>
                </a:lnTo>
                <a:lnTo>
                  <a:pt x="30396" y="0"/>
                </a:lnTo>
                <a:moveTo>
                  <a:pt x="30660" y="0"/>
                </a:moveTo>
                <a:lnTo>
                  <a:pt x="30725" y="0"/>
                </a:lnTo>
                <a:cubicBezTo>
                  <a:pt x="30767" y="0"/>
                  <a:pt x="30807" y="10"/>
                  <a:pt x="30843" y="31"/>
                </a:cubicBezTo>
                <a:lnTo>
                  <a:pt x="30787" y="133"/>
                </a:lnTo>
                <a:cubicBezTo>
                  <a:pt x="30767" y="122"/>
                  <a:pt x="30747" y="117"/>
                  <a:pt x="30725" y="117"/>
                </a:cubicBezTo>
                <a:lnTo>
                  <a:pt x="30660" y="117"/>
                </a:lnTo>
                <a:lnTo>
                  <a:pt x="30660" y="0"/>
                </a:lnTo>
                <a:moveTo>
                  <a:pt x="30940" y="130"/>
                </a:moveTo>
                <a:cubicBezTo>
                  <a:pt x="30959" y="166"/>
                  <a:pt x="30968" y="204"/>
                  <a:pt x="30968" y="244"/>
                </a:cubicBezTo>
                <a:lnTo>
                  <a:pt x="30968" y="313"/>
                </a:lnTo>
                <a:lnTo>
                  <a:pt x="30852" y="313"/>
                </a:lnTo>
                <a:lnTo>
                  <a:pt x="30852" y="244"/>
                </a:lnTo>
                <a:cubicBezTo>
                  <a:pt x="30852" y="223"/>
                  <a:pt x="30847" y="203"/>
                  <a:pt x="30837" y="185"/>
                </a:cubicBezTo>
                <a:lnTo>
                  <a:pt x="30940" y="130"/>
                </a:lnTo>
                <a:moveTo>
                  <a:pt x="30968" y="420"/>
                </a:moveTo>
                <a:lnTo>
                  <a:pt x="30968" y="578"/>
                </a:lnTo>
                <a:lnTo>
                  <a:pt x="30852" y="578"/>
                </a:lnTo>
                <a:lnTo>
                  <a:pt x="30852" y="420"/>
                </a:lnTo>
                <a:lnTo>
                  <a:pt x="30968" y="420"/>
                </a:lnTo>
                <a:moveTo>
                  <a:pt x="30968" y="684"/>
                </a:moveTo>
                <a:lnTo>
                  <a:pt x="30968" y="843"/>
                </a:lnTo>
                <a:lnTo>
                  <a:pt x="30852" y="843"/>
                </a:lnTo>
                <a:lnTo>
                  <a:pt x="30852" y="684"/>
                </a:lnTo>
                <a:lnTo>
                  <a:pt x="30968" y="684"/>
                </a:lnTo>
                <a:moveTo>
                  <a:pt x="30968" y="949"/>
                </a:moveTo>
                <a:lnTo>
                  <a:pt x="30968" y="1107"/>
                </a:lnTo>
                <a:lnTo>
                  <a:pt x="30852" y="1107"/>
                </a:lnTo>
                <a:lnTo>
                  <a:pt x="30852" y="949"/>
                </a:lnTo>
                <a:lnTo>
                  <a:pt x="30968" y="949"/>
                </a:lnTo>
                <a:moveTo>
                  <a:pt x="30968" y="1213"/>
                </a:moveTo>
                <a:lnTo>
                  <a:pt x="30968" y="1372"/>
                </a:lnTo>
                <a:lnTo>
                  <a:pt x="30852" y="1372"/>
                </a:lnTo>
                <a:lnTo>
                  <a:pt x="30852" y="1213"/>
                </a:lnTo>
                <a:lnTo>
                  <a:pt x="30968" y="1213"/>
                </a:lnTo>
                <a:moveTo>
                  <a:pt x="30968" y="1478"/>
                </a:moveTo>
                <a:lnTo>
                  <a:pt x="30968" y="1636"/>
                </a:lnTo>
                <a:lnTo>
                  <a:pt x="30852" y="1636"/>
                </a:lnTo>
                <a:lnTo>
                  <a:pt x="30852" y="1478"/>
                </a:lnTo>
                <a:lnTo>
                  <a:pt x="30968" y="1478"/>
                </a:lnTo>
                <a:moveTo>
                  <a:pt x="30968" y="1742"/>
                </a:moveTo>
                <a:lnTo>
                  <a:pt x="30968" y="1901"/>
                </a:lnTo>
                <a:lnTo>
                  <a:pt x="30852" y="1901"/>
                </a:lnTo>
                <a:lnTo>
                  <a:pt x="30852" y="1742"/>
                </a:lnTo>
                <a:lnTo>
                  <a:pt x="30968" y="1742"/>
                </a:lnTo>
                <a:moveTo>
                  <a:pt x="30968" y="2007"/>
                </a:moveTo>
                <a:lnTo>
                  <a:pt x="30968" y="2165"/>
                </a:lnTo>
                <a:lnTo>
                  <a:pt x="30852" y="2165"/>
                </a:lnTo>
                <a:lnTo>
                  <a:pt x="30852" y="2007"/>
                </a:lnTo>
                <a:lnTo>
                  <a:pt x="30968" y="2007"/>
                </a:lnTo>
                <a:moveTo>
                  <a:pt x="30968" y="2271"/>
                </a:moveTo>
                <a:lnTo>
                  <a:pt x="30968" y="2430"/>
                </a:lnTo>
                <a:lnTo>
                  <a:pt x="30852" y="2430"/>
                </a:lnTo>
                <a:lnTo>
                  <a:pt x="30852" y="2271"/>
                </a:lnTo>
                <a:lnTo>
                  <a:pt x="30968" y="2271"/>
                </a:lnTo>
                <a:moveTo>
                  <a:pt x="30968" y="2536"/>
                </a:moveTo>
                <a:lnTo>
                  <a:pt x="30968" y="2694"/>
                </a:lnTo>
                <a:lnTo>
                  <a:pt x="30852" y="2694"/>
                </a:lnTo>
                <a:lnTo>
                  <a:pt x="30852" y="2536"/>
                </a:lnTo>
                <a:lnTo>
                  <a:pt x="30968" y="2536"/>
                </a:lnTo>
                <a:moveTo>
                  <a:pt x="30968" y="2800"/>
                </a:moveTo>
                <a:lnTo>
                  <a:pt x="30968" y="2959"/>
                </a:lnTo>
                <a:lnTo>
                  <a:pt x="30852" y="2959"/>
                </a:lnTo>
                <a:lnTo>
                  <a:pt x="30852" y="2800"/>
                </a:lnTo>
                <a:lnTo>
                  <a:pt x="30968" y="2800"/>
                </a:lnTo>
                <a:moveTo>
                  <a:pt x="30968" y="3065"/>
                </a:moveTo>
                <a:lnTo>
                  <a:pt x="30968" y="3223"/>
                </a:lnTo>
                <a:lnTo>
                  <a:pt x="30852" y="3223"/>
                </a:lnTo>
                <a:lnTo>
                  <a:pt x="30852" y="3065"/>
                </a:lnTo>
                <a:lnTo>
                  <a:pt x="30968" y="3065"/>
                </a:lnTo>
                <a:moveTo>
                  <a:pt x="30967" y="3333"/>
                </a:moveTo>
                <a:cubicBezTo>
                  <a:pt x="30962" y="3408"/>
                  <a:pt x="30928" y="3468"/>
                  <a:pt x="30867" y="3511"/>
                </a:cubicBezTo>
                <a:lnTo>
                  <a:pt x="30799" y="3417"/>
                </a:lnTo>
                <a:cubicBezTo>
                  <a:pt x="30831" y="3394"/>
                  <a:pt x="30848" y="3363"/>
                  <a:pt x="30851" y="3324"/>
                </a:cubicBezTo>
                <a:lnTo>
                  <a:pt x="30967" y="3333"/>
                </a:lnTo>
                <a:moveTo>
                  <a:pt x="30736" y="3557"/>
                </a:moveTo>
                <a:cubicBezTo>
                  <a:pt x="30733" y="3557"/>
                  <a:pt x="30729" y="3557"/>
                  <a:pt x="30725" y="3557"/>
                </a:cubicBezTo>
                <a:lnTo>
                  <a:pt x="30575" y="3557"/>
                </a:lnTo>
                <a:lnTo>
                  <a:pt x="30575" y="3441"/>
                </a:lnTo>
                <a:lnTo>
                  <a:pt x="30725" y="3441"/>
                </a:lnTo>
                <a:cubicBezTo>
                  <a:pt x="30727" y="3441"/>
                  <a:pt x="30729" y="3441"/>
                  <a:pt x="30731" y="3441"/>
                </a:cubicBezTo>
                <a:lnTo>
                  <a:pt x="30736" y="3557"/>
                </a:lnTo>
                <a:moveTo>
                  <a:pt x="30470" y="3557"/>
                </a:moveTo>
                <a:lnTo>
                  <a:pt x="30311" y="3557"/>
                </a:lnTo>
                <a:lnTo>
                  <a:pt x="30311" y="3441"/>
                </a:lnTo>
                <a:lnTo>
                  <a:pt x="30470" y="3441"/>
                </a:lnTo>
                <a:lnTo>
                  <a:pt x="30470" y="3557"/>
                </a:lnTo>
                <a:moveTo>
                  <a:pt x="30205" y="3557"/>
                </a:moveTo>
                <a:lnTo>
                  <a:pt x="30046" y="3557"/>
                </a:lnTo>
                <a:lnTo>
                  <a:pt x="30046" y="3441"/>
                </a:lnTo>
                <a:lnTo>
                  <a:pt x="30205" y="3441"/>
                </a:lnTo>
                <a:lnTo>
                  <a:pt x="30205" y="3557"/>
                </a:lnTo>
                <a:moveTo>
                  <a:pt x="29941" y="3557"/>
                </a:moveTo>
                <a:lnTo>
                  <a:pt x="29782" y="3557"/>
                </a:lnTo>
                <a:lnTo>
                  <a:pt x="29782" y="3441"/>
                </a:lnTo>
                <a:lnTo>
                  <a:pt x="29941" y="3441"/>
                </a:lnTo>
                <a:lnTo>
                  <a:pt x="29941" y="3557"/>
                </a:lnTo>
                <a:moveTo>
                  <a:pt x="29676" y="3557"/>
                </a:moveTo>
                <a:lnTo>
                  <a:pt x="29517" y="3557"/>
                </a:lnTo>
                <a:lnTo>
                  <a:pt x="29517" y="3441"/>
                </a:lnTo>
                <a:lnTo>
                  <a:pt x="29676" y="3441"/>
                </a:lnTo>
                <a:lnTo>
                  <a:pt x="29676" y="3557"/>
                </a:lnTo>
                <a:moveTo>
                  <a:pt x="29412" y="3557"/>
                </a:moveTo>
                <a:lnTo>
                  <a:pt x="29253" y="3557"/>
                </a:lnTo>
                <a:lnTo>
                  <a:pt x="29253" y="3441"/>
                </a:lnTo>
                <a:lnTo>
                  <a:pt x="29412" y="3441"/>
                </a:lnTo>
                <a:lnTo>
                  <a:pt x="29412" y="3557"/>
                </a:lnTo>
                <a:moveTo>
                  <a:pt x="29147" y="3557"/>
                </a:moveTo>
                <a:lnTo>
                  <a:pt x="28988" y="3557"/>
                </a:lnTo>
                <a:lnTo>
                  <a:pt x="28988" y="3441"/>
                </a:lnTo>
                <a:lnTo>
                  <a:pt x="29147" y="3441"/>
                </a:lnTo>
                <a:lnTo>
                  <a:pt x="29147" y="3557"/>
                </a:lnTo>
                <a:moveTo>
                  <a:pt x="28883" y="3557"/>
                </a:moveTo>
                <a:lnTo>
                  <a:pt x="28724" y="3557"/>
                </a:lnTo>
                <a:lnTo>
                  <a:pt x="28724" y="3441"/>
                </a:lnTo>
                <a:lnTo>
                  <a:pt x="28883" y="3441"/>
                </a:lnTo>
                <a:lnTo>
                  <a:pt x="28883" y="3557"/>
                </a:lnTo>
                <a:moveTo>
                  <a:pt x="28618" y="3557"/>
                </a:moveTo>
                <a:lnTo>
                  <a:pt x="28459" y="3557"/>
                </a:lnTo>
                <a:lnTo>
                  <a:pt x="28459" y="3441"/>
                </a:lnTo>
                <a:lnTo>
                  <a:pt x="28618" y="3441"/>
                </a:lnTo>
                <a:lnTo>
                  <a:pt x="28618" y="3557"/>
                </a:lnTo>
                <a:moveTo>
                  <a:pt x="28354" y="3557"/>
                </a:moveTo>
                <a:lnTo>
                  <a:pt x="28195" y="3557"/>
                </a:lnTo>
                <a:lnTo>
                  <a:pt x="28195" y="3441"/>
                </a:lnTo>
                <a:lnTo>
                  <a:pt x="28354" y="3441"/>
                </a:lnTo>
                <a:lnTo>
                  <a:pt x="28354" y="3557"/>
                </a:lnTo>
                <a:moveTo>
                  <a:pt x="28089" y="3557"/>
                </a:moveTo>
                <a:lnTo>
                  <a:pt x="27931" y="3557"/>
                </a:lnTo>
                <a:lnTo>
                  <a:pt x="27931" y="3441"/>
                </a:lnTo>
                <a:lnTo>
                  <a:pt x="28089" y="3441"/>
                </a:lnTo>
                <a:lnTo>
                  <a:pt x="28089" y="3557"/>
                </a:lnTo>
                <a:moveTo>
                  <a:pt x="27825" y="3557"/>
                </a:moveTo>
                <a:lnTo>
                  <a:pt x="27666" y="3557"/>
                </a:lnTo>
                <a:lnTo>
                  <a:pt x="27666" y="3441"/>
                </a:lnTo>
                <a:lnTo>
                  <a:pt x="27825" y="3441"/>
                </a:lnTo>
                <a:lnTo>
                  <a:pt x="27825" y="3557"/>
                </a:lnTo>
                <a:moveTo>
                  <a:pt x="27560" y="3557"/>
                </a:moveTo>
                <a:lnTo>
                  <a:pt x="27402" y="3557"/>
                </a:lnTo>
                <a:lnTo>
                  <a:pt x="27402" y="3441"/>
                </a:lnTo>
                <a:lnTo>
                  <a:pt x="27560" y="3441"/>
                </a:lnTo>
                <a:lnTo>
                  <a:pt x="27560" y="3557"/>
                </a:lnTo>
                <a:moveTo>
                  <a:pt x="27296" y="3557"/>
                </a:moveTo>
                <a:lnTo>
                  <a:pt x="27137" y="3557"/>
                </a:lnTo>
                <a:lnTo>
                  <a:pt x="27137" y="3441"/>
                </a:lnTo>
                <a:lnTo>
                  <a:pt x="27296" y="3441"/>
                </a:lnTo>
                <a:lnTo>
                  <a:pt x="27296" y="3557"/>
                </a:lnTo>
                <a:moveTo>
                  <a:pt x="27031" y="3557"/>
                </a:moveTo>
                <a:lnTo>
                  <a:pt x="26873" y="3557"/>
                </a:lnTo>
                <a:lnTo>
                  <a:pt x="26873" y="3441"/>
                </a:lnTo>
                <a:lnTo>
                  <a:pt x="27031" y="3441"/>
                </a:lnTo>
                <a:lnTo>
                  <a:pt x="27031" y="3557"/>
                </a:lnTo>
                <a:moveTo>
                  <a:pt x="26767" y="3557"/>
                </a:moveTo>
                <a:lnTo>
                  <a:pt x="26608" y="3557"/>
                </a:lnTo>
                <a:lnTo>
                  <a:pt x="26608" y="3441"/>
                </a:lnTo>
                <a:lnTo>
                  <a:pt x="26767" y="3441"/>
                </a:lnTo>
                <a:lnTo>
                  <a:pt x="26767" y="3557"/>
                </a:lnTo>
                <a:moveTo>
                  <a:pt x="26502" y="3557"/>
                </a:moveTo>
                <a:lnTo>
                  <a:pt x="26344" y="3557"/>
                </a:lnTo>
                <a:lnTo>
                  <a:pt x="26344" y="3441"/>
                </a:lnTo>
                <a:lnTo>
                  <a:pt x="26502" y="3441"/>
                </a:lnTo>
                <a:lnTo>
                  <a:pt x="26502" y="3557"/>
                </a:lnTo>
                <a:moveTo>
                  <a:pt x="26238" y="3557"/>
                </a:moveTo>
                <a:lnTo>
                  <a:pt x="26079" y="3557"/>
                </a:lnTo>
                <a:lnTo>
                  <a:pt x="26079" y="3441"/>
                </a:lnTo>
                <a:lnTo>
                  <a:pt x="26238" y="3441"/>
                </a:lnTo>
                <a:lnTo>
                  <a:pt x="26238" y="3557"/>
                </a:lnTo>
                <a:moveTo>
                  <a:pt x="25973" y="3557"/>
                </a:moveTo>
                <a:lnTo>
                  <a:pt x="25815" y="3557"/>
                </a:lnTo>
                <a:lnTo>
                  <a:pt x="25815" y="3441"/>
                </a:lnTo>
                <a:lnTo>
                  <a:pt x="25973" y="3441"/>
                </a:lnTo>
                <a:lnTo>
                  <a:pt x="25973" y="3557"/>
                </a:lnTo>
                <a:moveTo>
                  <a:pt x="25709" y="3557"/>
                </a:moveTo>
                <a:lnTo>
                  <a:pt x="25550" y="3557"/>
                </a:lnTo>
                <a:lnTo>
                  <a:pt x="25550" y="3441"/>
                </a:lnTo>
                <a:lnTo>
                  <a:pt x="25709" y="3441"/>
                </a:lnTo>
                <a:lnTo>
                  <a:pt x="25709" y="3557"/>
                </a:lnTo>
                <a:moveTo>
                  <a:pt x="25444" y="3557"/>
                </a:moveTo>
                <a:lnTo>
                  <a:pt x="25286" y="3557"/>
                </a:lnTo>
                <a:lnTo>
                  <a:pt x="25286" y="3441"/>
                </a:lnTo>
                <a:lnTo>
                  <a:pt x="25444" y="3441"/>
                </a:lnTo>
                <a:lnTo>
                  <a:pt x="25444" y="3557"/>
                </a:lnTo>
                <a:moveTo>
                  <a:pt x="25180" y="3557"/>
                </a:moveTo>
                <a:lnTo>
                  <a:pt x="25021" y="3557"/>
                </a:lnTo>
                <a:lnTo>
                  <a:pt x="25021" y="3441"/>
                </a:lnTo>
                <a:lnTo>
                  <a:pt x="25180" y="3441"/>
                </a:lnTo>
                <a:lnTo>
                  <a:pt x="25180" y="3557"/>
                </a:lnTo>
                <a:moveTo>
                  <a:pt x="24916" y="3557"/>
                </a:moveTo>
                <a:lnTo>
                  <a:pt x="24757" y="3557"/>
                </a:lnTo>
                <a:lnTo>
                  <a:pt x="24757" y="3441"/>
                </a:lnTo>
                <a:lnTo>
                  <a:pt x="24916" y="3441"/>
                </a:lnTo>
                <a:lnTo>
                  <a:pt x="24916" y="3557"/>
                </a:lnTo>
                <a:moveTo>
                  <a:pt x="24651" y="3557"/>
                </a:moveTo>
                <a:lnTo>
                  <a:pt x="24492" y="3557"/>
                </a:lnTo>
                <a:lnTo>
                  <a:pt x="24492" y="3441"/>
                </a:lnTo>
                <a:lnTo>
                  <a:pt x="24651" y="3441"/>
                </a:lnTo>
                <a:lnTo>
                  <a:pt x="24651" y="3557"/>
                </a:lnTo>
                <a:moveTo>
                  <a:pt x="24387" y="3557"/>
                </a:moveTo>
                <a:lnTo>
                  <a:pt x="24228" y="3557"/>
                </a:lnTo>
                <a:lnTo>
                  <a:pt x="24228" y="3441"/>
                </a:lnTo>
                <a:lnTo>
                  <a:pt x="24387" y="3441"/>
                </a:lnTo>
                <a:lnTo>
                  <a:pt x="24387" y="3557"/>
                </a:lnTo>
                <a:moveTo>
                  <a:pt x="24122" y="3557"/>
                </a:moveTo>
                <a:lnTo>
                  <a:pt x="23963" y="3557"/>
                </a:lnTo>
                <a:lnTo>
                  <a:pt x="23963" y="3441"/>
                </a:lnTo>
                <a:lnTo>
                  <a:pt x="24122" y="3441"/>
                </a:lnTo>
                <a:lnTo>
                  <a:pt x="24122" y="3557"/>
                </a:lnTo>
                <a:moveTo>
                  <a:pt x="23858" y="3557"/>
                </a:moveTo>
                <a:lnTo>
                  <a:pt x="23699" y="3557"/>
                </a:lnTo>
                <a:lnTo>
                  <a:pt x="23699" y="3441"/>
                </a:lnTo>
                <a:lnTo>
                  <a:pt x="23858" y="3441"/>
                </a:lnTo>
                <a:lnTo>
                  <a:pt x="23858" y="3557"/>
                </a:lnTo>
                <a:moveTo>
                  <a:pt x="23593" y="3557"/>
                </a:moveTo>
                <a:lnTo>
                  <a:pt x="23434" y="3557"/>
                </a:lnTo>
                <a:lnTo>
                  <a:pt x="23434" y="3441"/>
                </a:lnTo>
                <a:lnTo>
                  <a:pt x="23593" y="3441"/>
                </a:lnTo>
                <a:lnTo>
                  <a:pt x="23593" y="3557"/>
                </a:lnTo>
                <a:moveTo>
                  <a:pt x="23329" y="3557"/>
                </a:moveTo>
                <a:lnTo>
                  <a:pt x="23170" y="3557"/>
                </a:lnTo>
                <a:lnTo>
                  <a:pt x="23170" y="3441"/>
                </a:lnTo>
                <a:lnTo>
                  <a:pt x="23329" y="3441"/>
                </a:lnTo>
                <a:lnTo>
                  <a:pt x="23329" y="3557"/>
                </a:lnTo>
                <a:moveTo>
                  <a:pt x="23064" y="3557"/>
                </a:moveTo>
                <a:lnTo>
                  <a:pt x="22905" y="3557"/>
                </a:lnTo>
                <a:lnTo>
                  <a:pt x="22905" y="3441"/>
                </a:lnTo>
                <a:lnTo>
                  <a:pt x="23064" y="3441"/>
                </a:lnTo>
                <a:lnTo>
                  <a:pt x="23064" y="3557"/>
                </a:lnTo>
                <a:moveTo>
                  <a:pt x="22800" y="3557"/>
                </a:moveTo>
                <a:lnTo>
                  <a:pt x="22641" y="3557"/>
                </a:lnTo>
                <a:lnTo>
                  <a:pt x="22641" y="3441"/>
                </a:lnTo>
                <a:lnTo>
                  <a:pt x="22800" y="3441"/>
                </a:lnTo>
                <a:lnTo>
                  <a:pt x="22800" y="3557"/>
                </a:lnTo>
                <a:moveTo>
                  <a:pt x="22535" y="3557"/>
                </a:moveTo>
                <a:lnTo>
                  <a:pt x="22376" y="3557"/>
                </a:lnTo>
                <a:lnTo>
                  <a:pt x="22376" y="3441"/>
                </a:lnTo>
                <a:lnTo>
                  <a:pt x="22535" y="3441"/>
                </a:lnTo>
                <a:lnTo>
                  <a:pt x="22535" y="3557"/>
                </a:lnTo>
                <a:moveTo>
                  <a:pt x="22271" y="3557"/>
                </a:moveTo>
                <a:lnTo>
                  <a:pt x="22112" y="3557"/>
                </a:lnTo>
                <a:lnTo>
                  <a:pt x="22112" y="3441"/>
                </a:lnTo>
                <a:lnTo>
                  <a:pt x="22271" y="3441"/>
                </a:lnTo>
                <a:lnTo>
                  <a:pt x="22271" y="3557"/>
                </a:lnTo>
                <a:moveTo>
                  <a:pt x="22006" y="3557"/>
                </a:moveTo>
                <a:lnTo>
                  <a:pt x="21847" y="3557"/>
                </a:lnTo>
                <a:lnTo>
                  <a:pt x="21847" y="3441"/>
                </a:lnTo>
                <a:lnTo>
                  <a:pt x="22006" y="3441"/>
                </a:lnTo>
                <a:lnTo>
                  <a:pt x="22006" y="3557"/>
                </a:lnTo>
                <a:moveTo>
                  <a:pt x="21742" y="3557"/>
                </a:moveTo>
                <a:lnTo>
                  <a:pt x="21583" y="3557"/>
                </a:lnTo>
                <a:lnTo>
                  <a:pt x="21583" y="3441"/>
                </a:lnTo>
                <a:lnTo>
                  <a:pt x="21742" y="3441"/>
                </a:lnTo>
                <a:lnTo>
                  <a:pt x="21742" y="3557"/>
                </a:lnTo>
                <a:moveTo>
                  <a:pt x="21477" y="3557"/>
                </a:moveTo>
                <a:lnTo>
                  <a:pt x="21319" y="3557"/>
                </a:lnTo>
                <a:lnTo>
                  <a:pt x="21319" y="3441"/>
                </a:lnTo>
                <a:lnTo>
                  <a:pt x="21477" y="3441"/>
                </a:lnTo>
                <a:lnTo>
                  <a:pt x="21477" y="3557"/>
                </a:lnTo>
                <a:moveTo>
                  <a:pt x="21213" y="3557"/>
                </a:moveTo>
                <a:lnTo>
                  <a:pt x="21054" y="3557"/>
                </a:lnTo>
                <a:lnTo>
                  <a:pt x="21054" y="3441"/>
                </a:lnTo>
                <a:lnTo>
                  <a:pt x="21213" y="3441"/>
                </a:lnTo>
                <a:lnTo>
                  <a:pt x="21213" y="3557"/>
                </a:lnTo>
                <a:moveTo>
                  <a:pt x="20948" y="3557"/>
                </a:moveTo>
                <a:lnTo>
                  <a:pt x="20790" y="3557"/>
                </a:lnTo>
                <a:lnTo>
                  <a:pt x="20790" y="3441"/>
                </a:lnTo>
                <a:lnTo>
                  <a:pt x="20948" y="3441"/>
                </a:lnTo>
                <a:lnTo>
                  <a:pt x="20948" y="3557"/>
                </a:lnTo>
                <a:moveTo>
                  <a:pt x="20684" y="3557"/>
                </a:moveTo>
                <a:lnTo>
                  <a:pt x="20525" y="3557"/>
                </a:lnTo>
                <a:lnTo>
                  <a:pt x="20525" y="3441"/>
                </a:lnTo>
                <a:lnTo>
                  <a:pt x="20684" y="3441"/>
                </a:lnTo>
                <a:lnTo>
                  <a:pt x="20684" y="3557"/>
                </a:lnTo>
                <a:moveTo>
                  <a:pt x="20419" y="3557"/>
                </a:moveTo>
                <a:lnTo>
                  <a:pt x="20261" y="3557"/>
                </a:lnTo>
                <a:lnTo>
                  <a:pt x="20261" y="3441"/>
                </a:lnTo>
                <a:lnTo>
                  <a:pt x="20419" y="3441"/>
                </a:lnTo>
                <a:lnTo>
                  <a:pt x="20419" y="3557"/>
                </a:lnTo>
                <a:moveTo>
                  <a:pt x="20155" y="3557"/>
                </a:moveTo>
                <a:lnTo>
                  <a:pt x="19996" y="3557"/>
                </a:lnTo>
                <a:lnTo>
                  <a:pt x="19996" y="3441"/>
                </a:lnTo>
                <a:lnTo>
                  <a:pt x="20155" y="3441"/>
                </a:lnTo>
                <a:lnTo>
                  <a:pt x="20155" y="3557"/>
                </a:lnTo>
                <a:moveTo>
                  <a:pt x="19890" y="3557"/>
                </a:moveTo>
                <a:lnTo>
                  <a:pt x="19732" y="3557"/>
                </a:lnTo>
                <a:lnTo>
                  <a:pt x="19732" y="3441"/>
                </a:lnTo>
                <a:lnTo>
                  <a:pt x="19890" y="3441"/>
                </a:lnTo>
                <a:lnTo>
                  <a:pt x="19890" y="3557"/>
                </a:lnTo>
                <a:moveTo>
                  <a:pt x="19626" y="3557"/>
                </a:moveTo>
                <a:lnTo>
                  <a:pt x="19467" y="3557"/>
                </a:lnTo>
                <a:lnTo>
                  <a:pt x="19467" y="3441"/>
                </a:lnTo>
                <a:lnTo>
                  <a:pt x="19626" y="3441"/>
                </a:lnTo>
                <a:lnTo>
                  <a:pt x="19626" y="3557"/>
                </a:lnTo>
                <a:moveTo>
                  <a:pt x="19361" y="3557"/>
                </a:moveTo>
                <a:lnTo>
                  <a:pt x="19203" y="3557"/>
                </a:lnTo>
                <a:lnTo>
                  <a:pt x="19203" y="3441"/>
                </a:lnTo>
                <a:lnTo>
                  <a:pt x="19361" y="3441"/>
                </a:lnTo>
                <a:lnTo>
                  <a:pt x="19361" y="3557"/>
                </a:lnTo>
                <a:moveTo>
                  <a:pt x="19097" y="3557"/>
                </a:moveTo>
                <a:lnTo>
                  <a:pt x="18938" y="3557"/>
                </a:lnTo>
                <a:lnTo>
                  <a:pt x="18938" y="3441"/>
                </a:lnTo>
                <a:lnTo>
                  <a:pt x="19097" y="3441"/>
                </a:lnTo>
                <a:lnTo>
                  <a:pt x="19097" y="3557"/>
                </a:lnTo>
                <a:moveTo>
                  <a:pt x="18832" y="3557"/>
                </a:moveTo>
                <a:lnTo>
                  <a:pt x="18674" y="3557"/>
                </a:lnTo>
                <a:lnTo>
                  <a:pt x="18674" y="3441"/>
                </a:lnTo>
                <a:lnTo>
                  <a:pt x="18832" y="3441"/>
                </a:lnTo>
                <a:lnTo>
                  <a:pt x="18832" y="3557"/>
                </a:lnTo>
                <a:moveTo>
                  <a:pt x="18568" y="3557"/>
                </a:moveTo>
                <a:lnTo>
                  <a:pt x="18409" y="3557"/>
                </a:lnTo>
                <a:lnTo>
                  <a:pt x="18409" y="3441"/>
                </a:lnTo>
                <a:lnTo>
                  <a:pt x="18568" y="3441"/>
                </a:lnTo>
                <a:lnTo>
                  <a:pt x="18568" y="3557"/>
                </a:lnTo>
                <a:moveTo>
                  <a:pt x="18303" y="3557"/>
                </a:moveTo>
                <a:lnTo>
                  <a:pt x="18145" y="3557"/>
                </a:lnTo>
                <a:lnTo>
                  <a:pt x="18145" y="3441"/>
                </a:lnTo>
                <a:lnTo>
                  <a:pt x="18303" y="3441"/>
                </a:lnTo>
                <a:lnTo>
                  <a:pt x="18303" y="3557"/>
                </a:lnTo>
                <a:moveTo>
                  <a:pt x="18039" y="3557"/>
                </a:moveTo>
                <a:lnTo>
                  <a:pt x="17880" y="3557"/>
                </a:lnTo>
                <a:lnTo>
                  <a:pt x="17880" y="3441"/>
                </a:lnTo>
                <a:lnTo>
                  <a:pt x="18039" y="3441"/>
                </a:lnTo>
                <a:lnTo>
                  <a:pt x="18039" y="3557"/>
                </a:lnTo>
                <a:moveTo>
                  <a:pt x="17775" y="3557"/>
                </a:moveTo>
                <a:lnTo>
                  <a:pt x="17616" y="3557"/>
                </a:lnTo>
                <a:lnTo>
                  <a:pt x="17616" y="3441"/>
                </a:lnTo>
                <a:lnTo>
                  <a:pt x="17775" y="3441"/>
                </a:lnTo>
                <a:lnTo>
                  <a:pt x="17775" y="3557"/>
                </a:lnTo>
                <a:moveTo>
                  <a:pt x="17510" y="3557"/>
                </a:moveTo>
                <a:lnTo>
                  <a:pt x="17351" y="3557"/>
                </a:lnTo>
                <a:lnTo>
                  <a:pt x="17351" y="3441"/>
                </a:lnTo>
                <a:lnTo>
                  <a:pt x="17510" y="3441"/>
                </a:lnTo>
                <a:lnTo>
                  <a:pt x="17510" y="3557"/>
                </a:lnTo>
                <a:moveTo>
                  <a:pt x="17246" y="3557"/>
                </a:moveTo>
                <a:lnTo>
                  <a:pt x="17087" y="3557"/>
                </a:lnTo>
                <a:lnTo>
                  <a:pt x="17087" y="3441"/>
                </a:lnTo>
                <a:lnTo>
                  <a:pt x="17246" y="3441"/>
                </a:lnTo>
                <a:lnTo>
                  <a:pt x="17246" y="3557"/>
                </a:lnTo>
                <a:moveTo>
                  <a:pt x="16981" y="3557"/>
                </a:moveTo>
                <a:lnTo>
                  <a:pt x="16822" y="3557"/>
                </a:lnTo>
                <a:lnTo>
                  <a:pt x="16822" y="3441"/>
                </a:lnTo>
                <a:lnTo>
                  <a:pt x="16981" y="3441"/>
                </a:lnTo>
                <a:lnTo>
                  <a:pt x="16981" y="3557"/>
                </a:lnTo>
                <a:moveTo>
                  <a:pt x="16717" y="3557"/>
                </a:moveTo>
                <a:lnTo>
                  <a:pt x="16558" y="3557"/>
                </a:lnTo>
                <a:lnTo>
                  <a:pt x="16558" y="3441"/>
                </a:lnTo>
                <a:lnTo>
                  <a:pt x="16717" y="3441"/>
                </a:lnTo>
                <a:lnTo>
                  <a:pt x="16717" y="3557"/>
                </a:lnTo>
                <a:moveTo>
                  <a:pt x="16452" y="3557"/>
                </a:moveTo>
                <a:lnTo>
                  <a:pt x="16293" y="3557"/>
                </a:lnTo>
                <a:lnTo>
                  <a:pt x="16293" y="3441"/>
                </a:lnTo>
                <a:lnTo>
                  <a:pt x="16452" y="3441"/>
                </a:lnTo>
                <a:lnTo>
                  <a:pt x="16452" y="3557"/>
                </a:lnTo>
                <a:moveTo>
                  <a:pt x="16188" y="3557"/>
                </a:moveTo>
                <a:lnTo>
                  <a:pt x="16029" y="3557"/>
                </a:lnTo>
                <a:lnTo>
                  <a:pt x="16029" y="3441"/>
                </a:lnTo>
                <a:lnTo>
                  <a:pt x="16188" y="3441"/>
                </a:lnTo>
                <a:lnTo>
                  <a:pt x="16188" y="3557"/>
                </a:lnTo>
                <a:moveTo>
                  <a:pt x="15923" y="3557"/>
                </a:moveTo>
                <a:lnTo>
                  <a:pt x="15764" y="3557"/>
                </a:lnTo>
                <a:lnTo>
                  <a:pt x="15764" y="3441"/>
                </a:lnTo>
                <a:lnTo>
                  <a:pt x="15923" y="3441"/>
                </a:lnTo>
                <a:lnTo>
                  <a:pt x="15923" y="3557"/>
                </a:lnTo>
                <a:moveTo>
                  <a:pt x="15659" y="3557"/>
                </a:moveTo>
                <a:lnTo>
                  <a:pt x="15500" y="3557"/>
                </a:lnTo>
                <a:lnTo>
                  <a:pt x="15500" y="3441"/>
                </a:lnTo>
                <a:lnTo>
                  <a:pt x="15659" y="3441"/>
                </a:lnTo>
                <a:lnTo>
                  <a:pt x="15659" y="3557"/>
                </a:lnTo>
                <a:moveTo>
                  <a:pt x="15394" y="3557"/>
                </a:moveTo>
                <a:lnTo>
                  <a:pt x="15235" y="3557"/>
                </a:lnTo>
                <a:lnTo>
                  <a:pt x="15235" y="3441"/>
                </a:lnTo>
                <a:lnTo>
                  <a:pt x="15394" y="3441"/>
                </a:lnTo>
                <a:lnTo>
                  <a:pt x="15394" y="3557"/>
                </a:lnTo>
                <a:moveTo>
                  <a:pt x="15130" y="3557"/>
                </a:moveTo>
                <a:lnTo>
                  <a:pt x="14971" y="3557"/>
                </a:lnTo>
                <a:lnTo>
                  <a:pt x="14971" y="3441"/>
                </a:lnTo>
                <a:lnTo>
                  <a:pt x="15130" y="3441"/>
                </a:lnTo>
                <a:lnTo>
                  <a:pt x="15130" y="3557"/>
                </a:lnTo>
                <a:moveTo>
                  <a:pt x="14865" y="3557"/>
                </a:moveTo>
                <a:lnTo>
                  <a:pt x="14706" y="3557"/>
                </a:lnTo>
                <a:lnTo>
                  <a:pt x="14706" y="3441"/>
                </a:lnTo>
                <a:lnTo>
                  <a:pt x="14865" y="3441"/>
                </a:lnTo>
                <a:lnTo>
                  <a:pt x="14865" y="3557"/>
                </a:lnTo>
                <a:moveTo>
                  <a:pt x="14601" y="3557"/>
                </a:moveTo>
                <a:lnTo>
                  <a:pt x="14442" y="3557"/>
                </a:lnTo>
                <a:lnTo>
                  <a:pt x="14442" y="3441"/>
                </a:lnTo>
                <a:lnTo>
                  <a:pt x="14601" y="3441"/>
                </a:lnTo>
                <a:lnTo>
                  <a:pt x="14601" y="3557"/>
                </a:lnTo>
                <a:moveTo>
                  <a:pt x="14336" y="3557"/>
                </a:moveTo>
                <a:lnTo>
                  <a:pt x="14178" y="3557"/>
                </a:lnTo>
                <a:lnTo>
                  <a:pt x="14178" y="3441"/>
                </a:lnTo>
                <a:lnTo>
                  <a:pt x="14336" y="3441"/>
                </a:lnTo>
                <a:lnTo>
                  <a:pt x="14336" y="3557"/>
                </a:lnTo>
                <a:moveTo>
                  <a:pt x="14072" y="3557"/>
                </a:moveTo>
                <a:lnTo>
                  <a:pt x="13912" y="3557"/>
                </a:lnTo>
                <a:lnTo>
                  <a:pt x="13912" y="3441"/>
                </a:lnTo>
                <a:lnTo>
                  <a:pt x="14072" y="3441"/>
                </a:lnTo>
                <a:lnTo>
                  <a:pt x="14072" y="3557"/>
                </a:lnTo>
                <a:moveTo>
                  <a:pt x="13806" y="3557"/>
                </a:moveTo>
                <a:lnTo>
                  <a:pt x="13648" y="3557"/>
                </a:lnTo>
                <a:lnTo>
                  <a:pt x="13648" y="3441"/>
                </a:lnTo>
                <a:lnTo>
                  <a:pt x="13806" y="3441"/>
                </a:lnTo>
                <a:lnTo>
                  <a:pt x="13806" y="3557"/>
                </a:lnTo>
                <a:moveTo>
                  <a:pt x="13542" y="3557"/>
                </a:moveTo>
                <a:lnTo>
                  <a:pt x="13383" y="3557"/>
                </a:lnTo>
                <a:lnTo>
                  <a:pt x="13383" y="3441"/>
                </a:lnTo>
                <a:lnTo>
                  <a:pt x="13542" y="3441"/>
                </a:lnTo>
                <a:lnTo>
                  <a:pt x="13542" y="3557"/>
                </a:lnTo>
                <a:moveTo>
                  <a:pt x="13277" y="3557"/>
                </a:moveTo>
                <a:lnTo>
                  <a:pt x="13119" y="3557"/>
                </a:lnTo>
                <a:lnTo>
                  <a:pt x="13119" y="3441"/>
                </a:lnTo>
                <a:lnTo>
                  <a:pt x="13277" y="3441"/>
                </a:lnTo>
                <a:lnTo>
                  <a:pt x="13277" y="3557"/>
                </a:lnTo>
                <a:moveTo>
                  <a:pt x="13013" y="3557"/>
                </a:moveTo>
                <a:lnTo>
                  <a:pt x="12854" y="3557"/>
                </a:lnTo>
                <a:lnTo>
                  <a:pt x="12854" y="3441"/>
                </a:lnTo>
                <a:lnTo>
                  <a:pt x="13013" y="3441"/>
                </a:lnTo>
                <a:lnTo>
                  <a:pt x="13013" y="3557"/>
                </a:lnTo>
                <a:moveTo>
                  <a:pt x="12748" y="3557"/>
                </a:moveTo>
                <a:lnTo>
                  <a:pt x="12590" y="3557"/>
                </a:lnTo>
                <a:lnTo>
                  <a:pt x="12590" y="3441"/>
                </a:lnTo>
                <a:lnTo>
                  <a:pt x="12748" y="3441"/>
                </a:lnTo>
                <a:lnTo>
                  <a:pt x="12748" y="3557"/>
                </a:lnTo>
                <a:moveTo>
                  <a:pt x="12484" y="3557"/>
                </a:moveTo>
                <a:lnTo>
                  <a:pt x="12325" y="3557"/>
                </a:lnTo>
                <a:lnTo>
                  <a:pt x="12325" y="3441"/>
                </a:lnTo>
                <a:lnTo>
                  <a:pt x="12484" y="3441"/>
                </a:lnTo>
                <a:lnTo>
                  <a:pt x="12484" y="3557"/>
                </a:lnTo>
                <a:moveTo>
                  <a:pt x="12219" y="3557"/>
                </a:moveTo>
                <a:lnTo>
                  <a:pt x="12061" y="3557"/>
                </a:lnTo>
                <a:lnTo>
                  <a:pt x="12061" y="3441"/>
                </a:lnTo>
                <a:lnTo>
                  <a:pt x="12219" y="3441"/>
                </a:lnTo>
                <a:lnTo>
                  <a:pt x="12219" y="3557"/>
                </a:lnTo>
                <a:moveTo>
                  <a:pt x="11955" y="3557"/>
                </a:moveTo>
                <a:lnTo>
                  <a:pt x="11796" y="3557"/>
                </a:lnTo>
                <a:lnTo>
                  <a:pt x="11796" y="3441"/>
                </a:lnTo>
                <a:lnTo>
                  <a:pt x="11955" y="3441"/>
                </a:lnTo>
                <a:lnTo>
                  <a:pt x="11955" y="3557"/>
                </a:lnTo>
                <a:moveTo>
                  <a:pt x="11690" y="3557"/>
                </a:moveTo>
                <a:lnTo>
                  <a:pt x="11532" y="3557"/>
                </a:lnTo>
                <a:lnTo>
                  <a:pt x="11532" y="3441"/>
                </a:lnTo>
                <a:lnTo>
                  <a:pt x="11690" y="3441"/>
                </a:lnTo>
                <a:lnTo>
                  <a:pt x="11690" y="3557"/>
                </a:lnTo>
                <a:moveTo>
                  <a:pt x="11426" y="3557"/>
                </a:moveTo>
                <a:lnTo>
                  <a:pt x="11267" y="3557"/>
                </a:lnTo>
                <a:lnTo>
                  <a:pt x="11267" y="3441"/>
                </a:lnTo>
                <a:lnTo>
                  <a:pt x="11426" y="3441"/>
                </a:lnTo>
                <a:lnTo>
                  <a:pt x="11426" y="3557"/>
                </a:lnTo>
                <a:moveTo>
                  <a:pt x="11162" y="3557"/>
                </a:moveTo>
                <a:lnTo>
                  <a:pt x="11003" y="3557"/>
                </a:lnTo>
                <a:lnTo>
                  <a:pt x="11003" y="3441"/>
                </a:lnTo>
                <a:lnTo>
                  <a:pt x="11162" y="3441"/>
                </a:lnTo>
                <a:lnTo>
                  <a:pt x="11162" y="3557"/>
                </a:lnTo>
                <a:moveTo>
                  <a:pt x="10897" y="3557"/>
                </a:moveTo>
                <a:lnTo>
                  <a:pt x="10738" y="3557"/>
                </a:lnTo>
                <a:lnTo>
                  <a:pt x="10738" y="3441"/>
                </a:lnTo>
                <a:lnTo>
                  <a:pt x="10897" y="3441"/>
                </a:lnTo>
                <a:lnTo>
                  <a:pt x="10897" y="3557"/>
                </a:lnTo>
                <a:moveTo>
                  <a:pt x="10633" y="3557"/>
                </a:moveTo>
                <a:lnTo>
                  <a:pt x="10474" y="3557"/>
                </a:lnTo>
                <a:lnTo>
                  <a:pt x="10474" y="3441"/>
                </a:lnTo>
                <a:lnTo>
                  <a:pt x="10633" y="3441"/>
                </a:lnTo>
                <a:lnTo>
                  <a:pt x="10633" y="3557"/>
                </a:lnTo>
                <a:moveTo>
                  <a:pt x="10368" y="3557"/>
                </a:moveTo>
                <a:lnTo>
                  <a:pt x="10209" y="3557"/>
                </a:lnTo>
                <a:lnTo>
                  <a:pt x="10209" y="3441"/>
                </a:lnTo>
                <a:lnTo>
                  <a:pt x="10368" y="3441"/>
                </a:lnTo>
                <a:lnTo>
                  <a:pt x="10368" y="3557"/>
                </a:lnTo>
                <a:moveTo>
                  <a:pt x="10104" y="3557"/>
                </a:moveTo>
                <a:lnTo>
                  <a:pt x="9945" y="3557"/>
                </a:lnTo>
                <a:lnTo>
                  <a:pt x="9945" y="3441"/>
                </a:lnTo>
                <a:lnTo>
                  <a:pt x="10104" y="3441"/>
                </a:lnTo>
                <a:lnTo>
                  <a:pt x="10104" y="3557"/>
                </a:lnTo>
                <a:moveTo>
                  <a:pt x="9839" y="3557"/>
                </a:moveTo>
                <a:lnTo>
                  <a:pt x="9680" y="3557"/>
                </a:lnTo>
                <a:lnTo>
                  <a:pt x="9680" y="3441"/>
                </a:lnTo>
                <a:lnTo>
                  <a:pt x="9839" y="3441"/>
                </a:lnTo>
                <a:lnTo>
                  <a:pt x="9839" y="3557"/>
                </a:lnTo>
                <a:moveTo>
                  <a:pt x="9575" y="3557"/>
                </a:moveTo>
                <a:lnTo>
                  <a:pt x="9416" y="3557"/>
                </a:lnTo>
                <a:lnTo>
                  <a:pt x="9416" y="3441"/>
                </a:lnTo>
                <a:lnTo>
                  <a:pt x="9575" y="3441"/>
                </a:lnTo>
                <a:lnTo>
                  <a:pt x="9575" y="3557"/>
                </a:lnTo>
                <a:moveTo>
                  <a:pt x="9310" y="3557"/>
                </a:moveTo>
                <a:lnTo>
                  <a:pt x="9151" y="3557"/>
                </a:lnTo>
                <a:lnTo>
                  <a:pt x="9151" y="3441"/>
                </a:lnTo>
                <a:lnTo>
                  <a:pt x="9310" y="3441"/>
                </a:lnTo>
                <a:lnTo>
                  <a:pt x="9310" y="3557"/>
                </a:lnTo>
                <a:moveTo>
                  <a:pt x="9046" y="3557"/>
                </a:moveTo>
                <a:lnTo>
                  <a:pt x="8887" y="3557"/>
                </a:lnTo>
                <a:lnTo>
                  <a:pt x="8887" y="3441"/>
                </a:lnTo>
                <a:lnTo>
                  <a:pt x="9046" y="3441"/>
                </a:lnTo>
                <a:lnTo>
                  <a:pt x="9046" y="3557"/>
                </a:lnTo>
                <a:moveTo>
                  <a:pt x="8781" y="3557"/>
                </a:moveTo>
                <a:lnTo>
                  <a:pt x="8622" y="3557"/>
                </a:lnTo>
                <a:lnTo>
                  <a:pt x="8622" y="3441"/>
                </a:lnTo>
                <a:lnTo>
                  <a:pt x="8781" y="3441"/>
                </a:lnTo>
                <a:lnTo>
                  <a:pt x="8781" y="3557"/>
                </a:lnTo>
                <a:moveTo>
                  <a:pt x="8517" y="3557"/>
                </a:moveTo>
                <a:lnTo>
                  <a:pt x="8358" y="3557"/>
                </a:lnTo>
                <a:lnTo>
                  <a:pt x="8358" y="3441"/>
                </a:lnTo>
                <a:lnTo>
                  <a:pt x="8517" y="3441"/>
                </a:lnTo>
                <a:lnTo>
                  <a:pt x="8517" y="3557"/>
                </a:lnTo>
                <a:moveTo>
                  <a:pt x="8252" y="3557"/>
                </a:moveTo>
                <a:lnTo>
                  <a:pt x="8093" y="3557"/>
                </a:lnTo>
                <a:lnTo>
                  <a:pt x="8093" y="3441"/>
                </a:lnTo>
                <a:lnTo>
                  <a:pt x="8252" y="3441"/>
                </a:lnTo>
                <a:lnTo>
                  <a:pt x="8252" y="3557"/>
                </a:lnTo>
                <a:moveTo>
                  <a:pt x="7988" y="3557"/>
                </a:moveTo>
                <a:lnTo>
                  <a:pt x="7829" y="3557"/>
                </a:lnTo>
                <a:lnTo>
                  <a:pt x="7829" y="3441"/>
                </a:lnTo>
                <a:lnTo>
                  <a:pt x="7988" y="3441"/>
                </a:lnTo>
                <a:lnTo>
                  <a:pt x="7988" y="3557"/>
                </a:lnTo>
                <a:moveTo>
                  <a:pt x="7723" y="3557"/>
                </a:moveTo>
                <a:lnTo>
                  <a:pt x="7565" y="3557"/>
                </a:lnTo>
                <a:lnTo>
                  <a:pt x="7565" y="3441"/>
                </a:lnTo>
                <a:lnTo>
                  <a:pt x="7723" y="3441"/>
                </a:lnTo>
                <a:lnTo>
                  <a:pt x="7723" y="3557"/>
                </a:lnTo>
                <a:moveTo>
                  <a:pt x="7459" y="3557"/>
                </a:moveTo>
                <a:lnTo>
                  <a:pt x="7300" y="3557"/>
                </a:lnTo>
                <a:lnTo>
                  <a:pt x="7300" y="3441"/>
                </a:lnTo>
                <a:lnTo>
                  <a:pt x="7459" y="3441"/>
                </a:lnTo>
                <a:lnTo>
                  <a:pt x="7459" y="3557"/>
                </a:lnTo>
                <a:moveTo>
                  <a:pt x="7194" y="3557"/>
                </a:moveTo>
                <a:lnTo>
                  <a:pt x="7036" y="3557"/>
                </a:lnTo>
                <a:lnTo>
                  <a:pt x="7036" y="3441"/>
                </a:lnTo>
                <a:lnTo>
                  <a:pt x="7194" y="3441"/>
                </a:lnTo>
                <a:lnTo>
                  <a:pt x="7194" y="3557"/>
                </a:lnTo>
                <a:moveTo>
                  <a:pt x="6930" y="3557"/>
                </a:moveTo>
                <a:lnTo>
                  <a:pt x="6771" y="3557"/>
                </a:lnTo>
                <a:lnTo>
                  <a:pt x="6771" y="3441"/>
                </a:lnTo>
                <a:lnTo>
                  <a:pt x="6930" y="3441"/>
                </a:lnTo>
                <a:lnTo>
                  <a:pt x="6930" y="3557"/>
                </a:lnTo>
                <a:moveTo>
                  <a:pt x="6665" y="3557"/>
                </a:moveTo>
                <a:lnTo>
                  <a:pt x="6507" y="3557"/>
                </a:lnTo>
                <a:lnTo>
                  <a:pt x="6507" y="3441"/>
                </a:lnTo>
                <a:lnTo>
                  <a:pt x="6665" y="3441"/>
                </a:lnTo>
                <a:lnTo>
                  <a:pt x="6665" y="3557"/>
                </a:lnTo>
                <a:moveTo>
                  <a:pt x="6401" y="3557"/>
                </a:moveTo>
                <a:lnTo>
                  <a:pt x="6242" y="3557"/>
                </a:lnTo>
                <a:lnTo>
                  <a:pt x="6242" y="3441"/>
                </a:lnTo>
                <a:lnTo>
                  <a:pt x="6401" y="3441"/>
                </a:lnTo>
                <a:lnTo>
                  <a:pt x="6401" y="3557"/>
                </a:lnTo>
                <a:moveTo>
                  <a:pt x="6136" y="3557"/>
                </a:moveTo>
                <a:lnTo>
                  <a:pt x="5978" y="3557"/>
                </a:lnTo>
                <a:lnTo>
                  <a:pt x="5978" y="3441"/>
                </a:lnTo>
                <a:lnTo>
                  <a:pt x="6136" y="3441"/>
                </a:lnTo>
                <a:lnTo>
                  <a:pt x="6136" y="3557"/>
                </a:lnTo>
                <a:moveTo>
                  <a:pt x="5872" y="3557"/>
                </a:moveTo>
                <a:lnTo>
                  <a:pt x="5713" y="3557"/>
                </a:lnTo>
                <a:lnTo>
                  <a:pt x="5713" y="3441"/>
                </a:lnTo>
                <a:lnTo>
                  <a:pt x="5872" y="3441"/>
                </a:lnTo>
                <a:lnTo>
                  <a:pt x="5872" y="3557"/>
                </a:lnTo>
                <a:moveTo>
                  <a:pt x="5607" y="3557"/>
                </a:moveTo>
                <a:lnTo>
                  <a:pt x="5449" y="3557"/>
                </a:lnTo>
                <a:lnTo>
                  <a:pt x="5449" y="3441"/>
                </a:lnTo>
                <a:lnTo>
                  <a:pt x="5607" y="3441"/>
                </a:lnTo>
                <a:lnTo>
                  <a:pt x="5607" y="3557"/>
                </a:lnTo>
                <a:moveTo>
                  <a:pt x="5343" y="3557"/>
                </a:moveTo>
                <a:lnTo>
                  <a:pt x="5184" y="3557"/>
                </a:lnTo>
                <a:lnTo>
                  <a:pt x="5184" y="3441"/>
                </a:lnTo>
                <a:lnTo>
                  <a:pt x="5343" y="3441"/>
                </a:lnTo>
                <a:lnTo>
                  <a:pt x="5343" y="3557"/>
                </a:lnTo>
                <a:moveTo>
                  <a:pt x="5078" y="3557"/>
                </a:moveTo>
                <a:lnTo>
                  <a:pt x="4920" y="3557"/>
                </a:lnTo>
                <a:lnTo>
                  <a:pt x="4920" y="3441"/>
                </a:lnTo>
                <a:lnTo>
                  <a:pt x="5078" y="3441"/>
                </a:lnTo>
                <a:lnTo>
                  <a:pt x="5078" y="3557"/>
                </a:lnTo>
                <a:moveTo>
                  <a:pt x="4814" y="3557"/>
                </a:moveTo>
                <a:lnTo>
                  <a:pt x="4655" y="3557"/>
                </a:lnTo>
                <a:lnTo>
                  <a:pt x="4655" y="3441"/>
                </a:lnTo>
                <a:lnTo>
                  <a:pt x="4814" y="3441"/>
                </a:lnTo>
                <a:lnTo>
                  <a:pt x="4814" y="3557"/>
                </a:lnTo>
                <a:moveTo>
                  <a:pt x="4549" y="3557"/>
                </a:moveTo>
                <a:lnTo>
                  <a:pt x="4391" y="3557"/>
                </a:lnTo>
                <a:lnTo>
                  <a:pt x="4391" y="3441"/>
                </a:lnTo>
                <a:lnTo>
                  <a:pt x="4549" y="3441"/>
                </a:lnTo>
                <a:lnTo>
                  <a:pt x="4549" y="3557"/>
                </a:lnTo>
                <a:moveTo>
                  <a:pt x="4285" y="3557"/>
                </a:moveTo>
                <a:lnTo>
                  <a:pt x="4126" y="3557"/>
                </a:lnTo>
                <a:lnTo>
                  <a:pt x="4126" y="3441"/>
                </a:lnTo>
                <a:lnTo>
                  <a:pt x="4285" y="3441"/>
                </a:lnTo>
                <a:lnTo>
                  <a:pt x="4285" y="3557"/>
                </a:lnTo>
                <a:moveTo>
                  <a:pt x="4021" y="3557"/>
                </a:moveTo>
                <a:lnTo>
                  <a:pt x="3862" y="3557"/>
                </a:lnTo>
                <a:lnTo>
                  <a:pt x="3862" y="3441"/>
                </a:lnTo>
                <a:lnTo>
                  <a:pt x="4021" y="3441"/>
                </a:lnTo>
                <a:lnTo>
                  <a:pt x="4021" y="3557"/>
                </a:lnTo>
                <a:moveTo>
                  <a:pt x="3756" y="3557"/>
                </a:moveTo>
                <a:lnTo>
                  <a:pt x="3597" y="3557"/>
                </a:lnTo>
                <a:lnTo>
                  <a:pt x="3597" y="3441"/>
                </a:lnTo>
                <a:lnTo>
                  <a:pt x="3756" y="3441"/>
                </a:lnTo>
                <a:lnTo>
                  <a:pt x="3756" y="3557"/>
                </a:lnTo>
                <a:moveTo>
                  <a:pt x="3492" y="3557"/>
                </a:moveTo>
                <a:lnTo>
                  <a:pt x="3333" y="3557"/>
                </a:lnTo>
                <a:lnTo>
                  <a:pt x="3333" y="3441"/>
                </a:lnTo>
                <a:lnTo>
                  <a:pt x="3492" y="3441"/>
                </a:lnTo>
                <a:lnTo>
                  <a:pt x="3492" y="3557"/>
                </a:lnTo>
                <a:moveTo>
                  <a:pt x="3227" y="3557"/>
                </a:moveTo>
                <a:lnTo>
                  <a:pt x="3068" y="3557"/>
                </a:lnTo>
                <a:lnTo>
                  <a:pt x="3068" y="3441"/>
                </a:lnTo>
                <a:lnTo>
                  <a:pt x="3227" y="3441"/>
                </a:lnTo>
                <a:lnTo>
                  <a:pt x="3227" y="3557"/>
                </a:lnTo>
                <a:moveTo>
                  <a:pt x="2963" y="3557"/>
                </a:moveTo>
                <a:lnTo>
                  <a:pt x="2804" y="3557"/>
                </a:lnTo>
                <a:lnTo>
                  <a:pt x="2804" y="3441"/>
                </a:lnTo>
                <a:lnTo>
                  <a:pt x="2963" y="3441"/>
                </a:lnTo>
                <a:lnTo>
                  <a:pt x="2963" y="3557"/>
                </a:lnTo>
                <a:moveTo>
                  <a:pt x="2698" y="3557"/>
                </a:moveTo>
                <a:lnTo>
                  <a:pt x="2539" y="3557"/>
                </a:lnTo>
                <a:lnTo>
                  <a:pt x="2539" y="3441"/>
                </a:lnTo>
                <a:lnTo>
                  <a:pt x="2698" y="3441"/>
                </a:lnTo>
                <a:lnTo>
                  <a:pt x="2698" y="3557"/>
                </a:lnTo>
                <a:moveTo>
                  <a:pt x="2434" y="3557"/>
                </a:moveTo>
                <a:lnTo>
                  <a:pt x="2275" y="3557"/>
                </a:lnTo>
                <a:lnTo>
                  <a:pt x="2275" y="3441"/>
                </a:lnTo>
                <a:lnTo>
                  <a:pt x="2434" y="3441"/>
                </a:lnTo>
                <a:lnTo>
                  <a:pt x="2434" y="3557"/>
                </a:lnTo>
                <a:moveTo>
                  <a:pt x="2169" y="3557"/>
                </a:moveTo>
                <a:lnTo>
                  <a:pt x="2010" y="3557"/>
                </a:lnTo>
                <a:lnTo>
                  <a:pt x="2010" y="3441"/>
                </a:lnTo>
                <a:lnTo>
                  <a:pt x="2169" y="3441"/>
                </a:lnTo>
                <a:lnTo>
                  <a:pt x="2169" y="3557"/>
                </a:lnTo>
                <a:moveTo>
                  <a:pt x="1905" y="3557"/>
                </a:moveTo>
                <a:lnTo>
                  <a:pt x="1746" y="3557"/>
                </a:lnTo>
                <a:lnTo>
                  <a:pt x="1746" y="3441"/>
                </a:lnTo>
                <a:lnTo>
                  <a:pt x="1905" y="3441"/>
                </a:lnTo>
                <a:lnTo>
                  <a:pt x="1905" y="3557"/>
                </a:lnTo>
                <a:moveTo>
                  <a:pt x="1640" y="3557"/>
                </a:moveTo>
                <a:lnTo>
                  <a:pt x="1481" y="3557"/>
                </a:lnTo>
                <a:lnTo>
                  <a:pt x="1481" y="3441"/>
                </a:lnTo>
                <a:lnTo>
                  <a:pt x="1640" y="3441"/>
                </a:lnTo>
                <a:lnTo>
                  <a:pt x="1640" y="3557"/>
                </a:lnTo>
                <a:moveTo>
                  <a:pt x="1376" y="3557"/>
                </a:moveTo>
                <a:lnTo>
                  <a:pt x="1217" y="3557"/>
                </a:lnTo>
                <a:lnTo>
                  <a:pt x="1217" y="3441"/>
                </a:lnTo>
                <a:lnTo>
                  <a:pt x="1376" y="3441"/>
                </a:lnTo>
                <a:lnTo>
                  <a:pt x="1376" y="3557"/>
                </a:lnTo>
                <a:moveTo>
                  <a:pt x="1111" y="3557"/>
                </a:moveTo>
                <a:lnTo>
                  <a:pt x="952" y="3557"/>
                </a:lnTo>
                <a:lnTo>
                  <a:pt x="952" y="3441"/>
                </a:lnTo>
                <a:lnTo>
                  <a:pt x="1111" y="3441"/>
                </a:lnTo>
                <a:lnTo>
                  <a:pt x="1111" y="3557"/>
                </a:lnTo>
                <a:moveTo>
                  <a:pt x="847" y="3557"/>
                </a:moveTo>
                <a:lnTo>
                  <a:pt x="688" y="3557"/>
                </a:lnTo>
                <a:lnTo>
                  <a:pt x="688" y="3441"/>
                </a:lnTo>
                <a:lnTo>
                  <a:pt x="847" y="3441"/>
                </a:lnTo>
                <a:lnTo>
                  <a:pt x="847" y="3557"/>
                </a:lnTo>
                <a:moveTo>
                  <a:pt x="582" y="3557"/>
                </a:moveTo>
                <a:lnTo>
                  <a:pt x="424" y="3557"/>
                </a:lnTo>
                <a:lnTo>
                  <a:pt x="424" y="3441"/>
                </a:lnTo>
                <a:lnTo>
                  <a:pt x="582" y="3441"/>
                </a:lnTo>
                <a:lnTo>
                  <a:pt x="582" y="3557"/>
                </a:lnTo>
                <a:moveTo>
                  <a:pt x="318" y="3557"/>
                </a:moveTo>
                <a:lnTo>
                  <a:pt x="244" y="3557"/>
                </a:lnTo>
                <a:cubicBezTo>
                  <a:pt x="206" y="3557"/>
                  <a:pt x="170" y="3549"/>
                  <a:pt x="136" y="3532"/>
                </a:cubicBezTo>
                <a:lnTo>
                  <a:pt x="188" y="3428"/>
                </a:lnTo>
                <a:cubicBezTo>
                  <a:pt x="205" y="3436"/>
                  <a:pt x="224" y="3441"/>
                  <a:pt x="244" y="3441"/>
                </a:cubicBezTo>
                <a:lnTo>
                  <a:pt x="318" y="3441"/>
                </a:lnTo>
                <a:lnTo>
                  <a:pt x="318" y="3557"/>
                </a:lnTo>
                <a:moveTo>
                  <a:pt x="34" y="3437"/>
                </a:moveTo>
                <a:cubicBezTo>
                  <a:pt x="12" y="3399"/>
                  <a:pt x="0" y="3358"/>
                  <a:pt x="0" y="3314"/>
                </a:cubicBezTo>
                <a:lnTo>
                  <a:pt x="0" y="3253"/>
                </a:lnTo>
                <a:lnTo>
                  <a:pt x="117" y="3253"/>
                </a:lnTo>
                <a:lnTo>
                  <a:pt x="117" y="3314"/>
                </a:lnTo>
                <a:cubicBezTo>
                  <a:pt x="117" y="3337"/>
                  <a:pt x="123" y="3358"/>
                  <a:pt x="134" y="3378"/>
                </a:cubicBezTo>
                <a:lnTo>
                  <a:pt x="34" y="3437"/>
                </a:lnTo>
                <a:moveTo>
                  <a:pt x="0" y="3148"/>
                </a:moveTo>
                <a:lnTo>
                  <a:pt x="0" y="2989"/>
                </a:lnTo>
                <a:lnTo>
                  <a:pt x="117" y="2989"/>
                </a:lnTo>
                <a:lnTo>
                  <a:pt x="117" y="3148"/>
                </a:lnTo>
                <a:lnTo>
                  <a:pt x="0" y="3148"/>
                </a:lnTo>
                <a:moveTo>
                  <a:pt x="0" y="2883"/>
                </a:moveTo>
                <a:lnTo>
                  <a:pt x="0" y="2725"/>
                </a:lnTo>
                <a:lnTo>
                  <a:pt x="117" y="2725"/>
                </a:lnTo>
                <a:lnTo>
                  <a:pt x="117" y="2883"/>
                </a:lnTo>
                <a:lnTo>
                  <a:pt x="0" y="2883"/>
                </a:lnTo>
                <a:moveTo>
                  <a:pt x="0" y="2619"/>
                </a:moveTo>
                <a:lnTo>
                  <a:pt x="0" y="2460"/>
                </a:lnTo>
                <a:lnTo>
                  <a:pt x="117" y="2460"/>
                </a:lnTo>
                <a:lnTo>
                  <a:pt x="117" y="2619"/>
                </a:lnTo>
                <a:lnTo>
                  <a:pt x="0" y="2619"/>
                </a:lnTo>
                <a:moveTo>
                  <a:pt x="0" y="2354"/>
                </a:moveTo>
                <a:lnTo>
                  <a:pt x="0" y="2196"/>
                </a:lnTo>
                <a:lnTo>
                  <a:pt x="117" y="2196"/>
                </a:lnTo>
                <a:lnTo>
                  <a:pt x="117" y="2354"/>
                </a:lnTo>
                <a:lnTo>
                  <a:pt x="0" y="2354"/>
                </a:lnTo>
                <a:moveTo>
                  <a:pt x="0" y="2090"/>
                </a:moveTo>
                <a:lnTo>
                  <a:pt x="0" y="1931"/>
                </a:lnTo>
                <a:lnTo>
                  <a:pt x="117" y="1931"/>
                </a:lnTo>
                <a:lnTo>
                  <a:pt x="117" y="2090"/>
                </a:lnTo>
                <a:lnTo>
                  <a:pt x="0" y="2090"/>
                </a:lnTo>
                <a:moveTo>
                  <a:pt x="0" y="1825"/>
                </a:moveTo>
                <a:lnTo>
                  <a:pt x="0" y="1667"/>
                </a:lnTo>
                <a:lnTo>
                  <a:pt x="117" y="1667"/>
                </a:lnTo>
                <a:lnTo>
                  <a:pt x="117" y="1825"/>
                </a:lnTo>
                <a:lnTo>
                  <a:pt x="0" y="1825"/>
                </a:lnTo>
                <a:moveTo>
                  <a:pt x="0" y="1561"/>
                </a:moveTo>
                <a:lnTo>
                  <a:pt x="0" y="1402"/>
                </a:lnTo>
                <a:lnTo>
                  <a:pt x="117" y="1402"/>
                </a:lnTo>
                <a:lnTo>
                  <a:pt x="117" y="1561"/>
                </a:lnTo>
                <a:lnTo>
                  <a:pt x="0" y="1561"/>
                </a:lnTo>
                <a:moveTo>
                  <a:pt x="0" y="1296"/>
                </a:moveTo>
                <a:lnTo>
                  <a:pt x="0" y="1138"/>
                </a:lnTo>
                <a:lnTo>
                  <a:pt x="117" y="1138"/>
                </a:lnTo>
                <a:lnTo>
                  <a:pt x="117" y="1296"/>
                </a:lnTo>
                <a:lnTo>
                  <a:pt x="0" y="1296"/>
                </a:lnTo>
                <a:moveTo>
                  <a:pt x="0" y="1032"/>
                </a:moveTo>
                <a:lnTo>
                  <a:pt x="0" y="873"/>
                </a:lnTo>
                <a:lnTo>
                  <a:pt x="117" y="873"/>
                </a:lnTo>
                <a:lnTo>
                  <a:pt x="117" y="1032"/>
                </a:lnTo>
                <a:lnTo>
                  <a:pt x="0" y="1032"/>
                </a:lnTo>
                <a:moveTo>
                  <a:pt x="0" y="767"/>
                </a:moveTo>
                <a:lnTo>
                  <a:pt x="0" y="609"/>
                </a:lnTo>
                <a:lnTo>
                  <a:pt x="117" y="609"/>
                </a:lnTo>
                <a:lnTo>
                  <a:pt x="117" y="767"/>
                </a:lnTo>
                <a:lnTo>
                  <a:pt x="0" y="767"/>
                </a:lnTo>
                <a:moveTo>
                  <a:pt x="0" y="503"/>
                </a:moveTo>
                <a:lnTo>
                  <a:pt x="0" y="344"/>
                </a:lnTo>
                <a:lnTo>
                  <a:pt x="117" y="344"/>
                </a:lnTo>
                <a:lnTo>
                  <a:pt x="117" y="503"/>
                </a:lnTo>
                <a:lnTo>
                  <a:pt x="0" y="503"/>
                </a:lnTo>
                <a:moveTo>
                  <a:pt x="1" y="236"/>
                </a:moveTo>
                <a:cubicBezTo>
                  <a:pt x="3" y="161"/>
                  <a:pt x="33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0"/>
                  <a:pt x="117" y="240"/>
                </a:cubicBezTo>
                <a:lnTo>
                  <a:pt x="1" y="236"/>
                </a:lnTo>
                <a:moveTo>
                  <a:pt x="221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521640" y="4360320"/>
            <a:ext cx="11148480" cy="1280520"/>
          </a:xfrm>
          <a:custGeom>
            <a:avLst/>
            <a:gdLst/>
            <a:ahLst/>
            <a:rect l="0" t="0" r="r" b="b"/>
            <a:pathLst>
              <a:path w="30968" h="3557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3" y="0"/>
                </a:moveTo>
                <a:lnTo>
                  <a:pt x="932" y="0"/>
                </a:lnTo>
                <a:lnTo>
                  <a:pt x="932" y="117"/>
                </a:lnTo>
                <a:lnTo>
                  <a:pt x="773" y="117"/>
                </a:lnTo>
                <a:lnTo>
                  <a:pt x="773" y="0"/>
                </a:lnTo>
                <a:moveTo>
                  <a:pt x="1037" y="0"/>
                </a:moveTo>
                <a:lnTo>
                  <a:pt x="1196" y="0"/>
                </a:lnTo>
                <a:lnTo>
                  <a:pt x="1196" y="117"/>
                </a:lnTo>
                <a:lnTo>
                  <a:pt x="1037" y="117"/>
                </a:lnTo>
                <a:lnTo>
                  <a:pt x="1037" y="0"/>
                </a:lnTo>
                <a:moveTo>
                  <a:pt x="1302" y="0"/>
                </a:moveTo>
                <a:lnTo>
                  <a:pt x="1461" y="0"/>
                </a:lnTo>
                <a:lnTo>
                  <a:pt x="1461" y="117"/>
                </a:lnTo>
                <a:lnTo>
                  <a:pt x="1302" y="117"/>
                </a:lnTo>
                <a:lnTo>
                  <a:pt x="1302" y="0"/>
                </a:lnTo>
                <a:moveTo>
                  <a:pt x="1566" y="0"/>
                </a:moveTo>
                <a:lnTo>
                  <a:pt x="1725" y="0"/>
                </a:lnTo>
                <a:lnTo>
                  <a:pt x="1725" y="117"/>
                </a:lnTo>
                <a:lnTo>
                  <a:pt x="1566" y="117"/>
                </a:lnTo>
                <a:lnTo>
                  <a:pt x="1566" y="0"/>
                </a:lnTo>
                <a:moveTo>
                  <a:pt x="1831" y="0"/>
                </a:moveTo>
                <a:lnTo>
                  <a:pt x="1989" y="0"/>
                </a:lnTo>
                <a:lnTo>
                  <a:pt x="1989" y="117"/>
                </a:lnTo>
                <a:lnTo>
                  <a:pt x="1831" y="117"/>
                </a:lnTo>
                <a:lnTo>
                  <a:pt x="1831" y="0"/>
                </a:lnTo>
                <a:moveTo>
                  <a:pt x="2095" y="0"/>
                </a:moveTo>
                <a:lnTo>
                  <a:pt x="2254" y="0"/>
                </a:lnTo>
                <a:lnTo>
                  <a:pt x="2254" y="117"/>
                </a:lnTo>
                <a:lnTo>
                  <a:pt x="2095" y="117"/>
                </a:lnTo>
                <a:lnTo>
                  <a:pt x="2095" y="0"/>
                </a:lnTo>
                <a:moveTo>
                  <a:pt x="2360" y="0"/>
                </a:moveTo>
                <a:lnTo>
                  <a:pt x="2518" y="0"/>
                </a:lnTo>
                <a:lnTo>
                  <a:pt x="2518" y="117"/>
                </a:lnTo>
                <a:lnTo>
                  <a:pt x="2360" y="117"/>
                </a:lnTo>
                <a:lnTo>
                  <a:pt x="2360" y="0"/>
                </a:lnTo>
                <a:moveTo>
                  <a:pt x="2624" y="0"/>
                </a:moveTo>
                <a:lnTo>
                  <a:pt x="2783" y="0"/>
                </a:lnTo>
                <a:lnTo>
                  <a:pt x="2783" y="117"/>
                </a:lnTo>
                <a:lnTo>
                  <a:pt x="2624" y="117"/>
                </a:lnTo>
                <a:lnTo>
                  <a:pt x="2624" y="0"/>
                </a:lnTo>
                <a:moveTo>
                  <a:pt x="2889" y="0"/>
                </a:moveTo>
                <a:lnTo>
                  <a:pt x="3047" y="0"/>
                </a:lnTo>
                <a:lnTo>
                  <a:pt x="3047" y="117"/>
                </a:lnTo>
                <a:lnTo>
                  <a:pt x="2889" y="117"/>
                </a:lnTo>
                <a:lnTo>
                  <a:pt x="2889" y="0"/>
                </a:lnTo>
                <a:moveTo>
                  <a:pt x="3153" y="0"/>
                </a:moveTo>
                <a:lnTo>
                  <a:pt x="3312" y="0"/>
                </a:lnTo>
                <a:lnTo>
                  <a:pt x="3312" y="117"/>
                </a:lnTo>
                <a:lnTo>
                  <a:pt x="3153" y="117"/>
                </a:lnTo>
                <a:lnTo>
                  <a:pt x="3153" y="0"/>
                </a:lnTo>
                <a:moveTo>
                  <a:pt x="3418" y="0"/>
                </a:moveTo>
                <a:lnTo>
                  <a:pt x="3576" y="0"/>
                </a:lnTo>
                <a:lnTo>
                  <a:pt x="3576" y="117"/>
                </a:lnTo>
                <a:lnTo>
                  <a:pt x="3418" y="117"/>
                </a:lnTo>
                <a:lnTo>
                  <a:pt x="3418" y="0"/>
                </a:lnTo>
                <a:moveTo>
                  <a:pt x="3682" y="0"/>
                </a:moveTo>
                <a:lnTo>
                  <a:pt x="3841" y="0"/>
                </a:lnTo>
                <a:lnTo>
                  <a:pt x="3841" y="117"/>
                </a:lnTo>
                <a:lnTo>
                  <a:pt x="3682" y="117"/>
                </a:lnTo>
                <a:lnTo>
                  <a:pt x="3682" y="0"/>
                </a:lnTo>
                <a:moveTo>
                  <a:pt x="3947" y="0"/>
                </a:moveTo>
                <a:lnTo>
                  <a:pt x="4105" y="0"/>
                </a:lnTo>
                <a:lnTo>
                  <a:pt x="4105" y="117"/>
                </a:lnTo>
                <a:lnTo>
                  <a:pt x="3947" y="117"/>
                </a:lnTo>
                <a:lnTo>
                  <a:pt x="3947" y="0"/>
                </a:lnTo>
                <a:moveTo>
                  <a:pt x="4211" y="0"/>
                </a:moveTo>
                <a:lnTo>
                  <a:pt x="4370" y="0"/>
                </a:lnTo>
                <a:lnTo>
                  <a:pt x="4370" y="117"/>
                </a:lnTo>
                <a:lnTo>
                  <a:pt x="4211" y="117"/>
                </a:lnTo>
                <a:lnTo>
                  <a:pt x="4211" y="0"/>
                </a:lnTo>
                <a:moveTo>
                  <a:pt x="4476" y="0"/>
                </a:moveTo>
                <a:lnTo>
                  <a:pt x="4634" y="0"/>
                </a:lnTo>
                <a:lnTo>
                  <a:pt x="4634" y="117"/>
                </a:lnTo>
                <a:lnTo>
                  <a:pt x="4476" y="117"/>
                </a:lnTo>
                <a:lnTo>
                  <a:pt x="4476" y="0"/>
                </a:lnTo>
                <a:moveTo>
                  <a:pt x="4740" y="0"/>
                </a:moveTo>
                <a:lnTo>
                  <a:pt x="4899" y="0"/>
                </a:lnTo>
                <a:lnTo>
                  <a:pt x="4899" y="117"/>
                </a:lnTo>
                <a:lnTo>
                  <a:pt x="4740" y="117"/>
                </a:lnTo>
                <a:lnTo>
                  <a:pt x="4740" y="0"/>
                </a:lnTo>
                <a:moveTo>
                  <a:pt x="5004" y="0"/>
                </a:moveTo>
                <a:lnTo>
                  <a:pt x="5163" y="0"/>
                </a:lnTo>
                <a:lnTo>
                  <a:pt x="5163" y="117"/>
                </a:lnTo>
                <a:lnTo>
                  <a:pt x="5004" y="117"/>
                </a:lnTo>
                <a:lnTo>
                  <a:pt x="5004" y="0"/>
                </a:lnTo>
                <a:moveTo>
                  <a:pt x="5269" y="0"/>
                </a:moveTo>
                <a:lnTo>
                  <a:pt x="5428" y="0"/>
                </a:lnTo>
                <a:lnTo>
                  <a:pt x="5428" y="117"/>
                </a:lnTo>
                <a:lnTo>
                  <a:pt x="5269" y="117"/>
                </a:lnTo>
                <a:lnTo>
                  <a:pt x="5269" y="0"/>
                </a:lnTo>
                <a:moveTo>
                  <a:pt x="5533" y="0"/>
                </a:moveTo>
                <a:lnTo>
                  <a:pt x="5692" y="0"/>
                </a:lnTo>
                <a:lnTo>
                  <a:pt x="5692" y="117"/>
                </a:lnTo>
                <a:lnTo>
                  <a:pt x="5533" y="117"/>
                </a:lnTo>
                <a:lnTo>
                  <a:pt x="5533" y="0"/>
                </a:lnTo>
                <a:moveTo>
                  <a:pt x="5798" y="0"/>
                </a:moveTo>
                <a:lnTo>
                  <a:pt x="5957" y="0"/>
                </a:lnTo>
                <a:lnTo>
                  <a:pt x="5957" y="117"/>
                </a:lnTo>
                <a:lnTo>
                  <a:pt x="5798" y="117"/>
                </a:lnTo>
                <a:lnTo>
                  <a:pt x="5798" y="0"/>
                </a:lnTo>
                <a:moveTo>
                  <a:pt x="6062" y="0"/>
                </a:moveTo>
                <a:lnTo>
                  <a:pt x="6221" y="0"/>
                </a:lnTo>
                <a:lnTo>
                  <a:pt x="6221" y="117"/>
                </a:lnTo>
                <a:lnTo>
                  <a:pt x="6062" y="117"/>
                </a:lnTo>
                <a:lnTo>
                  <a:pt x="6062" y="0"/>
                </a:lnTo>
                <a:moveTo>
                  <a:pt x="6327" y="0"/>
                </a:moveTo>
                <a:lnTo>
                  <a:pt x="6486" y="0"/>
                </a:lnTo>
                <a:lnTo>
                  <a:pt x="6486" y="117"/>
                </a:lnTo>
                <a:lnTo>
                  <a:pt x="6327" y="117"/>
                </a:lnTo>
                <a:lnTo>
                  <a:pt x="6327" y="0"/>
                </a:lnTo>
                <a:moveTo>
                  <a:pt x="6591" y="0"/>
                </a:moveTo>
                <a:lnTo>
                  <a:pt x="6750" y="0"/>
                </a:lnTo>
                <a:lnTo>
                  <a:pt x="6750" y="117"/>
                </a:lnTo>
                <a:lnTo>
                  <a:pt x="6591" y="117"/>
                </a:lnTo>
                <a:lnTo>
                  <a:pt x="6591" y="0"/>
                </a:lnTo>
                <a:moveTo>
                  <a:pt x="6856" y="0"/>
                </a:moveTo>
                <a:lnTo>
                  <a:pt x="7015" y="0"/>
                </a:lnTo>
                <a:lnTo>
                  <a:pt x="7015" y="117"/>
                </a:lnTo>
                <a:lnTo>
                  <a:pt x="6856" y="117"/>
                </a:lnTo>
                <a:lnTo>
                  <a:pt x="6856" y="0"/>
                </a:lnTo>
                <a:moveTo>
                  <a:pt x="7120" y="0"/>
                </a:moveTo>
                <a:lnTo>
                  <a:pt x="7279" y="0"/>
                </a:lnTo>
                <a:lnTo>
                  <a:pt x="7279" y="117"/>
                </a:lnTo>
                <a:lnTo>
                  <a:pt x="7120" y="117"/>
                </a:lnTo>
                <a:lnTo>
                  <a:pt x="7120" y="0"/>
                </a:lnTo>
                <a:moveTo>
                  <a:pt x="7385" y="0"/>
                </a:moveTo>
                <a:lnTo>
                  <a:pt x="7544" y="0"/>
                </a:lnTo>
                <a:lnTo>
                  <a:pt x="7544" y="117"/>
                </a:lnTo>
                <a:lnTo>
                  <a:pt x="7385" y="117"/>
                </a:lnTo>
                <a:lnTo>
                  <a:pt x="7385" y="0"/>
                </a:lnTo>
                <a:moveTo>
                  <a:pt x="7649" y="0"/>
                </a:moveTo>
                <a:lnTo>
                  <a:pt x="7808" y="0"/>
                </a:lnTo>
                <a:lnTo>
                  <a:pt x="7808" y="117"/>
                </a:lnTo>
                <a:lnTo>
                  <a:pt x="7649" y="117"/>
                </a:lnTo>
                <a:lnTo>
                  <a:pt x="7649" y="0"/>
                </a:lnTo>
                <a:moveTo>
                  <a:pt x="7914" y="0"/>
                </a:moveTo>
                <a:lnTo>
                  <a:pt x="8073" y="0"/>
                </a:lnTo>
                <a:lnTo>
                  <a:pt x="8073" y="117"/>
                </a:lnTo>
                <a:lnTo>
                  <a:pt x="7914" y="117"/>
                </a:lnTo>
                <a:lnTo>
                  <a:pt x="7914" y="0"/>
                </a:lnTo>
                <a:moveTo>
                  <a:pt x="8178" y="0"/>
                </a:moveTo>
                <a:lnTo>
                  <a:pt x="8337" y="0"/>
                </a:lnTo>
                <a:lnTo>
                  <a:pt x="8337" y="117"/>
                </a:lnTo>
                <a:lnTo>
                  <a:pt x="8178" y="117"/>
                </a:lnTo>
                <a:lnTo>
                  <a:pt x="8178" y="0"/>
                </a:lnTo>
                <a:moveTo>
                  <a:pt x="8443" y="0"/>
                </a:moveTo>
                <a:lnTo>
                  <a:pt x="8601" y="0"/>
                </a:lnTo>
                <a:lnTo>
                  <a:pt x="8601" y="117"/>
                </a:lnTo>
                <a:lnTo>
                  <a:pt x="8443" y="117"/>
                </a:lnTo>
                <a:lnTo>
                  <a:pt x="8443" y="0"/>
                </a:lnTo>
                <a:moveTo>
                  <a:pt x="8707" y="0"/>
                </a:moveTo>
                <a:lnTo>
                  <a:pt x="8866" y="0"/>
                </a:lnTo>
                <a:lnTo>
                  <a:pt x="8866" y="117"/>
                </a:lnTo>
                <a:lnTo>
                  <a:pt x="8707" y="117"/>
                </a:lnTo>
                <a:lnTo>
                  <a:pt x="8707" y="0"/>
                </a:lnTo>
                <a:moveTo>
                  <a:pt x="8972" y="0"/>
                </a:moveTo>
                <a:lnTo>
                  <a:pt x="9130" y="0"/>
                </a:lnTo>
                <a:lnTo>
                  <a:pt x="9130" y="117"/>
                </a:lnTo>
                <a:lnTo>
                  <a:pt x="8972" y="117"/>
                </a:lnTo>
                <a:lnTo>
                  <a:pt x="8972" y="0"/>
                </a:lnTo>
                <a:moveTo>
                  <a:pt x="9236" y="0"/>
                </a:moveTo>
                <a:lnTo>
                  <a:pt x="9395" y="0"/>
                </a:lnTo>
                <a:lnTo>
                  <a:pt x="9395" y="117"/>
                </a:lnTo>
                <a:lnTo>
                  <a:pt x="9236" y="117"/>
                </a:lnTo>
                <a:lnTo>
                  <a:pt x="9236" y="0"/>
                </a:lnTo>
                <a:moveTo>
                  <a:pt x="9501" y="0"/>
                </a:moveTo>
                <a:lnTo>
                  <a:pt x="9659" y="0"/>
                </a:lnTo>
                <a:lnTo>
                  <a:pt x="9659" y="117"/>
                </a:lnTo>
                <a:lnTo>
                  <a:pt x="9501" y="117"/>
                </a:lnTo>
                <a:lnTo>
                  <a:pt x="9501" y="0"/>
                </a:lnTo>
                <a:moveTo>
                  <a:pt x="9765" y="0"/>
                </a:moveTo>
                <a:lnTo>
                  <a:pt x="9924" y="0"/>
                </a:lnTo>
                <a:lnTo>
                  <a:pt x="9924" y="117"/>
                </a:lnTo>
                <a:lnTo>
                  <a:pt x="9765" y="117"/>
                </a:lnTo>
                <a:lnTo>
                  <a:pt x="9765" y="0"/>
                </a:lnTo>
                <a:moveTo>
                  <a:pt x="10030" y="0"/>
                </a:moveTo>
                <a:lnTo>
                  <a:pt x="10188" y="0"/>
                </a:lnTo>
                <a:lnTo>
                  <a:pt x="10188" y="117"/>
                </a:lnTo>
                <a:lnTo>
                  <a:pt x="10030" y="117"/>
                </a:lnTo>
                <a:lnTo>
                  <a:pt x="10030" y="0"/>
                </a:lnTo>
                <a:moveTo>
                  <a:pt x="10294" y="0"/>
                </a:moveTo>
                <a:lnTo>
                  <a:pt x="10453" y="0"/>
                </a:lnTo>
                <a:lnTo>
                  <a:pt x="10453" y="117"/>
                </a:lnTo>
                <a:lnTo>
                  <a:pt x="10294" y="117"/>
                </a:lnTo>
                <a:lnTo>
                  <a:pt x="10294" y="0"/>
                </a:lnTo>
                <a:moveTo>
                  <a:pt x="10559" y="0"/>
                </a:moveTo>
                <a:lnTo>
                  <a:pt x="10717" y="0"/>
                </a:lnTo>
                <a:lnTo>
                  <a:pt x="10717" y="117"/>
                </a:lnTo>
                <a:lnTo>
                  <a:pt x="10559" y="117"/>
                </a:lnTo>
                <a:lnTo>
                  <a:pt x="10559" y="0"/>
                </a:lnTo>
                <a:moveTo>
                  <a:pt x="10823" y="0"/>
                </a:moveTo>
                <a:lnTo>
                  <a:pt x="10982" y="0"/>
                </a:lnTo>
                <a:lnTo>
                  <a:pt x="10982" y="117"/>
                </a:lnTo>
                <a:lnTo>
                  <a:pt x="10823" y="117"/>
                </a:lnTo>
                <a:lnTo>
                  <a:pt x="10823" y="0"/>
                </a:lnTo>
                <a:moveTo>
                  <a:pt x="11088" y="0"/>
                </a:moveTo>
                <a:lnTo>
                  <a:pt x="11246" y="0"/>
                </a:lnTo>
                <a:lnTo>
                  <a:pt x="11246" y="117"/>
                </a:lnTo>
                <a:lnTo>
                  <a:pt x="11088" y="117"/>
                </a:lnTo>
                <a:lnTo>
                  <a:pt x="11088" y="0"/>
                </a:lnTo>
                <a:moveTo>
                  <a:pt x="11352" y="0"/>
                </a:moveTo>
                <a:lnTo>
                  <a:pt x="11511" y="0"/>
                </a:lnTo>
                <a:lnTo>
                  <a:pt x="11511" y="117"/>
                </a:lnTo>
                <a:lnTo>
                  <a:pt x="11352" y="117"/>
                </a:lnTo>
                <a:lnTo>
                  <a:pt x="11352" y="0"/>
                </a:lnTo>
                <a:moveTo>
                  <a:pt x="11617" y="0"/>
                </a:moveTo>
                <a:lnTo>
                  <a:pt x="11775" y="0"/>
                </a:lnTo>
                <a:lnTo>
                  <a:pt x="11775" y="117"/>
                </a:lnTo>
                <a:lnTo>
                  <a:pt x="11617" y="117"/>
                </a:lnTo>
                <a:lnTo>
                  <a:pt x="11617" y="0"/>
                </a:lnTo>
                <a:moveTo>
                  <a:pt x="11881" y="0"/>
                </a:moveTo>
                <a:lnTo>
                  <a:pt x="12040" y="0"/>
                </a:lnTo>
                <a:lnTo>
                  <a:pt x="12040" y="117"/>
                </a:lnTo>
                <a:lnTo>
                  <a:pt x="11881" y="117"/>
                </a:lnTo>
                <a:lnTo>
                  <a:pt x="11881" y="0"/>
                </a:lnTo>
                <a:moveTo>
                  <a:pt x="12145" y="0"/>
                </a:moveTo>
                <a:lnTo>
                  <a:pt x="12304" y="0"/>
                </a:lnTo>
                <a:lnTo>
                  <a:pt x="12304" y="117"/>
                </a:lnTo>
                <a:lnTo>
                  <a:pt x="12145" y="117"/>
                </a:lnTo>
                <a:lnTo>
                  <a:pt x="12145" y="0"/>
                </a:lnTo>
                <a:moveTo>
                  <a:pt x="12410" y="0"/>
                </a:moveTo>
                <a:lnTo>
                  <a:pt x="12569" y="0"/>
                </a:lnTo>
                <a:lnTo>
                  <a:pt x="12569" y="117"/>
                </a:lnTo>
                <a:lnTo>
                  <a:pt x="12410" y="117"/>
                </a:lnTo>
                <a:lnTo>
                  <a:pt x="12410" y="0"/>
                </a:lnTo>
                <a:moveTo>
                  <a:pt x="12674" y="0"/>
                </a:moveTo>
                <a:lnTo>
                  <a:pt x="12833" y="0"/>
                </a:lnTo>
                <a:lnTo>
                  <a:pt x="12833" y="117"/>
                </a:lnTo>
                <a:lnTo>
                  <a:pt x="12674" y="117"/>
                </a:lnTo>
                <a:lnTo>
                  <a:pt x="12674" y="0"/>
                </a:lnTo>
                <a:moveTo>
                  <a:pt x="12939" y="0"/>
                </a:moveTo>
                <a:lnTo>
                  <a:pt x="13098" y="0"/>
                </a:lnTo>
                <a:lnTo>
                  <a:pt x="13098" y="117"/>
                </a:lnTo>
                <a:lnTo>
                  <a:pt x="12939" y="117"/>
                </a:lnTo>
                <a:lnTo>
                  <a:pt x="12939" y="0"/>
                </a:lnTo>
                <a:moveTo>
                  <a:pt x="13203" y="0"/>
                </a:moveTo>
                <a:lnTo>
                  <a:pt x="13362" y="0"/>
                </a:lnTo>
                <a:lnTo>
                  <a:pt x="13362" y="117"/>
                </a:lnTo>
                <a:lnTo>
                  <a:pt x="13203" y="117"/>
                </a:lnTo>
                <a:lnTo>
                  <a:pt x="13203" y="0"/>
                </a:lnTo>
                <a:moveTo>
                  <a:pt x="13468" y="0"/>
                </a:moveTo>
                <a:lnTo>
                  <a:pt x="13627" y="0"/>
                </a:lnTo>
                <a:lnTo>
                  <a:pt x="13627" y="117"/>
                </a:lnTo>
                <a:lnTo>
                  <a:pt x="13468" y="117"/>
                </a:lnTo>
                <a:lnTo>
                  <a:pt x="13468" y="0"/>
                </a:lnTo>
                <a:moveTo>
                  <a:pt x="13732" y="0"/>
                </a:moveTo>
                <a:lnTo>
                  <a:pt x="13891" y="0"/>
                </a:lnTo>
                <a:lnTo>
                  <a:pt x="13891" y="117"/>
                </a:lnTo>
                <a:lnTo>
                  <a:pt x="13732" y="117"/>
                </a:lnTo>
                <a:lnTo>
                  <a:pt x="13732" y="0"/>
                </a:lnTo>
                <a:moveTo>
                  <a:pt x="13997" y="0"/>
                </a:moveTo>
                <a:lnTo>
                  <a:pt x="14157" y="0"/>
                </a:lnTo>
                <a:lnTo>
                  <a:pt x="14157" y="117"/>
                </a:lnTo>
                <a:lnTo>
                  <a:pt x="13997" y="117"/>
                </a:lnTo>
                <a:lnTo>
                  <a:pt x="13997" y="0"/>
                </a:lnTo>
                <a:moveTo>
                  <a:pt x="14262" y="0"/>
                </a:moveTo>
                <a:lnTo>
                  <a:pt x="14421" y="0"/>
                </a:lnTo>
                <a:lnTo>
                  <a:pt x="14421" y="117"/>
                </a:lnTo>
                <a:lnTo>
                  <a:pt x="14262" y="117"/>
                </a:lnTo>
                <a:lnTo>
                  <a:pt x="14262" y="0"/>
                </a:lnTo>
                <a:moveTo>
                  <a:pt x="14527" y="0"/>
                </a:moveTo>
                <a:lnTo>
                  <a:pt x="14686" y="0"/>
                </a:lnTo>
                <a:lnTo>
                  <a:pt x="14686" y="117"/>
                </a:lnTo>
                <a:lnTo>
                  <a:pt x="14527" y="117"/>
                </a:lnTo>
                <a:lnTo>
                  <a:pt x="14527" y="0"/>
                </a:lnTo>
                <a:moveTo>
                  <a:pt x="14791" y="0"/>
                </a:moveTo>
                <a:lnTo>
                  <a:pt x="14950" y="0"/>
                </a:lnTo>
                <a:lnTo>
                  <a:pt x="14950" y="117"/>
                </a:lnTo>
                <a:lnTo>
                  <a:pt x="14791" y="117"/>
                </a:lnTo>
                <a:lnTo>
                  <a:pt x="14791" y="0"/>
                </a:lnTo>
                <a:moveTo>
                  <a:pt x="15056" y="0"/>
                </a:moveTo>
                <a:lnTo>
                  <a:pt x="15215" y="0"/>
                </a:lnTo>
                <a:lnTo>
                  <a:pt x="15215" y="117"/>
                </a:lnTo>
                <a:lnTo>
                  <a:pt x="15056" y="117"/>
                </a:lnTo>
                <a:lnTo>
                  <a:pt x="15056" y="0"/>
                </a:lnTo>
                <a:moveTo>
                  <a:pt x="15320" y="0"/>
                </a:moveTo>
                <a:lnTo>
                  <a:pt x="15479" y="0"/>
                </a:lnTo>
                <a:lnTo>
                  <a:pt x="15479" y="117"/>
                </a:lnTo>
                <a:lnTo>
                  <a:pt x="15320" y="117"/>
                </a:lnTo>
                <a:lnTo>
                  <a:pt x="15320" y="0"/>
                </a:lnTo>
                <a:moveTo>
                  <a:pt x="15585" y="0"/>
                </a:moveTo>
                <a:lnTo>
                  <a:pt x="15743" y="0"/>
                </a:lnTo>
                <a:lnTo>
                  <a:pt x="15743" y="117"/>
                </a:lnTo>
                <a:lnTo>
                  <a:pt x="15585" y="117"/>
                </a:lnTo>
                <a:lnTo>
                  <a:pt x="15585" y="0"/>
                </a:lnTo>
                <a:moveTo>
                  <a:pt x="15849" y="0"/>
                </a:moveTo>
                <a:lnTo>
                  <a:pt x="16008" y="0"/>
                </a:lnTo>
                <a:lnTo>
                  <a:pt x="16008" y="117"/>
                </a:lnTo>
                <a:lnTo>
                  <a:pt x="15849" y="117"/>
                </a:lnTo>
                <a:lnTo>
                  <a:pt x="15849" y="0"/>
                </a:lnTo>
                <a:moveTo>
                  <a:pt x="16114" y="0"/>
                </a:moveTo>
                <a:lnTo>
                  <a:pt x="16272" y="0"/>
                </a:lnTo>
                <a:lnTo>
                  <a:pt x="16272" y="117"/>
                </a:lnTo>
                <a:lnTo>
                  <a:pt x="16114" y="117"/>
                </a:lnTo>
                <a:lnTo>
                  <a:pt x="16114" y="0"/>
                </a:lnTo>
                <a:moveTo>
                  <a:pt x="16378" y="0"/>
                </a:moveTo>
                <a:lnTo>
                  <a:pt x="16537" y="0"/>
                </a:lnTo>
                <a:lnTo>
                  <a:pt x="16537" y="117"/>
                </a:lnTo>
                <a:lnTo>
                  <a:pt x="16378" y="117"/>
                </a:lnTo>
                <a:lnTo>
                  <a:pt x="16378" y="0"/>
                </a:lnTo>
                <a:moveTo>
                  <a:pt x="16643" y="0"/>
                </a:moveTo>
                <a:lnTo>
                  <a:pt x="16801" y="0"/>
                </a:lnTo>
                <a:lnTo>
                  <a:pt x="16801" y="117"/>
                </a:lnTo>
                <a:lnTo>
                  <a:pt x="16643" y="117"/>
                </a:lnTo>
                <a:lnTo>
                  <a:pt x="16643" y="0"/>
                </a:lnTo>
                <a:moveTo>
                  <a:pt x="16907" y="0"/>
                </a:moveTo>
                <a:lnTo>
                  <a:pt x="17066" y="0"/>
                </a:lnTo>
                <a:lnTo>
                  <a:pt x="17066" y="117"/>
                </a:lnTo>
                <a:lnTo>
                  <a:pt x="16907" y="117"/>
                </a:lnTo>
                <a:lnTo>
                  <a:pt x="16907" y="0"/>
                </a:lnTo>
                <a:moveTo>
                  <a:pt x="17172" y="0"/>
                </a:moveTo>
                <a:lnTo>
                  <a:pt x="17330" y="0"/>
                </a:lnTo>
                <a:lnTo>
                  <a:pt x="17330" y="117"/>
                </a:lnTo>
                <a:lnTo>
                  <a:pt x="17172" y="117"/>
                </a:lnTo>
                <a:lnTo>
                  <a:pt x="17172" y="0"/>
                </a:lnTo>
                <a:moveTo>
                  <a:pt x="17436" y="0"/>
                </a:moveTo>
                <a:lnTo>
                  <a:pt x="17595" y="0"/>
                </a:lnTo>
                <a:lnTo>
                  <a:pt x="17595" y="117"/>
                </a:lnTo>
                <a:lnTo>
                  <a:pt x="17436" y="117"/>
                </a:lnTo>
                <a:lnTo>
                  <a:pt x="17436" y="0"/>
                </a:lnTo>
                <a:moveTo>
                  <a:pt x="17701" y="0"/>
                </a:moveTo>
                <a:lnTo>
                  <a:pt x="17859" y="0"/>
                </a:lnTo>
                <a:lnTo>
                  <a:pt x="17859" y="117"/>
                </a:lnTo>
                <a:lnTo>
                  <a:pt x="17701" y="117"/>
                </a:lnTo>
                <a:lnTo>
                  <a:pt x="17701" y="0"/>
                </a:lnTo>
                <a:moveTo>
                  <a:pt x="17965" y="0"/>
                </a:moveTo>
                <a:lnTo>
                  <a:pt x="18124" y="0"/>
                </a:lnTo>
                <a:lnTo>
                  <a:pt x="18124" y="117"/>
                </a:lnTo>
                <a:lnTo>
                  <a:pt x="17965" y="117"/>
                </a:lnTo>
                <a:lnTo>
                  <a:pt x="17965" y="0"/>
                </a:lnTo>
                <a:moveTo>
                  <a:pt x="18230" y="0"/>
                </a:moveTo>
                <a:lnTo>
                  <a:pt x="18388" y="0"/>
                </a:lnTo>
                <a:lnTo>
                  <a:pt x="18388" y="117"/>
                </a:lnTo>
                <a:lnTo>
                  <a:pt x="18230" y="117"/>
                </a:lnTo>
                <a:lnTo>
                  <a:pt x="18230" y="0"/>
                </a:lnTo>
                <a:moveTo>
                  <a:pt x="18494" y="0"/>
                </a:moveTo>
                <a:lnTo>
                  <a:pt x="18653" y="0"/>
                </a:lnTo>
                <a:lnTo>
                  <a:pt x="18653" y="117"/>
                </a:lnTo>
                <a:lnTo>
                  <a:pt x="18494" y="117"/>
                </a:lnTo>
                <a:lnTo>
                  <a:pt x="18494" y="0"/>
                </a:lnTo>
                <a:moveTo>
                  <a:pt x="18758" y="0"/>
                </a:moveTo>
                <a:lnTo>
                  <a:pt x="18917" y="0"/>
                </a:lnTo>
                <a:lnTo>
                  <a:pt x="18917" y="117"/>
                </a:lnTo>
                <a:lnTo>
                  <a:pt x="18758" y="117"/>
                </a:lnTo>
                <a:lnTo>
                  <a:pt x="18758" y="0"/>
                </a:lnTo>
                <a:moveTo>
                  <a:pt x="19023" y="0"/>
                </a:moveTo>
                <a:lnTo>
                  <a:pt x="19182" y="0"/>
                </a:lnTo>
                <a:lnTo>
                  <a:pt x="19182" y="117"/>
                </a:lnTo>
                <a:lnTo>
                  <a:pt x="19023" y="117"/>
                </a:lnTo>
                <a:lnTo>
                  <a:pt x="19023" y="0"/>
                </a:lnTo>
                <a:moveTo>
                  <a:pt x="19287" y="0"/>
                </a:moveTo>
                <a:lnTo>
                  <a:pt x="19446" y="0"/>
                </a:lnTo>
                <a:lnTo>
                  <a:pt x="19446" y="117"/>
                </a:lnTo>
                <a:lnTo>
                  <a:pt x="19287" y="117"/>
                </a:lnTo>
                <a:lnTo>
                  <a:pt x="19287" y="0"/>
                </a:lnTo>
                <a:moveTo>
                  <a:pt x="19552" y="0"/>
                </a:moveTo>
                <a:lnTo>
                  <a:pt x="19711" y="0"/>
                </a:lnTo>
                <a:lnTo>
                  <a:pt x="19711" y="117"/>
                </a:lnTo>
                <a:lnTo>
                  <a:pt x="19552" y="117"/>
                </a:lnTo>
                <a:lnTo>
                  <a:pt x="19552" y="0"/>
                </a:lnTo>
                <a:moveTo>
                  <a:pt x="19816" y="0"/>
                </a:moveTo>
                <a:lnTo>
                  <a:pt x="19975" y="0"/>
                </a:lnTo>
                <a:lnTo>
                  <a:pt x="19975" y="117"/>
                </a:lnTo>
                <a:lnTo>
                  <a:pt x="19816" y="117"/>
                </a:lnTo>
                <a:lnTo>
                  <a:pt x="19816" y="0"/>
                </a:lnTo>
                <a:moveTo>
                  <a:pt x="20081" y="0"/>
                </a:moveTo>
                <a:lnTo>
                  <a:pt x="20240" y="0"/>
                </a:lnTo>
                <a:lnTo>
                  <a:pt x="20240" y="117"/>
                </a:lnTo>
                <a:lnTo>
                  <a:pt x="20081" y="117"/>
                </a:lnTo>
                <a:lnTo>
                  <a:pt x="20081" y="0"/>
                </a:lnTo>
                <a:moveTo>
                  <a:pt x="20345" y="0"/>
                </a:moveTo>
                <a:lnTo>
                  <a:pt x="20504" y="0"/>
                </a:lnTo>
                <a:lnTo>
                  <a:pt x="20504" y="117"/>
                </a:lnTo>
                <a:lnTo>
                  <a:pt x="20345" y="117"/>
                </a:lnTo>
                <a:lnTo>
                  <a:pt x="20345" y="0"/>
                </a:lnTo>
                <a:moveTo>
                  <a:pt x="20610" y="0"/>
                </a:moveTo>
                <a:lnTo>
                  <a:pt x="20769" y="0"/>
                </a:lnTo>
                <a:lnTo>
                  <a:pt x="20769" y="117"/>
                </a:lnTo>
                <a:lnTo>
                  <a:pt x="20610" y="117"/>
                </a:lnTo>
                <a:lnTo>
                  <a:pt x="20610" y="0"/>
                </a:lnTo>
                <a:moveTo>
                  <a:pt x="20874" y="0"/>
                </a:moveTo>
                <a:lnTo>
                  <a:pt x="21033" y="0"/>
                </a:lnTo>
                <a:lnTo>
                  <a:pt x="21033" y="117"/>
                </a:lnTo>
                <a:lnTo>
                  <a:pt x="20874" y="117"/>
                </a:lnTo>
                <a:lnTo>
                  <a:pt x="20874" y="0"/>
                </a:lnTo>
                <a:moveTo>
                  <a:pt x="21139" y="0"/>
                </a:moveTo>
                <a:lnTo>
                  <a:pt x="21298" y="0"/>
                </a:lnTo>
                <a:lnTo>
                  <a:pt x="21298" y="117"/>
                </a:lnTo>
                <a:lnTo>
                  <a:pt x="21139" y="117"/>
                </a:lnTo>
                <a:lnTo>
                  <a:pt x="21139" y="0"/>
                </a:lnTo>
                <a:moveTo>
                  <a:pt x="21403" y="0"/>
                </a:moveTo>
                <a:lnTo>
                  <a:pt x="21562" y="0"/>
                </a:lnTo>
                <a:lnTo>
                  <a:pt x="21562" y="117"/>
                </a:lnTo>
                <a:lnTo>
                  <a:pt x="21403" y="117"/>
                </a:lnTo>
                <a:lnTo>
                  <a:pt x="21403" y="0"/>
                </a:lnTo>
                <a:moveTo>
                  <a:pt x="21668" y="0"/>
                </a:moveTo>
                <a:lnTo>
                  <a:pt x="21827" y="0"/>
                </a:lnTo>
                <a:lnTo>
                  <a:pt x="21827" y="117"/>
                </a:lnTo>
                <a:lnTo>
                  <a:pt x="21668" y="117"/>
                </a:lnTo>
                <a:lnTo>
                  <a:pt x="21668" y="0"/>
                </a:lnTo>
                <a:moveTo>
                  <a:pt x="21932" y="0"/>
                </a:moveTo>
                <a:lnTo>
                  <a:pt x="22091" y="0"/>
                </a:lnTo>
                <a:lnTo>
                  <a:pt x="22091" y="117"/>
                </a:lnTo>
                <a:lnTo>
                  <a:pt x="21932" y="117"/>
                </a:lnTo>
                <a:lnTo>
                  <a:pt x="21932" y="0"/>
                </a:lnTo>
                <a:moveTo>
                  <a:pt x="22197" y="0"/>
                </a:moveTo>
                <a:lnTo>
                  <a:pt x="22355" y="0"/>
                </a:lnTo>
                <a:lnTo>
                  <a:pt x="22355" y="117"/>
                </a:lnTo>
                <a:lnTo>
                  <a:pt x="22197" y="117"/>
                </a:lnTo>
                <a:lnTo>
                  <a:pt x="22197" y="0"/>
                </a:lnTo>
                <a:moveTo>
                  <a:pt x="22461" y="0"/>
                </a:moveTo>
                <a:lnTo>
                  <a:pt x="22620" y="0"/>
                </a:lnTo>
                <a:lnTo>
                  <a:pt x="22620" y="117"/>
                </a:lnTo>
                <a:lnTo>
                  <a:pt x="22461" y="117"/>
                </a:lnTo>
                <a:lnTo>
                  <a:pt x="22461" y="0"/>
                </a:lnTo>
                <a:moveTo>
                  <a:pt x="22726" y="0"/>
                </a:moveTo>
                <a:lnTo>
                  <a:pt x="22884" y="0"/>
                </a:lnTo>
                <a:lnTo>
                  <a:pt x="22884" y="117"/>
                </a:lnTo>
                <a:lnTo>
                  <a:pt x="22726" y="117"/>
                </a:lnTo>
                <a:lnTo>
                  <a:pt x="22726" y="0"/>
                </a:lnTo>
                <a:moveTo>
                  <a:pt x="22990" y="0"/>
                </a:moveTo>
                <a:lnTo>
                  <a:pt x="23149" y="0"/>
                </a:lnTo>
                <a:lnTo>
                  <a:pt x="23149" y="117"/>
                </a:lnTo>
                <a:lnTo>
                  <a:pt x="22990" y="117"/>
                </a:lnTo>
                <a:lnTo>
                  <a:pt x="22990" y="0"/>
                </a:lnTo>
                <a:moveTo>
                  <a:pt x="23255" y="0"/>
                </a:moveTo>
                <a:lnTo>
                  <a:pt x="23413" y="0"/>
                </a:lnTo>
                <a:lnTo>
                  <a:pt x="23413" y="117"/>
                </a:lnTo>
                <a:lnTo>
                  <a:pt x="23255" y="117"/>
                </a:lnTo>
                <a:lnTo>
                  <a:pt x="23255" y="0"/>
                </a:lnTo>
                <a:moveTo>
                  <a:pt x="23519" y="0"/>
                </a:moveTo>
                <a:lnTo>
                  <a:pt x="23678" y="0"/>
                </a:lnTo>
                <a:lnTo>
                  <a:pt x="23678" y="117"/>
                </a:lnTo>
                <a:lnTo>
                  <a:pt x="23519" y="117"/>
                </a:lnTo>
                <a:lnTo>
                  <a:pt x="23519" y="0"/>
                </a:lnTo>
                <a:moveTo>
                  <a:pt x="23784" y="0"/>
                </a:moveTo>
                <a:lnTo>
                  <a:pt x="23942" y="0"/>
                </a:lnTo>
                <a:lnTo>
                  <a:pt x="23942" y="117"/>
                </a:lnTo>
                <a:lnTo>
                  <a:pt x="23784" y="117"/>
                </a:lnTo>
                <a:lnTo>
                  <a:pt x="23784" y="0"/>
                </a:lnTo>
                <a:moveTo>
                  <a:pt x="24048" y="0"/>
                </a:moveTo>
                <a:lnTo>
                  <a:pt x="24207" y="0"/>
                </a:lnTo>
                <a:lnTo>
                  <a:pt x="24207" y="117"/>
                </a:lnTo>
                <a:lnTo>
                  <a:pt x="24048" y="117"/>
                </a:lnTo>
                <a:lnTo>
                  <a:pt x="24048" y="0"/>
                </a:lnTo>
                <a:moveTo>
                  <a:pt x="24313" y="0"/>
                </a:moveTo>
                <a:lnTo>
                  <a:pt x="24471" y="0"/>
                </a:lnTo>
                <a:lnTo>
                  <a:pt x="24471" y="117"/>
                </a:lnTo>
                <a:lnTo>
                  <a:pt x="24313" y="117"/>
                </a:lnTo>
                <a:lnTo>
                  <a:pt x="24313" y="0"/>
                </a:lnTo>
                <a:moveTo>
                  <a:pt x="24577" y="0"/>
                </a:moveTo>
                <a:lnTo>
                  <a:pt x="24736" y="0"/>
                </a:lnTo>
                <a:lnTo>
                  <a:pt x="24736" y="117"/>
                </a:lnTo>
                <a:lnTo>
                  <a:pt x="24577" y="117"/>
                </a:lnTo>
                <a:lnTo>
                  <a:pt x="24577" y="0"/>
                </a:lnTo>
                <a:moveTo>
                  <a:pt x="24842" y="0"/>
                </a:moveTo>
                <a:lnTo>
                  <a:pt x="25000" y="0"/>
                </a:lnTo>
                <a:lnTo>
                  <a:pt x="25000" y="117"/>
                </a:lnTo>
                <a:lnTo>
                  <a:pt x="24842" y="117"/>
                </a:lnTo>
                <a:lnTo>
                  <a:pt x="24842" y="0"/>
                </a:lnTo>
                <a:moveTo>
                  <a:pt x="25106" y="0"/>
                </a:moveTo>
                <a:lnTo>
                  <a:pt x="25265" y="0"/>
                </a:lnTo>
                <a:lnTo>
                  <a:pt x="25265" y="117"/>
                </a:lnTo>
                <a:lnTo>
                  <a:pt x="25106" y="117"/>
                </a:lnTo>
                <a:lnTo>
                  <a:pt x="25106" y="0"/>
                </a:lnTo>
                <a:moveTo>
                  <a:pt x="25371" y="0"/>
                </a:moveTo>
                <a:lnTo>
                  <a:pt x="25529" y="0"/>
                </a:lnTo>
                <a:lnTo>
                  <a:pt x="25529" y="117"/>
                </a:lnTo>
                <a:lnTo>
                  <a:pt x="25371" y="117"/>
                </a:lnTo>
                <a:lnTo>
                  <a:pt x="25371" y="0"/>
                </a:lnTo>
                <a:moveTo>
                  <a:pt x="25635" y="0"/>
                </a:moveTo>
                <a:lnTo>
                  <a:pt x="25794" y="0"/>
                </a:lnTo>
                <a:lnTo>
                  <a:pt x="25794" y="117"/>
                </a:lnTo>
                <a:lnTo>
                  <a:pt x="25635" y="117"/>
                </a:lnTo>
                <a:lnTo>
                  <a:pt x="25635" y="0"/>
                </a:lnTo>
                <a:moveTo>
                  <a:pt x="25899" y="0"/>
                </a:moveTo>
                <a:lnTo>
                  <a:pt x="26058" y="0"/>
                </a:lnTo>
                <a:lnTo>
                  <a:pt x="26058" y="117"/>
                </a:lnTo>
                <a:lnTo>
                  <a:pt x="25899" y="117"/>
                </a:lnTo>
                <a:lnTo>
                  <a:pt x="25899" y="0"/>
                </a:lnTo>
                <a:moveTo>
                  <a:pt x="26164" y="0"/>
                </a:moveTo>
                <a:lnTo>
                  <a:pt x="26323" y="0"/>
                </a:lnTo>
                <a:lnTo>
                  <a:pt x="26323" y="117"/>
                </a:lnTo>
                <a:lnTo>
                  <a:pt x="26164" y="117"/>
                </a:lnTo>
                <a:lnTo>
                  <a:pt x="26164" y="0"/>
                </a:lnTo>
                <a:moveTo>
                  <a:pt x="26428" y="0"/>
                </a:moveTo>
                <a:lnTo>
                  <a:pt x="26587" y="0"/>
                </a:lnTo>
                <a:lnTo>
                  <a:pt x="26587" y="117"/>
                </a:lnTo>
                <a:lnTo>
                  <a:pt x="26428" y="117"/>
                </a:lnTo>
                <a:lnTo>
                  <a:pt x="26428" y="0"/>
                </a:lnTo>
                <a:moveTo>
                  <a:pt x="26693" y="0"/>
                </a:moveTo>
                <a:lnTo>
                  <a:pt x="26852" y="0"/>
                </a:lnTo>
                <a:lnTo>
                  <a:pt x="26852" y="117"/>
                </a:lnTo>
                <a:lnTo>
                  <a:pt x="26693" y="117"/>
                </a:lnTo>
                <a:lnTo>
                  <a:pt x="26693" y="0"/>
                </a:lnTo>
                <a:moveTo>
                  <a:pt x="26957" y="0"/>
                </a:moveTo>
                <a:lnTo>
                  <a:pt x="27116" y="0"/>
                </a:lnTo>
                <a:lnTo>
                  <a:pt x="27116" y="117"/>
                </a:lnTo>
                <a:lnTo>
                  <a:pt x="26957" y="117"/>
                </a:lnTo>
                <a:lnTo>
                  <a:pt x="26957" y="0"/>
                </a:lnTo>
                <a:moveTo>
                  <a:pt x="27222" y="0"/>
                </a:moveTo>
                <a:lnTo>
                  <a:pt x="27381" y="0"/>
                </a:lnTo>
                <a:lnTo>
                  <a:pt x="27381" y="117"/>
                </a:lnTo>
                <a:lnTo>
                  <a:pt x="27222" y="117"/>
                </a:lnTo>
                <a:lnTo>
                  <a:pt x="27222" y="0"/>
                </a:lnTo>
                <a:moveTo>
                  <a:pt x="27486" y="0"/>
                </a:moveTo>
                <a:lnTo>
                  <a:pt x="27645" y="0"/>
                </a:lnTo>
                <a:lnTo>
                  <a:pt x="27645" y="117"/>
                </a:lnTo>
                <a:lnTo>
                  <a:pt x="27486" y="117"/>
                </a:lnTo>
                <a:lnTo>
                  <a:pt x="27486" y="0"/>
                </a:lnTo>
                <a:moveTo>
                  <a:pt x="27751" y="0"/>
                </a:moveTo>
                <a:lnTo>
                  <a:pt x="27910" y="0"/>
                </a:lnTo>
                <a:lnTo>
                  <a:pt x="27910" y="117"/>
                </a:lnTo>
                <a:lnTo>
                  <a:pt x="27751" y="117"/>
                </a:lnTo>
                <a:lnTo>
                  <a:pt x="27751" y="0"/>
                </a:lnTo>
                <a:moveTo>
                  <a:pt x="28015" y="0"/>
                </a:moveTo>
                <a:lnTo>
                  <a:pt x="28174" y="0"/>
                </a:lnTo>
                <a:lnTo>
                  <a:pt x="28174" y="117"/>
                </a:lnTo>
                <a:lnTo>
                  <a:pt x="28015" y="117"/>
                </a:lnTo>
                <a:lnTo>
                  <a:pt x="28015" y="0"/>
                </a:lnTo>
                <a:moveTo>
                  <a:pt x="28280" y="0"/>
                </a:moveTo>
                <a:lnTo>
                  <a:pt x="28439" y="0"/>
                </a:lnTo>
                <a:lnTo>
                  <a:pt x="28439" y="117"/>
                </a:lnTo>
                <a:lnTo>
                  <a:pt x="28280" y="117"/>
                </a:lnTo>
                <a:lnTo>
                  <a:pt x="28280" y="0"/>
                </a:lnTo>
                <a:moveTo>
                  <a:pt x="28544" y="0"/>
                </a:moveTo>
                <a:lnTo>
                  <a:pt x="28703" y="0"/>
                </a:lnTo>
                <a:lnTo>
                  <a:pt x="28703" y="117"/>
                </a:lnTo>
                <a:lnTo>
                  <a:pt x="28544" y="117"/>
                </a:lnTo>
                <a:lnTo>
                  <a:pt x="28544" y="0"/>
                </a:lnTo>
                <a:moveTo>
                  <a:pt x="28809" y="0"/>
                </a:moveTo>
                <a:lnTo>
                  <a:pt x="28968" y="0"/>
                </a:lnTo>
                <a:lnTo>
                  <a:pt x="28968" y="117"/>
                </a:lnTo>
                <a:lnTo>
                  <a:pt x="28809" y="117"/>
                </a:lnTo>
                <a:lnTo>
                  <a:pt x="28809" y="0"/>
                </a:lnTo>
                <a:moveTo>
                  <a:pt x="29073" y="0"/>
                </a:moveTo>
                <a:lnTo>
                  <a:pt x="29232" y="0"/>
                </a:lnTo>
                <a:lnTo>
                  <a:pt x="29232" y="117"/>
                </a:lnTo>
                <a:lnTo>
                  <a:pt x="29073" y="117"/>
                </a:lnTo>
                <a:lnTo>
                  <a:pt x="29073" y="0"/>
                </a:lnTo>
                <a:moveTo>
                  <a:pt x="29338" y="0"/>
                </a:moveTo>
                <a:lnTo>
                  <a:pt x="29496" y="0"/>
                </a:lnTo>
                <a:lnTo>
                  <a:pt x="29496" y="117"/>
                </a:lnTo>
                <a:lnTo>
                  <a:pt x="29338" y="117"/>
                </a:lnTo>
                <a:lnTo>
                  <a:pt x="29338" y="0"/>
                </a:lnTo>
                <a:moveTo>
                  <a:pt x="29602" y="0"/>
                </a:moveTo>
                <a:lnTo>
                  <a:pt x="29761" y="0"/>
                </a:lnTo>
                <a:lnTo>
                  <a:pt x="29761" y="117"/>
                </a:lnTo>
                <a:lnTo>
                  <a:pt x="29602" y="117"/>
                </a:lnTo>
                <a:lnTo>
                  <a:pt x="29602" y="0"/>
                </a:lnTo>
                <a:moveTo>
                  <a:pt x="29867" y="0"/>
                </a:moveTo>
                <a:lnTo>
                  <a:pt x="30025" y="0"/>
                </a:lnTo>
                <a:lnTo>
                  <a:pt x="30025" y="117"/>
                </a:lnTo>
                <a:lnTo>
                  <a:pt x="29867" y="117"/>
                </a:lnTo>
                <a:lnTo>
                  <a:pt x="29867" y="0"/>
                </a:lnTo>
                <a:moveTo>
                  <a:pt x="30131" y="0"/>
                </a:moveTo>
                <a:lnTo>
                  <a:pt x="30290" y="0"/>
                </a:lnTo>
                <a:lnTo>
                  <a:pt x="30290" y="117"/>
                </a:lnTo>
                <a:lnTo>
                  <a:pt x="30131" y="117"/>
                </a:lnTo>
                <a:lnTo>
                  <a:pt x="30131" y="0"/>
                </a:lnTo>
                <a:moveTo>
                  <a:pt x="30396" y="0"/>
                </a:moveTo>
                <a:lnTo>
                  <a:pt x="30554" y="0"/>
                </a:lnTo>
                <a:lnTo>
                  <a:pt x="30554" y="117"/>
                </a:lnTo>
                <a:lnTo>
                  <a:pt x="30396" y="117"/>
                </a:lnTo>
                <a:lnTo>
                  <a:pt x="30396" y="0"/>
                </a:lnTo>
                <a:moveTo>
                  <a:pt x="30660" y="0"/>
                </a:moveTo>
                <a:lnTo>
                  <a:pt x="30725" y="0"/>
                </a:lnTo>
                <a:cubicBezTo>
                  <a:pt x="30767" y="0"/>
                  <a:pt x="30807" y="10"/>
                  <a:pt x="30843" y="31"/>
                </a:cubicBezTo>
                <a:lnTo>
                  <a:pt x="30787" y="133"/>
                </a:lnTo>
                <a:cubicBezTo>
                  <a:pt x="30767" y="122"/>
                  <a:pt x="30747" y="117"/>
                  <a:pt x="30725" y="117"/>
                </a:cubicBezTo>
                <a:lnTo>
                  <a:pt x="30660" y="117"/>
                </a:lnTo>
                <a:lnTo>
                  <a:pt x="30660" y="0"/>
                </a:lnTo>
                <a:moveTo>
                  <a:pt x="30940" y="130"/>
                </a:moveTo>
                <a:cubicBezTo>
                  <a:pt x="30959" y="166"/>
                  <a:pt x="30968" y="204"/>
                  <a:pt x="30968" y="244"/>
                </a:cubicBezTo>
                <a:lnTo>
                  <a:pt x="30968" y="313"/>
                </a:lnTo>
                <a:lnTo>
                  <a:pt x="30852" y="313"/>
                </a:lnTo>
                <a:lnTo>
                  <a:pt x="30852" y="244"/>
                </a:lnTo>
                <a:cubicBezTo>
                  <a:pt x="30852" y="223"/>
                  <a:pt x="30847" y="203"/>
                  <a:pt x="30837" y="185"/>
                </a:cubicBezTo>
                <a:lnTo>
                  <a:pt x="30940" y="130"/>
                </a:lnTo>
                <a:moveTo>
                  <a:pt x="30968" y="420"/>
                </a:moveTo>
                <a:lnTo>
                  <a:pt x="30968" y="578"/>
                </a:lnTo>
                <a:lnTo>
                  <a:pt x="30852" y="578"/>
                </a:lnTo>
                <a:lnTo>
                  <a:pt x="30852" y="420"/>
                </a:lnTo>
                <a:lnTo>
                  <a:pt x="30968" y="420"/>
                </a:lnTo>
                <a:moveTo>
                  <a:pt x="30968" y="684"/>
                </a:moveTo>
                <a:lnTo>
                  <a:pt x="30968" y="843"/>
                </a:lnTo>
                <a:lnTo>
                  <a:pt x="30852" y="843"/>
                </a:lnTo>
                <a:lnTo>
                  <a:pt x="30852" y="684"/>
                </a:lnTo>
                <a:lnTo>
                  <a:pt x="30968" y="684"/>
                </a:lnTo>
                <a:moveTo>
                  <a:pt x="30968" y="949"/>
                </a:moveTo>
                <a:lnTo>
                  <a:pt x="30968" y="1107"/>
                </a:lnTo>
                <a:lnTo>
                  <a:pt x="30852" y="1107"/>
                </a:lnTo>
                <a:lnTo>
                  <a:pt x="30852" y="949"/>
                </a:lnTo>
                <a:lnTo>
                  <a:pt x="30968" y="949"/>
                </a:lnTo>
                <a:moveTo>
                  <a:pt x="30968" y="1213"/>
                </a:moveTo>
                <a:lnTo>
                  <a:pt x="30968" y="1372"/>
                </a:lnTo>
                <a:lnTo>
                  <a:pt x="30852" y="1372"/>
                </a:lnTo>
                <a:lnTo>
                  <a:pt x="30852" y="1213"/>
                </a:lnTo>
                <a:lnTo>
                  <a:pt x="30968" y="1213"/>
                </a:lnTo>
                <a:moveTo>
                  <a:pt x="30968" y="1478"/>
                </a:moveTo>
                <a:lnTo>
                  <a:pt x="30968" y="1636"/>
                </a:lnTo>
                <a:lnTo>
                  <a:pt x="30852" y="1636"/>
                </a:lnTo>
                <a:lnTo>
                  <a:pt x="30852" y="1478"/>
                </a:lnTo>
                <a:lnTo>
                  <a:pt x="30968" y="1478"/>
                </a:lnTo>
                <a:moveTo>
                  <a:pt x="30968" y="1742"/>
                </a:moveTo>
                <a:lnTo>
                  <a:pt x="30968" y="1901"/>
                </a:lnTo>
                <a:lnTo>
                  <a:pt x="30852" y="1901"/>
                </a:lnTo>
                <a:lnTo>
                  <a:pt x="30852" y="1742"/>
                </a:lnTo>
                <a:lnTo>
                  <a:pt x="30968" y="1742"/>
                </a:lnTo>
                <a:moveTo>
                  <a:pt x="30968" y="2007"/>
                </a:moveTo>
                <a:lnTo>
                  <a:pt x="30968" y="2165"/>
                </a:lnTo>
                <a:lnTo>
                  <a:pt x="30852" y="2165"/>
                </a:lnTo>
                <a:lnTo>
                  <a:pt x="30852" y="2007"/>
                </a:lnTo>
                <a:lnTo>
                  <a:pt x="30968" y="2007"/>
                </a:lnTo>
                <a:moveTo>
                  <a:pt x="30968" y="2271"/>
                </a:moveTo>
                <a:lnTo>
                  <a:pt x="30968" y="2430"/>
                </a:lnTo>
                <a:lnTo>
                  <a:pt x="30852" y="2430"/>
                </a:lnTo>
                <a:lnTo>
                  <a:pt x="30852" y="2271"/>
                </a:lnTo>
                <a:lnTo>
                  <a:pt x="30968" y="2271"/>
                </a:lnTo>
                <a:moveTo>
                  <a:pt x="30968" y="2536"/>
                </a:moveTo>
                <a:lnTo>
                  <a:pt x="30968" y="2694"/>
                </a:lnTo>
                <a:lnTo>
                  <a:pt x="30852" y="2694"/>
                </a:lnTo>
                <a:lnTo>
                  <a:pt x="30852" y="2536"/>
                </a:lnTo>
                <a:lnTo>
                  <a:pt x="30968" y="2536"/>
                </a:lnTo>
                <a:moveTo>
                  <a:pt x="30968" y="2800"/>
                </a:moveTo>
                <a:lnTo>
                  <a:pt x="30968" y="2959"/>
                </a:lnTo>
                <a:lnTo>
                  <a:pt x="30852" y="2959"/>
                </a:lnTo>
                <a:lnTo>
                  <a:pt x="30852" y="2800"/>
                </a:lnTo>
                <a:lnTo>
                  <a:pt x="30968" y="2800"/>
                </a:lnTo>
                <a:moveTo>
                  <a:pt x="30968" y="3065"/>
                </a:moveTo>
                <a:lnTo>
                  <a:pt x="30968" y="3223"/>
                </a:lnTo>
                <a:lnTo>
                  <a:pt x="30852" y="3223"/>
                </a:lnTo>
                <a:lnTo>
                  <a:pt x="30852" y="3065"/>
                </a:lnTo>
                <a:lnTo>
                  <a:pt x="30968" y="3065"/>
                </a:lnTo>
                <a:moveTo>
                  <a:pt x="30967" y="3333"/>
                </a:moveTo>
                <a:cubicBezTo>
                  <a:pt x="30962" y="3408"/>
                  <a:pt x="30928" y="3468"/>
                  <a:pt x="30867" y="3511"/>
                </a:cubicBezTo>
                <a:lnTo>
                  <a:pt x="30799" y="3417"/>
                </a:lnTo>
                <a:cubicBezTo>
                  <a:pt x="30831" y="3394"/>
                  <a:pt x="30848" y="3363"/>
                  <a:pt x="30851" y="3324"/>
                </a:cubicBezTo>
                <a:lnTo>
                  <a:pt x="30967" y="3333"/>
                </a:lnTo>
                <a:moveTo>
                  <a:pt x="30736" y="3557"/>
                </a:moveTo>
                <a:cubicBezTo>
                  <a:pt x="30733" y="3557"/>
                  <a:pt x="30729" y="3557"/>
                  <a:pt x="30725" y="3557"/>
                </a:cubicBezTo>
                <a:lnTo>
                  <a:pt x="30575" y="3557"/>
                </a:lnTo>
                <a:lnTo>
                  <a:pt x="30575" y="3441"/>
                </a:lnTo>
                <a:lnTo>
                  <a:pt x="30725" y="3441"/>
                </a:lnTo>
                <a:cubicBezTo>
                  <a:pt x="30727" y="3441"/>
                  <a:pt x="30729" y="3441"/>
                  <a:pt x="30731" y="3441"/>
                </a:cubicBezTo>
                <a:lnTo>
                  <a:pt x="30736" y="3557"/>
                </a:lnTo>
                <a:moveTo>
                  <a:pt x="30470" y="3557"/>
                </a:moveTo>
                <a:lnTo>
                  <a:pt x="30311" y="3557"/>
                </a:lnTo>
                <a:lnTo>
                  <a:pt x="30311" y="3441"/>
                </a:lnTo>
                <a:lnTo>
                  <a:pt x="30470" y="3441"/>
                </a:lnTo>
                <a:lnTo>
                  <a:pt x="30470" y="3557"/>
                </a:lnTo>
                <a:moveTo>
                  <a:pt x="30205" y="3557"/>
                </a:moveTo>
                <a:lnTo>
                  <a:pt x="30046" y="3557"/>
                </a:lnTo>
                <a:lnTo>
                  <a:pt x="30046" y="3441"/>
                </a:lnTo>
                <a:lnTo>
                  <a:pt x="30205" y="3441"/>
                </a:lnTo>
                <a:lnTo>
                  <a:pt x="30205" y="3557"/>
                </a:lnTo>
                <a:moveTo>
                  <a:pt x="29941" y="3557"/>
                </a:moveTo>
                <a:lnTo>
                  <a:pt x="29782" y="3557"/>
                </a:lnTo>
                <a:lnTo>
                  <a:pt x="29782" y="3441"/>
                </a:lnTo>
                <a:lnTo>
                  <a:pt x="29941" y="3441"/>
                </a:lnTo>
                <a:lnTo>
                  <a:pt x="29941" y="3557"/>
                </a:lnTo>
                <a:moveTo>
                  <a:pt x="29676" y="3557"/>
                </a:moveTo>
                <a:lnTo>
                  <a:pt x="29517" y="3557"/>
                </a:lnTo>
                <a:lnTo>
                  <a:pt x="29517" y="3441"/>
                </a:lnTo>
                <a:lnTo>
                  <a:pt x="29676" y="3441"/>
                </a:lnTo>
                <a:lnTo>
                  <a:pt x="29676" y="3557"/>
                </a:lnTo>
                <a:moveTo>
                  <a:pt x="29412" y="3557"/>
                </a:moveTo>
                <a:lnTo>
                  <a:pt x="29253" y="3557"/>
                </a:lnTo>
                <a:lnTo>
                  <a:pt x="29253" y="3441"/>
                </a:lnTo>
                <a:lnTo>
                  <a:pt x="29412" y="3441"/>
                </a:lnTo>
                <a:lnTo>
                  <a:pt x="29412" y="3557"/>
                </a:lnTo>
                <a:moveTo>
                  <a:pt x="29147" y="3557"/>
                </a:moveTo>
                <a:lnTo>
                  <a:pt x="28988" y="3557"/>
                </a:lnTo>
                <a:lnTo>
                  <a:pt x="28988" y="3441"/>
                </a:lnTo>
                <a:lnTo>
                  <a:pt x="29147" y="3441"/>
                </a:lnTo>
                <a:lnTo>
                  <a:pt x="29147" y="3557"/>
                </a:lnTo>
                <a:moveTo>
                  <a:pt x="28883" y="3557"/>
                </a:moveTo>
                <a:lnTo>
                  <a:pt x="28724" y="3557"/>
                </a:lnTo>
                <a:lnTo>
                  <a:pt x="28724" y="3441"/>
                </a:lnTo>
                <a:lnTo>
                  <a:pt x="28883" y="3441"/>
                </a:lnTo>
                <a:lnTo>
                  <a:pt x="28883" y="3557"/>
                </a:lnTo>
                <a:moveTo>
                  <a:pt x="28618" y="3557"/>
                </a:moveTo>
                <a:lnTo>
                  <a:pt x="28459" y="3557"/>
                </a:lnTo>
                <a:lnTo>
                  <a:pt x="28459" y="3441"/>
                </a:lnTo>
                <a:lnTo>
                  <a:pt x="28618" y="3441"/>
                </a:lnTo>
                <a:lnTo>
                  <a:pt x="28618" y="3557"/>
                </a:lnTo>
                <a:moveTo>
                  <a:pt x="28354" y="3557"/>
                </a:moveTo>
                <a:lnTo>
                  <a:pt x="28195" y="3557"/>
                </a:lnTo>
                <a:lnTo>
                  <a:pt x="28195" y="3441"/>
                </a:lnTo>
                <a:lnTo>
                  <a:pt x="28354" y="3441"/>
                </a:lnTo>
                <a:lnTo>
                  <a:pt x="28354" y="3557"/>
                </a:lnTo>
                <a:moveTo>
                  <a:pt x="28089" y="3557"/>
                </a:moveTo>
                <a:lnTo>
                  <a:pt x="27931" y="3557"/>
                </a:lnTo>
                <a:lnTo>
                  <a:pt x="27931" y="3441"/>
                </a:lnTo>
                <a:lnTo>
                  <a:pt x="28089" y="3441"/>
                </a:lnTo>
                <a:lnTo>
                  <a:pt x="28089" y="3557"/>
                </a:lnTo>
                <a:moveTo>
                  <a:pt x="27825" y="3557"/>
                </a:moveTo>
                <a:lnTo>
                  <a:pt x="27666" y="3557"/>
                </a:lnTo>
                <a:lnTo>
                  <a:pt x="27666" y="3441"/>
                </a:lnTo>
                <a:lnTo>
                  <a:pt x="27825" y="3441"/>
                </a:lnTo>
                <a:lnTo>
                  <a:pt x="27825" y="3557"/>
                </a:lnTo>
                <a:moveTo>
                  <a:pt x="27560" y="3557"/>
                </a:moveTo>
                <a:lnTo>
                  <a:pt x="27402" y="3557"/>
                </a:lnTo>
                <a:lnTo>
                  <a:pt x="27402" y="3441"/>
                </a:lnTo>
                <a:lnTo>
                  <a:pt x="27560" y="3441"/>
                </a:lnTo>
                <a:lnTo>
                  <a:pt x="27560" y="3557"/>
                </a:lnTo>
                <a:moveTo>
                  <a:pt x="27296" y="3557"/>
                </a:moveTo>
                <a:lnTo>
                  <a:pt x="27137" y="3557"/>
                </a:lnTo>
                <a:lnTo>
                  <a:pt x="27137" y="3441"/>
                </a:lnTo>
                <a:lnTo>
                  <a:pt x="27296" y="3441"/>
                </a:lnTo>
                <a:lnTo>
                  <a:pt x="27296" y="3557"/>
                </a:lnTo>
                <a:moveTo>
                  <a:pt x="27031" y="3557"/>
                </a:moveTo>
                <a:lnTo>
                  <a:pt x="26873" y="3557"/>
                </a:lnTo>
                <a:lnTo>
                  <a:pt x="26873" y="3441"/>
                </a:lnTo>
                <a:lnTo>
                  <a:pt x="27031" y="3441"/>
                </a:lnTo>
                <a:lnTo>
                  <a:pt x="27031" y="3557"/>
                </a:lnTo>
                <a:moveTo>
                  <a:pt x="26767" y="3557"/>
                </a:moveTo>
                <a:lnTo>
                  <a:pt x="26608" y="3557"/>
                </a:lnTo>
                <a:lnTo>
                  <a:pt x="26608" y="3441"/>
                </a:lnTo>
                <a:lnTo>
                  <a:pt x="26767" y="3441"/>
                </a:lnTo>
                <a:lnTo>
                  <a:pt x="26767" y="3557"/>
                </a:lnTo>
                <a:moveTo>
                  <a:pt x="26502" y="3557"/>
                </a:moveTo>
                <a:lnTo>
                  <a:pt x="26344" y="3557"/>
                </a:lnTo>
                <a:lnTo>
                  <a:pt x="26344" y="3441"/>
                </a:lnTo>
                <a:lnTo>
                  <a:pt x="26502" y="3441"/>
                </a:lnTo>
                <a:lnTo>
                  <a:pt x="26502" y="3557"/>
                </a:lnTo>
                <a:moveTo>
                  <a:pt x="26238" y="3557"/>
                </a:moveTo>
                <a:lnTo>
                  <a:pt x="26079" y="3557"/>
                </a:lnTo>
                <a:lnTo>
                  <a:pt x="26079" y="3441"/>
                </a:lnTo>
                <a:lnTo>
                  <a:pt x="26238" y="3441"/>
                </a:lnTo>
                <a:lnTo>
                  <a:pt x="26238" y="3557"/>
                </a:lnTo>
                <a:moveTo>
                  <a:pt x="25973" y="3557"/>
                </a:moveTo>
                <a:lnTo>
                  <a:pt x="25815" y="3557"/>
                </a:lnTo>
                <a:lnTo>
                  <a:pt x="25815" y="3441"/>
                </a:lnTo>
                <a:lnTo>
                  <a:pt x="25973" y="3441"/>
                </a:lnTo>
                <a:lnTo>
                  <a:pt x="25973" y="3557"/>
                </a:lnTo>
                <a:moveTo>
                  <a:pt x="25709" y="3557"/>
                </a:moveTo>
                <a:lnTo>
                  <a:pt x="25550" y="3557"/>
                </a:lnTo>
                <a:lnTo>
                  <a:pt x="25550" y="3441"/>
                </a:lnTo>
                <a:lnTo>
                  <a:pt x="25709" y="3441"/>
                </a:lnTo>
                <a:lnTo>
                  <a:pt x="25709" y="3557"/>
                </a:lnTo>
                <a:moveTo>
                  <a:pt x="25444" y="3557"/>
                </a:moveTo>
                <a:lnTo>
                  <a:pt x="25286" y="3557"/>
                </a:lnTo>
                <a:lnTo>
                  <a:pt x="25286" y="3441"/>
                </a:lnTo>
                <a:lnTo>
                  <a:pt x="25444" y="3441"/>
                </a:lnTo>
                <a:lnTo>
                  <a:pt x="25444" y="3557"/>
                </a:lnTo>
                <a:moveTo>
                  <a:pt x="25180" y="3557"/>
                </a:moveTo>
                <a:lnTo>
                  <a:pt x="25021" y="3557"/>
                </a:lnTo>
                <a:lnTo>
                  <a:pt x="25021" y="3441"/>
                </a:lnTo>
                <a:lnTo>
                  <a:pt x="25180" y="3441"/>
                </a:lnTo>
                <a:lnTo>
                  <a:pt x="25180" y="3557"/>
                </a:lnTo>
                <a:moveTo>
                  <a:pt x="24916" y="3557"/>
                </a:moveTo>
                <a:lnTo>
                  <a:pt x="24757" y="3557"/>
                </a:lnTo>
                <a:lnTo>
                  <a:pt x="24757" y="3441"/>
                </a:lnTo>
                <a:lnTo>
                  <a:pt x="24916" y="3441"/>
                </a:lnTo>
                <a:lnTo>
                  <a:pt x="24916" y="3557"/>
                </a:lnTo>
                <a:moveTo>
                  <a:pt x="24651" y="3557"/>
                </a:moveTo>
                <a:lnTo>
                  <a:pt x="24492" y="3557"/>
                </a:lnTo>
                <a:lnTo>
                  <a:pt x="24492" y="3441"/>
                </a:lnTo>
                <a:lnTo>
                  <a:pt x="24651" y="3441"/>
                </a:lnTo>
                <a:lnTo>
                  <a:pt x="24651" y="3557"/>
                </a:lnTo>
                <a:moveTo>
                  <a:pt x="24387" y="3557"/>
                </a:moveTo>
                <a:lnTo>
                  <a:pt x="24228" y="3557"/>
                </a:lnTo>
                <a:lnTo>
                  <a:pt x="24228" y="3441"/>
                </a:lnTo>
                <a:lnTo>
                  <a:pt x="24387" y="3441"/>
                </a:lnTo>
                <a:lnTo>
                  <a:pt x="24387" y="3557"/>
                </a:lnTo>
                <a:moveTo>
                  <a:pt x="24122" y="3557"/>
                </a:moveTo>
                <a:lnTo>
                  <a:pt x="23963" y="3557"/>
                </a:lnTo>
                <a:lnTo>
                  <a:pt x="23963" y="3441"/>
                </a:lnTo>
                <a:lnTo>
                  <a:pt x="24122" y="3441"/>
                </a:lnTo>
                <a:lnTo>
                  <a:pt x="24122" y="3557"/>
                </a:lnTo>
                <a:moveTo>
                  <a:pt x="23858" y="3557"/>
                </a:moveTo>
                <a:lnTo>
                  <a:pt x="23699" y="3557"/>
                </a:lnTo>
                <a:lnTo>
                  <a:pt x="23699" y="3441"/>
                </a:lnTo>
                <a:lnTo>
                  <a:pt x="23858" y="3441"/>
                </a:lnTo>
                <a:lnTo>
                  <a:pt x="23858" y="3557"/>
                </a:lnTo>
                <a:moveTo>
                  <a:pt x="23593" y="3557"/>
                </a:moveTo>
                <a:lnTo>
                  <a:pt x="23434" y="3557"/>
                </a:lnTo>
                <a:lnTo>
                  <a:pt x="23434" y="3441"/>
                </a:lnTo>
                <a:lnTo>
                  <a:pt x="23593" y="3441"/>
                </a:lnTo>
                <a:lnTo>
                  <a:pt x="23593" y="3557"/>
                </a:lnTo>
                <a:moveTo>
                  <a:pt x="23329" y="3557"/>
                </a:moveTo>
                <a:lnTo>
                  <a:pt x="23170" y="3557"/>
                </a:lnTo>
                <a:lnTo>
                  <a:pt x="23170" y="3441"/>
                </a:lnTo>
                <a:lnTo>
                  <a:pt x="23329" y="3441"/>
                </a:lnTo>
                <a:lnTo>
                  <a:pt x="23329" y="3557"/>
                </a:lnTo>
                <a:moveTo>
                  <a:pt x="23064" y="3557"/>
                </a:moveTo>
                <a:lnTo>
                  <a:pt x="22905" y="3557"/>
                </a:lnTo>
                <a:lnTo>
                  <a:pt x="22905" y="3441"/>
                </a:lnTo>
                <a:lnTo>
                  <a:pt x="23064" y="3441"/>
                </a:lnTo>
                <a:lnTo>
                  <a:pt x="23064" y="3557"/>
                </a:lnTo>
                <a:moveTo>
                  <a:pt x="22800" y="3557"/>
                </a:moveTo>
                <a:lnTo>
                  <a:pt x="22641" y="3557"/>
                </a:lnTo>
                <a:lnTo>
                  <a:pt x="22641" y="3441"/>
                </a:lnTo>
                <a:lnTo>
                  <a:pt x="22800" y="3441"/>
                </a:lnTo>
                <a:lnTo>
                  <a:pt x="22800" y="3557"/>
                </a:lnTo>
                <a:moveTo>
                  <a:pt x="22535" y="3557"/>
                </a:moveTo>
                <a:lnTo>
                  <a:pt x="22376" y="3557"/>
                </a:lnTo>
                <a:lnTo>
                  <a:pt x="22376" y="3441"/>
                </a:lnTo>
                <a:lnTo>
                  <a:pt x="22535" y="3441"/>
                </a:lnTo>
                <a:lnTo>
                  <a:pt x="22535" y="3557"/>
                </a:lnTo>
                <a:moveTo>
                  <a:pt x="22271" y="3557"/>
                </a:moveTo>
                <a:lnTo>
                  <a:pt x="22112" y="3557"/>
                </a:lnTo>
                <a:lnTo>
                  <a:pt x="22112" y="3441"/>
                </a:lnTo>
                <a:lnTo>
                  <a:pt x="22271" y="3441"/>
                </a:lnTo>
                <a:lnTo>
                  <a:pt x="22271" y="3557"/>
                </a:lnTo>
                <a:moveTo>
                  <a:pt x="22006" y="3557"/>
                </a:moveTo>
                <a:lnTo>
                  <a:pt x="21847" y="3557"/>
                </a:lnTo>
                <a:lnTo>
                  <a:pt x="21847" y="3441"/>
                </a:lnTo>
                <a:lnTo>
                  <a:pt x="22006" y="3441"/>
                </a:lnTo>
                <a:lnTo>
                  <a:pt x="22006" y="3557"/>
                </a:lnTo>
                <a:moveTo>
                  <a:pt x="21742" y="3557"/>
                </a:moveTo>
                <a:lnTo>
                  <a:pt x="21583" y="3557"/>
                </a:lnTo>
                <a:lnTo>
                  <a:pt x="21583" y="3441"/>
                </a:lnTo>
                <a:lnTo>
                  <a:pt x="21742" y="3441"/>
                </a:lnTo>
                <a:lnTo>
                  <a:pt x="21742" y="3557"/>
                </a:lnTo>
                <a:moveTo>
                  <a:pt x="21477" y="3557"/>
                </a:moveTo>
                <a:lnTo>
                  <a:pt x="21319" y="3557"/>
                </a:lnTo>
                <a:lnTo>
                  <a:pt x="21319" y="3441"/>
                </a:lnTo>
                <a:lnTo>
                  <a:pt x="21477" y="3441"/>
                </a:lnTo>
                <a:lnTo>
                  <a:pt x="21477" y="3557"/>
                </a:lnTo>
                <a:moveTo>
                  <a:pt x="21213" y="3557"/>
                </a:moveTo>
                <a:lnTo>
                  <a:pt x="21054" y="3557"/>
                </a:lnTo>
                <a:lnTo>
                  <a:pt x="21054" y="3441"/>
                </a:lnTo>
                <a:lnTo>
                  <a:pt x="21213" y="3441"/>
                </a:lnTo>
                <a:lnTo>
                  <a:pt x="21213" y="3557"/>
                </a:lnTo>
                <a:moveTo>
                  <a:pt x="20948" y="3557"/>
                </a:moveTo>
                <a:lnTo>
                  <a:pt x="20790" y="3557"/>
                </a:lnTo>
                <a:lnTo>
                  <a:pt x="20790" y="3441"/>
                </a:lnTo>
                <a:lnTo>
                  <a:pt x="20948" y="3441"/>
                </a:lnTo>
                <a:lnTo>
                  <a:pt x="20948" y="3557"/>
                </a:lnTo>
                <a:moveTo>
                  <a:pt x="20684" y="3557"/>
                </a:moveTo>
                <a:lnTo>
                  <a:pt x="20525" y="3557"/>
                </a:lnTo>
                <a:lnTo>
                  <a:pt x="20525" y="3441"/>
                </a:lnTo>
                <a:lnTo>
                  <a:pt x="20684" y="3441"/>
                </a:lnTo>
                <a:lnTo>
                  <a:pt x="20684" y="3557"/>
                </a:lnTo>
                <a:moveTo>
                  <a:pt x="20419" y="3557"/>
                </a:moveTo>
                <a:lnTo>
                  <a:pt x="20261" y="3557"/>
                </a:lnTo>
                <a:lnTo>
                  <a:pt x="20261" y="3441"/>
                </a:lnTo>
                <a:lnTo>
                  <a:pt x="20419" y="3441"/>
                </a:lnTo>
                <a:lnTo>
                  <a:pt x="20419" y="3557"/>
                </a:lnTo>
                <a:moveTo>
                  <a:pt x="20155" y="3557"/>
                </a:moveTo>
                <a:lnTo>
                  <a:pt x="19996" y="3557"/>
                </a:lnTo>
                <a:lnTo>
                  <a:pt x="19996" y="3441"/>
                </a:lnTo>
                <a:lnTo>
                  <a:pt x="20155" y="3441"/>
                </a:lnTo>
                <a:lnTo>
                  <a:pt x="20155" y="3557"/>
                </a:lnTo>
                <a:moveTo>
                  <a:pt x="19890" y="3557"/>
                </a:moveTo>
                <a:lnTo>
                  <a:pt x="19732" y="3557"/>
                </a:lnTo>
                <a:lnTo>
                  <a:pt x="19732" y="3441"/>
                </a:lnTo>
                <a:lnTo>
                  <a:pt x="19890" y="3441"/>
                </a:lnTo>
                <a:lnTo>
                  <a:pt x="19890" y="3557"/>
                </a:lnTo>
                <a:moveTo>
                  <a:pt x="19626" y="3557"/>
                </a:moveTo>
                <a:lnTo>
                  <a:pt x="19467" y="3557"/>
                </a:lnTo>
                <a:lnTo>
                  <a:pt x="19467" y="3441"/>
                </a:lnTo>
                <a:lnTo>
                  <a:pt x="19626" y="3441"/>
                </a:lnTo>
                <a:lnTo>
                  <a:pt x="19626" y="3557"/>
                </a:lnTo>
                <a:moveTo>
                  <a:pt x="19361" y="3557"/>
                </a:moveTo>
                <a:lnTo>
                  <a:pt x="19203" y="3557"/>
                </a:lnTo>
                <a:lnTo>
                  <a:pt x="19203" y="3441"/>
                </a:lnTo>
                <a:lnTo>
                  <a:pt x="19361" y="3441"/>
                </a:lnTo>
                <a:lnTo>
                  <a:pt x="19361" y="3557"/>
                </a:lnTo>
                <a:moveTo>
                  <a:pt x="19097" y="3557"/>
                </a:moveTo>
                <a:lnTo>
                  <a:pt x="18938" y="3557"/>
                </a:lnTo>
                <a:lnTo>
                  <a:pt x="18938" y="3441"/>
                </a:lnTo>
                <a:lnTo>
                  <a:pt x="19097" y="3441"/>
                </a:lnTo>
                <a:lnTo>
                  <a:pt x="19097" y="3557"/>
                </a:lnTo>
                <a:moveTo>
                  <a:pt x="18832" y="3557"/>
                </a:moveTo>
                <a:lnTo>
                  <a:pt x="18674" y="3557"/>
                </a:lnTo>
                <a:lnTo>
                  <a:pt x="18674" y="3441"/>
                </a:lnTo>
                <a:lnTo>
                  <a:pt x="18832" y="3441"/>
                </a:lnTo>
                <a:lnTo>
                  <a:pt x="18832" y="3557"/>
                </a:lnTo>
                <a:moveTo>
                  <a:pt x="18568" y="3557"/>
                </a:moveTo>
                <a:lnTo>
                  <a:pt x="18409" y="3557"/>
                </a:lnTo>
                <a:lnTo>
                  <a:pt x="18409" y="3441"/>
                </a:lnTo>
                <a:lnTo>
                  <a:pt x="18568" y="3441"/>
                </a:lnTo>
                <a:lnTo>
                  <a:pt x="18568" y="3557"/>
                </a:lnTo>
                <a:moveTo>
                  <a:pt x="18303" y="3557"/>
                </a:moveTo>
                <a:lnTo>
                  <a:pt x="18145" y="3557"/>
                </a:lnTo>
                <a:lnTo>
                  <a:pt x="18145" y="3441"/>
                </a:lnTo>
                <a:lnTo>
                  <a:pt x="18303" y="3441"/>
                </a:lnTo>
                <a:lnTo>
                  <a:pt x="18303" y="3557"/>
                </a:lnTo>
                <a:moveTo>
                  <a:pt x="18039" y="3557"/>
                </a:moveTo>
                <a:lnTo>
                  <a:pt x="17880" y="3557"/>
                </a:lnTo>
                <a:lnTo>
                  <a:pt x="17880" y="3441"/>
                </a:lnTo>
                <a:lnTo>
                  <a:pt x="18039" y="3441"/>
                </a:lnTo>
                <a:lnTo>
                  <a:pt x="18039" y="3557"/>
                </a:lnTo>
                <a:moveTo>
                  <a:pt x="17775" y="3557"/>
                </a:moveTo>
                <a:lnTo>
                  <a:pt x="17616" y="3557"/>
                </a:lnTo>
                <a:lnTo>
                  <a:pt x="17616" y="3441"/>
                </a:lnTo>
                <a:lnTo>
                  <a:pt x="17775" y="3441"/>
                </a:lnTo>
                <a:lnTo>
                  <a:pt x="17775" y="3557"/>
                </a:lnTo>
                <a:moveTo>
                  <a:pt x="17510" y="3557"/>
                </a:moveTo>
                <a:lnTo>
                  <a:pt x="17351" y="3557"/>
                </a:lnTo>
                <a:lnTo>
                  <a:pt x="17351" y="3441"/>
                </a:lnTo>
                <a:lnTo>
                  <a:pt x="17510" y="3441"/>
                </a:lnTo>
                <a:lnTo>
                  <a:pt x="17510" y="3557"/>
                </a:lnTo>
                <a:moveTo>
                  <a:pt x="17246" y="3557"/>
                </a:moveTo>
                <a:lnTo>
                  <a:pt x="17087" y="3557"/>
                </a:lnTo>
                <a:lnTo>
                  <a:pt x="17087" y="3441"/>
                </a:lnTo>
                <a:lnTo>
                  <a:pt x="17246" y="3441"/>
                </a:lnTo>
                <a:lnTo>
                  <a:pt x="17246" y="3557"/>
                </a:lnTo>
                <a:moveTo>
                  <a:pt x="16981" y="3557"/>
                </a:moveTo>
                <a:lnTo>
                  <a:pt x="16822" y="3557"/>
                </a:lnTo>
                <a:lnTo>
                  <a:pt x="16822" y="3441"/>
                </a:lnTo>
                <a:lnTo>
                  <a:pt x="16981" y="3441"/>
                </a:lnTo>
                <a:lnTo>
                  <a:pt x="16981" y="3557"/>
                </a:lnTo>
                <a:moveTo>
                  <a:pt x="16717" y="3557"/>
                </a:moveTo>
                <a:lnTo>
                  <a:pt x="16558" y="3557"/>
                </a:lnTo>
                <a:lnTo>
                  <a:pt x="16558" y="3441"/>
                </a:lnTo>
                <a:lnTo>
                  <a:pt x="16717" y="3441"/>
                </a:lnTo>
                <a:lnTo>
                  <a:pt x="16717" y="3557"/>
                </a:lnTo>
                <a:moveTo>
                  <a:pt x="16452" y="3557"/>
                </a:moveTo>
                <a:lnTo>
                  <a:pt x="16293" y="3557"/>
                </a:lnTo>
                <a:lnTo>
                  <a:pt x="16293" y="3441"/>
                </a:lnTo>
                <a:lnTo>
                  <a:pt x="16452" y="3441"/>
                </a:lnTo>
                <a:lnTo>
                  <a:pt x="16452" y="3557"/>
                </a:lnTo>
                <a:moveTo>
                  <a:pt x="16188" y="3557"/>
                </a:moveTo>
                <a:lnTo>
                  <a:pt x="16029" y="3557"/>
                </a:lnTo>
                <a:lnTo>
                  <a:pt x="16029" y="3441"/>
                </a:lnTo>
                <a:lnTo>
                  <a:pt x="16188" y="3441"/>
                </a:lnTo>
                <a:lnTo>
                  <a:pt x="16188" y="3557"/>
                </a:lnTo>
                <a:moveTo>
                  <a:pt x="15923" y="3557"/>
                </a:moveTo>
                <a:lnTo>
                  <a:pt x="15764" y="3557"/>
                </a:lnTo>
                <a:lnTo>
                  <a:pt x="15764" y="3441"/>
                </a:lnTo>
                <a:lnTo>
                  <a:pt x="15923" y="3441"/>
                </a:lnTo>
                <a:lnTo>
                  <a:pt x="15923" y="3557"/>
                </a:lnTo>
                <a:moveTo>
                  <a:pt x="15659" y="3557"/>
                </a:moveTo>
                <a:lnTo>
                  <a:pt x="15500" y="3557"/>
                </a:lnTo>
                <a:lnTo>
                  <a:pt x="15500" y="3441"/>
                </a:lnTo>
                <a:lnTo>
                  <a:pt x="15659" y="3441"/>
                </a:lnTo>
                <a:lnTo>
                  <a:pt x="15659" y="3557"/>
                </a:lnTo>
                <a:moveTo>
                  <a:pt x="15394" y="3557"/>
                </a:moveTo>
                <a:lnTo>
                  <a:pt x="15235" y="3557"/>
                </a:lnTo>
                <a:lnTo>
                  <a:pt x="15235" y="3441"/>
                </a:lnTo>
                <a:lnTo>
                  <a:pt x="15394" y="3441"/>
                </a:lnTo>
                <a:lnTo>
                  <a:pt x="15394" y="3557"/>
                </a:lnTo>
                <a:moveTo>
                  <a:pt x="15130" y="3557"/>
                </a:moveTo>
                <a:lnTo>
                  <a:pt x="14971" y="3557"/>
                </a:lnTo>
                <a:lnTo>
                  <a:pt x="14971" y="3441"/>
                </a:lnTo>
                <a:lnTo>
                  <a:pt x="15130" y="3441"/>
                </a:lnTo>
                <a:lnTo>
                  <a:pt x="15130" y="3557"/>
                </a:lnTo>
                <a:moveTo>
                  <a:pt x="14865" y="3557"/>
                </a:moveTo>
                <a:lnTo>
                  <a:pt x="14706" y="3557"/>
                </a:lnTo>
                <a:lnTo>
                  <a:pt x="14706" y="3441"/>
                </a:lnTo>
                <a:lnTo>
                  <a:pt x="14865" y="3441"/>
                </a:lnTo>
                <a:lnTo>
                  <a:pt x="14865" y="3557"/>
                </a:lnTo>
                <a:moveTo>
                  <a:pt x="14601" y="3557"/>
                </a:moveTo>
                <a:lnTo>
                  <a:pt x="14442" y="3557"/>
                </a:lnTo>
                <a:lnTo>
                  <a:pt x="14442" y="3441"/>
                </a:lnTo>
                <a:lnTo>
                  <a:pt x="14601" y="3441"/>
                </a:lnTo>
                <a:lnTo>
                  <a:pt x="14601" y="3557"/>
                </a:lnTo>
                <a:moveTo>
                  <a:pt x="14336" y="3557"/>
                </a:moveTo>
                <a:lnTo>
                  <a:pt x="14178" y="3557"/>
                </a:lnTo>
                <a:lnTo>
                  <a:pt x="14178" y="3441"/>
                </a:lnTo>
                <a:lnTo>
                  <a:pt x="14336" y="3441"/>
                </a:lnTo>
                <a:lnTo>
                  <a:pt x="14336" y="3557"/>
                </a:lnTo>
                <a:moveTo>
                  <a:pt x="14072" y="3557"/>
                </a:moveTo>
                <a:lnTo>
                  <a:pt x="13912" y="3557"/>
                </a:lnTo>
                <a:lnTo>
                  <a:pt x="13912" y="3441"/>
                </a:lnTo>
                <a:lnTo>
                  <a:pt x="14072" y="3441"/>
                </a:lnTo>
                <a:lnTo>
                  <a:pt x="14072" y="3557"/>
                </a:lnTo>
                <a:moveTo>
                  <a:pt x="13806" y="3557"/>
                </a:moveTo>
                <a:lnTo>
                  <a:pt x="13648" y="3557"/>
                </a:lnTo>
                <a:lnTo>
                  <a:pt x="13648" y="3441"/>
                </a:lnTo>
                <a:lnTo>
                  <a:pt x="13806" y="3441"/>
                </a:lnTo>
                <a:lnTo>
                  <a:pt x="13806" y="3557"/>
                </a:lnTo>
                <a:moveTo>
                  <a:pt x="13542" y="3557"/>
                </a:moveTo>
                <a:lnTo>
                  <a:pt x="13383" y="3557"/>
                </a:lnTo>
                <a:lnTo>
                  <a:pt x="13383" y="3441"/>
                </a:lnTo>
                <a:lnTo>
                  <a:pt x="13542" y="3441"/>
                </a:lnTo>
                <a:lnTo>
                  <a:pt x="13542" y="3557"/>
                </a:lnTo>
                <a:moveTo>
                  <a:pt x="13277" y="3557"/>
                </a:moveTo>
                <a:lnTo>
                  <a:pt x="13119" y="3557"/>
                </a:lnTo>
                <a:lnTo>
                  <a:pt x="13119" y="3441"/>
                </a:lnTo>
                <a:lnTo>
                  <a:pt x="13277" y="3441"/>
                </a:lnTo>
                <a:lnTo>
                  <a:pt x="13277" y="3557"/>
                </a:lnTo>
                <a:moveTo>
                  <a:pt x="13013" y="3557"/>
                </a:moveTo>
                <a:lnTo>
                  <a:pt x="12854" y="3557"/>
                </a:lnTo>
                <a:lnTo>
                  <a:pt x="12854" y="3441"/>
                </a:lnTo>
                <a:lnTo>
                  <a:pt x="13013" y="3441"/>
                </a:lnTo>
                <a:lnTo>
                  <a:pt x="13013" y="3557"/>
                </a:lnTo>
                <a:moveTo>
                  <a:pt x="12748" y="3557"/>
                </a:moveTo>
                <a:lnTo>
                  <a:pt x="12590" y="3557"/>
                </a:lnTo>
                <a:lnTo>
                  <a:pt x="12590" y="3441"/>
                </a:lnTo>
                <a:lnTo>
                  <a:pt x="12748" y="3441"/>
                </a:lnTo>
                <a:lnTo>
                  <a:pt x="12748" y="3557"/>
                </a:lnTo>
                <a:moveTo>
                  <a:pt x="12484" y="3557"/>
                </a:moveTo>
                <a:lnTo>
                  <a:pt x="12325" y="3557"/>
                </a:lnTo>
                <a:lnTo>
                  <a:pt x="12325" y="3441"/>
                </a:lnTo>
                <a:lnTo>
                  <a:pt x="12484" y="3441"/>
                </a:lnTo>
                <a:lnTo>
                  <a:pt x="12484" y="3557"/>
                </a:lnTo>
                <a:moveTo>
                  <a:pt x="12219" y="3557"/>
                </a:moveTo>
                <a:lnTo>
                  <a:pt x="12061" y="3557"/>
                </a:lnTo>
                <a:lnTo>
                  <a:pt x="12061" y="3441"/>
                </a:lnTo>
                <a:lnTo>
                  <a:pt x="12219" y="3441"/>
                </a:lnTo>
                <a:lnTo>
                  <a:pt x="12219" y="3557"/>
                </a:lnTo>
                <a:moveTo>
                  <a:pt x="11955" y="3557"/>
                </a:moveTo>
                <a:lnTo>
                  <a:pt x="11796" y="3557"/>
                </a:lnTo>
                <a:lnTo>
                  <a:pt x="11796" y="3441"/>
                </a:lnTo>
                <a:lnTo>
                  <a:pt x="11955" y="3441"/>
                </a:lnTo>
                <a:lnTo>
                  <a:pt x="11955" y="3557"/>
                </a:lnTo>
                <a:moveTo>
                  <a:pt x="11690" y="3557"/>
                </a:moveTo>
                <a:lnTo>
                  <a:pt x="11532" y="3557"/>
                </a:lnTo>
                <a:lnTo>
                  <a:pt x="11532" y="3441"/>
                </a:lnTo>
                <a:lnTo>
                  <a:pt x="11690" y="3441"/>
                </a:lnTo>
                <a:lnTo>
                  <a:pt x="11690" y="3557"/>
                </a:lnTo>
                <a:moveTo>
                  <a:pt x="11426" y="3557"/>
                </a:moveTo>
                <a:lnTo>
                  <a:pt x="11267" y="3557"/>
                </a:lnTo>
                <a:lnTo>
                  <a:pt x="11267" y="3441"/>
                </a:lnTo>
                <a:lnTo>
                  <a:pt x="11426" y="3441"/>
                </a:lnTo>
                <a:lnTo>
                  <a:pt x="11426" y="3557"/>
                </a:lnTo>
                <a:moveTo>
                  <a:pt x="11162" y="3557"/>
                </a:moveTo>
                <a:lnTo>
                  <a:pt x="11003" y="3557"/>
                </a:lnTo>
                <a:lnTo>
                  <a:pt x="11003" y="3441"/>
                </a:lnTo>
                <a:lnTo>
                  <a:pt x="11162" y="3441"/>
                </a:lnTo>
                <a:lnTo>
                  <a:pt x="11162" y="3557"/>
                </a:lnTo>
                <a:moveTo>
                  <a:pt x="10897" y="3557"/>
                </a:moveTo>
                <a:lnTo>
                  <a:pt x="10738" y="3557"/>
                </a:lnTo>
                <a:lnTo>
                  <a:pt x="10738" y="3441"/>
                </a:lnTo>
                <a:lnTo>
                  <a:pt x="10897" y="3441"/>
                </a:lnTo>
                <a:lnTo>
                  <a:pt x="10897" y="3557"/>
                </a:lnTo>
                <a:moveTo>
                  <a:pt x="10633" y="3557"/>
                </a:moveTo>
                <a:lnTo>
                  <a:pt x="10474" y="3557"/>
                </a:lnTo>
                <a:lnTo>
                  <a:pt x="10474" y="3441"/>
                </a:lnTo>
                <a:lnTo>
                  <a:pt x="10633" y="3441"/>
                </a:lnTo>
                <a:lnTo>
                  <a:pt x="10633" y="3557"/>
                </a:lnTo>
                <a:moveTo>
                  <a:pt x="10368" y="3557"/>
                </a:moveTo>
                <a:lnTo>
                  <a:pt x="10209" y="3557"/>
                </a:lnTo>
                <a:lnTo>
                  <a:pt x="10209" y="3441"/>
                </a:lnTo>
                <a:lnTo>
                  <a:pt x="10368" y="3441"/>
                </a:lnTo>
                <a:lnTo>
                  <a:pt x="10368" y="3557"/>
                </a:lnTo>
                <a:moveTo>
                  <a:pt x="10104" y="3557"/>
                </a:moveTo>
                <a:lnTo>
                  <a:pt x="9945" y="3557"/>
                </a:lnTo>
                <a:lnTo>
                  <a:pt x="9945" y="3441"/>
                </a:lnTo>
                <a:lnTo>
                  <a:pt x="10104" y="3441"/>
                </a:lnTo>
                <a:lnTo>
                  <a:pt x="10104" y="3557"/>
                </a:lnTo>
                <a:moveTo>
                  <a:pt x="9839" y="3557"/>
                </a:moveTo>
                <a:lnTo>
                  <a:pt x="9680" y="3557"/>
                </a:lnTo>
                <a:lnTo>
                  <a:pt x="9680" y="3441"/>
                </a:lnTo>
                <a:lnTo>
                  <a:pt x="9839" y="3441"/>
                </a:lnTo>
                <a:lnTo>
                  <a:pt x="9839" y="3557"/>
                </a:lnTo>
                <a:moveTo>
                  <a:pt x="9575" y="3557"/>
                </a:moveTo>
                <a:lnTo>
                  <a:pt x="9416" y="3557"/>
                </a:lnTo>
                <a:lnTo>
                  <a:pt x="9416" y="3441"/>
                </a:lnTo>
                <a:lnTo>
                  <a:pt x="9575" y="3441"/>
                </a:lnTo>
                <a:lnTo>
                  <a:pt x="9575" y="3557"/>
                </a:lnTo>
                <a:moveTo>
                  <a:pt x="9310" y="3557"/>
                </a:moveTo>
                <a:lnTo>
                  <a:pt x="9151" y="3557"/>
                </a:lnTo>
                <a:lnTo>
                  <a:pt x="9151" y="3441"/>
                </a:lnTo>
                <a:lnTo>
                  <a:pt x="9310" y="3441"/>
                </a:lnTo>
                <a:lnTo>
                  <a:pt x="9310" y="3557"/>
                </a:lnTo>
                <a:moveTo>
                  <a:pt x="9046" y="3557"/>
                </a:moveTo>
                <a:lnTo>
                  <a:pt x="8887" y="3557"/>
                </a:lnTo>
                <a:lnTo>
                  <a:pt x="8887" y="3441"/>
                </a:lnTo>
                <a:lnTo>
                  <a:pt x="9046" y="3441"/>
                </a:lnTo>
                <a:lnTo>
                  <a:pt x="9046" y="3557"/>
                </a:lnTo>
                <a:moveTo>
                  <a:pt x="8781" y="3557"/>
                </a:moveTo>
                <a:lnTo>
                  <a:pt x="8622" y="3557"/>
                </a:lnTo>
                <a:lnTo>
                  <a:pt x="8622" y="3441"/>
                </a:lnTo>
                <a:lnTo>
                  <a:pt x="8781" y="3441"/>
                </a:lnTo>
                <a:lnTo>
                  <a:pt x="8781" y="3557"/>
                </a:lnTo>
                <a:moveTo>
                  <a:pt x="8517" y="3557"/>
                </a:moveTo>
                <a:lnTo>
                  <a:pt x="8358" y="3557"/>
                </a:lnTo>
                <a:lnTo>
                  <a:pt x="8358" y="3441"/>
                </a:lnTo>
                <a:lnTo>
                  <a:pt x="8517" y="3441"/>
                </a:lnTo>
                <a:lnTo>
                  <a:pt x="8517" y="3557"/>
                </a:lnTo>
                <a:moveTo>
                  <a:pt x="8252" y="3557"/>
                </a:moveTo>
                <a:lnTo>
                  <a:pt x="8093" y="3557"/>
                </a:lnTo>
                <a:lnTo>
                  <a:pt x="8093" y="3441"/>
                </a:lnTo>
                <a:lnTo>
                  <a:pt x="8252" y="3441"/>
                </a:lnTo>
                <a:lnTo>
                  <a:pt x="8252" y="3557"/>
                </a:lnTo>
                <a:moveTo>
                  <a:pt x="7988" y="3557"/>
                </a:moveTo>
                <a:lnTo>
                  <a:pt x="7829" y="3557"/>
                </a:lnTo>
                <a:lnTo>
                  <a:pt x="7829" y="3441"/>
                </a:lnTo>
                <a:lnTo>
                  <a:pt x="7988" y="3441"/>
                </a:lnTo>
                <a:lnTo>
                  <a:pt x="7988" y="3557"/>
                </a:lnTo>
                <a:moveTo>
                  <a:pt x="7723" y="3557"/>
                </a:moveTo>
                <a:lnTo>
                  <a:pt x="7565" y="3557"/>
                </a:lnTo>
                <a:lnTo>
                  <a:pt x="7565" y="3441"/>
                </a:lnTo>
                <a:lnTo>
                  <a:pt x="7723" y="3441"/>
                </a:lnTo>
                <a:lnTo>
                  <a:pt x="7723" y="3557"/>
                </a:lnTo>
                <a:moveTo>
                  <a:pt x="7459" y="3557"/>
                </a:moveTo>
                <a:lnTo>
                  <a:pt x="7300" y="3557"/>
                </a:lnTo>
                <a:lnTo>
                  <a:pt x="7300" y="3441"/>
                </a:lnTo>
                <a:lnTo>
                  <a:pt x="7459" y="3441"/>
                </a:lnTo>
                <a:lnTo>
                  <a:pt x="7459" y="3557"/>
                </a:lnTo>
                <a:moveTo>
                  <a:pt x="7194" y="3557"/>
                </a:moveTo>
                <a:lnTo>
                  <a:pt x="7036" y="3557"/>
                </a:lnTo>
                <a:lnTo>
                  <a:pt x="7036" y="3441"/>
                </a:lnTo>
                <a:lnTo>
                  <a:pt x="7194" y="3441"/>
                </a:lnTo>
                <a:lnTo>
                  <a:pt x="7194" y="3557"/>
                </a:lnTo>
                <a:moveTo>
                  <a:pt x="6930" y="3557"/>
                </a:moveTo>
                <a:lnTo>
                  <a:pt x="6771" y="3557"/>
                </a:lnTo>
                <a:lnTo>
                  <a:pt x="6771" y="3441"/>
                </a:lnTo>
                <a:lnTo>
                  <a:pt x="6930" y="3441"/>
                </a:lnTo>
                <a:lnTo>
                  <a:pt x="6930" y="3557"/>
                </a:lnTo>
                <a:moveTo>
                  <a:pt x="6665" y="3557"/>
                </a:moveTo>
                <a:lnTo>
                  <a:pt x="6507" y="3557"/>
                </a:lnTo>
                <a:lnTo>
                  <a:pt x="6507" y="3441"/>
                </a:lnTo>
                <a:lnTo>
                  <a:pt x="6665" y="3441"/>
                </a:lnTo>
                <a:lnTo>
                  <a:pt x="6665" y="3557"/>
                </a:lnTo>
                <a:moveTo>
                  <a:pt x="6401" y="3557"/>
                </a:moveTo>
                <a:lnTo>
                  <a:pt x="6242" y="3557"/>
                </a:lnTo>
                <a:lnTo>
                  <a:pt x="6242" y="3441"/>
                </a:lnTo>
                <a:lnTo>
                  <a:pt x="6401" y="3441"/>
                </a:lnTo>
                <a:lnTo>
                  <a:pt x="6401" y="3557"/>
                </a:lnTo>
                <a:moveTo>
                  <a:pt x="6136" y="3557"/>
                </a:moveTo>
                <a:lnTo>
                  <a:pt x="5978" y="3557"/>
                </a:lnTo>
                <a:lnTo>
                  <a:pt x="5978" y="3441"/>
                </a:lnTo>
                <a:lnTo>
                  <a:pt x="6136" y="3441"/>
                </a:lnTo>
                <a:lnTo>
                  <a:pt x="6136" y="3557"/>
                </a:lnTo>
                <a:moveTo>
                  <a:pt x="5872" y="3557"/>
                </a:moveTo>
                <a:lnTo>
                  <a:pt x="5713" y="3557"/>
                </a:lnTo>
                <a:lnTo>
                  <a:pt x="5713" y="3441"/>
                </a:lnTo>
                <a:lnTo>
                  <a:pt x="5872" y="3441"/>
                </a:lnTo>
                <a:lnTo>
                  <a:pt x="5872" y="3557"/>
                </a:lnTo>
                <a:moveTo>
                  <a:pt x="5607" y="3557"/>
                </a:moveTo>
                <a:lnTo>
                  <a:pt x="5449" y="3557"/>
                </a:lnTo>
                <a:lnTo>
                  <a:pt x="5449" y="3441"/>
                </a:lnTo>
                <a:lnTo>
                  <a:pt x="5607" y="3441"/>
                </a:lnTo>
                <a:lnTo>
                  <a:pt x="5607" y="3557"/>
                </a:lnTo>
                <a:moveTo>
                  <a:pt x="5343" y="3557"/>
                </a:moveTo>
                <a:lnTo>
                  <a:pt x="5184" y="3557"/>
                </a:lnTo>
                <a:lnTo>
                  <a:pt x="5184" y="3441"/>
                </a:lnTo>
                <a:lnTo>
                  <a:pt x="5343" y="3441"/>
                </a:lnTo>
                <a:lnTo>
                  <a:pt x="5343" y="3557"/>
                </a:lnTo>
                <a:moveTo>
                  <a:pt x="5078" y="3557"/>
                </a:moveTo>
                <a:lnTo>
                  <a:pt x="4920" y="3557"/>
                </a:lnTo>
                <a:lnTo>
                  <a:pt x="4920" y="3441"/>
                </a:lnTo>
                <a:lnTo>
                  <a:pt x="5078" y="3441"/>
                </a:lnTo>
                <a:lnTo>
                  <a:pt x="5078" y="3557"/>
                </a:lnTo>
                <a:moveTo>
                  <a:pt x="4814" y="3557"/>
                </a:moveTo>
                <a:lnTo>
                  <a:pt x="4655" y="3557"/>
                </a:lnTo>
                <a:lnTo>
                  <a:pt x="4655" y="3441"/>
                </a:lnTo>
                <a:lnTo>
                  <a:pt x="4814" y="3441"/>
                </a:lnTo>
                <a:lnTo>
                  <a:pt x="4814" y="3557"/>
                </a:lnTo>
                <a:moveTo>
                  <a:pt x="4549" y="3557"/>
                </a:moveTo>
                <a:lnTo>
                  <a:pt x="4391" y="3557"/>
                </a:lnTo>
                <a:lnTo>
                  <a:pt x="4391" y="3441"/>
                </a:lnTo>
                <a:lnTo>
                  <a:pt x="4549" y="3441"/>
                </a:lnTo>
                <a:lnTo>
                  <a:pt x="4549" y="3557"/>
                </a:lnTo>
                <a:moveTo>
                  <a:pt x="4285" y="3557"/>
                </a:moveTo>
                <a:lnTo>
                  <a:pt x="4126" y="3557"/>
                </a:lnTo>
                <a:lnTo>
                  <a:pt x="4126" y="3441"/>
                </a:lnTo>
                <a:lnTo>
                  <a:pt x="4285" y="3441"/>
                </a:lnTo>
                <a:lnTo>
                  <a:pt x="4285" y="3557"/>
                </a:lnTo>
                <a:moveTo>
                  <a:pt x="4021" y="3557"/>
                </a:moveTo>
                <a:lnTo>
                  <a:pt x="3862" y="3557"/>
                </a:lnTo>
                <a:lnTo>
                  <a:pt x="3862" y="3441"/>
                </a:lnTo>
                <a:lnTo>
                  <a:pt x="4021" y="3441"/>
                </a:lnTo>
                <a:lnTo>
                  <a:pt x="4021" y="3557"/>
                </a:lnTo>
                <a:moveTo>
                  <a:pt x="3756" y="3557"/>
                </a:moveTo>
                <a:lnTo>
                  <a:pt x="3597" y="3557"/>
                </a:lnTo>
                <a:lnTo>
                  <a:pt x="3597" y="3441"/>
                </a:lnTo>
                <a:lnTo>
                  <a:pt x="3756" y="3441"/>
                </a:lnTo>
                <a:lnTo>
                  <a:pt x="3756" y="3557"/>
                </a:lnTo>
                <a:moveTo>
                  <a:pt x="3492" y="3557"/>
                </a:moveTo>
                <a:lnTo>
                  <a:pt x="3333" y="3557"/>
                </a:lnTo>
                <a:lnTo>
                  <a:pt x="3333" y="3441"/>
                </a:lnTo>
                <a:lnTo>
                  <a:pt x="3492" y="3441"/>
                </a:lnTo>
                <a:lnTo>
                  <a:pt x="3492" y="3557"/>
                </a:lnTo>
                <a:moveTo>
                  <a:pt x="3227" y="3557"/>
                </a:moveTo>
                <a:lnTo>
                  <a:pt x="3068" y="3557"/>
                </a:lnTo>
                <a:lnTo>
                  <a:pt x="3068" y="3441"/>
                </a:lnTo>
                <a:lnTo>
                  <a:pt x="3227" y="3441"/>
                </a:lnTo>
                <a:lnTo>
                  <a:pt x="3227" y="3557"/>
                </a:lnTo>
                <a:moveTo>
                  <a:pt x="2963" y="3557"/>
                </a:moveTo>
                <a:lnTo>
                  <a:pt x="2804" y="3557"/>
                </a:lnTo>
                <a:lnTo>
                  <a:pt x="2804" y="3441"/>
                </a:lnTo>
                <a:lnTo>
                  <a:pt x="2963" y="3441"/>
                </a:lnTo>
                <a:lnTo>
                  <a:pt x="2963" y="3557"/>
                </a:lnTo>
                <a:moveTo>
                  <a:pt x="2698" y="3557"/>
                </a:moveTo>
                <a:lnTo>
                  <a:pt x="2539" y="3557"/>
                </a:lnTo>
                <a:lnTo>
                  <a:pt x="2539" y="3441"/>
                </a:lnTo>
                <a:lnTo>
                  <a:pt x="2698" y="3441"/>
                </a:lnTo>
                <a:lnTo>
                  <a:pt x="2698" y="3557"/>
                </a:lnTo>
                <a:moveTo>
                  <a:pt x="2434" y="3557"/>
                </a:moveTo>
                <a:lnTo>
                  <a:pt x="2275" y="3557"/>
                </a:lnTo>
                <a:lnTo>
                  <a:pt x="2275" y="3441"/>
                </a:lnTo>
                <a:lnTo>
                  <a:pt x="2434" y="3441"/>
                </a:lnTo>
                <a:lnTo>
                  <a:pt x="2434" y="3557"/>
                </a:lnTo>
                <a:moveTo>
                  <a:pt x="2169" y="3557"/>
                </a:moveTo>
                <a:lnTo>
                  <a:pt x="2010" y="3557"/>
                </a:lnTo>
                <a:lnTo>
                  <a:pt x="2010" y="3441"/>
                </a:lnTo>
                <a:lnTo>
                  <a:pt x="2169" y="3441"/>
                </a:lnTo>
                <a:lnTo>
                  <a:pt x="2169" y="3557"/>
                </a:lnTo>
                <a:moveTo>
                  <a:pt x="1905" y="3557"/>
                </a:moveTo>
                <a:lnTo>
                  <a:pt x="1746" y="3557"/>
                </a:lnTo>
                <a:lnTo>
                  <a:pt x="1746" y="3441"/>
                </a:lnTo>
                <a:lnTo>
                  <a:pt x="1905" y="3441"/>
                </a:lnTo>
                <a:lnTo>
                  <a:pt x="1905" y="3557"/>
                </a:lnTo>
                <a:moveTo>
                  <a:pt x="1640" y="3557"/>
                </a:moveTo>
                <a:lnTo>
                  <a:pt x="1481" y="3557"/>
                </a:lnTo>
                <a:lnTo>
                  <a:pt x="1481" y="3441"/>
                </a:lnTo>
                <a:lnTo>
                  <a:pt x="1640" y="3441"/>
                </a:lnTo>
                <a:lnTo>
                  <a:pt x="1640" y="3557"/>
                </a:lnTo>
                <a:moveTo>
                  <a:pt x="1376" y="3557"/>
                </a:moveTo>
                <a:lnTo>
                  <a:pt x="1217" y="3557"/>
                </a:lnTo>
                <a:lnTo>
                  <a:pt x="1217" y="3441"/>
                </a:lnTo>
                <a:lnTo>
                  <a:pt x="1376" y="3441"/>
                </a:lnTo>
                <a:lnTo>
                  <a:pt x="1376" y="3557"/>
                </a:lnTo>
                <a:moveTo>
                  <a:pt x="1111" y="3557"/>
                </a:moveTo>
                <a:lnTo>
                  <a:pt x="952" y="3557"/>
                </a:lnTo>
                <a:lnTo>
                  <a:pt x="952" y="3441"/>
                </a:lnTo>
                <a:lnTo>
                  <a:pt x="1111" y="3441"/>
                </a:lnTo>
                <a:lnTo>
                  <a:pt x="1111" y="3557"/>
                </a:lnTo>
                <a:moveTo>
                  <a:pt x="847" y="3557"/>
                </a:moveTo>
                <a:lnTo>
                  <a:pt x="688" y="3557"/>
                </a:lnTo>
                <a:lnTo>
                  <a:pt x="688" y="3441"/>
                </a:lnTo>
                <a:lnTo>
                  <a:pt x="847" y="3441"/>
                </a:lnTo>
                <a:lnTo>
                  <a:pt x="847" y="3557"/>
                </a:lnTo>
                <a:moveTo>
                  <a:pt x="582" y="3557"/>
                </a:moveTo>
                <a:lnTo>
                  <a:pt x="424" y="3557"/>
                </a:lnTo>
                <a:lnTo>
                  <a:pt x="424" y="3441"/>
                </a:lnTo>
                <a:lnTo>
                  <a:pt x="582" y="3441"/>
                </a:lnTo>
                <a:lnTo>
                  <a:pt x="582" y="3557"/>
                </a:lnTo>
                <a:moveTo>
                  <a:pt x="318" y="3557"/>
                </a:moveTo>
                <a:lnTo>
                  <a:pt x="244" y="3557"/>
                </a:lnTo>
                <a:cubicBezTo>
                  <a:pt x="206" y="3557"/>
                  <a:pt x="170" y="3549"/>
                  <a:pt x="136" y="3532"/>
                </a:cubicBezTo>
                <a:lnTo>
                  <a:pt x="188" y="3428"/>
                </a:lnTo>
                <a:cubicBezTo>
                  <a:pt x="205" y="3436"/>
                  <a:pt x="224" y="3441"/>
                  <a:pt x="244" y="3441"/>
                </a:cubicBezTo>
                <a:lnTo>
                  <a:pt x="318" y="3441"/>
                </a:lnTo>
                <a:lnTo>
                  <a:pt x="318" y="3557"/>
                </a:lnTo>
                <a:moveTo>
                  <a:pt x="34" y="3437"/>
                </a:moveTo>
                <a:cubicBezTo>
                  <a:pt x="12" y="3399"/>
                  <a:pt x="0" y="3358"/>
                  <a:pt x="0" y="3314"/>
                </a:cubicBezTo>
                <a:lnTo>
                  <a:pt x="0" y="3253"/>
                </a:lnTo>
                <a:lnTo>
                  <a:pt x="117" y="3253"/>
                </a:lnTo>
                <a:lnTo>
                  <a:pt x="117" y="3314"/>
                </a:lnTo>
                <a:cubicBezTo>
                  <a:pt x="117" y="3337"/>
                  <a:pt x="123" y="3358"/>
                  <a:pt x="134" y="3378"/>
                </a:cubicBezTo>
                <a:lnTo>
                  <a:pt x="34" y="3437"/>
                </a:lnTo>
                <a:moveTo>
                  <a:pt x="0" y="3148"/>
                </a:moveTo>
                <a:lnTo>
                  <a:pt x="0" y="2989"/>
                </a:lnTo>
                <a:lnTo>
                  <a:pt x="117" y="2989"/>
                </a:lnTo>
                <a:lnTo>
                  <a:pt x="117" y="3148"/>
                </a:lnTo>
                <a:lnTo>
                  <a:pt x="0" y="3148"/>
                </a:lnTo>
                <a:moveTo>
                  <a:pt x="0" y="2883"/>
                </a:moveTo>
                <a:lnTo>
                  <a:pt x="0" y="2725"/>
                </a:lnTo>
                <a:lnTo>
                  <a:pt x="117" y="2725"/>
                </a:lnTo>
                <a:lnTo>
                  <a:pt x="117" y="2883"/>
                </a:lnTo>
                <a:lnTo>
                  <a:pt x="0" y="2883"/>
                </a:lnTo>
                <a:moveTo>
                  <a:pt x="0" y="2619"/>
                </a:moveTo>
                <a:lnTo>
                  <a:pt x="0" y="2460"/>
                </a:lnTo>
                <a:lnTo>
                  <a:pt x="117" y="2460"/>
                </a:lnTo>
                <a:lnTo>
                  <a:pt x="117" y="2619"/>
                </a:lnTo>
                <a:lnTo>
                  <a:pt x="0" y="2619"/>
                </a:lnTo>
                <a:moveTo>
                  <a:pt x="0" y="2354"/>
                </a:moveTo>
                <a:lnTo>
                  <a:pt x="0" y="2196"/>
                </a:lnTo>
                <a:lnTo>
                  <a:pt x="117" y="2196"/>
                </a:lnTo>
                <a:lnTo>
                  <a:pt x="117" y="2354"/>
                </a:lnTo>
                <a:lnTo>
                  <a:pt x="0" y="2354"/>
                </a:lnTo>
                <a:moveTo>
                  <a:pt x="0" y="2090"/>
                </a:moveTo>
                <a:lnTo>
                  <a:pt x="0" y="1931"/>
                </a:lnTo>
                <a:lnTo>
                  <a:pt x="117" y="1931"/>
                </a:lnTo>
                <a:lnTo>
                  <a:pt x="117" y="2090"/>
                </a:lnTo>
                <a:lnTo>
                  <a:pt x="0" y="2090"/>
                </a:lnTo>
                <a:moveTo>
                  <a:pt x="0" y="1825"/>
                </a:moveTo>
                <a:lnTo>
                  <a:pt x="0" y="1667"/>
                </a:lnTo>
                <a:lnTo>
                  <a:pt x="117" y="1667"/>
                </a:lnTo>
                <a:lnTo>
                  <a:pt x="117" y="1825"/>
                </a:lnTo>
                <a:lnTo>
                  <a:pt x="0" y="1825"/>
                </a:lnTo>
                <a:moveTo>
                  <a:pt x="0" y="1561"/>
                </a:moveTo>
                <a:lnTo>
                  <a:pt x="0" y="1402"/>
                </a:lnTo>
                <a:lnTo>
                  <a:pt x="117" y="1402"/>
                </a:lnTo>
                <a:lnTo>
                  <a:pt x="117" y="1561"/>
                </a:lnTo>
                <a:lnTo>
                  <a:pt x="0" y="1561"/>
                </a:lnTo>
                <a:moveTo>
                  <a:pt x="0" y="1296"/>
                </a:moveTo>
                <a:lnTo>
                  <a:pt x="0" y="1138"/>
                </a:lnTo>
                <a:lnTo>
                  <a:pt x="117" y="1138"/>
                </a:lnTo>
                <a:lnTo>
                  <a:pt x="117" y="1296"/>
                </a:lnTo>
                <a:lnTo>
                  <a:pt x="0" y="1296"/>
                </a:lnTo>
                <a:moveTo>
                  <a:pt x="0" y="1032"/>
                </a:moveTo>
                <a:lnTo>
                  <a:pt x="0" y="873"/>
                </a:lnTo>
                <a:lnTo>
                  <a:pt x="117" y="873"/>
                </a:lnTo>
                <a:lnTo>
                  <a:pt x="117" y="1032"/>
                </a:lnTo>
                <a:lnTo>
                  <a:pt x="0" y="1032"/>
                </a:lnTo>
                <a:moveTo>
                  <a:pt x="0" y="767"/>
                </a:moveTo>
                <a:lnTo>
                  <a:pt x="0" y="609"/>
                </a:lnTo>
                <a:lnTo>
                  <a:pt x="117" y="609"/>
                </a:lnTo>
                <a:lnTo>
                  <a:pt x="117" y="767"/>
                </a:lnTo>
                <a:lnTo>
                  <a:pt x="0" y="767"/>
                </a:lnTo>
                <a:moveTo>
                  <a:pt x="0" y="503"/>
                </a:moveTo>
                <a:lnTo>
                  <a:pt x="0" y="344"/>
                </a:lnTo>
                <a:lnTo>
                  <a:pt x="117" y="344"/>
                </a:lnTo>
                <a:lnTo>
                  <a:pt x="117" y="503"/>
                </a:lnTo>
                <a:lnTo>
                  <a:pt x="0" y="503"/>
                </a:lnTo>
                <a:moveTo>
                  <a:pt x="1" y="236"/>
                </a:moveTo>
                <a:cubicBezTo>
                  <a:pt x="3" y="161"/>
                  <a:pt x="33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0"/>
                  <a:pt x="117" y="240"/>
                </a:cubicBezTo>
                <a:lnTo>
                  <a:pt x="1" y="236"/>
                </a:lnTo>
                <a:moveTo>
                  <a:pt x="221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521640" y="4360320"/>
            <a:ext cx="11148480" cy="1280520"/>
          </a:xfrm>
          <a:custGeom>
            <a:avLst/>
            <a:gdLst/>
            <a:ahLst/>
            <a:rect l="0" t="0" r="r" b="b"/>
            <a:pathLst>
              <a:path w="30968" h="3557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3" y="0"/>
                </a:moveTo>
                <a:lnTo>
                  <a:pt x="932" y="0"/>
                </a:lnTo>
                <a:lnTo>
                  <a:pt x="932" y="117"/>
                </a:lnTo>
                <a:lnTo>
                  <a:pt x="773" y="117"/>
                </a:lnTo>
                <a:lnTo>
                  <a:pt x="773" y="0"/>
                </a:lnTo>
                <a:moveTo>
                  <a:pt x="1037" y="0"/>
                </a:moveTo>
                <a:lnTo>
                  <a:pt x="1196" y="0"/>
                </a:lnTo>
                <a:lnTo>
                  <a:pt x="1196" y="117"/>
                </a:lnTo>
                <a:lnTo>
                  <a:pt x="1037" y="117"/>
                </a:lnTo>
                <a:lnTo>
                  <a:pt x="1037" y="0"/>
                </a:lnTo>
                <a:moveTo>
                  <a:pt x="1302" y="0"/>
                </a:moveTo>
                <a:lnTo>
                  <a:pt x="1461" y="0"/>
                </a:lnTo>
                <a:lnTo>
                  <a:pt x="1461" y="117"/>
                </a:lnTo>
                <a:lnTo>
                  <a:pt x="1302" y="117"/>
                </a:lnTo>
                <a:lnTo>
                  <a:pt x="1302" y="0"/>
                </a:lnTo>
                <a:moveTo>
                  <a:pt x="1566" y="0"/>
                </a:moveTo>
                <a:lnTo>
                  <a:pt x="1725" y="0"/>
                </a:lnTo>
                <a:lnTo>
                  <a:pt x="1725" y="117"/>
                </a:lnTo>
                <a:lnTo>
                  <a:pt x="1566" y="117"/>
                </a:lnTo>
                <a:lnTo>
                  <a:pt x="1566" y="0"/>
                </a:lnTo>
                <a:moveTo>
                  <a:pt x="1831" y="0"/>
                </a:moveTo>
                <a:lnTo>
                  <a:pt x="1989" y="0"/>
                </a:lnTo>
                <a:lnTo>
                  <a:pt x="1989" y="117"/>
                </a:lnTo>
                <a:lnTo>
                  <a:pt x="1831" y="117"/>
                </a:lnTo>
                <a:lnTo>
                  <a:pt x="1831" y="0"/>
                </a:lnTo>
                <a:moveTo>
                  <a:pt x="2095" y="0"/>
                </a:moveTo>
                <a:lnTo>
                  <a:pt x="2254" y="0"/>
                </a:lnTo>
                <a:lnTo>
                  <a:pt x="2254" y="117"/>
                </a:lnTo>
                <a:lnTo>
                  <a:pt x="2095" y="117"/>
                </a:lnTo>
                <a:lnTo>
                  <a:pt x="2095" y="0"/>
                </a:lnTo>
                <a:moveTo>
                  <a:pt x="2360" y="0"/>
                </a:moveTo>
                <a:lnTo>
                  <a:pt x="2518" y="0"/>
                </a:lnTo>
                <a:lnTo>
                  <a:pt x="2518" y="117"/>
                </a:lnTo>
                <a:lnTo>
                  <a:pt x="2360" y="117"/>
                </a:lnTo>
                <a:lnTo>
                  <a:pt x="2360" y="0"/>
                </a:lnTo>
                <a:moveTo>
                  <a:pt x="2624" y="0"/>
                </a:moveTo>
                <a:lnTo>
                  <a:pt x="2783" y="0"/>
                </a:lnTo>
                <a:lnTo>
                  <a:pt x="2783" y="117"/>
                </a:lnTo>
                <a:lnTo>
                  <a:pt x="2624" y="117"/>
                </a:lnTo>
                <a:lnTo>
                  <a:pt x="2624" y="0"/>
                </a:lnTo>
                <a:moveTo>
                  <a:pt x="2889" y="0"/>
                </a:moveTo>
                <a:lnTo>
                  <a:pt x="3047" y="0"/>
                </a:lnTo>
                <a:lnTo>
                  <a:pt x="3047" y="117"/>
                </a:lnTo>
                <a:lnTo>
                  <a:pt x="2889" y="117"/>
                </a:lnTo>
                <a:lnTo>
                  <a:pt x="2889" y="0"/>
                </a:lnTo>
                <a:moveTo>
                  <a:pt x="3153" y="0"/>
                </a:moveTo>
                <a:lnTo>
                  <a:pt x="3312" y="0"/>
                </a:lnTo>
                <a:lnTo>
                  <a:pt x="3312" y="117"/>
                </a:lnTo>
                <a:lnTo>
                  <a:pt x="3153" y="117"/>
                </a:lnTo>
                <a:lnTo>
                  <a:pt x="3153" y="0"/>
                </a:lnTo>
                <a:moveTo>
                  <a:pt x="3418" y="0"/>
                </a:moveTo>
                <a:lnTo>
                  <a:pt x="3576" y="0"/>
                </a:lnTo>
                <a:lnTo>
                  <a:pt x="3576" y="117"/>
                </a:lnTo>
                <a:lnTo>
                  <a:pt x="3418" y="117"/>
                </a:lnTo>
                <a:lnTo>
                  <a:pt x="3418" y="0"/>
                </a:lnTo>
                <a:moveTo>
                  <a:pt x="3682" y="0"/>
                </a:moveTo>
                <a:lnTo>
                  <a:pt x="3841" y="0"/>
                </a:lnTo>
                <a:lnTo>
                  <a:pt x="3841" y="117"/>
                </a:lnTo>
                <a:lnTo>
                  <a:pt x="3682" y="117"/>
                </a:lnTo>
                <a:lnTo>
                  <a:pt x="3682" y="0"/>
                </a:lnTo>
                <a:moveTo>
                  <a:pt x="3947" y="0"/>
                </a:moveTo>
                <a:lnTo>
                  <a:pt x="4105" y="0"/>
                </a:lnTo>
                <a:lnTo>
                  <a:pt x="4105" y="117"/>
                </a:lnTo>
                <a:lnTo>
                  <a:pt x="3947" y="117"/>
                </a:lnTo>
                <a:lnTo>
                  <a:pt x="3947" y="0"/>
                </a:lnTo>
                <a:moveTo>
                  <a:pt x="4211" y="0"/>
                </a:moveTo>
                <a:lnTo>
                  <a:pt x="4370" y="0"/>
                </a:lnTo>
                <a:lnTo>
                  <a:pt x="4370" y="117"/>
                </a:lnTo>
                <a:lnTo>
                  <a:pt x="4211" y="117"/>
                </a:lnTo>
                <a:lnTo>
                  <a:pt x="4211" y="0"/>
                </a:lnTo>
                <a:moveTo>
                  <a:pt x="4476" y="0"/>
                </a:moveTo>
                <a:lnTo>
                  <a:pt x="4634" y="0"/>
                </a:lnTo>
                <a:lnTo>
                  <a:pt x="4634" y="117"/>
                </a:lnTo>
                <a:lnTo>
                  <a:pt x="4476" y="117"/>
                </a:lnTo>
                <a:lnTo>
                  <a:pt x="4476" y="0"/>
                </a:lnTo>
                <a:moveTo>
                  <a:pt x="4740" y="0"/>
                </a:moveTo>
                <a:lnTo>
                  <a:pt x="4899" y="0"/>
                </a:lnTo>
                <a:lnTo>
                  <a:pt x="4899" y="117"/>
                </a:lnTo>
                <a:lnTo>
                  <a:pt x="4740" y="117"/>
                </a:lnTo>
                <a:lnTo>
                  <a:pt x="4740" y="0"/>
                </a:lnTo>
                <a:moveTo>
                  <a:pt x="5004" y="0"/>
                </a:moveTo>
                <a:lnTo>
                  <a:pt x="5163" y="0"/>
                </a:lnTo>
                <a:lnTo>
                  <a:pt x="5163" y="117"/>
                </a:lnTo>
                <a:lnTo>
                  <a:pt x="5004" y="117"/>
                </a:lnTo>
                <a:lnTo>
                  <a:pt x="5004" y="0"/>
                </a:lnTo>
                <a:moveTo>
                  <a:pt x="5269" y="0"/>
                </a:moveTo>
                <a:lnTo>
                  <a:pt x="5428" y="0"/>
                </a:lnTo>
                <a:lnTo>
                  <a:pt x="5428" y="117"/>
                </a:lnTo>
                <a:lnTo>
                  <a:pt x="5269" y="117"/>
                </a:lnTo>
                <a:lnTo>
                  <a:pt x="5269" y="0"/>
                </a:lnTo>
                <a:moveTo>
                  <a:pt x="5533" y="0"/>
                </a:moveTo>
                <a:lnTo>
                  <a:pt x="5692" y="0"/>
                </a:lnTo>
                <a:lnTo>
                  <a:pt x="5692" y="117"/>
                </a:lnTo>
                <a:lnTo>
                  <a:pt x="5533" y="117"/>
                </a:lnTo>
                <a:lnTo>
                  <a:pt x="5533" y="0"/>
                </a:lnTo>
                <a:moveTo>
                  <a:pt x="5798" y="0"/>
                </a:moveTo>
                <a:lnTo>
                  <a:pt x="5957" y="0"/>
                </a:lnTo>
                <a:lnTo>
                  <a:pt x="5957" y="117"/>
                </a:lnTo>
                <a:lnTo>
                  <a:pt x="5798" y="117"/>
                </a:lnTo>
                <a:lnTo>
                  <a:pt x="5798" y="0"/>
                </a:lnTo>
                <a:moveTo>
                  <a:pt x="6062" y="0"/>
                </a:moveTo>
                <a:lnTo>
                  <a:pt x="6221" y="0"/>
                </a:lnTo>
                <a:lnTo>
                  <a:pt x="6221" y="117"/>
                </a:lnTo>
                <a:lnTo>
                  <a:pt x="6062" y="117"/>
                </a:lnTo>
                <a:lnTo>
                  <a:pt x="6062" y="0"/>
                </a:lnTo>
                <a:moveTo>
                  <a:pt x="6327" y="0"/>
                </a:moveTo>
                <a:lnTo>
                  <a:pt x="6486" y="0"/>
                </a:lnTo>
                <a:lnTo>
                  <a:pt x="6486" y="117"/>
                </a:lnTo>
                <a:lnTo>
                  <a:pt x="6327" y="117"/>
                </a:lnTo>
                <a:lnTo>
                  <a:pt x="6327" y="0"/>
                </a:lnTo>
                <a:moveTo>
                  <a:pt x="6591" y="0"/>
                </a:moveTo>
                <a:lnTo>
                  <a:pt x="6750" y="0"/>
                </a:lnTo>
                <a:lnTo>
                  <a:pt x="6750" y="117"/>
                </a:lnTo>
                <a:lnTo>
                  <a:pt x="6591" y="117"/>
                </a:lnTo>
                <a:lnTo>
                  <a:pt x="6591" y="0"/>
                </a:lnTo>
                <a:moveTo>
                  <a:pt x="6856" y="0"/>
                </a:moveTo>
                <a:lnTo>
                  <a:pt x="7015" y="0"/>
                </a:lnTo>
                <a:lnTo>
                  <a:pt x="7015" y="117"/>
                </a:lnTo>
                <a:lnTo>
                  <a:pt x="6856" y="117"/>
                </a:lnTo>
                <a:lnTo>
                  <a:pt x="6856" y="0"/>
                </a:lnTo>
                <a:moveTo>
                  <a:pt x="7120" y="0"/>
                </a:moveTo>
                <a:lnTo>
                  <a:pt x="7279" y="0"/>
                </a:lnTo>
                <a:lnTo>
                  <a:pt x="7279" y="117"/>
                </a:lnTo>
                <a:lnTo>
                  <a:pt x="7120" y="117"/>
                </a:lnTo>
                <a:lnTo>
                  <a:pt x="7120" y="0"/>
                </a:lnTo>
                <a:moveTo>
                  <a:pt x="7385" y="0"/>
                </a:moveTo>
                <a:lnTo>
                  <a:pt x="7544" y="0"/>
                </a:lnTo>
                <a:lnTo>
                  <a:pt x="7544" y="117"/>
                </a:lnTo>
                <a:lnTo>
                  <a:pt x="7385" y="117"/>
                </a:lnTo>
                <a:lnTo>
                  <a:pt x="7385" y="0"/>
                </a:lnTo>
                <a:moveTo>
                  <a:pt x="7649" y="0"/>
                </a:moveTo>
                <a:lnTo>
                  <a:pt x="7808" y="0"/>
                </a:lnTo>
                <a:lnTo>
                  <a:pt x="7808" y="117"/>
                </a:lnTo>
                <a:lnTo>
                  <a:pt x="7649" y="117"/>
                </a:lnTo>
                <a:lnTo>
                  <a:pt x="7649" y="0"/>
                </a:lnTo>
                <a:moveTo>
                  <a:pt x="7914" y="0"/>
                </a:moveTo>
                <a:lnTo>
                  <a:pt x="8073" y="0"/>
                </a:lnTo>
                <a:lnTo>
                  <a:pt x="8073" y="117"/>
                </a:lnTo>
                <a:lnTo>
                  <a:pt x="7914" y="117"/>
                </a:lnTo>
                <a:lnTo>
                  <a:pt x="7914" y="0"/>
                </a:lnTo>
                <a:moveTo>
                  <a:pt x="8178" y="0"/>
                </a:moveTo>
                <a:lnTo>
                  <a:pt x="8337" y="0"/>
                </a:lnTo>
                <a:lnTo>
                  <a:pt x="8337" y="117"/>
                </a:lnTo>
                <a:lnTo>
                  <a:pt x="8178" y="117"/>
                </a:lnTo>
                <a:lnTo>
                  <a:pt x="8178" y="0"/>
                </a:lnTo>
                <a:moveTo>
                  <a:pt x="8443" y="0"/>
                </a:moveTo>
                <a:lnTo>
                  <a:pt x="8601" y="0"/>
                </a:lnTo>
                <a:lnTo>
                  <a:pt x="8601" y="117"/>
                </a:lnTo>
                <a:lnTo>
                  <a:pt x="8443" y="117"/>
                </a:lnTo>
                <a:lnTo>
                  <a:pt x="8443" y="0"/>
                </a:lnTo>
                <a:moveTo>
                  <a:pt x="8707" y="0"/>
                </a:moveTo>
                <a:lnTo>
                  <a:pt x="8866" y="0"/>
                </a:lnTo>
                <a:lnTo>
                  <a:pt x="8866" y="117"/>
                </a:lnTo>
                <a:lnTo>
                  <a:pt x="8707" y="117"/>
                </a:lnTo>
                <a:lnTo>
                  <a:pt x="8707" y="0"/>
                </a:lnTo>
                <a:moveTo>
                  <a:pt x="8972" y="0"/>
                </a:moveTo>
                <a:lnTo>
                  <a:pt x="9130" y="0"/>
                </a:lnTo>
                <a:lnTo>
                  <a:pt x="9130" y="117"/>
                </a:lnTo>
                <a:lnTo>
                  <a:pt x="8972" y="117"/>
                </a:lnTo>
                <a:lnTo>
                  <a:pt x="8972" y="0"/>
                </a:lnTo>
                <a:moveTo>
                  <a:pt x="9236" y="0"/>
                </a:moveTo>
                <a:lnTo>
                  <a:pt x="9395" y="0"/>
                </a:lnTo>
                <a:lnTo>
                  <a:pt x="9395" y="117"/>
                </a:lnTo>
                <a:lnTo>
                  <a:pt x="9236" y="117"/>
                </a:lnTo>
                <a:lnTo>
                  <a:pt x="9236" y="0"/>
                </a:lnTo>
                <a:moveTo>
                  <a:pt x="9501" y="0"/>
                </a:moveTo>
                <a:lnTo>
                  <a:pt x="9659" y="0"/>
                </a:lnTo>
                <a:lnTo>
                  <a:pt x="9659" y="117"/>
                </a:lnTo>
                <a:lnTo>
                  <a:pt x="9501" y="117"/>
                </a:lnTo>
                <a:lnTo>
                  <a:pt x="9501" y="0"/>
                </a:lnTo>
                <a:moveTo>
                  <a:pt x="9765" y="0"/>
                </a:moveTo>
                <a:lnTo>
                  <a:pt x="9924" y="0"/>
                </a:lnTo>
                <a:lnTo>
                  <a:pt x="9924" y="117"/>
                </a:lnTo>
                <a:lnTo>
                  <a:pt x="9765" y="117"/>
                </a:lnTo>
                <a:lnTo>
                  <a:pt x="9765" y="0"/>
                </a:lnTo>
                <a:moveTo>
                  <a:pt x="10030" y="0"/>
                </a:moveTo>
                <a:lnTo>
                  <a:pt x="10188" y="0"/>
                </a:lnTo>
                <a:lnTo>
                  <a:pt x="10188" y="117"/>
                </a:lnTo>
                <a:lnTo>
                  <a:pt x="10030" y="117"/>
                </a:lnTo>
                <a:lnTo>
                  <a:pt x="10030" y="0"/>
                </a:lnTo>
                <a:moveTo>
                  <a:pt x="10294" y="0"/>
                </a:moveTo>
                <a:lnTo>
                  <a:pt x="10453" y="0"/>
                </a:lnTo>
                <a:lnTo>
                  <a:pt x="10453" y="117"/>
                </a:lnTo>
                <a:lnTo>
                  <a:pt x="10294" y="117"/>
                </a:lnTo>
                <a:lnTo>
                  <a:pt x="10294" y="0"/>
                </a:lnTo>
                <a:moveTo>
                  <a:pt x="10559" y="0"/>
                </a:moveTo>
                <a:lnTo>
                  <a:pt x="10717" y="0"/>
                </a:lnTo>
                <a:lnTo>
                  <a:pt x="10717" y="117"/>
                </a:lnTo>
                <a:lnTo>
                  <a:pt x="10559" y="117"/>
                </a:lnTo>
                <a:lnTo>
                  <a:pt x="10559" y="0"/>
                </a:lnTo>
                <a:moveTo>
                  <a:pt x="10823" y="0"/>
                </a:moveTo>
                <a:lnTo>
                  <a:pt x="10982" y="0"/>
                </a:lnTo>
                <a:lnTo>
                  <a:pt x="10982" y="117"/>
                </a:lnTo>
                <a:lnTo>
                  <a:pt x="10823" y="117"/>
                </a:lnTo>
                <a:lnTo>
                  <a:pt x="10823" y="0"/>
                </a:lnTo>
                <a:moveTo>
                  <a:pt x="11088" y="0"/>
                </a:moveTo>
                <a:lnTo>
                  <a:pt x="11246" y="0"/>
                </a:lnTo>
                <a:lnTo>
                  <a:pt x="11246" y="117"/>
                </a:lnTo>
                <a:lnTo>
                  <a:pt x="11088" y="117"/>
                </a:lnTo>
                <a:lnTo>
                  <a:pt x="11088" y="0"/>
                </a:lnTo>
                <a:moveTo>
                  <a:pt x="11352" y="0"/>
                </a:moveTo>
                <a:lnTo>
                  <a:pt x="11511" y="0"/>
                </a:lnTo>
                <a:lnTo>
                  <a:pt x="11511" y="117"/>
                </a:lnTo>
                <a:lnTo>
                  <a:pt x="11352" y="117"/>
                </a:lnTo>
                <a:lnTo>
                  <a:pt x="11352" y="0"/>
                </a:lnTo>
                <a:moveTo>
                  <a:pt x="11617" y="0"/>
                </a:moveTo>
                <a:lnTo>
                  <a:pt x="11775" y="0"/>
                </a:lnTo>
                <a:lnTo>
                  <a:pt x="11775" y="117"/>
                </a:lnTo>
                <a:lnTo>
                  <a:pt x="11617" y="117"/>
                </a:lnTo>
                <a:lnTo>
                  <a:pt x="11617" y="0"/>
                </a:lnTo>
                <a:moveTo>
                  <a:pt x="11881" y="0"/>
                </a:moveTo>
                <a:lnTo>
                  <a:pt x="12040" y="0"/>
                </a:lnTo>
                <a:lnTo>
                  <a:pt x="12040" y="117"/>
                </a:lnTo>
                <a:lnTo>
                  <a:pt x="11881" y="117"/>
                </a:lnTo>
                <a:lnTo>
                  <a:pt x="11881" y="0"/>
                </a:lnTo>
                <a:moveTo>
                  <a:pt x="12145" y="0"/>
                </a:moveTo>
                <a:lnTo>
                  <a:pt x="12304" y="0"/>
                </a:lnTo>
                <a:lnTo>
                  <a:pt x="12304" y="117"/>
                </a:lnTo>
                <a:lnTo>
                  <a:pt x="12145" y="117"/>
                </a:lnTo>
                <a:lnTo>
                  <a:pt x="12145" y="0"/>
                </a:lnTo>
                <a:moveTo>
                  <a:pt x="12410" y="0"/>
                </a:moveTo>
                <a:lnTo>
                  <a:pt x="12569" y="0"/>
                </a:lnTo>
                <a:lnTo>
                  <a:pt x="12569" y="117"/>
                </a:lnTo>
                <a:lnTo>
                  <a:pt x="12410" y="117"/>
                </a:lnTo>
                <a:lnTo>
                  <a:pt x="12410" y="0"/>
                </a:lnTo>
                <a:moveTo>
                  <a:pt x="12674" y="0"/>
                </a:moveTo>
                <a:lnTo>
                  <a:pt x="12833" y="0"/>
                </a:lnTo>
                <a:lnTo>
                  <a:pt x="12833" y="117"/>
                </a:lnTo>
                <a:lnTo>
                  <a:pt x="12674" y="117"/>
                </a:lnTo>
                <a:lnTo>
                  <a:pt x="12674" y="0"/>
                </a:lnTo>
                <a:moveTo>
                  <a:pt x="12939" y="0"/>
                </a:moveTo>
                <a:lnTo>
                  <a:pt x="13098" y="0"/>
                </a:lnTo>
                <a:lnTo>
                  <a:pt x="13098" y="117"/>
                </a:lnTo>
                <a:lnTo>
                  <a:pt x="12939" y="117"/>
                </a:lnTo>
                <a:lnTo>
                  <a:pt x="12939" y="0"/>
                </a:lnTo>
                <a:moveTo>
                  <a:pt x="13203" y="0"/>
                </a:moveTo>
                <a:lnTo>
                  <a:pt x="13362" y="0"/>
                </a:lnTo>
                <a:lnTo>
                  <a:pt x="13362" y="117"/>
                </a:lnTo>
                <a:lnTo>
                  <a:pt x="13203" y="117"/>
                </a:lnTo>
                <a:lnTo>
                  <a:pt x="13203" y="0"/>
                </a:lnTo>
                <a:moveTo>
                  <a:pt x="13468" y="0"/>
                </a:moveTo>
                <a:lnTo>
                  <a:pt x="13627" y="0"/>
                </a:lnTo>
                <a:lnTo>
                  <a:pt x="13627" y="117"/>
                </a:lnTo>
                <a:lnTo>
                  <a:pt x="13468" y="117"/>
                </a:lnTo>
                <a:lnTo>
                  <a:pt x="13468" y="0"/>
                </a:lnTo>
                <a:moveTo>
                  <a:pt x="13732" y="0"/>
                </a:moveTo>
                <a:lnTo>
                  <a:pt x="13891" y="0"/>
                </a:lnTo>
                <a:lnTo>
                  <a:pt x="13891" y="117"/>
                </a:lnTo>
                <a:lnTo>
                  <a:pt x="13732" y="117"/>
                </a:lnTo>
                <a:lnTo>
                  <a:pt x="13732" y="0"/>
                </a:lnTo>
                <a:moveTo>
                  <a:pt x="13997" y="0"/>
                </a:moveTo>
                <a:lnTo>
                  <a:pt x="14157" y="0"/>
                </a:lnTo>
                <a:lnTo>
                  <a:pt x="14157" y="117"/>
                </a:lnTo>
                <a:lnTo>
                  <a:pt x="13997" y="117"/>
                </a:lnTo>
                <a:lnTo>
                  <a:pt x="13997" y="0"/>
                </a:lnTo>
                <a:moveTo>
                  <a:pt x="14262" y="0"/>
                </a:moveTo>
                <a:lnTo>
                  <a:pt x="14421" y="0"/>
                </a:lnTo>
                <a:lnTo>
                  <a:pt x="14421" y="117"/>
                </a:lnTo>
                <a:lnTo>
                  <a:pt x="14262" y="117"/>
                </a:lnTo>
                <a:lnTo>
                  <a:pt x="14262" y="0"/>
                </a:lnTo>
                <a:moveTo>
                  <a:pt x="14527" y="0"/>
                </a:moveTo>
                <a:lnTo>
                  <a:pt x="14686" y="0"/>
                </a:lnTo>
                <a:lnTo>
                  <a:pt x="14686" y="117"/>
                </a:lnTo>
                <a:lnTo>
                  <a:pt x="14527" y="117"/>
                </a:lnTo>
                <a:lnTo>
                  <a:pt x="14527" y="0"/>
                </a:lnTo>
                <a:moveTo>
                  <a:pt x="14791" y="0"/>
                </a:moveTo>
                <a:lnTo>
                  <a:pt x="14950" y="0"/>
                </a:lnTo>
                <a:lnTo>
                  <a:pt x="14950" y="117"/>
                </a:lnTo>
                <a:lnTo>
                  <a:pt x="14791" y="117"/>
                </a:lnTo>
                <a:lnTo>
                  <a:pt x="14791" y="0"/>
                </a:lnTo>
                <a:moveTo>
                  <a:pt x="15056" y="0"/>
                </a:moveTo>
                <a:lnTo>
                  <a:pt x="15215" y="0"/>
                </a:lnTo>
                <a:lnTo>
                  <a:pt x="15215" y="117"/>
                </a:lnTo>
                <a:lnTo>
                  <a:pt x="15056" y="117"/>
                </a:lnTo>
                <a:lnTo>
                  <a:pt x="15056" y="0"/>
                </a:lnTo>
                <a:moveTo>
                  <a:pt x="15320" y="0"/>
                </a:moveTo>
                <a:lnTo>
                  <a:pt x="15479" y="0"/>
                </a:lnTo>
                <a:lnTo>
                  <a:pt x="15479" y="117"/>
                </a:lnTo>
                <a:lnTo>
                  <a:pt x="15320" y="117"/>
                </a:lnTo>
                <a:lnTo>
                  <a:pt x="15320" y="0"/>
                </a:lnTo>
                <a:moveTo>
                  <a:pt x="15585" y="0"/>
                </a:moveTo>
                <a:lnTo>
                  <a:pt x="15743" y="0"/>
                </a:lnTo>
                <a:lnTo>
                  <a:pt x="15743" y="117"/>
                </a:lnTo>
                <a:lnTo>
                  <a:pt x="15585" y="117"/>
                </a:lnTo>
                <a:lnTo>
                  <a:pt x="15585" y="0"/>
                </a:lnTo>
                <a:moveTo>
                  <a:pt x="15849" y="0"/>
                </a:moveTo>
                <a:lnTo>
                  <a:pt x="16008" y="0"/>
                </a:lnTo>
                <a:lnTo>
                  <a:pt x="16008" y="117"/>
                </a:lnTo>
                <a:lnTo>
                  <a:pt x="15849" y="117"/>
                </a:lnTo>
                <a:lnTo>
                  <a:pt x="15849" y="0"/>
                </a:lnTo>
                <a:moveTo>
                  <a:pt x="16114" y="0"/>
                </a:moveTo>
                <a:lnTo>
                  <a:pt x="16272" y="0"/>
                </a:lnTo>
                <a:lnTo>
                  <a:pt x="16272" y="117"/>
                </a:lnTo>
                <a:lnTo>
                  <a:pt x="16114" y="117"/>
                </a:lnTo>
                <a:lnTo>
                  <a:pt x="16114" y="0"/>
                </a:lnTo>
                <a:moveTo>
                  <a:pt x="16378" y="0"/>
                </a:moveTo>
                <a:lnTo>
                  <a:pt x="16537" y="0"/>
                </a:lnTo>
                <a:lnTo>
                  <a:pt x="16537" y="117"/>
                </a:lnTo>
                <a:lnTo>
                  <a:pt x="16378" y="117"/>
                </a:lnTo>
                <a:lnTo>
                  <a:pt x="16378" y="0"/>
                </a:lnTo>
                <a:moveTo>
                  <a:pt x="16643" y="0"/>
                </a:moveTo>
                <a:lnTo>
                  <a:pt x="16801" y="0"/>
                </a:lnTo>
                <a:lnTo>
                  <a:pt x="16801" y="117"/>
                </a:lnTo>
                <a:lnTo>
                  <a:pt x="16643" y="117"/>
                </a:lnTo>
                <a:lnTo>
                  <a:pt x="16643" y="0"/>
                </a:lnTo>
                <a:moveTo>
                  <a:pt x="16907" y="0"/>
                </a:moveTo>
                <a:lnTo>
                  <a:pt x="17066" y="0"/>
                </a:lnTo>
                <a:lnTo>
                  <a:pt x="17066" y="117"/>
                </a:lnTo>
                <a:lnTo>
                  <a:pt x="16907" y="117"/>
                </a:lnTo>
                <a:lnTo>
                  <a:pt x="16907" y="0"/>
                </a:lnTo>
                <a:moveTo>
                  <a:pt x="17172" y="0"/>
                </a:moveTo>
                <a:lnTo>
                  <a:pt x="17330" y="0"/>
                </a:lnTo>
                <a:lnTo>
                  <a:pt x="17330" y="117"/>
                </a:lnTo>
                <a:lnTo>
                  <a:pt x="17172" y="117"/>
                </a:lnTo>
                <a:lnTo>
                  <a:pt x="17172" y="0"/>
                </a:lnTo>
                <a:moveTo>
                  <a:pt x="17436" y="0"/>
                </a:moveTo>
                <a:lnTo>
                  <a:pt x="17595" y="0"/>
                </a:lnTo>
                <a:lnTo>
                  <a:pt x="17595" y="117"/>
                </a:lnTo>
                <a:lnTo>
                  <a:pt x="17436" y="117"/>
                </a:lnTo>
                <a:lnTo>
                  <a:pt x="17436" y="0"/>
                </a:lnTo>
                <a:moveTo>
                  <a:pt x="17701" y="0"/>
                </a:moveTo>
                <a:lnTo>
                  <a:pt x="17859" y="0"/>
                </a:lnTo>
                <a:lnTo>
                  <a:pt x="17859" y="117"/>
                </a:lnTo>
                <a:lnTo>
                  <a:pt x="17701" y="117"/>
                </a:lnTo>
                <a:lnTo>
                  <a:pt x="17701" y="0"/>
                </a:lnTo>
                <a:moveTo>
                  <a:pt x="17965" y="0"/>
                </a:moveTo>
                <a:lnTo>
                  <a:pt x="18124" y="0"/>
                </a:lnTo>
                <a:lnTo>
                  <a:pt x="18124" y="117"/>
                </a:lnTo>
                <a:lnTo>
                  <a:pt x="17965" y="117"/>
                </a:lnTo>
                <a:lnTo>
                  <a:pt x="17965" y="0"/>
                </a:lnTo>
                <a:moveTo>
                  <a:pt x="18230" y="0"/>
                </a:moveTo>
                <a:lnTo>
                  <a:pt x="18388" y="0"/>
                </a:lnTo>
                <a:lnTo>
                  <a:pt x="18388" y="117"/>
                </a:lnTo>
                <a:lnTo>
                  <a:pt x="18230" y="117"/>
                </a:lnTo>
                <a:lnTo>
                  <a:pt x="18230" y="0"/>
                </a:lnTo>
                <a:moveTo>
                  <a:pt x="18494" y="0"/>
                </a:moveTo>
                <a:lnTo>
                  <a:pt x="18653" y="0"/>
                </a:lnTo>
                <a:lnTo>
                  <a:pt x="18653" y="117"/>
                </a:lnTo>
                <a:lnTo>
                  <a:pt x="18494" y="117"/>
                </a:lnTo>
                <a:lnTo>
                  <a:pt x="18494" y="0"/>
                </a:lnTo>
                <a:moveTo>
                  <a:pt x="18758" y="0"/>
                </a:moveTo>
                <a:lnTo>
                  <a:pt x="18917" y="0"/>
                </a:lnTo>
                <a:lnTo>
                  <a:pt x="18917" y="117"/>
                </a:lnTo>
                <a:lnTo>
                  <a:pt x="18758" y="117"/>
                </a:lnTo>
                <a:lnTo>
                  <a:pt x="18758" y="0"/>
                </a:lnTo>
                <a:moveTo>
                  <a:pt x="19023" y="0"/>
                </a:moveTo>
                <a:lnTo>
                  <a:pt x="19182" y="0"/>
                </a:lnTo>
                <a:lnTo>
                  <a:pt x="19182" y="117"/>
                </a:lnTo>
                <a:lnTo>
                  <a:pt x="19023" y="117"/>
                </a:lnTo>
                <a:lnTo>
                  <a:pt x="19023" y="0"/>
                </a:lnTo>
                <a:moveTo>
                  <a:pt x="19287" y="0"/>
                </a:moveTo>
                <a:lnTo>
                  <a:pt x="19446" y="0"/>
                </a:lnTo>
                <a:lnTo>
                  <a:pt x="19446" y="117"/>
                </a:lnTo>
                <a:lnTo>
                  <a:pt x="19287" y="117"/>
                </a:lnTo>
                <a:lnTo>
                  <a:pt x="19287" y="0"/>
                </a:lnTo>
                <a:moveTo>
                  <a:pt x="19552" y="0"/>
                </a:moveTo>
                <a:lnTo>
                  <a:pt x="19711" y="0"/>
                </a:lnTo>
                <a:lnTo>
                  <a:pt x="19711" y="117"/>
                </a:lnTo>
                <a:lnTo>
                  <a:pt x="19552" y="117"/>
                </a:lnTo>
                <a:lnTo>
                  <a:pt x="19552" y="0"/>
                </a:lnTo>
                <a:moveTo>
                  <a:pt x="19816" y="0"/>
                </a:moveTo>
                <a:lnTo>
                  <a:pt x="19975" y="0"/>
                </a:lnTo>
                <a:lnTo>
                  <a:pt x="19975" y="117"/>
                </a:lnTo>
                <a:lnTo>
                  <a:pt x="19816" y="117"/>
                </a:lnTo>
                <a:lnTo>
                  <a:pt x="19816" y="0"/>
                </a:lnTo>
                <a:moveTo>
                  <a:pt x="20081" y="0"/>
                </a:moveTo>
                <a:lnTo>
                  <a:pt x="20240" y="0"/>
                </a:lnTo>
                <a:lnTo>
                  <a:pt x="20240" y="117"/>
                </a:lnTo>
                <a:lnTo>
                  <a:pt x="20081" y="117"/>
                </a:lnTo>
                <a:lnTo>
                  <a:pt x="20081" y="0"/>
                </a:lnTo>
                <a:moveTo>
                  <a:pt x="20345" y="0"/>
                </a:moveTo>
                <a:lnTo>
                  <a:pt x="20504" y="0"/>
                </a:lnTo>
                <a:lnTo>
                  <a:pt x="20504" y="117"/>
                </a:lnTo>
                <a:lnTo>
                  <a:pt x="20345" y="117"/>
                </a:lnTo>
                <a:lnTo>
                  <a:pt x="20345" y="0"/>
                </a:lnTo>
                <a:moveTo>
                  <a:pt x="20610" y="0"/>
                </a:moveTo>
                <a:lnTo>
                  <a:pt x="20769" y="0"/>
                </a:lnTo>
                <a:lnTo>
                  <a:pt x="20769" y="117"/>
                </a:lnTo>
                <a:lnTo>
                  <a:pt x="20610" y="117"/>
                </a:lnTo>
                <a:lnTo>
                  <a:pt x="20610" y="0"/>
                </a:lnTo>
                <a:moveTo>
                  <a:pt x="20874" y="0"/>
                </a:moveTo>
                <a:lnTo>
                  <a:pt x="21033" y="0"/>
                </a:lnTo>
                <a:lnTo>
                  <a:pt x="21033" y="117"/>
                </a:lnTo>
                <a:lnTo>
                  <a:pt x="20874" y="117"/>
                </a:lnTo>
                <a:lnTo>
                  <a:pt x="20874" y="0"/>
                </a:lnTo>
                <a:moveTo>
                  <a:pt x="21139" y="0"/>
                </a:moveTo>
                <a:lnTo>
                  <a:pt x="21298" y="0"/>
                </a:lnTo>
                <a:lnTo>
                  <a:pt x="21298" y="117"/>
                </a:lnTo>
                <a:lnTo>
                  <a:pt x="21139" y="117"/>
                </a:lnTo>
                <a:lnTo>
                  <a:pt x="21139" y="0"/>
                </a:lnTo>
                <a:moveTo>
                  <a:pt x="21403" y="0"/>
                </a:moveTo>
                <a:lnTo>
                  <a:pt x="21562" y="0"/>
                </a:lnTo>
                <a:lnTo>
                  <a:pt x="21562" y="117"/>
                </a:lnTo>
                <a:lnTo>
                  <a:pt x="21403" y="117"/>
                </a:lnTo>
                <a:lnTo>
                  <a:pt x="21403" y="0"/>
                </a:lnTo>
                <a:moveTo>
                  <a:pt x="21668" y="0"/>
                </a:moveTo>
                <a:lnTo>
                  <a:pt x="21827" y="0"/>
                </a:lnTo>
                <a:lnTo>
                  <a:pt x="21827" y="117"/>
                </a:lnTo>
                <a:lnTo>
                  <a:pt x="21668" y="117"/>
                </a:lnTo>
                <a:lnTo>
                  <a:pt x="21668" y="0"/>
                </a:lnTo>
                <a:moveTo>
                  <a:pt x="21932" y="0"/>
                </a:moveTo>
                <a:lnTo>
                  <a:pt x="22091" y="0"/>
                </a:lnTo>
                <a:lnTo>
                  <a:pt x="22091" y="117"/>
                </a:lnTo>
                <a:lnTo>
                  <a:pt x="21932" y="117"/>
                </a:lnTo>
                <a:lnTo>
                  <a:pt x="21932" y="0"/>
                </a:lnTo>
                <a:moveTo>
                  <a:pt x="22197" y="0"/>
                </a:moveTo>
                <a:lnTo>
                  <a:pt x="22355" y="0"/>
                </a:lnTo>
                <a:lnTo>
                  <a:pt x="22355" y="117"/>
                </a:lnTo>
                <a:lnTo>
                  <a:pt x="22197" y="117"/>
                </a:lnTo>
                <a:lnTo>
                  <a:pt x="22197" y="0"/>
                </a:lnTo>
                <a:moveTo>
                  <a:pt x="22461" y="0"/>
                </a:moveTo>
                <a:lnTo>
                  <a:pt x="22620" y="0"/>
                </a:lnTo>
                <a:lnTo>
                  <a:pt x="22620" y="117"/>
                </a:lnTo>
                <a:lnTo>
                  <a:pt x="22461" y="117"/>
                </a:lnTo>
                <a:lnTo>
                  <a:pt x="22461" y="0"/>
                </a:lnTo>
                <a:moveTo>
                  <a:pt x="22726" y="0"/>
                </a:moveTo>
                <a:lnTo>
                  <a:pt x="22884" y="0"/>
                </a:lnTo>
                <a:lnTo>
                  <a:pt x="22884" y="117"/>
                </a:lnTo>
                <a:lnTo>
                  <a:pt x="22726" y="117"/>
                </a:lnTo>
                <a:lnTo>
                  <a:pt x="22726" y="0"/>
                </a:lnTo>
                <a:moveTo>
                  <a:pt x="22990" y="0"/>
                </a:moveTo>
                <a:lnTo>
                  <a:pt x="23149" y="0"/>
                </a:lnTo>
                <a:lnTo>
                  <a:pt x="23149" y="117"/>
                </a:lnTo>
                <a:lnTo>
                  <a:pt x="22990" y="117"/>
                </a:lnTo>
                <a:lnTo>
                  <a:pt x="22990" y="0"/>
                </a:lnTo>
                <a:moveTo>
                  <a:pt x="23255" y="0"/>
                </a:moveTo>
                <a:lnTo>
                  <a:pt x="23413" y="0"/>
                </a:lnTo>
                <a:lnTo>
                  <a:pt x="23413" y="117"/>
                </a:lnTo>
                <a:lnTo>
                  <a:pt x="23255" y="117"/>
                </a:lnTo>
                <a:lnTo>
                  <a:pt x="23255" y="0"/>
                </a:lnTo>
                <a:moveTo>
                  <a:pt x="23519" y="0"/>
                </a:moveTo>
                <a:lnTo>
                  <a:pt x="23678" y="0"/>
                </a:lnTo>
                <a:lnTo>
                  <a:pt x="23678" y="117"/>
                </a:lnTo>
                <a:lnTo>
                  <a:pt x="23519" y="117"/>
                </a:lnTo>
                <a:lnTo>
                  <a:pt x="23519" y="0"/>
                </a:lnTo>
                <a:moveTo>
                  <a:pt x="23784" y="0"/>
                </a:moveTo>
                <a:lnTo>
                  <a:pt x="23942" y="0"/>
                </a:lnTo>
                <a:lnTo>
                  <a:pt x="23942" y="117"/>
                </a:lnTo>
                <a:lnTo>
                  <a:pt x="23784" y="117"/>
                </a:lnTo>
                <a:lnTo>
                  <a:pt x="23784" y="0"/>
                </a:lnTo>
                <a:moveTo>
                  <a:pt x="24048" y="0"/>
                </a:moveTo>
                <a:lnTo>
                  <a:pt x="24207" y="0"/>
                </a:lnTo>
                <a:lnTo>
                  <a:pt x="24207" y="117"/>
                </a:lnTo>
                <a:lnTo>
                  <a:pt x="24048" y="117"/>
                </a:lnTo>
                <a:lnTo>
                  <a:pt x="24048" y="0"/>
                </a:lnTo>
                <a:moveTo>
                  <a:pt x="24313" y="0"/>
                </a:moveTo>
                <a:lnTo>
                  <a:pt x="24471" y="0"/>
                </a:lnTo>
                <a:lnTo>
                  <a:pt x="24471" y="117"/>
                </a:lnTo>
                <a:lnTo>
                  <a:pt x="24313" y="117"/>
                </a:lnTo>
                <a:lnTo>
                  <a:pt x="24313" y="0"/>
                </a:lnTo>
                <a:moveTo>
                  <a:pt x="24577" y="0"/>
                </a:moveTo>
                <a:lnTo>
                  <a:pt x="24736" y="0"/>
                </a:lnTo>
                <a:lnTo>
                  <a:pt x="24736" y="117"/>
                </a:lnTo>
                <a:lnTo>
                  <a:pt x="24577" y="117"/>
                </a:lnTo>
                <a:lnTo>
                  <a:pt x="24577" y="0"/>
                </a:lnTo>
                <a:moveTo>
                  <a:pt x="24842" y="0"/>
                </a:moveTo>
                <a:lnTo>
                  <a:pt x="25000" y="0"/>
                </a:lnTo>
                <a:lnTo>
                  <a:pt x="25000" y="117"/>
                </a:lnTo>
                <a:lnTo>
                  <a:pt x="24842" y="117"/>
                </a:lnTo>
                <a:lnTo>
                  <a:pt x="24842" y="0"/>
                </a:lnTo>
                <a:moveTo>
                  <a:pt x="25106" y="0"/>
                </a:moveTo>
                <a:lnTo>
                  <a:pt x="25265" y="0"/>
                </a:lnTo>
                <a:lnTo>
                  <a:pt x="25265" y="117"/>
                </a:lnTo>
                <a:lnTo>
                  <a:pt x="25106" y="117"/>
                </a:lnTo>
                <a:lnTo>
                  <a:pt x="25106" y="0"/>
                </a:lnTo>
                <a:moveTo>
                  <a:pt x="25371" y="0"/>
                </a:moveTo>
                <a:lnTo>
                  <a:pt x="25529" y="0"/>
                </a:lnTo>
                <a:lnTo>
                  <a:pt x="25529" y="117"/>
                </a:lnTo>
                <a:lnTo>
                  <a:pt x="25371" y="117"/>
                </a:lnTo>
                <a:lnTo>
                  <a:pt x="25371" y="0"/>
                </a:lnTo>
                <a:moveTo>
                  <a:pt x="25635" y="0"/>
                </a:moveTo>
                <a:lnTo>
                  <a:pt x="25794" y="0"/>
                </a:lnTo>
                <a:lnTo>
                  <a:pt x="25794" y="117"/>
                </a:lnTo>
                <a:lnTo>
                  <a:pt x="25635" y="117"/>
                </a:lnTo>
                <a:lnTo>
                  <a:pt x="25635" y="0"/>
                </a:lnTo>
                <a:moveTo>
                  <a:pt x="25899" y="0"/>
                </a:moveTo>
                <a:lnTo>
                  <a:pt x="26058" y="0"/>
                </a:lnTo>
                <a:lnTo>
                  <a:pt x="26058" y="117"/>
                </a:lnTo>
                <a:lnTo>
                  <a:pt x="25899" y="117"/>
                </a:lnTo>
                <a:lnTo>
                  <a:pt x="25899" y="0"/>
                </a:lnTo>
                <a:moveTo>
                  <a:pt x="26164" y="0"/>
                </a:moveTo>
                <a:lnTo>
                  <a:pt x="26323" y="0"/>
                </a:lnTo>
                <a:lnTo>
                  <a:pt x="26323" y="117"/>
                </a:lnTo>
                <a:lnTo>
                  <a:pt x="26164" y="117"/>
                </a:lnTo>
                <a:lnTo>
                  <a:pt x="26164" y="0"/>
                </a:lnTo>
                <a:moveTo>
                  <a:pt x="26428" y="0"/>
                </a:moveTo>
                <a:lnTo>
                  <a:pt x="26587" y="0"/>
                </a:lnTo>
                <a:lnTo>
                  <a:pt x="26587" y="117"/>
                </a:lnTo>
                <a:lnTo>
                  <a:pt x="26428" y="117"/>
                </a:lnTo>
                <a:lnTo>
                  <a:pt x="26428" y="0"/>
                </a:lnTo>
                <a:moveTo>
                  <a:pt x="26693" y="0"/>
                </a:moveTo>
                <a:lnTo>
                  <a:pt x="26852" y="0"/>
                </a:lnTo>
                <a:lnTo>
                  <a:pt x="26852" y="117"/>
                </a:lnTo>
                <a:lnTo>
                  <a:pt x="26693" y="117"/>
                </a:lnTo>
                <a:lnTo>
                  <a:pt x="26693" y="0"/>
                </a:lnTo>
                <a:moveTo>
                  <a:pt x="26957" y="0"/>
                </a:moveTo>
                <a:lnTo>
                  <a:pt x="27116" y="0"/>
                </a:lnTo>
                <a:lnTo>
                  <a:pt x="27116" y="117"/>
                </a:lnTo>
                <a:lnTo>
                  <a:pt x="26957" y="117"/>
                </a:lnTo>
                <a:lnTo>
                  <a:pt x="26957" y="0"/>
                </a:lnTo>
                <a:moveTo>
                  <a:pt x="27222" y="0"/>
                </a:moveTo>
                <a:lnTo>
                  <a:pt x="27381" y="0"/>
                </a:lnTo>
                <a:lnTo>
                  <a:pt x="27381" y="117"/>
                </a:lnTo>
                <a:lnTo>
                  <a:pt x="27222" y="117"/>
                </a:lnTo>
                <a:lnTo>
                  <a:pt x="27222" y="0"/>
                </a:lnTo>
                <a:moveTo>
                  <a:pt x="27486" y="0"/>
                </a:moveTo>
                <a:lnTo>
                  <a:pt x="27645" y="0"/>
                </a:lnTo>
                <a:lnTo>
                  <a:pt x="27645" y="117"/>
                </a:lnTo>
                <a:lnTo>
                  <a:pt x="27486" y="117"/>
                </a:lnTo>
                <a:lnTo>
                  <a:pt x="27486" y="0"/>
                </a:lnTo>
                <a:moveTo>
                  <a:pt x="27751" y="0"/>
                </a:moveTo>
                <a:lnTo>
                  <a:pt x="27910" y="0"/>
                </a:lnTo>
                <a:lnTo>
                  <a:pt x="27910" y="117"/>
                </a:lnTo>
                <a:lnTo>
                  <a:pt x="27751" y="117"/>
                </a:lnTo>
                <a:lnTo>
                  <a:pt x="27751" y="0"/>
                </a:lnTo>
                <a:moveTo>
                  <a:pt x="28015" y="0"/>
                </a:moveTo>
                <a:lnTo>
                  <a:pt x="28174" y="0"/>
                </a:lnTo>
                <a:lnTo>
                  <a:pt x="28174" y="117"/>
                </a:lnTo>
                <a:lnTo>
                  <a:pt x="28015" y="117"/>
                </a:lnTo>
                <a:lnTo>
                  <a:pt x="28015" y="0"/>
                </a:lnTo>
                <a:moveTo>
                  <a:pt x="28280" y="0"/>
                </a:moveTo>
                <a:lnTo>
                  <a:pt x="28439" y="0"/>
                </a:lnTo>
                <a:lnTo>
                  <a:pt x="28439" y="117"/>
                </a:lnTo>
                <a:lnTo>
                  <a:pt x="28280" y="117"/>
                </a:lnTo>
                <a:lnTo>
                  <a:pt x="28280" y="0"/>
                </a:lnTo>
                <a:moveTo>
                  <a:pt x="28544" y="0"/>
                </a:moveTo>
                <a:lnTo>
                  <a:pt x="28703" y="0"/>
                </a:lnTo>
                <a:lnTo>
                  <a:pt x="28703" y="117"/>
                </a:lnTo>
                <a:lnTo>
                  <a:pt x="28544" y="117"/>
                </a:lnTo>
                <a:lnTo>
                  <a:pt x="28544" y="0"/>
                </a:lnTo>
                <a:moveTo>
                  <a:pt x="28809" y="0"/>
                </a:moveTo>
                <a:lnTo>
                  <a:pt x="28968" y="0"/>
                </a:lnTo>
                <a:lnTo>
                  <a:pt x="28968" y="117"/>
                </a:lnTo>
                <a:lnTo>
                  <a:pt x="28809" y="117"/>
                </a:lnTo>
                <a:lnTo>
                  <a:pt x="28809" y="0"/>
                </a:lnTo>
                <a:moveTo>
                  <a:pt x="29073" y="0"/>
                </a:moveTo>
                <a:lnTo>
                  <a:pt x="29232" y="0"/>
                </a:lnTo>
                <a:lnTo>
                  <a:pt x="29232" y="117"/>
                </a:lnTo>
                <a:lnTo>
                  <a:pt x="29073" y="117"/>
                </a:lnTo>
                <a:lnTo>
                  <a:pt x="29073" y="0"/>
                </a:lnTo>
                <a:moveTo>
                  <a:pt x="29338" y="0"/>
                </a:moveTo>
                <a:lnTo>
                  <a:pt x="29496" y="0"/>
                </a:lnTo>
                <a:lnTo>
                  <a:pt x="29496" y="117"/>
                </a:lnTo>
                <a:lnTo>
                  <a:pt x="29338" y="117"/>
                </a:lnTo>
                <a:lnTo>
                  <a:pt x="29338" y="0"/>
                </a:lnTo>
                <a:moveTo>
                  <a:pt x="29602" y="0"/>
                </a:moveTo>
                <a:lnTo>
                  <a:pt x="29761" y="0"/>
                </a:lnTo>
                <a:lnTo>
                  <a:pt x="29761" y="117"/>
                </a:lnTo>
                <a:lnTo>
                  <a:pt x="29602" y="117"/>
                </a:lnTo>
                <a:lnTo>
                  <a:pt x="29602" y="0"/>
                </a:lnTo>
                <a:moveTo>
                  <a:pt x="29867" y="0"/>
                </a:moveTo>
                <a:lnTo>
                  <a:pt x="30025" y="0"/>
                </a:lnTo>
                <a:lnTo>
                  <a:pt x="30025" y="117"/>
                </a:lnTo>
                <a:lnTo>
                  <a:pt x="29867" y="117"/>
                </a:lnTo>
                <a:lnTo>
                  <a:pt x="29867" y="0"/>
                </a:lnTo>
                <a:moveTo>
                  <a:pt x="30131" y="0"/>
                </a:moveTo>
                <a:lnTo>
                  <a:pt x="30290" y="0"/>
                </a:lnTo>
                <a:lnTo>
                  <a:pt x="30290" y="117"/>
                </a:lnTo>
                <a:lnTo>
                  <a:pt x="30131" y="117"/>
                </a:lnTo>
                <a:lnTo>
                  <a:pt x="30131" y="0"/>
                </a:lnTo>
                <a:moveTo>
                  <a:pt x="30396" y="0"/>
                </a:moveTo>
                <a:lnTo>
                  <a:pt x="30554" y="0"/>
                </a:lnTo>
                <a:lnTo>
                  <a:pt x="30554" y="117"/>
                </a:lnTo>
                <a:lnTo>
                  <a:pt x="30396" y="117"/>
                </a:lnTo>
                <a:lnTo>
                  <a:pt x="30396" y="0"/>
                </a:lnTo>
                <a:moveTo>
                  <a:pt x="30660" y="0"/>
                </a:moveTo>
                <a:lnTo>
                  <a:pt x="30725" y="0"/>
                </a:lnTo>
                <a:cubicBezTo>
                  <a:pt x="30767" y="0"/>
                  <a:pt x="30807" y="10"/>
                  <a:pt x="30843" y="31"/>
                </a:cubicBezTo>
                <a:lnTo>
                  <a:pt x="30787" y="133"/>
                </a:lnTo>
                <a:cubicBezTo>
                  <a:pt x="30767" y="122"/>
                  <a:pt x="30747" y="117"/>
                  <a:pt x="30725" y="117"/>
                </a:cubicBezTo>
                <a:lnTo>
                  <a:pt x="30660" y="117"/>
                </a:lnTo>
                <a:lnTo>
                  <a:pt x="30660" y="0"/>
                </a:lnTo>
                <a:moveTo>
                  <a:pt x="30940" y="130"/>
                </a:moveTo>
                <a:cubicBezTo>
                  <a:pt x="30959" y="166"/>
                  <a:pt x="30968" y="204"/>
                  <a:pt x="30968" y="244"/>
                </a:cubicBezTo>
                <a:lnTo>
                  <a:pt x="30968" y="313"/>
                </a:lnTo>
                <a:lnTo>
                  <a:pt x="30852" y="313"/>
                </a:lnTo>
                <a:lnTo>
                  <a:pt x="30852" y="244"/>
                </a:lnTo>
                <a:cubicBezTo>
                  <a:pt x="30852" y="223"/>
                  <a:pt x="30847" y="203"/>
                  <a:pt x="30837" y="185"/>
                </a:cubicBezTo>
                <a:lnTo>
                  <a:pt x="30940" y="130"/>
                </a:lnTo>
                <a:moveTo>
                  <a:pt x="30968" y="420"/>
                </a:moveTo>
                <a:lnTo>
                  <a:pt x="30968" y="578"/>
                </a:lnTo>
                <a:lnTo>
                  <a:pt x="30852" y="578"/>
                </a:lnTo>
                <a:lnTo>
                  <a:pt x="30852" y="420"/>
                </a:lnTo>
                <a:lnTo>
                  <a:pt x="30968" y="420"/>
                </a:lnTo>
                <a:moveTo>
                  <a:pt x="30968" y="684"/>
                </a:moveTo>
                <a:lnTo>
                  <a:pt x="30968" y="843"/>
                </a:lnTo>
                <a:lnTo>
                  <a:pt x="30852" y="843"/>
                </a:lnTo>
                <a:lnTo>
                  <a:pt x="30852" y="684"/>
                </a:lnTo>
                <a:lnTo>
                  <a:pt x="30968" y="684"/>
                </a:lnTo>
                <a:moveTo>
                  <a:pt x="30968" y="949"/>
                </a:moveTo>
                <a:lnTo>
                  <a:pt x="30968" y="1107"/>
                </a:lnTo>
                <a:lnTo>
                  <a:pt x="30852" y="1107"/>
                </a:lnTo>
                <a:lnTo>
                  <a:pt x="30852" y="949"/>
                </a:lnTo>
                <a:lnTo>
                  <a:pt x="30968" y="949"/>
                </a:lnTo>
                <a:moveTo>
                  <a:pt x="30968" y="1213"/>
                </a:moveTo>
                <a:lnTo>
                  <a:pt x="30968" y="1372"/>
                </a:lnTo>
                <a:lnTo>
                  <a:pt x="30852" y="1372"/>
                </a:lnTo>
                <a:lnTo>
                  <a:pt x="30852" y="1213"/>
                </a:lnTo>
                <a:lnTo>
                  <a:pt x="30968" y="1213"/>
                </a:lnTo>
                <a:moveTo>
                  <a:pt x="30968" y="1478"/>
                </a:moveTo>
                <a:lnTo>
                  <a:pt x="30968" y="1636"/>
                </a:lnTo>
                <a:lnTo>
                  <a:pt x="30852" y="1636"/>
                </a:lnTo>
                <a:lnTo>
                  <a:pt x="30852" y="1478"/>
                </a:lnTo>
                <a:lnTo>
                  <a:pt x="30968" y="1478"/>
                </a:lnTo>
                <a:moveTo>
                  <a:pt x="30968" y="1742"/>
                </a:moveTo>
                <a:lnTo>
                  <a:pt x="30968" y="1901"/>
                </a:lnTo>
                <a:lnTo>
                  <a:pt x="30852" y="1901"/>
                </a:lnTo>
                <a:lnTo>
                  <a:pt x="30852" y="1742"/>
                </a:lnTo>
                <a:lnTo>
                  <a:pt x="30968" y="1742"/>
                </a:lnTo>
                <a:moveTo>
                  <a:pt x="30968" y="2007"/>
                </a:moveTo>
                <a:lnTo>
                  <a:pt x="30968" y="2165"/>
                </a:lnTo>
                <a:lnTo>
                  <a:pt x="30852" y="2165"/>
                </a:lnTo>
                <a:lnTo>
                  <a:pt x="30852" y="2007"/>
                </a:lnTo>
                <a:lnTo>
                  <a:pt x="30968" y="2007"/>
                </a:lnTo>
                <a:moveTo>
                  <a:pt x="30968" y="2271"/>
                </a:moveTo>
                <a:lnTo>
                  <a:pt x="30968" y="2430"/>
                </a:lnTo>
                <a:lnTo>
                  <a:pt x="30852" y="2430"/>
                </a:lnTo>
                <a:lnTo>
                  <a:pt x="30852" y="2271"/>
                </a:lnTo>
                <a:lnTo>
                  <a:pt x="30968" y="2271"/>
                </a:lnTo>
                <a:moveTo>
                  <a:pt x="30968" y="2536"/>
                </a:moveTo>
                <a:lnTo>
                  <a:pt x="30968" y="2694"/>
                </a:lnTo>
                <a:lnTo>
                  <a:pt x="30852" y="2694"/>
                </a:lnTo>
                <a:lnTo>
                  <a:pt x="30852" y="2536"/>
                </a:lnTo>
                <a:lnTo>
                  <a:pt x="30968" y="2536"/>
                </a:lnTo>
                <a:moveTo>
                  <a:pt x="30968" y="2800"/>
                </a:moveTo>
                <a:lnTo>
                  <a:pt x="30968" y="2959"/>
                </a:lnTo>
                <a:lnTo>
                  <a:pt x="30852" y="2959"/>
                </a:lnTo>
                <a:lnTo>
                  <a:pt x="30852" y="2800"/>
                </a:lnTo>
                <a:lnTo>
                  <a:pt x="30968" y="2800"/>
                </a:lnTo>
                <a:moveTo>
                  <a:pt x="30968" y="3065"/>
                </a:moveTo>
                <a:lnTo>
                  <a:pt x="30968" y="3223"/>
                </a:lnTo>
                <a:lnTo>
                  <a:pt x="30852" y="3223"/>
                </a:lnTo>
                <a:lnTo>
                  <a:pt x="30852" y="3065"/>
                </a:lnTo>
                <a:lnTo>
                  <a:pt x="30968" y="3065"/>
                </a:lnTo>
                <a:moveTo>
                  <a:pt x="30967" y="3333"/>
                </a:moveTo>
                <a:cubicBezTo>
                  <a:pt x="30962" y="3408"/>
                  <a:pt x="30928" y="3468"/>
                  <a:pt x="30867" y="3511"/>
                </a:cubicBezTo>
                <a:lnTo>
                  <a:pt x="30799" y="3417"/>
                </a:lnTo>
                <a:cubicBezTo>
                  <a:pt x="30831" y="3394"/>
                  <a:pt x="30848" y="3363"/>
                  <a:pt x="30851" y="3324"/>
                </a:cubicBezTo>
                <a:lnTo>
                  <a:pt x="30967" y="3333"/>
                </a:lnTo>
                <a:moveTo>
                  <a:pt x="30736" y="3557"/>
                </a:moveTo>
                <a:cubicBezTo>
                  <a:pt x="30733" y="3557"/>
                  <a:pt x="30729" y="3557"/>
                  <a:pt x="30725" y="3557"/>
                </a:cubicBezTo>
                <a:lnTo>
                  <a:pt x="30575" y="3557"/>
                </a:lnTo>
                <a:lnTo>
                  <a:pt x="30575" y="3441"/>
                </a:lnTo>
                <a:lnTo>
                  <a:pt x="30725" y="3441"/>
                </a:lnTo>
                <a:cubicBezTo>
                  <a:pt x="30727" y="3441"/>
                  <a:pt x="30729" y="3441"/>
                  <a:pt x="30731" y="3441"/>
                </a:cubicBezTo>
                <a:lnTo>
                  <a:pt x="30736" y="3557"/>
                </a:lnTo>
                <a:moveTo>
                  <a:pt x="30470" y="3557"/>
                </a:moveTo>
                <a:lnTo>
                  <a:pt x="30311" y="3557"/>
                </a:lnTo>
                <a:lnTo>
                  <a:pt x="30311" y="3441"/>
                </a:lnTo>
                <a:lnTo>
                  <a:pt x="30470" y="3441"/>
                </a:lnTo>
                <a:lnTo>
                  <a:pt x="30470" y="3557"/>
                </a:lnTo>
                <a:moveTo>
                  <a:pt x="30205" y="3557"/>
                </a:moveTo>
                <a:lnTo>
                  <a:pt x="30046" y="3557"/>
                </a:lnTo>
                <a:lnTo>
                  <a:pt x="30046" y="3441"/>
                </a:lnTo>
                <a:lnTo>
                  <a:pt x="30205" y="3441"/>
                </a:lnTo>
                <a:lnTo>
                  <a:pt x="30205" y="3557"/>
                </a:lnTo>
                <a:moveTo>
                  <a:pt x="29941" y="3557"/>
                </a:moveTo>
                <a:lnTo>
                  <a:pt x="29782" y="3557"/>
                </a:lnTo>
                <a:lnTo>
                  <a:pt x="29782" y="3441"/>
                </a:lnTo>
                <a:lnTo>
                  <a:pt x="29941" y="3441"/>
                </a:lnTo>
                <a:lnTo>
                  <a:pt x="29941" y="3557"/>
                </a:lnTo>
                <a:moveTo>
                  <a:pt x="29676" y="3557"/>
                </a:moveTo>
                <a:lnTo>
                  <a:pt x="29517" y="3557"/>
                </a:lnTo>
                <a:lnTo>
                  <a:pt x="29517" y="3441"/>
                </a:lnTo>
                <a:lnTo>
                  <a:pt x="29676" y="3441"/>
                </a:lnTo>
                <a:lnTo>
                  <a:pt x="29676" y="3557"/>
                </a:lnTo>
                <a:moveTo>
                  <a:pt x="29412" y="3557"/>
                </a:moveTo>
                <a:lnTo>
                  <a:pt x="29253" y="3557"/>
                </a:lnTo>
                <a:lnTo>
                  <a:pt x="29253" y="3441"/>
                </a:lnTo>
                <a:lnTo>
                  <a:pt x="29412" y="3441"/>
                </a:lnTo>
                <a:lnTo>
                  <a:pt x="29412" y="3557"/>
                </a:lnTo>
                <a:moveTo>
                  <a:pt x="29147" y="3557"/>
                </a:moveTo>
                <a:lnTo>
                  <a:pt x="28988" y="3557"/>
                </a:lnTo>
                <a:lnTo>
                  <a:pt x="28988" y="3441"/>
                </a:lnTo>
                <a:lnTo>
                  <a:pt x="29147" y="3441"/>
                </a:lnTo>
                <a:lnTo>
                  <a:pt x="29147" y="3557"/>
                </a:lnTo>
                <a:moveTo>
                  <a:pt x="28883" y="3557"/>
                </a:moveTo>
                <a:lnTo>
                  <a:pt x="28724" y="3557"/>
                </a:lnTo>
                <a:lnTo>
                  <a:pt x="28724" y="3441"/>
                </a:lnTo>
                <a:lnTo>
                  <a:pt x="28883" y="3441"/>
                </a:lnTo>
                <a:lnTo>
                  <a:pt x="28883" y="3557"/>
                </a:lnTo>
                <a:moveTo>
                  <a:pt x="28618" y="3557"/>
                </a:moveTo>
                <a:lnTo>
                  <a:pt x="28459" y="3557"/>
                </a:lnTo>
                <a:lnTo>
                  <a:pt x="28459" y="3441"/>
                </a:lnTo>
                <a:lnTo>
                  <a:pt x="28618" y="3441"/>
                </a:lnTo>
                <a:lnTo>
                  <a:pt x="28618" y="3557"/>
                </a:lnTo>
                <a:moveTo>
                  <a:pt x="28354" y="3557"/>
                </a:moveTo>
                <a:lnTo>
                  <a:pt x="28195" y="3557"/>
                </a:lnTo>
                <a:lnTo>
                  <a:pt x="28195" y="3441"/>
                </a:lnTo>
                <a:lnTo>
                  <a:pt x="28354" y="3441"/>
                </a:lnTo>
                <a:lnTo>
                  <a:pt x="28354" y="3557"/>
                </a:lnTo>
                <a:moveTo>
                  <a:pt x="28089" y="3557"/>
                </a:moveTo>
                <a:lnTo>
                  <a:pt x="27931" y="3557"/>
                </a:lnTo>
                <a:lnTo>
                  <a:pt x="27931" y="3441"/>
                </a:lnTo>
                <a:lnTo>
                  <a:pt x="28089" y="3441"/>
                </a:lnTo>
                <a:lnTo>
                  <a:pt x="28089" y="3557"/>
                </a:lnTo>
                <a:moveTo>
                  <a:pt x="27825" y="3557"/>
                </a:moveTo>
                <a:lnTo>
                  <a:pt x="27666" y="3557"/>
                </a:lnTo>
                <a:lnTo>
                  <a:pt x="27666" y="3441"/>
                </a:lnTo>
                <a:lnTo>
                  <a:pt x="27825" y="3441"/>
                </a:lnTo>
                <a:lnTo>
                  <a:pt x="27825" y="3557"/>
                </a:lnTo>
                <a:moveTo>
                  <a:pt x="27560" y="3557"/>
                </a:moveTo>
                <a:lnTo>
                  <a:pt x="27402" y="3557"/>
                </a:lnTo>
                <a:lnTo>
                  <a:pt x="27402" y="3441"/>
                </a:lnTo>
                <a:lnTo>
                  <a:pt x="27560" y="3441"/>
                </a:lnTo>
                <a:lnTo>
                  <a:pt x="27560" y="3557"/>
                </a:lnTo>
                <a:moveTo>
                  <a:pt x="27296" y="3557"/>
                </a:moveTo>
                <a:lnTo>
                  <a:pt x="27137" y="3557"/>
                </a:lnTo>
                <a:lnTo>
                  <a:pt x="27137" y="3441"/>
                </a:lnTo>
                <a:lnTo>
                  <a:pt x="27296" y="3441"/>
                </a:lnTo>
                <a:lnTo>
                  <a:pt x="27296" y="3557"/>
                </a:lnTo>
                <a:moveTo>
                  <a:pt x="27031" y="3557"/>
                </a:moveTo>
                <a:lnTo>
                  <a:pt x="26873" y="3557"/>
                </a:lnTo>
                <a:lnTo>
                  <a:pt x="26873" y="3441"/>
                </a:lnTo>
                <a:lnTo>
                  <a:pt x="27031" y="3441"/>
                </a:lnTo>
                <a:lnTo>
                  <a:pt x="27031" y="3557"/>
                </a:lnTo>
                <a:moveTo>
                  <a:pt x="26767" y="3557"/>
                </a:moveTo>
                <a:lnTo>
                  <a:pt x="26608" y="3557"/>
                </a:lnTo>
                <a:lnTo>
                  <a:pt x="26608" y="3441"/>
                </a:lnTo>
                <a:lnTo>
                  <a:pt x="26767" y="3441"/>
                </a:lnTo>
                <a:lnTo>
                  <a:pt x="26767" y="3557"/>
                </a:lnTo>
                <a:moveTo>
                  <a:pt x="26502" y="3557"/>
                </a:moveTo>
                <a:lnTo>
                  <a:pt x="26344" y="3557"/>
                </a:lnTo>
                <a:lnTo>
                  <a:pt x="26344" y="3441"/>
                </a:lnTo>
                <a:lnTo>
                  <a:pt x="26502" y="3441"/>
                </a:lnTo>
                <a:lnTo>
                  <a:pt x="26502" y="3557"/>
                </a:lnTo>
                <a:moveTo>
                  <a:pt x="26238" y="3557"/>
                </a:moveTo>
                <a:lnTo>
                  <a:pt x="26079" y="3557"/>
                </a:lnTo>
                <a:lnTo>
                  <a:pt x="26079" y="3441"/>
                </a:lnTo>
                <a:lnTo>
                  <a:pt x="26238" y="3441"/>
                </a:lnTo>
                <a:lnTo>
                  <a:pt x="26238" y="3557"/>
                </a:lnTo>
                <a:moveTo>
                  <a:pt x="25973" y="3557"/>
                </a:moveTo>
                <a:lnTo>
                  <a:pt x="25815" y="3557"/>
                </a:lnTo>
                <a:lnTo>
                  <a:pt x="25815" y="3441"/>
                </a:lnTo>
                <a:lnTo>
                  <a:pt x="25973" y="3441"/>
                </a:lnTo>
                <a:lnTo>
                  <a:pt x="25973" y="3557"/>
                </a:lnTo>
                <a:moveTo>
                  <a:pt x="25709" y="3557"/>
                </a:moveTo>
                <a:lnTo>
                  <a:pt x="25550" y="3557"/>
                </a:lnTo>
                <a:lnTo>
                  <a:pt x="25550" y="3441"/>
                </a:lnTo>
                <a:lnTo>
                  <a:pt x="25709" y="3441"/>
                </a:lnTo>
                <a:lnTo>
                  <a:pt x="25709" y="3557"/>
                </a:lnTo>
                <a:moveTo>
                  <a:pt x="25444" y="3557"/>
                </a:moveTo>
                <a:lnTo>
                  <a:pt x="25286" y="3557"/>
                </a:lnTo>
                <a:lnTo>
                  <a:pt x="25286" y="3441"/>
                </a:lnTo>
                <a:lnTo>
                  <a:pt x="25444" y="3441"/>
                </a:lnTo>
                <a:lnTo>
                  <a:pt x="25444" y="3557"/>
                </a:lnTo>
                <a:moveTo>
                  <a:pt x="25180" y="3557"/>
                </a:moveTo>
                <a:lnTo>
                  <a:pt x="25021" y="3557"/>
                </a:lnTo>
                <a:lnTo>
                  <a:pt x="25021" y="3441"/>
                </a:lnTo>
                <a:lnTo>
                  <a:pt x="25180" y="3441"/>
                </a:lnTo>
                <a:lnTo>
                  <a:pt x="25180" y="3557"/>
                </a:lnTo>
                <a:moveTo>
                  <a:pt x="24916" y="3557"/>
                </a:moveTo>
                <a:lnTo>
                  <a:pt x="24757" y="3557"/>
                </a:lnTo>
                <a:lnTo>
                  <a:pt x="24757" y="3441"/>
                </a:lnTo>
                <a:lnTo>
                  <a:pt x="24916" y="3441"/>
                </a:lnTo>
                <a:lnTo>
                  <a:pt x="24916" y="3557"/>
                </a:lnTo>
                <a:moveTo>
                  <a:pt x="24651" y="3557"/>
                </a:moveTo>
                <a:lnTo>
                  <a:pt x="24492" y="3557"/>
                </a:lnTo>
                <a:lnTo>
                  <a:pt x="24492" y="3441"/>
                </a:lnTo>
                <a:lnTo>
                  <a:pt x="24651" y="3441"/>
                </a:lnTo>
                <a:lnTo>
                  <a:pt x="24651" y="3557"/>
                </a:lnTo>
                <a:moveTo>
                  <a:pt x="24387" y="3557"/>
                </a:moveTo>
                <a:lnTo>
                  <a:pt x="24228" y="3557"/>
                </a:lnTo>
                <a:lnTo>
                  <a:pt x="24228" y="3441"/>
                </a:lnTo>
                <a:lnTo>
                  <a:pt x="24387" y="3441"/>
                </a:lnTo>
                <a:lnTo>
                  <a:pt x="24387" y="3557"/>
                </a:lnTo>
                <a:moveTo>
                  <a:pt x="24122" y="3557"/>
                </a:moveTo>
                <a:lnTo>
                  <a:pt x="23963" y="3557"/>
                </a:lnTo>
                <a:lnTo>
                  <a:pt x="23963" y="3441"/>
                </a:lnTo>
                <a:lnTo>
                  <a:pt x="24122" y="3441"/>
                </a:lnTo>
                <a:lnTo>
                  <a:pt x="24122" y="3557"/>
                </a:lnTo>
                <a:moveTo>
                  <a:pt x="23858" y="3557"/>
                </a:moveTo>
                <a:lnTo>
                  <a:pt x="23699" y="3557"/>
                </a:lnTo>
                <a:lnTo>
                  <a:pt x="23699" y="3441"/>
                </a:lnTo>
                <a:lnTo>
                  <a:pt x="23858" y="3441"/>
                </a:lnTo>
                <a:lnTo>
                  <a:pt x="23858" y="3557"/>
                </a:lnTo>
                <a:moveTo>
                  <a:pt x="23593" y="3557"/>
                </a:moveTo>
                <a:lnTo>
                  <a:pt x="23434" y="3557"/>
                </a:lnTo>
                <a:lnTo>
                  <a:pt x="23434" y="3441"/>
                </a:lnTo>
                <a:lnTo>
                  <a:pt x="23593" y="3441"/>
                </a:lnTo>
                <a:lnTo>
                  <a:pt x="23593" y="3557"/>
                </a:lnTo>
                <a:moveTo>
                  <a:pt x="23329" y="3557"/>
                </a:moveTo>
                <a:lnTo>
                  <a:pt x="23170" y="3557"/>
                </a:lnTo>
                <a:lnTo>
                  <a:pt x="23170" y="3441"/>
                </a:lnTo>
                <a:lnTo>
                  <a:pt x="23329" y="3441"/>
                </a:lnTo>
                <a:lnTo>
                  <a:pt x="23329" y="3557"/>
                </a:lnTo>
                <a:moveTo>
                  <a:pt x="23064" y="3557"/>
                </a:moveTo>
                <a:lnTo>
                  <a:pt x="22905" y="3557"/>
                </a:lnTo>
                <a:lnTo>
                  <a:pt x="22905" y="3441"/>
                </a:lnTo>
                <a:lnTo>
                  <a:pt x="23064" y="3441"/>
                </a:lnTo>
                <a:lnTo>
                  <a:pt x="23064" y="3557"/>
                </a:lnTo>
                <a:moveTo>
                  <a:pt x="22800" y="3557"/>
                </a:moveTo>
                <a:lnTo>
                  <a:pt x="22641" y="3557"/>
                </a:lnTo>
                <a:lnTo>
                  <a:pt x="22641" y="3441"/>
                </a:lnTo>
                <a:lnTo>
                  <a:pt x="22800" y="3441"/>
                </a:lnTo>
                <a:lnTo>
                  <a:pt x="22800" y="3557"/>
                </a:lnTo>
                <a:moveTo>
                  <a:pt x="22535" y="3557"/>
                </a:moveTo>
                <a:lnTo>
                  <a:pt x="22376" y="3557"/>
                </a:lnTo>
                <a:lnTo>
                  <a:pt x="22376" y="3441"/>
                </a:lnTo>
                <a:lnTo>
                  <a:pt x="22535" y="3441"/>
                </a:lnTo>
                <a:lnTo>
                  <a:pt x="22535" y="3557"/>
                </a:lnTo>
                <a:moveTo>
                  <a:pt x="22271" y="3557"/>
                </a:moveTo>
                <a:lnTo>
                  <a:pt x="22112" y="3557"/>
                </a:lnTo>
                <a:lnTo>
                  <a:pt x="22112" y="3441"/>
                </a:lnTo>
                <a:lnTo>
                  <a:pt x="22271" y="3441"/>
                </a:lnTo>
                <a:lnTo>
                  <a:pt x="22271" y="3557"/>
                </a:lnTo>
                <a:moveTo>
                  <a:pt x="22006" y="3557"/>
                </a:moveTo>
                <a:lnTo>
                  <a:pt x="21847" y="3557"/>
                </a:lnTo>
                <a:lnTo>
                  <a:pt x="21847" y="3441"/>
                </a:lnTo>
                <a:lnTo>
                  <a:pt x="22006" y="3441"/>
                </a:lnTo>
                <a:lnTo>
                  <a:pt x="22006" y="3557"/>
                </a:lnTo>
                <a:moveTo>
                  <a:pt x="21742" y="3557"/>
                </a:moveTo>
                <a:lnTo>
                  <a:pt x="21583" y="3557"/>
                </a:lnTo>
                <a:lnTo>
                  <a:pt x="21583" y="3441"/>
                </a:lnTo>
                <a:lnTo>
                  <a:pt x="21742" y="3441"/>
                </a:lnTo>
                <a:lnTo>
                  <a:pt x="21742" y="3557"/>
                </a:lnTo>
                <a:moveTo>
                  <a:pt x="21477" y="3557"/>
                </a:moveTo>
                <a:lnTo>
                  <a:pt x="21319" y="3557"/>
                </a:lnTo>
                <a:lnTo>
                  <a:pt x="21319" y="3441"/>
                </a:lnTo>
                <a:lnTo>
                  <a:pt x="21477" y="3441"/>
                </a:lnTo>
                <a:lnTo>
                  <a:pt x="21477" y="3557"/>
                </a:lnTo>
                <a:moveTo>
                  <a:pt x="21213" y="3557"/>
                </a:moveTo>
                <a:lnTo>
                  <a:pt x="21054" y="3557"/>
                </a:lnTo>
                <a:lnTo>
                  <a:pt x="21054" y="3441"/>
                </a:lnTo>
                <a:lnTo>
                  <a:pt x="21213" y="3441"/>
                </a:lnTo>
                <a:lnTo>
                  <a:pt x="21213" y="3557"/>
                </a:lnTo>
                <a:moveTo>
                  <a:pt x="20948" y="3557"/>
                </a:moveTo>
                <a:lnTo>
                  <a:pt x="20790" y="3557"/>
                </a:lnTo>
                <a:lnTo>
                  <a:pt x="20790" y="3441"/>
                </a:lnTo>
                <a:lnTo>
                  <a:pt x="20948" y="3441"/>
                </a:lnTo>
                <a:lnTo>
                  <a:pt x="20948" y="3557"/>
                </a:lnTo>
                <a:moveTo>
                  <a:pt x="20684" y="3557"/>
                </a:moveTo>
                <a:lnTo>
                  <a:pt x="20525" y="3557"/>
                </a:lnTo>
                <a:lnTo>
                  <a:pt x="20525" y="3441"/>
                </a:lnTo>
                <a:lnTo>
                  <a:pt x="20684" y="3441"/>
                </a:lnTo>
                <a:lnTo>
                  <a:pt x="20684" y="3557"/>
                </a:lnTo>
                <a:moveTo>
                  <a:pt x="20419" y="3557"/>
                </a:moveTo>
                <a:lnTo>
                  <a:pt x="20261" y="3557"/>
                </a:lnTo>
                <a:lnTo>
                  <a:pt x="20261" y="3441"/>
                </a:lnTo>
                <a:lnTo>
                  <a:pt x="20419" y="3441"/>
                </a:lnTo>
                <a:lnTo>
                  <a:pt x="20419" y="3557"/>
                </a:lnTo>
                <a:moveTo>
                  <a:pt x="20155" y="3557"/>
                </a:moveTo>
                <a:lnTo>
                  <a:pt x="19996" y="3557"/>
                </a:lnTo>
                <a:lnTo>
                  <a:pt x="19996" y="3441"/>
                </a:lnTo>
                <a:lnTo>
                  <a:pt x="20155" y="3441"/>
                </a:lnTo>
                <a:lnTo>
                  <a:pt x="20155" y="3557"/>
                </a:lnTo>
                <a:moveTo>
                  <a:pt x="19890" y="3557"/>
                </a:moveTo>
                <a:lnTo>
                  <a:pt x="19732" y="3557"/>
                </a:lnTo>
                <a:lnTo>
                  <a:pt x="19732" y="3441"/>
                </a:lnTo>
                <a:lnTo>
                  <a:pt x="19890" y="3441"/>
                </a:lnTo>
                <a:lnTo>
                  <a:pt x="19890" y="3557"/>
                </a:lnTo>
                <a:moveTo>
                  <a:pt x="19626" y="3557"/>
                </a:moveTo>
                <a:lnTo>
                  <a:pt x="19467" y="3557"/>
                </a:lnTo>
                <a:lnTo>
                  <a:pt x="19467" y="3441"/>
                </a:lnTo>
                <a:lnTo>
                  <a:pt x="19626" y="3441"/>
                </a:lnTo>
                <a:lnTo>
                  <a:pt x="19626" y="3557"/>
                </a:lnTo>
                <a:moveTo>
                  <a:pt x="19361" y="3557"/>
                </a:moveTo>
                <a:lnTo>
                  <a:pt x="19203" y="3557"/>
                </a:lnTo>
                <a:lnTo>
                  <a:pt x="19203" y="3441"/>
                </a:lnTo>
                <a:lnTo>
                  <a:pt x="19361" y="3441"/>
                </a:lnTo>
                <a:lnTo>
                  <a:pt x="19361" y="3557"/>
                </a:lnTo>
                <a:moveTo>
                  <a:pt x="19097" y="3557"/>
                </a:moveTo>
                <a:lnTo>
                  <a:pt x="18938" y="3557"/>
                </a:lnTo>
                <a:lnTo>
                  <a:pt x="18938" y="3441"/>
                </a:lnTo>
                <a:lnTo>
                  <a:pt x="19097" y="3441"/>
                </a:lnTo>
                <a:lnTo>
                  <a:pt x="19097" y="3557"/>
                </a:lnTo>
                <a:moveTo>
                  <a:pt x="18832" y="3557"/>
                </a:moveTo>
                <a:lnTo>
                  <a:pt x="18674" y="3557"/>
                </a:lnTo>
                <a:lnTo>
                  <a:pt x="18674" y="3441"/>
                </a:lnTo>
                <a:lnTo>
                  <a:pt x="18832" y="3441"/>
                </a:lnTo>
                <a:lnTo>
                  <a:pt x="18832" y="3557"/>
                </a:lnTo>
                <a:moveTo>
                  <a:pt x="18568" y="3557"/>
                </a:moveTo>
                <a:lnTo>
                  <a:pt x="18409" y="3557"/>
                </a:lnTo>
                <a:lnTo>
                  <a:pt x="18409" y="3441"/>
                </a:lnTo>
                <a:lnTo>
                  <a:pt x="18568" y="3441"/>
                </a:lnTo>
                <a:lnTo>
                  <a:pt x="18568" y="3557"/>
                </a:lnTo>
                <a:moveTo>
                  <a:pt x="18303" y="3557"/>
                </a:moveTo>
                <a:lnTo>
                  <a:pt x="18145" y="3557"/>
                </a:lnTo>
                <a:lnTo>
                  <a:pt x="18145" y="3441"/>
                </a:lnTo>
                <a:lnTo>
                  <a:pt x="18303" y="3441"/>
                </a:lnTo>
                <a:lnTo>
                  <a:pt x="18303" y="3557"/>
                </a:lnTo>
                <a:moveTo>
                  <a:pt x="18039" y="3557"/>
                </a:moveTo>
                <a:lnTo>
                  <a:pt x="17880" y="3557"/>
                </a:lnTo>
                <a:lnTo>
                  <a:pt x="17880" y="3441"/>
                </a:lnTo>
                <a:lnTo>
                  <a:pt x="18039" y="3441"/>
                </a:lnTo>
                <a:lnTo>
                  <a:pt x="18039" y="3557"/>
                </a:lnTo>
                <a:moveTo>
                  <a:pt x="17775" y="3557"/>
                </a:moveTo>
                <a:lnTo>
                  <a:pt x="17616" y="3557"/>
                </a:lnTo>
                <a:lnTo>
                  <a:pt x="17616" y="3441"/>
                </a:lnTo>
                <a:lnTo>
                  <a:pt x="17775" y="3441"/>
                </a:lnTo>
                <a:lnTo>
                  <a:pt x="17775" y="3557"/>
                </a:lnTo>
                <a:moveTo>
                  <a:pt x="17510" y="3557"/>
                </a:moveTo>
                <a:lnTo>
                  <a:pt x="17351" y="3557"/>
                </a:lnTo>
                <a:lnTo>
                  <a:pt x="17351" y="3441"/>
                </a:lnTo>
                <a:lnTo>
                  <a:pt x="17510" y="3441"/>
                </a:lnTo>
                <a:lnTo>
                  <a:pt x="17510" y="3557"/>
                </a:lnTo>
                <a:moveTo>
                  <a:pt x="17246" y="3557"/>
                </a:moveTo>
                <a:lnTo>
                  <a:pt x="17087" y="3557"/>
                </a:lnTo>
                <a:lnTo>
                  <a:pt x="17087" y="3441"/>
                </a:lnTo>
                <a:lnTo>
                  <a:pt x="17246" y="3441"/>
                </a:lnTo>
                <a:lnTo>
                  <a:pt x="17246" y="3557"/>
                </a:lnTo>
                <a:moveTo>
                  <a:pt x="16981" y="3557"/>
                </a:moveTo>
                <a:lnTo>
                  <a:pt x="16822" y="3557"/>
                </a:lnTo>
                <a:lnTo>
                  <a:pt x="16822" y="3441"/>
                </a:lnTo>
                <a:lnTo>
                  <a:pt x="16981" y="3441"/>
                </a:lnTo>
                <a:lnTo>
                  <a:pt x="16981" y="3557"/>
                </a:lnTo>
                <a:moveTo>
                  <a:pt x="16717" y="3557"/>
                </a:moveTo>
                <a:lnTo>
                  <a:pt x="16558" y="3557"/>
                </a:lnTo>
                <a:lnTo>
                  <a:pt x="16558" y="3441"/>
                </a:lnTo>
                <a:lnTo>
                  <a:pt x="16717" y="3441"/>
                </a:lnTo>
                <a:lnTo>
                  <a:pt x="16717" y="3557"/>
                </a:lnTo>
                <a:moveTo>
                  <a:pt x="16452" y="3557"/>
                </a:moveTo>
                <a:lnTo>
                  <a:pt x="16293" y="3557"/>
                </a:lnTo>
                <a:lnTo>
                  <a:pt x="16293" y="3441"/>
                </a:lnTo>
                <a:lnTo>
                  <a:pt x="16452" y="3441"/>
                </a:lnTo>
                <a:lnTo>
                  <a:pt x="16452" y="3557"/>
                </a:lnTo>
                <a:moveTo>
                  <a:pt x="16188" y="3557"/>
                </a:moveTo>
                <a:lnTo>
                  <a:pt x="16029" y="3557"/>
                </a:lnTo>
                <a:lnTo>
                  <a:pt x="16029" y="3441"/>
                </a:lnTo>
                <a:lnTo>
                  <a:pt x="16188" y="3441"/>
                </a:lnTo>
                <a:lnTo>
                  <a:pt x="16188" y="3557"/>
                </a:lnTo>
                <a:moveTo>
                  <a:pt x="15923" y="3557"/>
                </a:moveTo>
                <a:lnTo>
                  <a:pt x="15764" y="3557"/>
                </a:lnTo>
                <a:lnTo>
                  <a:pt x="15764" y="3441"/>
                </a:lnTo>
                <a:lnTo>
                  <a:pt x="15923" y="3441"/>
                </a:lnTo>
                <a:lnTo>
                  <a:pt x="15923" y="3557"/>
                </a:lnTo>
                <a:moveTo>
                  <a:pt x="15659" y="3557"/>
                </a:moveTo>
                <a:lnTo>
                  <a:pt x="15500" y="3557"/>
                </a:lnTo>
                <a:lnTo>
                  <a:pt x="15500" y="3441"/>
                </a:lnTo>
                <a:lnTo>
                  <a:pt x="15659" y="3441"/>
                </a:lnTo>
                <a:lnTo>
                  <a:pt x="15659" y="3557"/>
                </a:lnTo>
                <a:moveTo>
                  <a:pt x="15394" y="3557"/>
                </a:moveTo>
                <a:lnTo>
                  <a:pt x="15235" y="3557"/>
                </a:lnTo>
                <a:lnTo>
                  <a:pt x="15235" y="3441"/>
                </a:lnTo>
                <a:lnTo>
                  <a:pt x="15394" y="3441"/>
                </a:lnTo>
                <a:lnTo>
                  <a:pt x="15394" y="3557"/>
                </a:lnTo>
                <a:moveTo>
                  <a:pt x="15130" y="3557"/>
                </a:moveTo>
                <a:lnTo>
                  <a:pt x="14971" y="3557"/>
                </a:lnTo>
                <a:lnTo>
                  <a:pt x="14971" y="3441"/>
                </a:lnTo>
                <a:lnTo>
                  <a:pt x="15130" y="3441"/>
                </a:lnTo>
                <a:lnTo>
                  <a:pt x="15130" y="3557"/>
                </a:lnTo>
                <a:moveTo>
                  <a:pt x="14865" y="3557"/>
                </a:moveTo>
                <a:lnTo>
                  <a:pt x="14706" y="3557"/>
                </a:lnTo>
                <a:lnTo>
                  <a:pt x="14706" y="3441"/>
                </a:lnTo>
                <a:lnTo>
                  <a:pt x="14865" y="3441"/>
                </a:lnTo>
                <a:lnTo>
                  <a:pt x="14865" y="3557"/>
                </a:lnTo>
                <a:moveTo>
                  <a:pt x="14601" y="3557"/>
                </a:moveTo>
                <a:lnTo>
                  <a:pt x="14442" y="3557"/>
                </a:lnTo>
                <a:lnTo>
                  <a:pt x="14442" y="3441"/>
                </a:lnTo>
                <a:lnTo>
                  <a:pt x="14601" y="3441"/>
                </a:lnTo>
                <a:lnTo>
                  <a:pt x="14601" y="3557"/>
                </a:lnTo>
                <a:moveTo>
                  <a:pt x="14336" y="3557"/>
                </a:moveTo>
                <a:lnTo>
                  <a:pt x="14178" y="3557"/>
                </a:lnTo>
                <a:lnTo>
                  <a:pt x="14178" y="3441"/>
                </a:lnTo>
                <a:lnTo>
                  <a:pt x="14336" y="3441"/>
                </a:lnTo>
                <a:lnTo>
                  <a:pt x="14336" y="3557"/>
                </a:lnTo>
                <a:moveTo>
                  <a:pt x="14072" y="3557"/>
                </a:moveTo>
                <a:lnTo>
                  <a:pt x="13912" y="3557"/>
                </a:lnTo>
                <a:lnTo>
                  <a:pt x="13912" y="3441"/>
                </a:lnTo>
                <a:lnTo>
                  <a:pt x="14072" y="3441"/>
                </a:lnTo>
                <a:lnTo>
                  <a:pt x="14072" y="3557"/>
                </a:lnTo>
                <a:moveTo>
                  <a:pt x="13806" y="3557"/>
                </a:moveTo>
                <a:lnTo>
                  <a:pt x="13648" y="3557"/>
                </a:lnTo>
                <a:lnTo>
                  <a:pt x="13648" y="3441"/>
                </a:lnTo>
                <a:lnTo>
                  <a:pt x="13806" y="3441"/>
                </a:lnTo>
                <a:lnTo>
                  <a:pt x="13806" y="3557"/>
                </a:lnTo>
                <a:moveTo>
                  <a:pt x="13542" y="3557"/>
                </a:moveTo>
                <a:lnTo>
                  <a:pt x="13383" y="3557"/>
                </a:lnTo>
                <a:lnTo>
                  <a:pt x="13383" y="3441"/>
                </a:lnTo>
                <a:lnTo>
                  <a:pt x="13542" y="3441"/>
                </a:lnTo>
                <a:lnTo>
                  <a:pt x="13542" y="3557"/>
                </a:lnTo>
                <a:moveTo>
                  <a:pt x="13277" y="3557"/>
                </a:moveTo>
                <a:lnTo>
                  <a:pt x="13119" y="3557"/>
                </a:lnTo>
                <a:lnTo>
                  <a:pt x="13119" y="3441"/>
                </a:lnTo>
                <a:lnTo>
                  <a:pt x="13277" y="3441"/>
                </a:lnTo>
                <a:lnTo>
                  <a:pt x="13277" y="3557"/>
                </a:lnTo>
                <a:moveTo>
                  <a:pt x="13013" y="3557"/>
                </a:moveTo>
                <a:lnTo>
                  <a:pt x="12854" y="3557"/>
                </a:lnTo>
                <a:lnTo>
                  <a:pt x="12854" y="3441"/>
                </a:lnTo>
                <a:lnTo>
                  <a:pt x="13013" y="3441"/>
                </a:lnTo>
                <a:lnTo>
                  <a:pt x="13013" y="3557"/>
                </a:lnTo>
                <a:moveTo>
                  <a:pt x="12748" y="3557"/>
                </a:moveTo>
                <a:lnTo>
                  <a:pt x="12590" y="3557"/>
                </a:lnTo>
                <a:lnTo>
                  <a:pt x="12590" y="3441"/>
                </a:lnTo>
                <a:lnTo>
                  <a:pt x="12748" y="3441"/>
                </a:lnTo>
                <a:lnTo>
                  <a:pt x="12748" y="3557"/>
                </a:lnTo>
                <a:moveTo>
                  <a:pt x="12484" y="3557"/>
                </a:moveTo>
                <a:lnTo>
                  <a:pt x="12325" y="3557"/>
                </a:lnTo>
                <a:lnTo>
                  <a:pt x="12325" y="3441"/>
                </a:lnTo>
                <a:lnTo>
                  <a:pt x="12484" y="3441"/>
                </a:lnTo>
                <a:lnTo>
                  <a:pt x="12484" y="3557"/>
                </a:lnTo>
                <a:moveTo>
                  <a:pt x="12219" y="3557"/>
                </a:moveTo>
                <a:lnTo>
                  <a:pt x="12061" y="3557"/>
                </a:lnTo>
                <a:lnTo>
                  <a:pt x="12061" y="3441"/>
                </a:lnTo>
                <a:lnTo>
                  <a:pt x="12219" y="3441"/>
                </a:lnTo>
                <a:lnTo>
                  <a:pt x="12219" y="3557"/>
                </a:lnTo>
                <a:moveTo>
                  <a:pt x="11955" y="3557"/>
                </a:moveTo>
                <a:lnTo>
                  <a:pt x="11796" y="3557"/>
                </a:lnTo>
                <a:lnTo>
                  <a:pt x="11796" y="3441"/>
                </a:lnTo>
                <a:lnTo>
                  <a:pt x="11955" y="3441"/>
                </a:lnTo>
                <a:lnTo>
                  <a:pt x="11955" y="3557"/>
                </a:lnTo>
                <a:moveTo>
                  <a:pt x="11690" y="3557"/>
                </a:moveTo>
                <a:lnTo>
                  <a:pt x="11532" y="3557"/>
                </a:lnTo>
                <a:lnTo>
                  <a:pt x="11532" y="3441"/>
                </a:lnTo>
                <a:lnTo>
                  <a:pt x="11690" y="3441"/>
                </a:lnTo>
                <a:lnTo>
                  <a:pt x="11690" y="3557"/>
                </a:lnTo>
                <a:moveTo>
                  <a:pt x="11426" y="3557"/>
                </a:moveTo>
                <a:lnTo>
                  <a:pt x="11267" y="3557"/>
                </a:lnTo>
                <a:lnTo>
                  <a:pt x="11267" y="3441"/>
                </a:lnTo>
                <a:lnTo>
                  <a:pt x="11426" y="3441"/>
                </a:lnTo>
                <a:lnTo>
                  <a:pt x="11426" y="3557"/>
                </a:lnTo>
                <a:moveTo>
                  <a:pt x="11162" y="3557"/>
                </a:moveTo>
                <a:lnTo>
                  <a:pt x="11003" y="3557"/>
                </a:lnTo>
                <a:lnTo>
                  <a:pt x="11003" y="3441"/>
                </a:lnTo>
                <a:lnTo>
                  <a:pt x="11162" y="3441"/>
                </a:lnTo>
                <a:lnTo>
                  <a:pt x="11162" y="3557"/>
                </a:lnTo>
                <a:moveTo>
                  <a:pt x="10897" y="3557"/>
                </a:moveTo>
                <a:lnTo>
                  <a:pt x="10738" y="3557"/>
                </a:lnTo>
                <a:lnTo>
                  <a:pt x="10738" y="3441"/>
                </a:lnTo>
                <a:lnTo>
                  <a:pt x="10897" y="3441"/>
                </a:lnTo>
                <a:lnTo>
                  <a:pt x="10897" y="3557"/>
                </a:lnTo>
                <a:moveTo>
                  <a:pt x="10633" y="3557"/>
                </a:moveTo>
                <a:lnTo>
                  <a:pt x="10474" y="3557"/>
                </a:lnTo>
                <a:lnTo>
                  <a:pt x="10474" y="3441"/>
                </a:lnTo>
                <a:lnTo>
                  <a:pt x="10633" y="3441"/>
                </a:lnTo>
                <a:lnTo>
                  <a:pt x="10633" y="3557"/>
                </a:lnTo>
                <a:moveTo>
                  <a:pt x="10368" y="3557"/>
                </a:moveTo>
                <a:lnTo>
                  <a:pt x="10209" y="3557"/>
                </a:lnTo>
                <a:lnTo>
                  <a:pt x="10209" y="3441"/>
                </a:lnTo>
                <a:lnTo>
                  <a:pt x="10368" y="3441"/>
                </a:lnTo>
                <a:lnTo>
                  <a:pt x="10368" y="3557"/>
                </a:lnTo>
                <a:moveTo>
                  <a:pt x="10104" y="3557"/>
                </a:moveTo>
                <a:lnTo>
                  <a:pt x="9945" y="3557"/>
                </a:lnTo>
                <a:lnTo>
                  <a:pt x="9945" y="3441"/>
                </a:lnTo>
                <a:lnTo>
                  <a:pt x="10104" y="3441"/>
                </a:lnTo>
                <a:lnTo>
                  <a:pt x="10104" y="3557"/>
                </a:lnTo>
                <a:moveTo>
                  <a:pt x="9839" y="3557"/>
                </a:moveTo>
                <a:lnTo>
                  <a:pt x="9680" y="3557"/>
                </a:lnTo>
                <a:lnTo>
                  <a:pt x="9680" y="3441"/>
                </a:lnTo>
                <a:lnTo>
                  <a:pt x="9839" y="3441"/>
                </a:lnTo>
                <a:lnTo>
                  <a:pt x="9839" y="3557"/>
                </a:lnTo>
                <a:moveTo>
                  <a:pt x="9575" y="3557"/>
                </a:moveTo>
                <a:lnTo>
                  <a:pt x="9416" y="3557"/>
                </a:lnTo>
                <a:lnTo>
                  <a:pt x="9416" y="3441"/>
                </a:lnTo>
                <a:lnTo>
                  <a:pt x="9575" y="3441"/>
                </a:lnTo>
                <a:lnTo>
                  <a:pt x="9575" y="3557"/>
                </a:lnTo>
                <a:moveTo>
                  <a:pt x="9310" y="3557"/>
                </a:moveTo>
                <a:lnTo>
                  <a:pt x="9151" y="3557"/>
                </a:lnTo>
                <a:lnTo>
                  <a:pt x="9151" y="3441"/>
                </a:lnTo>
                <a:lnTo>
                  <a:pt x="9310" y="3441"/>
                </a:lnTo>
                <a:lnTo>
                  <a:pt x="9310" y="3557"/>
                </a:lnTo>
                <a:moveTo>
                  <a:pt x="9046" y="3557"/>
                </a:moveTo>
                <a:lnTo>
                  <a:pt x="8887" y="3557"/>
                </a:lnTo>
                <a:lnTo>
                  <a:pt x="8887" y="3441"/>
                </a:lnTo>
                <a:lnTo>
                  <a:pt x="9046" y="3441"/>
                </a:lnTo>
                <a:lnTo>
                  <a:pt x="9046" y="3557"/>
                </a:lnTo>
                <a:moveTo>
                  <a:pt x="8781" y="3557"/>
                </a:moveTo>
                <a:lnTo>
                  <a:pt x="8622" y="3557"/>
                </a:lnTo>
                <a:lnTo>
                  <a:pt x="8622" y="3441"/>
                </a:lnTo>
                <a:lnTo>
                  <a:pt x="8781" y="3441"/>
                </a:lnTo>
                <a:lnTo>
                  <a:pt x="8781" y="3557"/>
                </a:lnTo>
                <a:moveTo>
                  <a:pt x="8517" y="3557"/>
                </a:moveTo>
                <a:lnTo>
                  <a:pt x="8358" y="3557"/>
                </a:lnTo>
                <a:lnTo>
                  <a:pt x="8358" y="3441"/>
                </a:lnTo>
                <a:lnTo>
                  <a:pt x="8517" y="3441"/>
                </a:lnTo>
                <a:lnTo>
                  <a:pt x="8517" y="3557"/>
                </a:lnTo>
                <a:moveTo>
                  <a:pt x="8252" y="3557"/>
                </a:moveTo>
                <a:lnTo>
                  <a:pt x="8093" y="3557"/>
                </a:lnTo>
                <a:lnTo>
                  <a:pt x="8093" y="3441"/>
                </a:lnTo>
                <a:lnTo>
                  <a:pt x="8252" y="3441"/>
                </a:lnTo>
                <a:lnTo>
                  <a:pt x="8252" y="3557"/>
                </a:lnTo>
                <a:moveTo>
                  <a:pt x="7988" y="3557"/>
                </a:moveTo>
                <a:lnTo>
                  <a:pt x="7829" y="3557"/>
                </a:lnTo>
                <a:lnTo>
                  <a:pt x="7829" y="3441"/>
                </a:lnTo>
                <a:lnTo>
                  <a:pt x="7988" y="3441"/>
                </a:lnTo>
                <a:lnTo>
                  <a:pt x="7988" y="3557"/>
                </a:lnTo>
                <a:moveTo>
                  <a:pt x="7723" y="3557"/>
                </a:moveTo>
                <a:lnTo>
                  <a:pt x="7565" y="3557"/>
                </a:lnTo>
                <a:lnTo>
                  <a:pt x="7565" y="3441"/>
                </a:lnTo>
                <a:lnTo>
                  <a:pt x="7723" y="3441"/>
                </a:lnTo>
                <a:lnTo>
                  <a:pt x="7723" y="3557"/>
                </a:lnTo>
                <a:moveTo>
                  <a:pt x="7459" y="3557"/>
                </a:moveTo>
                <a:lnTo>
                  <a:pt x="7300" y="3557"/>
                </a:lnTo>
                <a:lnTo>
                  <a:pt x="7300" y="3441"/>
                </a:lnTo>
                <a:lnTo>
                  <a:pt x="7459" y="3441"/>
                </a:lnTo>
                <a:lnTo>
                  <a:pt x="7459" y="3557"/>
                </a:lnTo>
                <a:moveTo>
                  <a:pt x="7194" y="3557"/>
                </a:moveTo>
                <a:lnTo>
                  <a:pt x="7036" y="3557"/>
                </a:lnTo>
                <a:lnTo>
                  <a:pt x="7036" y="3441"/>
                </a:lnTo>
                <a:lnTo>
                  <a:pt x="7194" y="3441"/>
                </a:lnTo>
                <a:lnTo>
                  <a:pt x="7194" y="3557"/>
                </a:lnTo>
                <a:moveTo>
                  <a:pt x="6930" y="3557"/>
                </a:moveTo>
                <a:lnTo>
                  <a:pt x="6771" y="3557"/>
                </a:lnTo>
                <a:lnTo>
                  <a:pt x="6771" y="3441"/>
                </a:lnTo>
                <a:lnTo>
                  <a:pt x="6930" y="3441"/>
                </a:lnTo>
                <a:lnTo>
                  <a:pt x="6930" y="3557"/>
                </a:lnTo>
                <a:moveTo>
                  <a:pt x="6665" y="3557"/>
                </a:moveTo>
                <a:lnTo>
                  <a:pt x="6507" y="3557"/>
                </a:lnTo>
                <a:lnTo>
                  <a:pt x="6507" y="3441"/>
                </a:lnTo>
                <a:lnTo>
                  <a:pt x="6665" y="3441"/>
                </a:lnTo>
                <a:lnTo>
                  <a:pt x="6665" y="3557"/>
                </a:lnTo>
                <a:moveTo>
                  <a:pt x="6401" y="3557"/>
                </a:moveTo>
                <a:lnTo>
                  <a:pt x="6242" y="3557"/>
                </a:lnTo>
                <a:lnTo>
                  <a:pt x="6242" y="3441"/>
                </a:lnTo>
                <a:lnTo>
                  <a:pt x="6401" y="3441"/>
                </a:lnTo>
                <a:lnTo>
                  <a:pt x="6401" y="3557"/>
                </a:lnTo>
                <a:moveTo>
                  <a:pt x="6136" y="3557"/>
                </a:moveTo>
                <a:lnTo>
                  <a:pt x="5978" y="3557"/>
                </a:lnTo>
                <a:lnTo>
                  <a:pt x="5978" y="3441"/>
                </a:lnTo>
                <a:lnTo>
                  <a:pt x="6136" y="3441"/>
                </a:lnTo>
                <a:lnTo>
                  <a:pt x="6136" y="3557"/>
                </a:lnTo>
                <a:moveTo>
                  <a:pt x="5872" y="3557"/>
                </a:moveTo>
                <a:lnTo>
                  <a:pt x="5713" y="3557"/>
                </a:lnTo>
                <a:lnTo>
                  <a:pt x="5713" y="3441"/>
                </a:lnTo>
                <a:lnTo>
                  <a:pt x="5872" y="3441"/>
                </a:lnTo>
                <a:lnTo>
                  <a:pt x="5872" y="3557"/>
                </a:lnTo>
                <a:moveTo>
                  <a:pt x="5607" y="3557"/>
                </a:moveTo>
                <a:lnTo>
                  <a:pt x="5449" y="3557"/>
                </a:lnTo>
                <a:lnTo>
                  <a:pt x="5449" y="3441"/>
                </a:lnTo>
                <a:lnTo>
                  <a:pt x="5607" y="3441"/>
                </a:lnTo>
                <a:lnTo>
                  <a:pt x="5607" y="3557"/>
                </a:lnTo>
                <a:moveTo>
                  <a:pt x="5343" y="3557"/>
                </a:moveTo>
                <a:lnTo>
                  <a:pt x="5184" y="3557"/>
                </a:lnTo>
                <a:lnTo>
                  <a:pt x="5184" y="3441"/>
                </a:lnTo>
                <a:lnTo>
                  <a:pt x="5343" y="3441"/>
                </a:lnTo>
                <a:lnTo>
                  <a:pt x="5343" y="3557"/>
                </a:lnTo>
                <a:moveTo>
                  <a:pt x="5078" y="3557"/>
                </a:moveTo>
                <a:lnTo>
                  <a:pt x="4920" y="3557"/>
                </a:lnTo>
                <a:lnTo>
                  <a:pt x="4920" y="3441"/>
                </a:lnTo>
                <a:lnTo>
                  <a:pt x="5078" y="3441"/>
                </a:lnTo>
                <a:lnTo>
                  <a:pt x="5078" y="3557"/>
                </a:lnTo>
                <a:moveTo>
                  <a:pt x="4814" y="3557"/>
                </a:moveTo>
                <a:lnTo>
                  <a:pt x="4655" y="3557"/>
                </a:lnTo>
                <a:lnTo>
                  <a:pt x="4655" y="3441"/>
                </a:lnTo>
                <a:lnTo>
                  <a:pt x="4814" y="3441"/>
                </a:lnTo>
                <a:lnTo>
                  <a:pt x="4814" y="3557"/>
                </a:lnTo>
                <a:moveTo>
                  <a:pt x="4549" y="3557"/>
                </a:moveTo>
                <a:lnTo>
                  <a:pt x="4391" y="3557"/>
                </a:lnTo>
                <a:lnTo>
                  <a:pt x="4391" y="3441"/>
                </a:lnTo>
                <a:lnTo>
                  <a:pt x="4549" y="3441"/>
                </a:lnTo>
                <a:lnTo>
                  <a:pt x="4549" y="3557"/>
                </a:lnTo>
                <a:moveTo>
                  <a:pt x="4285" y="3557"/>
                </a:moveTo>
                <a:lnTo>
                  <a:pt x="4126" y="3557"/>
                </a:lnTo>
                <a:lnTo>
                  <a:pt x="4126" y="3441"/>
                </a:lnTo>
                <a:lnTo>
                  <a:pt x="4285" y="3441"/>
                </a:lnTo>
                <a:lnTo>
                  <a:pt x="4285" y="3557"/>
                </a:lnTo>
                <a:moveTo>
                  <a:pt x="4021" y="3557"/>
                </a:moveTo>
                <a:lnTo>
                  <a:pt x="3862" y="3557"/>
                </a:lnTo>
                <a:lnTo>
                  <a:pt x="3862" y="3441"/>
                </a:lnTo>
                <a:lnTo>
                  <a:pt x="4021" y="3441"/>
                </a:lnTo>
                <a:lnTo>
                  <a:pt x="4021" y="3557"/>
                </a:lnTo>
                <a:moveTo>
                  <a:pt x="3756" y="3557"/>
                </a:moveTo>
                <a:lnTo>
                  <a:pt x="3597" y="3557"/>
                </a:lnTo>
                <a:lnTo>
                  <a:pt x="3597" y="3441"/>
                </a:lnTo>
                <a:lnTo>
                  <a:pt x="3756" y="3441"/>
                </a:lnTo>
                <a:lnTo>
                  <a:pt x="3756" y="3557"/>
                </a:lnTo>
                <a:moveTo>
                  <a:pt x="3492" y="3557"/>
                </a:moveTo>
                <a:lnTo>
                  <a:pt x="3333" y="3557"/>
                </a:lnTo>
                <a:lnTo>
                  <a:pt x="3333" y="3441"/>
                </a:lnTo>
                <a:lnTo>
                  <a:pt x="3492" y="3441"/>
                </a:lnTo>
                <a:lnTo>
                  <a:pt x="3492" y="3557"/>
                </a:lnTo>
                <a:moveTo>
                  <a:pt x="3227" y="3557"/>
                </a:moveTo>
                <a:lnTo>
                  <a:pt x="3068" y="3557"/>
                </a:lnTo>
                <a:lnTo>
                  <a:pt x="3068" y="3441"/>
                </a:lnTo>
                <a:lnTo>
                  <a:pt x="3227" y="3441"/>
                </a:lnTo>
                <a:lnTo>
                  <a:pt x="3227" y="3557"/>
                </a:lnTo>
                <a:moveTo>
                  <a:pt x="2963" y="3557"/>
                </a:moveTo>
                <a:lnTo>
                  <a:pt x="2804" y="3557"/>
                </a:lnTo>
                <a:lnTo>
                  <a:pt x="2804" y="3441"/>
                </a:lnTo>
                <a:lnTo>
                  <a:pt x="2963" y="3441"/>
                </a:lnTo>
                <a:lnTo>
                  <a:pt x="2963" y="3557"/>
                </a:lnTo>
                <a:moveTo>
                  <a:pt x="2698" y="3557"/>
                </a:moveTo>
                <a:lnTo>
                  <a:pt x="2539" y="3557"/>
                </a:lnTo>
                <a:lnTo>
                  <a:pt x="2539" y="3441"/>
                </a:lnTo>
                <a:lnTo>
                  <a:pt x="2698" y="3441"/>
                </a:lnTo>
                <a:lnTo>
                  <a:pt x="2698" y="3557"/>
                </a:lnTo>
                <a:moveTo>
                  <a:pt x="2434" y="3557"/>
                </a:moveTo>
                <a:lnTo>
                  <a:pt x="2275" y="3557"/>
                </a:lnTo>
                <a:lnTo>
                  <a:pt x="2275" y="3441"/>
                </a:lnTo>
                <a:lnTo>
                  <a:pt x="2434" y="3441"/>
                </a:lnTo>
                <a:lnTo>
                  <a:pt x="2434" y="3557"/>
                </a:lnTo>
                <a:moveTo>
                  <a:pt x="2169" y="3557"/>
                </a:moveTo>
                <a:lnTo>
                  <a:pt x="2010" y="3557"/>
                </a:lnTo>
                <a:lnTo>
                  <a:pt x="2010" y="3441"/>
                </a:lnTo>
                <a:lnTo>
                  <a:pt x="2169" y="3441"/>
                </a:lnTo>
                <a:lnTo>
                  <a:pt x="2169" y="3557"/>
                </a:lnTo>
                <a:moveTo>
                  <a:pt x="1905" y="3557"/>
                </a:moveTo>
                <a:lnTo>
                  <a:pt x="1746" y="3557"/>
                </a:lnTo>
                <a:lnTo>
                  <a:pt x="1746" y="3441"/>
                </a:lnTo>
                <a:lnTo>
                  <a:pt x="1905" y="3441"/>
                </a:lnTo>
                <a:lnTo>
                  <a:pt x="1905" y="3557"/>
                </a:lnTo>
                <a:moveTo>
                  <a:pt x="1640" y="3557"/>
                </a:moveTo>
                <a:lnTo>
                  <a:pt x="1481" y="3557"/>
                </a:lnTo>
                <a:lnTo>
                  <a:pt x="1481" y="3441"/>
                </a:lnTo>
                <a:lnTo>
                  <a:pt x="1640" y="3441"/>
                </a:lnTo>
                <a:lnTo>
                  <a:pt x="1640" y="3557"/>
                </a:lnTo>
                <a:moveTo>
                  <a:pt x="1376" y="3557"/>
                </a:moveTo>
                <a:lnTo>
                  <a:pt x="1217" y="3557"/>
                </a:lnTo>
                <a:lnTo>
                  <a:pt x="1217" y="3441"/>
                </a:lnTo>
                <a:lnTo>
                  <a:pt x="1376" y="3441"/>
                </a:lnTo>
                <a:lnTo>
                  <a:pt x="1376" y="3557"/>
                </a:lnTo>
                <a:moveTo>
                  <a:pt x="1111" y="3557"/>
                </a:moveTo>
                <a:lnTo>
                  <a:pt x="952" y="3557"/>
                </a:lnTo>
                <a:lnTo>
                  <a:pt x="952" y="3441"/>
                </a:lnTo>
                <a:lnTo>
                  <a:pt x="1111" y="3441"/>
                </a:lnTo>
                <a:lnTo>
                  <a:pt x="1111" y="3557"/>
                </a:lnTo>
                <a:moveTo>
                  <a:pt x="847" y="3557"/>
                </a:moveTo>
                <a:lnTo>
                  <a:pt x="688" y="3557"/>
                </a:lnTo>
                <a:lnTo>
                  <a:pt x="688" y="3441"/>
                </a:lnTo>
                <a:lnTo>
                  <a:pt x="847" y="3441"/>
                </a:lnTo>
                <a:lnTo>
                  <a:pt x="847" y="3557"/>
                </a:lnTo>
                <a:moveTo>
                  <a:pt x="582" y="3557"/>
                </a:moveTo>
                <a:lnTo>
                  <a:pt x="424" y="3557"/>
                </a:lnTo>
                <a:lnTo>
                  <a:pt x="424" y="3441"/>
                </a:lnTo>
                <a:lnTo>
                  <a:pt x="582" y="3441"/>
                </a:lnTo>
                <a:lnTo>
                  <a:pt x="582" y="3557"/>
                </a:lnTo>
                <a:moveTo>
                  <a:pt x="318" y="3557"/>
                </a:moveTo>
                <a:lnTo>
                  <a:pt x="244" y="3557"/>
                </a:lnTo>
                <a:cubicBezTo>
                  <a:pt x="206" y="3557"/>
                  <a:pt x="170" y="3549"/>
                  <a:pt x="136" y="3532"/>
                </a:cubicBezTo>
                <a:lnTo>
                  <a:pt x="188" y="3428"/>
                </a:lnTo>
                <a:cubicBezTo>
                  <a:pt x="205" y="3436"/>
                  <a:pt x="224" y="3441"/>
                  <a:pt x="244" y="3441"/>
                </a:cubicBezTo>
                <a:lnTo>
                  <a:pt x="318" y="3441"/>
                </a:lnTo>
                <a:lnTo>
                  <a:pt x="318" y="3557"/>
                </a:lnTo>
                <a:moveTo>
                  <a:pt x="34" y="3437"/>
                </a:moveTo>
                <a:cubicBezTo>
                  <a:pt x="12" y="3399"/>
                  <a:pt x="0" y="3358"/>
                  <a:pt x="0" y="3314"/>
                </a:cubicBezTo>
                <a:lnTo>
                  <a:pt x="0" y="3253"/>
                </a:lnTo>
                <a:lnTo>
                  <a:pt x="117" y="3253"/>
                </a:lnTo>
                <a:lnTo>
                  <a:pt x="117" y="3314"/>
                </a:lnTo>
                <a:cubicBezTo>
                  <a:pt x="117" y="3337"/>
                  <a:pt x="123" y="3358"/>
                  <a:pt x="134" y="3378"/>
                </a:cubicBezTo>
                <a:lnTo>
                  <a:pt x="34" y="3437"/>
                </a:lnTo>
                <a:moveTo>
                  <a:pt x="0" y="3148"/>
                </a:moveTo>
                <a:lnTo>
                  <a:pt x="0" y="2989"/>
                </a:lnTo>
                <a:lnTo>
                  <a:pt x="117" y="2989"/>
                </a:lnTo>
                <a:lnTo>
                  <a:pt x="117" y="3148"/>
                </a:lnTo>
                <a:lnTo>
                  <a:pt x="0" y="3148"/>
                </a:lnTo>
                <a:moveTo>
                  <a:pt x="0" y="2883"/>
                </a:moveTo>
                <a:lnTo>
                  <a:pt x="0" y="2725"/>
                </a:lnTo>
                <a:lnTo>
                  <a:pt x="117" y="2725"/>
                </a:lnTo>
                <a:lnTo>
                  <a:pt x="117" y="2883"/>
                </a:lnTo>
                <a:lnTo>
                  <a:pt x="0" y="2883"/>
                </a:lnTo>
                <a:moveTo>
                  <a:pt x="0" y="2619"/>
                </a:moveTo>
                <a:lnTo>
                  <a:pt x="0" y="2460"/>
                </a:lnTo>
                <a:lnTo>
                  <a:pt x="117" y="2460"/>
                </a:lnTo>
                <a:lnTo>
                  <a:pt x="117" y="2619"/>
                </a:lnTo>
                <a:lnTo>
                  <a:pt x="0" y="2619"/>
                </a:lnTo>
                <a:moveTo>
                  <a:pt x="0" y="2354"/>
                </a:moveTo>
                <a:lnTo>
                  <a:pt x="0" y="2196"/>
                </a:lnTo>
                <a:lnTo>
                  <a:pt x="117" y="2196"/>
                </a:lnTo>
                <a:lnTo>
                  <a:pt x="117" y="2354"/>
                </a:lnTo>
                <a:lnTo>
                  <a:pt x="0" y="2354"/>
                </a:lnTo>
                <a:moveTo>
                  <a:pt x="0" y="2090"/>
                </a:moveTo>
                <a:lnTo>
                  <a:pt x="0" y="1931"/>
                </a:lnTo>
                <a:lnTo>
                  <a:pt x="117" y="1931"/>
                </a:lnTo>
                <a:lnTo>
                  <a:pt x="117" y="2090"/>
                </a:lnTo>
                <a:lnTo>
                  <a:pt x="0" y="2090"/>
                </a:lnTo>
                <a:moveTo>
                  <a:pt x="0" y="1825"/>
                </a:moveTo>
                <a:lnTo>
                  <a:pt x="0" y="1667"/>
                </a:lnTo>
                <a:lnTo>
                  <a:pt x="117" y="1667"/>
                </a:lnTo>
                <a:lnTo>
                  <a:pt x="117" y="1825"/>
                </a:lnTo>
                <a:lnTo>
                  <a:pt x="0" y="1825"/>
                </a:lnTo>
                <a:moveTo>
                  <a:pt x="0" y="1561"/>
                </a:moveTo>
                <a:lnTo>
                  <a:pt x="0" y="1402"/>
                </a:lnTo>
                <a:lnTo>
                  <a:pt x="117" y="1402"/>
                </a:lnTo>
                <a:lnTo>
                  <a:pt x="117" y="1561"/>
                </a:lnTo>
                <a:lnTo>
                  <a:pt x="0" y="1561"/>
                </a:lnTo>
                <a:moveTo>
                  <a:pt x="0" y="1296"/>
                </a:moveTo>
                <a:lnTo>
                  <a:pt x="0" y="1138"/>
                </a:lnTo>
                <a:lnTo>
                  <a:pt x="117" y="1138"/>
                </a:lnTo>
                <a:lnTo>
                  <a:pt x="117" y="1296"/>
                </a:lnTo>
                <a:lnTo>
                  <a:pt x="0" y="1296"/>
                </a:lnTo>
                <a:moveTo>
                  <a:pt x="0" y="1032"/>
                </a:moveTo>
                <a:lnTo>
                  <a:pt x="0" y="873"/>
                </a:lnTo>
                <a:lnTo>
                  <a:pt x="117" y="873"/>
                </a:lnTo>
                <a:lnTo>
                  <a:pt x="117" y="1032"/>
                </a:lnTo>
                <a:lnTo>
                  <a:pt x="0" y="1032"/>
                </a:lnTo>
                <a:moveTo>
                  <a:pt x="0" y="767"/>
                </a:moveTo>
                <a:lnTo>
                  <a:pt x="0" y="609"/>
                </a:lnTo>
                <a:lnTo>
                  <a:pt x="117" y="609"/>
                </a:lnTo>
                <a:lnTo>
                  <a:pt x="117" y="767"/>
                </a:lnTo>
                <a:lnTo>
                  <a:pt x="0" y="767"/>
                </a:lnTo>
                <a:moveTo>
                  <a:pt x="0" y="503"/>
                </a:moveTo>
                <a:lnTo>
                  <a:pt x="0" y="344"/>
                </a:lnTo>
                <a:lnTo>
                  <a:pt x="117" y="344"/>
                </a:lnTo>
                <a:lnTo>
                  <a:pt x="117" y="503"/>
                </a:lnTo>
                <a:lnTo>
                  <a:pt x="0" y="503"/>
                </a:lnTo>
                <a:moveTo>
                  <a:pt x="1" y="236"/>
                </a:moveTo>
                <a:cubicBezTo>
                  <a:pt x="3" y="161"/>
                  <a:pt x="33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0"/>
                  <a:pt x="117" y="240"/>
                </a:cubicBezTo>
                <a:lnTo>
                  <a:pt x="1" y="236"/>
                </a:lnTo>
                <a:moveTo>
                  <a:pt x="221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755760" y="3641040"/>
            <a:ext cx="43725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最後の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class token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を画像表現として使う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937440" y="4629960"/>
            <a:ext cx="978048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[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ここに論文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Figure 1: Model overview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。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Image -&gt; Patches -&gt; Transformer Encoder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978800" y="5029920"/>
            <a:ext cx="229392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の全体図を入れる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]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914400" y="3924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提案手法の全体像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33520" y="924480"/>
            <a:ext cx="928404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次元画像をパッチ列へ変換し、位置情報を足して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へ入力する。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33520" y="1510200"/>
            <a:ext cx="79920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パッチ数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533520" y="1895400"/>
            <a:ext cx="10553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画像サイズを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H x W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、パッチサイズを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P x P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とすると、パッチ数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N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は次で決まる。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5531400" y="2584800"/>
            <a:ext cx="43056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N =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6198840" y="278496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P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6114960" y="2809800"/>
            <a:ext cx="514440" cy="9720"/>
          </a:xfrm>
          <a:custGeom>
            <a:avLst/>
            <a:gdLst/>
            <a:ahLst/>
            <a:rect l="0" t="0" r="r" b="b"/>
            <a:pathLst>
              <a:path w="1429" h="27">
                <a:moveTo>
                  <a:pt x="0" y="0"/>
                </a:moveTo>
                <a:lnTo>
                  <a:pt x="1429" y="0"/>
                </a:lnTo>
                <a:lnTo>
                  <a:pt x="14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6416280" y="278964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552240" y="346680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70" y="184"/>
                  <a:pt x="58" y="179"/>
                </a:cubicBezTo>
                <a:cubicBezTo>
                  <a:pt x="47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1"/>
                  <a:pt x="2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6112080" y="2394360"/>
            <a:ext cx="44424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HW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552240" y="37908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70" y="184"/>
                  <a:pt x="58" y="179"/>
                </a:cubicBezTo>
                <a:cubicBezTo>
                  <a:pt x="47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2" y="118"/>
                  <a:pt x="0" y="105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7" y="12"/>
                  <a:pt x="58" y="7"/>
                </a:cubicBezTo>
                <a:cubicBezTo>
                  <a:pt x="70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144800" y="3388680"/>
            <a:ext cx="16639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入力画像の高さと幅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552240" y="411444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5" y="141"/>
                  <a:pt x="168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70" y="184"/>
                  <a:pt x="58" y="180"/>
                </a:cubicBezTo>
                <a:cubicBezTo>
                  <a:pt x="47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7" y="12"/>
                  <a:pt x="58" y="8"/>
                </a:cubicBezTo>
                <a:cubicBezTo>
                  <a:pt x="70" y="3"/>
                  <a:pt x="81" y="0"/>
                  <a:pt x="94" y="0"/>
                </a:cubicBezTo>
                <a:cubicBezTo>
                  <a:pt x="106" y="0"/>
                  <a:pt x="118" y="3"/>
                  <a:pt x="129" y="8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882720" y="3712320"/>
            <a:ext cx="124956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: 1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パッチの一辺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893160" y="4036320"/>
            <a:ext cx="293040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: Transformer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へ入る画像パッチの個数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533520" y="4314960"/>
            <a:ext cx="11034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パッチサイズを小さくすると系列長が増え、計算量は増えるが細かい情報を扱いやすくな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533520" y="47242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914400" y="392400"/>
            <a:ext cx="14544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手法の詳細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747720" y="3385080"/>
            <a:ext cx="354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111111"/>
                </a:solidFill>
                <a:latin typeface="NotoSansJP"/>
                <a:ea typeface="NotoSansJP"/>
              </a:rPr>
              <a:t>H, W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747720" y="3708720"/>
            <a:ext cx="174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111111"/>
                </a:solidFill>
                <a:latin typeface="NotoSansJP"/>
                <a:ea typeface="NotoSansJP"/>
              </a:rPr>
              <a:t>P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747720" y="4032720"/>
            <a:ext cx="174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111111"/>
                </a:solidFill>
                <a:latin typeface="NotoSansJP"/>
                <a:ea typeface="NotoSansJP"/>
              </a:rPr>
              <a:t>N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533520" y="924480"/>
            <a:ext cx="1041984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class token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、パッチ埋め込み、位置埋め込みを足して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の入力系列を作る。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142520" y="161316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z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478040" y="161316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=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4276440" y="174168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0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4807800" y="161316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x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414040" y="1613160"/>
            <a:ext cx="175644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; e E; ⋯ ; e E +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4712400" y="161316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948200" y="1741680"/>
            <a:ext cx="4168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class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695200" y="174168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799680" y="174168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N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7160040" y="161316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7536600" y="161316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E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552240" y="23810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8" y="150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70" y="184"/>
                  <a:pt x="58" y="179"/>
                </a:cubicBezTo>
                <a:cubicBezTo>
                  <a:pt x="47" y="175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7702560" y="1741680"/>
            <a:ext cx="3207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pos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552240" y="27050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39"/>
                  <a:pt x="168" y="149"/>
                  <a:pt x="159" y="158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70" y="184"/>
                  <a:pt x="58" y="179"/>
                </a:cubicBezTo>
                <a:cubicBezTo>
                  <a:pt x="47" y="174"/>
                  <a:pt x="36" y="167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2" y="116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7" y="11"/>
                  <a:pt x="58" y="7"/>
                </a:cubicBezTo>
                <a:cubicBezTo>
                  <a:pt x="70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5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907560" y="2302920"/>
            <a:ext cx="377280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: Transformer Encoder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へ入力する最初の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token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列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552240" y="30286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70" y="184"/>
                  <a:pt x="58" y="179"/>
                </a:cubicBezTo>
                <a:cubicBezTo>
                  <a:pt x="47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20"/>
                  <a:pt x="47" y="13"/>
                  <a:pt x="58" y="8"/>
                </a:cubicBezTo>
                <a:cubicBezTo>
                  <a:pt x="70" y="3"/>
                  <a:pt x="81" y="0"/>
                  <a:pt x="94" y="0"/>
                </a:cubicBezTo>
                <a:cubicBezTo>
                  <a:pt x="106" y="0"/>
                  <a:pt x="118" y="3"/>
                  <a:pt x="129" y="8"/>
                </a:cubicBezTo>
                <a:cubicBezTo>
                  <a:pt x="140" y="13"/>
                  <a:pt x="150" y="20"/>
                  <a:pt x="159" y="28"/>
                </a:cubicBezTo>
                <a:cubicBezTo>
                  <a:pt x="168" y="37"/>
                  <a:pt x="175" y="47"/>
                  <a:pt x="179" y="58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1123920" y="2626560"/>
            <a:ext cx="30484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画像全体の表現を集約する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class token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552240" y="33526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70" y="184"/>
                  <a:pt x="58" y="179"/>
                </a:cubicBezTo>
                <a:cubicBezTo>
                  <a:pt x="47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2" y="118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7"/>
                  <a:pt x="19" y="37"/>
                  <a:pt x="27" y="27"/>
                </a:cubicBezTo>
                <a:cubicBezTo>
                  <a:pt x="36" y="18"/>
                  <a:pt x="47" y="12"/>
                  <a:pt x="58" y="7"/>
                </a:cubicBezTo>
                <a:cubicBezTo>
                  <a:pt x="70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887040" y="2950560"/>
            <a:ext cx="346104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:   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番目の画像パッチを線形射影した埋め込み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1066320" y="3274200"/>
            <a:ext cx="286164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各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token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の位置を表す位置埋め込み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914400" y="392400"/>
            <a:ext cx="26362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手法の詳細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1: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初期系列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7720" y="2298960"/>
            <a:ext cx="174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111111"/>
                </a:solidFill>
                <a:latin typeface="NotoSansJP"/>
                <a:ea typeface="NotoSansJP"/>
              </a:rPr>
              <a:t>z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830880" y="2383920"/>
            <a:ext cx="122040" cy="16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111111"/>
                </a:solidFill>
                <a:latin typeface="NotoSansJP"/>
                <a:ea typeface="NotoSansJP"/>
              </a:rPr>
              <a:t>0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47720" y="2622960"/>
            <a:ext cx="174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111111"/>
                </a:solidFill>
                <a:latin typeface="NotoSansJP"/>
                <a:ea typeface="NotoSansJP"/>
              </a:rPr>
              <a:t>x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34840" y="2707560"/>
            <a:ext cx="256680" cy="16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111111"/>
                </a:solidFill>
                <a:latin typeface="NotoSansJP"/>
                <a:ea typeface="NotoSansJP"/>
              </a:rPr>
              <a:t>class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47720" y="2946600"/>
            <a:ext cx="174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111111"/>
                </a:solidFill>
                <a:latin typeface="NotoSansJP"/>
                <a:ea typeface="NotoSansJP"/>
              </a:rPr>
              <a:t>e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844560" y="3031560"/>
            <a:ext cx="122040" cy="16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111111"/>
                </a:solidFill>
                <a:latin typeface="NotoSansJP"/>
                <a:ea typeface="NotoSansJP"/>
              </a:rPr>
              <a:t>i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973080" y="2946600"/>
            <a:ext cx="174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111111"/>
                </a:solidFill>
                <a:latin typeface="NotoSansJP"/>
                <a:ea typeface="NotoSansJP"/>
              </a:rPr>
              <a:t>i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747720" y="3270600"/>
            <a:ext cx="174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111111"/>
                </a:solidFill>
                <a:latin typeface="NotoSansJP"/>
                <a:ea typeface="NotoSansJP"/>
              </a:rPr>
              <a:t>E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850680" y="3345840"/>
            <a:ext cx="197280" cy="16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111111"/>
                </a:solidFill>
                <a:latin typeface="NotoSansJP"/>
                <a:ea typeface="NotoSansJP"/>
              </a:rPr>
              <a:t>pos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33520" y="924480"/>
            <a:ext cx="1020708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各層では、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LayerNorm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、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Multi-head Self-Attention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、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MLP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、残差接続を交互に使う。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551480" y="1613160"/>
            <a:ext cx="39528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u =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4722480" y="174168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ℓ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5139360" y="1613160"/>
            <a:ext cx="1163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MSA(LN(z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6711840" y="1613160"/>
            <a:ext cx="37728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)) +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6388920" y="1741680"/>
            <a:ext cx="3754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ℓ−</a:t>
            </a:r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7183800" y="161316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z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7317720" y="1741680"/>
            <a:ext cx="3754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ℓ−</a:t>
            </a:r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755600" y="23850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z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5071680" y="23850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=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889520" y="251352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ℓ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306400" y="2385000"/>
            <a:ext cx="163584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MLP(LN(u )) +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6584760" y="251352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ℓ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7161120" y="23850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u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542880" y="3267000"/>
            <a:ext cx="2667240" cy="1219320"/>
          </a:xfrm>
          <a:custGeom>
            <a:avLst/>
            <a:gdLst/>
            <a:ahLst/>
            <a:rect l="0" t="0" r="r" b="b"/>
            <a:pathLst>
              <a:path w="7409" h="3387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7224" y="0"/>
                </a:lnTo>
                <a:cubicBezTo>
                  <a:pt x="7236" y="0"/>
                  <a:pt x="7248" y="1"/>
                  <a:pt x="7260" y="3"/>
                </a:cubicBezTo>
                <a:cubicBezTo>
                  <a:pt x="7272" y="6"/>
                  <a:pt x="7283" y="9"/>
                  <a:pt x="7295" y="14"/>
                </a:cubicBezTo>
                <a:cubicBezTo>
                  <a:pt x="7306" y="18"/>
                  <a:pt x="7317" y="24"/>
                  <a:pt x="7327" y="31"/>
                </a:cubicBezTo>
                <a:cubicBezTo>
                  <a:pt x="7337" y="38"/>
                  <a:pt x="7346" y="45"/>
                  <a:pt x="7355" y="54"/>
                </a:cubicBezTo>
                <a:cubicBezTo>
                  <a:pt x="7363" y="63"/>
                  <a:pt x="7371" y="72"/>
                  <a:pt x="7378" y="82"/>
                </a:cubicBezTo>
                <a:cubicBezTo>
                  <a:pt x="7385" y="92"/>
                  <a:pt x="7390" y="103"/>
                  <a:pt x="7395" y="114"/>
                </a:cubicBezTo>
                <a:cubicBezTo>
                  <a:pt x="7400" y="125"/>
                  <a:pt x="7403" y="137"/>
                  <a:pt x="7405" y="149"/>
                </a:cubicBezTo>
                <a:cubicBezTo>
                  <a:pt x="7408" y="161"/>
                  <a:pt x="7409" y="173"/>
                  <a:pt x="7409" y="185"/>
                </a:cubicBezTo>
                <a:lnTo>
                  <a:pt x="7409" y="3202"/>
                </a:lnTo>
                <a:cubicBezTo>
                  <a:pt x="7409" y="3214"/>
                  <a:pt x="7408" y="3226"/>
                  <a:pt x="7405" y="3238"/>
                </a:cubicBezTo>
                <a:cubicBezTo>
                  <a:pt x="7403" y="3250"/>
                  <a:pt x="7400" y="3262"/>
                  <a:pt x="7395" y="3273"/>
                </a:cubicBezTo>
                <a:cubicBezTo>
                  <a:pt x="7390" y="3284"/>
                  <a:pt x="7384" y="3295"/>
                  <a:pt x="7378" y="3305"/>
                </a:cubicBezTo>
                <a:cubicBezTo>
                  <a:pt x="7371" y="3315"/>
                  <a:pt x="7363" y="3325"/>
                  <a:pt x="7355" y="3333"/>
                </a:cubicBezTo>
                <a:cubicBezTo>
                  <a:pt x="7346" y="3342"/>
                  <a:pt x="7337" y="3349"/>
                  <a:pt x="7327" y="3356"/>
                </a:cubicBezTo>
                <a:cubicBezTo>
                  <a:pt x="7317" y="3363"/>
                  <a:pt x="7306" y="3369"/>
                  <a:pt x="7295" y="3373"/>
                </a:cubicBezTo>
                <a:cubicBezTo>
                  <a:pt x="7283" y="3378"/>
                  <a:pt x="7272" y="3381"/>
                  <a:pt x="7260" y="3384"/>
                </a:cubicBezTo>
                <a:cubicBezTo>
                  <a:pt x="7248" y="3386"/>
                  <a:pt x="7236" y="3387"/>
                  <a:pt x="7224" y="3387"/>
                </a:cubicBezTo>
                <a:lnTo>
                  <a:pt x="185" y="3387"/>
                </a:lnTo>
                <a:cubicBezTo>
                  <a:pt x="173" y="3387"/>
                  <a:pt x="161" y="3386"/>
                  <a:pt x="149" y="3384"/>
                </a:cubicBezTo>
                <a:cubicBezTo>
                  <a:pt x="137" y="3381"/>
                  <a:pt x="125" y="3378"/>
                  <a:pt x="114" y="3373"/>
                </a:cubicBezTo>
                <a:cubicBezTo>
                  <a:pt x="103" y="3369"/>
                  <a:pt x="92" y="3363"/>
                  <a:pt x="82" y="3356"/>
                </a:cubicBezTo>
                <a:cubicBezTo>
                  <a:pt x="72" y="3349"/>
                  <a:pt x="62" y="3342"/>
                  <a:pt x="54" y="3333"/>
                </a:cubicBezTo>
                <a:cubicBezTo>
                  <a:pt x="45" y="3325"/>
                  <a:pt x="38" y="3315"/>
                  <a:pt x="31" y="3305"/>
                </a:cubicBezTo>
                <a:cubicBezTo>
                  <a:pt x="24" y="3295"/>
                  <a:pt x="18" y="3284"/>
                  <a:pt x="14" y="3273"/>
                </a:cubicBezTo>
                <a:cubicBezTo>
                  <a:pt x="9" y="3262"/>
                  <a:pt x="6" y="3250"/>
                  <a:pt x="3" y="3238"/>
                </a:cubicBezTo>
                <a:cubicBezTo>
                  <a:pt x="1" y="3226"/>
                  <a:pt x="0" y="3214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542880" y="3267000"/>
            <a:ext cx="2667240" cy="1219320"/>
          </a:xfrm>
          <a:custGeom>
            <a:avLst/>
            <a:gdLst/>
            <a:ahLst/>
            <a:rect l="0" t="0" r="r" b="b"/>
            <a:pathLst>
              <a:path w="7409" h="3387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7224" y="0"/>
                </a:lnTo>
                <a:cubicBezTo>
                  <a:pt x="7236" y="0"/>
                  <a:pt x="7248" y="1"/>
                  <a:pt x="7260" y="3"/>
                </a:cubicBezTo>
                <a:cubicBezTo>
                  <a:pt x="7272" y="6"/>
                  <a:pt x="7283" y="9"/>
                  <a:pt x="7295" y="14"/>
                </a:cubicBezTo>
                <a:cubicBezTo>
                  <a:pt x="7306" y="18"/>
                  <a:pt x="7317" y="24"/>
                  <a:pt x="7327" y="31"/>
                </a:cubicBezTo>
                <a:cubicBezTo>
                  <a:pt x="7337" y="38"/>
                  <a:pt x="7346" y="45"/>
                  <a:pt x="7355" y="54"/>
                </a:cubicBezTo>
                <a:cubicBezTo>
                  <a:pt x="7363" y="63"/>
                  <a:pt x="7371" y="72"/>
                  <a:pt x="7378" y="82"/>
                </a:cubicBezTo>
                <a:cubicBezTo>
                  <a:pt x="7385" y="92"/>
                  <a:pt x="7390" y="103"/>
                  <a:pt x="7395" y="114"/>
                </a:cubicBezTo>
                <a:cubicBezTo>
                  <a:pt x="7400" y="125"/>
                  <a:pt x="7403" y="137"/>
                  <a:pt x="7405" y="149"/>
                </a:cubicBezTo>
                <a:cubicBezTo>
                  <a:pt x="7408" y="161"/>
                  <a:pt x="7409" y="173"/>
                  <a:pt x="7409" y="185"/>
                </a:cubicBezTo>
                <a:lnTo>
                  <a:pt x="7409" y="3202"/>
                </a:lnTo>
                <a:cubicBezTo>
                  <a:pt x="7409" y="3214"/>
                  <a:pt x="7408" y="3226"/>
                  <a:pt x="7405" y="3238"/>
                </a:cubicBezTo>
                <a:cubicBezTo>
                  <a:pt x="7403" y="3250"/>
                  <a:pt x="7400" y="3262"/>
                  <a:pt x="7395" y="3273"/>
                </a:cubicBezTo>
                <a:cubicBezTo>
                  <a:pt x="7390" y="3284"/>
                  <a:pt x="7384" y="3295"/>
                  <a:pt x="7378" y="3305"/>
                </a:cubicBezTo>
                <a:cubicBezTo>
                  <a:pt x="7371" y="3315"/>
                  <a:pt x="7363" y="3325"/>
                  <a:pt x="7355" y="3333"/>
                </a:cubicBezTo>
                <a:cubicBezTo>
                  <a:pt x="7346" y="3342"/>
                  <a:pt x="7337" y="3349"/>
                  <a:pt x="7327" y="3356"/>
                </a:cubicBezTo>
                <a:cubicBezTo>
                  <a:pt x="7317" y="3363"/>
                  <a:pt x="7306" y="3369"/>
                  <a:pt x="7295" y="3373"/>
                </a:cubicBezTo>
                <a:cubicBezTo>
                  <a:pt x="7283" y="3378"/>
                  <a:pt x="7272" y="3381"/>
                  <a:pt x="7260" y="3384"/>
                </a:cubicBezTo>
                <a:cubicBezTo>
                  <a:pt x="7248" y="3386"/>
                  <a:pt x="7236" y="3387"/>
                  <a:pt x="7224" y="3387"/>
                </a:cubicBezTo>
                <a:lnTo>
                  <a:pt x="185" y="3387"/>
                </a:lnTo>
                <a:cubicBezTo>
                  <a:pt x="173" y="3387"/>
                  <a:pt x="161" y="3386"/>
                  <a:pt x="149" y="3384"/>
                </a:cubicBezTo>
                <a:cubicBezTo>
                  <a:pt x="137" y="3381"/>
                  <a:pt x="125" y="3378"/>
                  <a:pt x="114" y="3373"/>
                </a:cubicBezTo>
                <a:cubicBezTo>
                  <a:pt x="103" y="3369"/>
                  <a:pt x="92" y="3363"/>
                  <a:pt x="82" y="3356"/>
                </a:cubicBezTo>
                <a:cubicBezTo>
                  <a:pt x="72" y="3349"/>
                  <a:pt x="62" y="3342"/>
                  <a:pt x="54" y="3333"/>
                </a:cubicBezTo>
                <a:cubicBezTo>
                  <a:pt x="45" y="3325"/>
                  <a:pt x="38" y="3315"/>
                  <a:pt x="31" y="3305"/>
                </a:cubicBezTo>
                <a:cubicBezTo>
                  <a:pt x="24" y="3295"/>
                  <a:pt x="18" y="3284"/>
                  <a:pt x="14" y="3273"/>
                </a:cubicBezTo>
                <a:cubicBezTo>
                  <a:pt x="9" y="3262"/>
                  <a:pt x="6" y="3250"/>
                  <a:pt x="3" y="3238"/>
                </a:cubicBezTo>
                <a:cubicBezTo>
                  <a:pt x="1" y="3226"/>
                  <a:pt x="0" y="3214"/>
                  <a:pt x="0" y="320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332120" y="251352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ℓ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703160" y="3430440"/>
            <a:ext cx="309960" cy="35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20" spc="-1" strike="noStrike">
                <a:solidFill>
                  <a:srgbClr val="0b4b78"/>
                </a:solidFill>
                <a:latin typeface="NotoSansJP"/>
                <a:ea typeface="NotoSansJP"/>
              </a:rPr>
              <a:t>LN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3362040" y="3267000"/>
            <a:ext cx="2657880" cy="1219320"/>
          </a:xfrm>
          <a:custGeom>
            <a:avLst/>
            <a:gdLst/>
            <a:ahLst/>
            <a:rect l="0" t="0" r="r" b="b"/>
            <a:pathLst>
              <a:path w="7383" h="3387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2" y="82"/>
                </a:cubicBezTo>
                <a:cubicBezTo>
                  <a:pt x="38" y="72"/>
                  <a:pt x="46" y="63"/>
                  <a:pt x="55" y="54"/>
                </a:cubicBezTo>
                <a:cubicBezTo>
                  <a:pt x="63" y="45"/>
                  <a:pt x="72" y="38"/>
                  <a:pt x="83" y="31"/>
                </a:cubicBezTo>
                <a:cubicBezTo>
                  <a:pt x="93" y="24"/>
                  <a:pt x="103" y="18"/>
                  <a:pt x="115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7198" y="0"/>
                </a:lnTo>
                <a:cubicBezTo>
                  <a:pt x="7210" y="0"/>
                  <a:pt x="7222" y="1"/>
                  <a:pt x="7234" y="3"/>
                </a:cubicBezTo>
                <a:cubicBezTo>
                  <a:pt x="7246" y="6"/>
                  <a:pt x="7258" y="9"/>
                  <a:pt x="7269" y="14"/>
                </a:cubicBezTo>
                <a:cubicBezTo>
                  <a:pt x="7280" y="18"/>
                  <a:pt x="7291" y="24"/>
                  <a:pt x="7301" y="31"/>
                </a:cubicBezTo>
                <a:cubicBezTo>
                  <a:pt x="7311" y="38"/>
                  <a:pt x="7320" y="45"/>
                  <a:pt x="7329" y="54"/>
                </a:cubicBezTo>
                <a:cubicBezTo>
                  <a:pt x="7338" y="63"/>
                  <a:pt x="7345" y="72"/>
                  <a:pt x="7352" y="82"/>
                </a:cubicBezTo>
                <a:cubicBezTo>
                  <a:pt x="7359" y="92"/>
                  <a:pt x="7364" y="103"/>
                  <a:pt x="7369" y="114"/>
                </a:cubicBezTo>
                <a:cubicBezTo>
                  <a:pt x="7374" y="125"/>
                  <a:pt x="7377" y="137"/>
                  <a:pt x="7380" y="149"/>
                </a:cubicBezTo>
                <a:cubicBezTo>
                  <a:pt x="7382" y="161"/>
                  <a:pt x="7383" y="173"/>
                  <a:pt x="7383" y="185"/>
                </a:cubicBezTo>
                <a:lnTo>
                  <a:pt x="7383" y="3202"/>
                </a:lnTo>
                <a:cubicBezTo>
                  <a:pt x="7383" y="3214"/>
                  <a:pt x="7382" y="3226"/>
                  <a:pt x="7380" y="3238"/>
                </a:cubicBezTo>
                <a:cubicBezTo>
                  <a:pt x="7377" y="3250"/>
                  <a:pt x="7374" y="3262"/>
                  <a:pt x="7369" y="3273"/>
                </a:cubicBezTo>
                <a:cubicBezTo>
                  <a:pt x="7364" y="3284"/>
                  <a:pt x="7359" y="3295"/>
                  <a:pt x="7352" y="3305"/>
                </a:cubicBezTo>
                <a:cubicBezTo>
                  <a:pt x="7345" y="3315"/>
                  <a:pt x="7338" y="3325"/>
                  <a:pt x="7329" y="3333"/>
                </a:cubicBezTo>
                <a:cubicBezTo>
                  <a:pt x="7320" y="3342"/>
                  <a:pt x="7311" y="3349"/>
                  <a:pt x="7301" y="3356"/>
                </a:cubicBezTo>
                <a:cubicBezTo>
                  <a:pt x="7291" y="3363"/>
                  <a:pt x="7280" y="3369"/>
                  <a:pt x="7269" y="3373"/>
                </a:cubicBezTo>
                <a:cubicBezTo>
                  <a:pt x="7258" y="3378"/>
                  <a:pt x="7246" y="3381"/>
                  <a:pt x="7234" y="3384"/>
                </a:cubicBezTo>
                <a:cubicBezTo>
                  <a:pt x="7222" y="3386"/>
                  <a:pt x="7210" y="3387"/>
                  <a:pt x="7198" y="3387"/>
                </a:cubicBezTo>
                <a:lnTo>
                  <a:pt x="185" y="3387"/>
                </a:lnTo>
                <a:cubicBezTo>
                  <a:pt x="173" y="3387"/>
                  <a:pt x="161" y="3386"/>
                  <a:pt x="149" y="3384"/>
                </a:cubicBezTo>
                <a:cubicBezTo>
                  <a:pt x="137" y="3381"/>
                  <a:pt x="126" y="3378"/>
                  <a:pt x="115" y="3373"/>
                </a:cubicBezTo>
                <a:cubicBezTo>
                  <a:pt x="103" y="3369"/>
                  <a:pt x="93" y="3363"/>
                  <a:pt x="83" y="3356"/>
                </a:cubicBezTo>
                <a:cubicBezTo>
                  <a:pt x="72" y="3349"/>
                  <a:pt x="63" y="3342"/>
                  <a:pt x="55" y="3333"/>
                </a:cubicBezTo>
                <a:cubicBezTo>
                  <a:pt x="46" y="3325"/>
                  <a:pt x="38" y="3315"/>
                  <a:pt x="32" y="3305"/>
                </a:cubicBezTo>
                <a:cubicBezTo>
                  <a:pt x="25" y="3295"/>
                  <a:pt x="19" y="3284"/>
                  <a:pt x="14" y="3273"/>
                </a:cubicBezTo>
                <a:cubicBezTo>
                  <a:pt x="10" y="3262"/>
                  <a:pt x="6" y="3250"/>
                  <a:pt x="4" y="3238"/>
                </a:cubicBezTo>
                <a:cubicBezTo>
                  <a:pt x="1" y="3226"/>
                  <a:pt x="0" y="3214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3362040" y="3267000"/>
            <a:ext cx="2657880" cy="1219320"/>
          </a:xfrm>
          <a:custGeom>
            <a:avLst/>
            <a:gdLst/>
            <a:ahLst/>
            <a:rect l="0" t="0" r="r" b="b"/>
            <a:pathLst>
              <a:path w="7383" h="3387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2" y="82"/>
                </a:cubicBezTo>
                <a:cubicBezTo>
                  <a:pt x="38" y="72"/>
                  <a:pt x="46" y="63"/>
                  <a:pt x="55" y="54"/>
                </a:cubicBezTo>
                <a:cubicBezTo>
                  <a:pt x="63" y="45"/>
                  <a:pt x="72" y="38"/>
                  <a:pt x="83" y="31"/>
                </a:cubicBezTo>
                <a:cubicBezTo>
                  <a:pt x="93" y="24"/>
                  <a:pt x="103" y="18"/>
                  <a:pt x="115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7198" y="0"/>
                </a:lnTo>
                <a:cubicBezTo>
                  <a:pt x="7210" y="0"/>
                  <a:pt x="7222" y="1"/>
                  <a:pt x="7234" y="3"/>
                </a:cubicBezTo>
                <a:cubicBezTo>
                  <a:pt x="7246" y="6"/>
                  <a:pt x="7258" y="9"/>
                  <a:pt x="7269" y="14"/>
                </a:cubicBezTo>
                <a:cubicBezTo>
                  <a:pt x="7280" y="18"/>
                  <a:pt x="7291" y="24"/>
                  <a:pt x="7301" y="31"/>
                </a:cubicBezTo>
                <a:cubicBezTo>
                  <a:pt x="7311" y="38"/>
                  <a:pt x="7320" y="45"/>
                  <a:pt x="7329" y="54"/>
                </a:cubicBezTo>
                <a:cubicBezTo>
                  <a:pt x="7338" y="63"/>
                  <a:pt x="7345" y="72"/>
                  <a:pt x="7352" y="82"/>
                </a:cubicBezTo>
                <a:cubicBezTo>
                  <a:pt x="7359" y="92"/>
                  <a:pt x="7364" y="103"/>
                  <a:pt x="7369" y="114"/>
                </a:cubicBezTo>
                <a:cubicBezTo>
                  <a:pt x="7374" y="125"/>
                  <a:pt x="7377" y="137"/>
                  <a:pt x="7380" y="149"/>
                </a:cubicBezTo>
                <a:cubicBezTo>
                  <a:pt x="7382" y="161"/>
                  <a:pt x="7383" y="173"/>
                  <a:pt x="7383" y="185"/>
                </a:cubicBezTo>
                <a:lnTo>
                  <a:pt x="7383" y="3202"/>
                </a:lnTo>
                <a:cubicBezTo>
                  <a:pt x="7383" y="3214"/>
                  <a:pt x="7382" y="3226"/>
                  <a:pt x="7380" y="3238"/>
                </a:cubicBezTo>
                <a:cubicBezTo>
                  <a:pt x="7377" y="3250"/>
                  <a:pt x="7374" y="3262"/>
                  <a:pt x="7369" y="3273"/>
                </a:cubicBezTo>
                <a:cubicBezTo>
                  <a:pt x="7364" y="3284"/>
                  <a:pt x="7359" y="3295"/>
                  <a:pt x="7352" y="3305"/>
                </a:cubicBezTo>
                <a:cubicBezTo>
                  <a:pt x="7345" y="3315"/>
                  <a:pt x="7338" y="3325"/>
                  <a:pt x="7329" y="3333"/>
                </a:cubicBezTo>
                <a:cubicBezTo>
                  <a:pt x="7320" y="3342"/>
                  <a:pt x="7311" y="3349"/>
                  <a:pt x="7301" y="3356"/>
                </a:cubicBezTo>
                <a:cubicBezTo>
                  <a:pt x="7291" y="3363"/>
                  <a:pt x="7280" y="3369"/>
                  <a:pt x="7269" y="3373"/>
                </a:cubicBezTo>
                <a:cubicBezTo>
                  <a:pt x="7258" y="3378"/>
                  <a:pt x="7246" y="3381"/>
                  <a:pt x="7234" y="3384"/>
                </a:cubicBezTo>
                <a:cubicBezTo>
                  <a:pt x="7222" y="3386"/>
                  <a:pt x="7210" y="3387"/>
                  <a:pt x="7198" y="3387"/>
                </a:cubicBezTo>
                <a:lnTo>
                  <a:pt x="185" y="3387"/>
                </a:lnTo>
                <a:cubicBezTo>
                  <a:pt x="173" y="3387"/>
                  <a:pt x="161" y="3386"/>
                  <a:pt x="149" y="3384"/>
                </a:cubicBezTo>
                <a:cubicBezTo>
                  <a:pt x="137" y="3381"/>
                  <a:pt x="126" y="3378"/>
                  <a:pt x="115" y="3373"/>
                </a:cubicBezTo>
                <a:cubicBezTo>
                  <a:pt x="103" y="3369"/>
                  <a:pt x="93" y="3363"/>
                  <a:pt x="83" y="3356"/>
                </a:cubicBezTo>
                <a:cubicBezTo>
                  <a:pt x="72" y="3349"/>
                  <a:pt x="63" y="3342"/>
                  <a:pt x="55" y="3333"/>
                </a:cubicBezTo>
                <a:cubicBezTo>
                  <a:pt x="46" y="3325"/>
                  <a:pt x="38" y="3315"/>
                  <a:pt x="32" y="3305"/>
                </a:cubicBezTo>
                <a:cubicBezTo>
                  <a:pt x="25" y="3295"/>
                  <a:pt x="19" y="3284"/>
                  <a:pt x="14" y="3273"/>
                </a:cubicBezTo>
                <a:cubicBezTo>
                  <a:pt x="10" y="3262"/>
                  <a:pt x="6" y="3250"/>
                  <a:pt x="4" y="3238"/>
                </a:cubicBezTo>
                <a:cubicBezTo>
                  <a:pt x="1" y="3226"/>
                  <a:pt x="0" y="3214"/>
                  <a:pt x="0" y="320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1016640" y="3862800"/>
            <a:ext cx="176760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各</a:t>
            </a:r>
            <a:r>
              <a:rPr b="0" lang="en-US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block</a:t>
            </a:r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の前に適用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4416480" y="3430440"/>
            <a:ext cx="503640" cy="35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20" spc="-1" strike="noStrike">
                <a:solidFill>
                  <a:srgbClr val="0b4b78"/>
                </a:solidFill>
                <a:latin typeface="NotoSansJP"/>
                <a:ea typeface="NotoSansJP"/>
              </a:rPr>
              <a:t>MSA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6171840" y="3267000"/>
            <a:ext cx="2667600" cy="1219320"/>
          </a:xfrm>
          <a:custGeom>
            <a:avLst/>
            <a:gdLst/>
            <a:ahLst/>
            <a:rect l="0" t="0" r="r" b="b"/>
            <a:pathLst>
              <a:path w="7410" h="3387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2" y="161"/>
                  <a:pt x="4" y="149"/>
                </a:cubicBezTo>
                <a:cubicBezTo>
                  <a:pt x="6" y="137"/>
                  <a:pt x="10" y="125"/>
                  <a:pt x="15" y="114"/>
                </a:cubicBezTo>
                <a:cubicBezTo>
                  <a:pt x="19" y="103"/>
                  <a:pt x="25" y="92"/>
                  <a:pt x="32" y="82"/>
                </a:cubicBezTo>
                <a:cubicBezTo>
                  <a:pt x="38" y="72"/>
                  <a:pt x="46" y="63"/>
                  <a:pt x="55" y="54"/>
                </a:cubicBezTo>
                <a:cubicBezTo>
                  <a:pt x="63" y="45"/>
                  <a:pt x="73" y="38"/>
                  <a:pt x="83" y="31"/>
                </a:cubicBezTo>
                <a:cubicBezTo>
                  <a:pt x="93" y="24"/>
                  <a:pt x="104" y="18"/>
                  <a:pt x="115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lnTo>
                  <a:pt x="7225" y="0"/>
                </a:lnTo>
                <a:cubicBezTo>
                  <a:pt x="7237" y="0"/>
                  <a:pt x="7249" y="1"/>
                  <a:pt x="7261" y="3"/>
                </a:cubicBezTo>
                <a:cubicBezTo>
                  <a:pt x="7273" y="6"/>
                  <a:pt x="7284" y="9"/>
                  <a:pt x="7295" y="14"/>
                </a:cubicBezTo>
                <a:cubicBezTo>
                  <a:pt x="7307" y="18"/>
                  <a:pt x="7317" y="24"/>
                  <a:pt x="7328" y="31"/>
                </a:cubicBezTo>
                <a:cubicBezTo>
                  <a:pt x="7338" y="38"/>
                  <a:pt x="7347" y="45"/>
                  <a:pt x="7356" y="54"/>
                </a:cubicBezTo>
                <a:cubicBezTo>
                  <a:pt x="7364" y="63"/>
                  <a:pt x="7372" y="72"/>
                  <a:pt x="7379" y="82"/>
                </a:cubicBezTo>
                <a:cubicBezTo>
                  <a:pt x="7385" y="92"/>
                  <a:pt x="7391" y="103"/>
                  <a:pt x="7396" y="114"/>
                </a:cubicBezTo>
                <a:cubicBezTo>
                  <a:pt x="7400" y="125"/>
                  <a:pt x="7404" y="137"/>
                  <a:pt x="7406" y="149"/>
                </a:cubicBezTo>
                <a:cubicBezTo>
                  <a:pt x="7409" y="161"/>
                  <a:pt x="7410" y="173"/>
                  <a:pt x="7410" y="185"/>
                </a:cubicBezTo>
                <a:lnTo>
                  <a:pt x="7410" y="3202"/>
                </a:lnTo>
                <a:cubicBezTo>
                  <a:pt x="7410" y="3214"/>
                  <a:pt x="7409" y="3226"/>
                  <a:pt x="7406" y="3238"/>
                </a:cubicBezTo>
                <a:cubicBezTo>
                  <a:pt x="7404" y="3250"/>
                  <a:pt x="7400" y="3262"/>
                  <a:pt x="7396" y="3273"/>
                </a:cubicBezTo>
                <a:cubicBezTo>
                  <a:pt x="7391" y="3284"/>
                  <a:pt x="7385" y="3295"/>
                  <a:pt x="7379" y="3305"/>
                </a:cubicBezTo>
                <a:cubicBezTo>
                  <a:pt x="7372" y="3315"/>
                  <a:pt x="7364" y="3325"/>
                  <a:pt x="7356" y="3333"/>
                </a:cubicBezTo>
                <a:cubicBezTo>
                  <a:pt x="7347" y="3342"/>
                  <a:pt x="7338" y="3349"/>
                  <a:pt x="7328" y="3356"/>
                </a:cubicBezTo>
                <a:cubicBezTo>
                  <a:pt x="7317" y="3363"/>
                  <a:pt x="7307" y="3369"/>
                  <a:pt x="7295" y="3373"/>
                </a:cubicBezTo>
                <a:cubicBezTo>
                  <a:pt x="7284" y="3378"/>
                  <a:pt x="7273" y="3381"/>
                  <a:pt x="7261" y="3384"/>
                </a:cubicBezTo>
                <a:cubicBezTo>
                  <a:pt x="7249" y="3386"/>
                  <a:pt x="7237" y="3387"/>
                  <a:pt x="7225" y="3387"/>
                </a:cubicBezTo>
                <a:lnTo>
                  <a:pt x="186" y="3387"/>
                </a:lnTo>
                <a:cubicBezTo>
                  <a:pt x="174" y="3387"/>
                  <a:pt x="162" y="3386"/>
                  <a:pt x="150" y="3384"/>
                </a:cubicBezTo>
                <a:cubicBezTo>
                  <a:pt x="138" y="3381"/>
                  <a:pt x="126" y="3378"/>
                  <a:pt x="115" y="3373"/>
                </a:cubicBezTo>
                <a:cubicBezTo>
                  <a:pt x="104" y="3369"/>
                  <a:pt x="93" y="3363"/>
                  <a:pt x="83" y="3356"/>
                </a:cubicBezTo>
                <a:cubicBezTo>
                  <a:pt x="73" y="3349"/>
                  <a:pt x="63" y="3342"/>
                  <a:pt x="55" y="3333"/>
                </a:cubicBezTo>
                <a:cubicBezTo>
                  <a:pt x="46" y="3325"/>
                  <a:pt x="38" y="3315"/>
                  <a:pt x="32" y="3305"/>
                </a:cubicBezTo>
                <a:cubicBezTo>
                  <a:pt x="25" y="3295"/>
                  <a:pt x="19" y="3284"/>
                  <a:pt x="15" y="3273"/>
                </a:cubicBezTo>
                <a:cubicBezTo>
                  <a:pt x="10" y="3262"/>
                  <a:pt x="6" y="3250"/>
                  <a:pt x="4" y="3238"/>
                </a:cubicBezTo>
                <a:cubicBezTo>
                  <a:pt x="2" y="3226"/>
                  <a:pt x="0" y="3214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6171840" y="3267000"/>
            <a:ext cx="2667600" cy="1219320"/>
          </a:xfrm>
          <a:custGeom>
            <a:avLst/>
            <a:gdLst/>
            <a:ahLst/>
            <a:rect l="0" t="0" r="r" b="b"/>
            <a:pathLst>
              <a:path w="7410" h="3387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2" y="161"/>
                  <a:pt x="4" y="149"/>
                </a:cubicBezTo>
                <a:cubicBezTo>
                  <a:pt x="6" y="137"/>
                  <a:pt x="10" y="125"/>
                  <a:pt x="15" y="114"/>
                </a:cubicBezTo>
                <a:cubicBezTo>
                  <a:pt x="19" y="103"/>
                  <a:pt x="25" y="92"/>
                  <a:pt x="32" y="82"/>
                </a:cubicBezTo>
                <a:cubicBezTo>
                  <a:pt x="38" y="72"/>
                  <a:pt x="46" y="63"/>
                  <a:pt x="55" y="54"/>
                </a:cubicBezTo>
                <a:cubicBezTo>
                  <a:pt x="63" y="45"/>
                  <a:pt x="73" y="38"/>
                  <a:pt x="83" y="31"/>
                </a:cubicBezTo>
                <a:cubicBezTo>
                  <a:pt x="93" y="24"/>
                  <a:pt x="104" y="18"/>
                  <a:pt x="115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lnTo>
                  <a:pt x="7225" y="0"/>
                </a:lnTo>
                <a:cubicBezTo>
                  <a:pt x="7237" y="0"/>
                  <a:pt x="7249" y="1"/>
                  <a:pt x="7261" y="3"/>
                </a:cubicBezTo>
                <a:cubicBezTo>
                  <a:pt x="7273" y="6"/>
                  <a:pt x="7284" y="9"/>
                  <a:pt x="7295" y="14"/>
                </a:cubicBezTo>
                <a:cubicBezTo>
                  <a:pt x="7307" y="18"/>
                  <a:pt x="7317" y="24"/>
                  <a:pt x="7328" y="31"/>
                </a:cubicBezTo>
                <a:cubicBezTo>
                  <a:pt x="7338" y="38"/>
                  <a:pt x="7347" y="45"/>
                  <a:pt x="7356" y="54"/>
                </a:cubicBezTo>
                <a:cubicBezTo>
                  <a:pt x="7364" y="63"/>
                  <a:pt x="7372" y="72"/>
                  <a:pt x="7379" y="82"/>
                </a:cubicBezTo>
                <a:cubicBezTo>
                  <a:pt x="7385" y="92"/>
                  <a:pt x="7391" y="103"/>
                  <a:pt x="7396" y="114"/>
                </a:cubicBezTo>
                <a:cubicBezTo>
                  <a:pt x="7400" y="125"/>
                  <a:pt x="7404" y="137"/>
                  <a:pt x="7406" y="149"/>
                </a:cubicBezTo>
                <a:cubicBezTo>
                  <a:pt x="7409" y="161"/>
                  <a:pt x="7410" y="173"/>
                  <a:pt x="7410" y="185"/>
                </a:cubicBezTo>
                <a:lnTo>
                  <a:pt x="7410" y="3202"/>
                </a:lnTo>
                <a:cubicBezTo>
                  <a:pt x="7410" y="3214"/>
                  <a:pt x="7409" y="3226"/>
                  <a:pt x="7406" y="3238"/>
                </a:cubicBezTo>
                <a:cubicBezTo>
                  <a:pt x="7404" y="3250"/>
                  <a:pt x="7400" y="3262"/>
                  <a:pt x="7396" y="3273"/>
                </a:cubicBezTo>
                <a:cubicBezTo>
                  <a:pt x="7391" y="3284"/>
                  <a:pt x="7385" y="3295"/>
                  <a:pt x="7379" y="3305"/>
                </a:cubicBezTo>
                <a:cubicBezTo>
                  <a:pt x="7372" y="3315"/>
                  <a:pt x="7364" y="3325"/>
                  <a:pt x="7356" y="3333"/>
                </a:cubicBezTo>
                <a:cubicBezTo>
                  <a:pt x="7347" y="3342"/>
                  <a:pt x="7338" y="3349"/>
                  <a:pt x="7328" y="3356"/>
                </a:cubicBezTo>
                <a:cubicBezTo>
                  <a:pt x="7317" y="3363"/>
                  <a:pt x="7307" y="3369"/>
                  <a:pt x="7295" y="3373"/>
                </a:cubicBezTo>
                <a:cubicBezTo>
                  <a:pt x="7284" y="3378"/>
                  <a:pt x="7273" y="3381"/>
                  <a:pt x="7261" y="3384"/>
                </a:cubicBezTo>
                <a:cubicBezTo>
                  <a:pt x="7249" y="3386"/>
                  <a:pt x="7237" y="3387"/>
                  <a:pt x="7225" y="3387"/>
                </a:cubicBezTo>
                <a:lnTo>
                  <a:pt x="186" y="3387"/>
                </a:lnTo>
                <a:cubicBezTo>
                  <a:pt x="174" y="3387"/>
                  <a:pt x="162" y="3386"/>
                  <a:pt x="150" y="3384"/>
                </a:cubicBezTo>
                <a:cubicBezTo>
                  <a:pt x="138" y="3381"/>
                  <a:pt x="126" y="3378"/>
                  <a:pt x="115" y="3373"/>
                </a:cubicBezTo>
                <a:cubicBezTo>
                  <a:pt x="104" y="3369"/>
                  <a:pt x="93" y="3363"/>
                  <a:pt x="83" y="3356"/>
                </a:cubicBezTo>
                <a:cubicBezTo>
                  <a:pt x="73" y="3349"/>
                  <a:pt x="63" y="3342"/>
                  <a:pt x="55" y="3333"/>
                </a:cubicBezTo>
                <a:cubicBezTo>
                  <a:pt x="46" y="3325"/>
                  <a:pt x="38" y="3315"/>
                  <a:pt x="32" y="3305"/>
                </a:cubicBezTo>
                <a:cubicBezTo>
                  <a:pt x="25" y="3295"/>
                  <a:pt x="19" y="3284"/>
                  <a:pt x="15" y="3273"/>
                </a:cubicBezTo>
                <a:cubicBezTo>
                  <a:pt x="10" y="3262"/>
                  <a:pt x="6" y="3250"/>
                  <a:pt x="4" y="3238"/>
                </a:cubicBezTo>
                <a:cubicBezTo>
                  <a:pt x="2" y="3226"/>
                  <a:pt x="0" y="3214"/>
                  <a:pt x="0" y="320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3888720" y="3862800"/>
            <a:ext cx="159804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全パッチ間を学習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7233480" y="3430440"/>
            <a:ext cx="492840" cy="35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20" spc="-1" strike="noStrike">
                <a:solidFill>
                  <a:srgbClr val="0b4b78"/>
                </a:solidFill>
                <a:latin typeface="NotoSansJP"/>
                <a:ea typeface="NotoSansJP"/>
              </a:rPr>
              <a:t>MLP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8991360" y="3267000"/>
            <a:ext cx="2657880" cy="1219320"/>
          </a:xfrm>
          <a:custGeom>
            <a:avLst/>
            <a:gdLst/>
            <a:ahLst/>
            <a:rect l="0" t="0" r="r" b="b"/>
            <a:pathLst>
              <a:path w="7383" h="3387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7198" y="0"/>
                </a:lnTo>
                <a:cubicBezTo>
                  <a:pt x="7210" y="0"/>
                  <a:pt x="7222" y="1"/>
                  <a:pt x="7234" y="3"/>
                </a:cubicBezTo>
                <a:cubicBezTo>
                  <a:pt x="7246" y="6"/>
                  <a:pt x="7257" y="9"/>
                  <a:pt x="7269" y="14"/>
                </a:cubicBezTo>
                <a:cubicBezTo>
                  <a:pt x="7280" y="18"/>
                  <a:pt x="7291" y="24"/>
                  <a:pt x="7301" y="31"/>
                </a:cubicBezTo>
                <a:cubicBezTo>
                  <a:pt x="7311" y="38"/>
                  <a:pt x="7320" y="45"/>
                  <a:pt x="7329" y="54"/>
                </a:cubicBezTo>
                <a:cubicBezTo>
                  <a:pt x="7337" y="63"/>
                  <a:pt x="7345" y="72"/>
                  <a:pt x="7352" y="82"/>
                </a:cubicBezTo>
                <a:cubicBezTo>
                  <a:pt x="7359" y="92"/>
                  <a:pt x="7364" y="103"/>
                  <a:pt x="7369" y="114"/>
                </a:cubicBezTo>
                <a:cubicBezTo>
                  <a:pt x="7374" y="125"/>
                  <a:pt x="7377" y="137"/>
                  <a:pt x="7379" y="149"/>
                </a:cubicBezTo>
                <a:cubicBezTo>
                  <a:pt x="7382" y="161"/>
                  <a:pt x="7383" y="173"/>
                  <a:pt x="7383" y="185"/>
                </a:cubicBezTo>
                <a:lnTo>
                  <a:pt x="7383" y="3202"/>
                </a:lnTo>
                <a:cubicBezTo>
                  <a:pt x="7383" y="3214"/>
                  <a:pt x="7382" y="3226"/>
                  <a:pt x="7379" y="3238"/>
                </a:cubicBezTo>
                <a:cubicBezTo>
                  <a:pt x="7377" y="3250"/>
                  <a:pt x="7374" y="3262"/>
                  <a:pt x="7369" y="3273"/>
                </a:cubicBezTo>
                <a:cubicBezTo>
                  <a:pt x="7364" y="3284"/>
                  <a:pt x="7359" y="3295"/>
                  <a:pt x="7352" y="3305"/>
                </a:cubicBezTo>
                <a:cubicBezTo>
                  <a:pt x="7345" y="3315"/>
                  <a:pt x="7337" y="3325"/>
                  <a:pt x="7329" y="3333"/>
                </a:cubicBezTo>
                <a:cubicBezTo>
                  <a:pt x="7320" y="3342"/>
                  <a:pt x="7311" y="3349"/>
                  <a:pt x="7301" y="3356"/>
                </a:cubicBezTo>
                <a:cubicBezTo>
                  <a:pt x="7291" y="3363"/>
                  <a:pt x="7280" y="3369"/>
                  <a:pt x="7269" y="3373"/>
                </a:cubicBezTo>
                <a:cubicBezTo>
                  <a:pt x="7257" y="3378"/>
                  <a:pt x="7246" y="3381"/>
                  <a:pt x="7234" y="3384"/>
                </a:cubicBezTo>
                <a:cubicBezTo>
                  <a:pt x="7222" y="3386"/>
                  <a:pt x="7210" y="3387"/>
                  <a:pt x="7198" y="3387"/>
                </a:cubicBezTo>
                <a:lnTo>
                  <a:pt x="185" y="3387"/>
                </a:lnTo>
                <a:cubicBezTo>
                  <a:pt x="173" y="3387"/>
                  <a:pt x="161" y="3386"/>
                  <a:pt x="149" y="3384"/>
                </a:cubicBezTo>
                <a:cubicBezTo>
                  <a:pt x="137" y="3381"/>
                  <a:pt x="126" y="3378"/>
                  <a:pt x="114" y="3373"/>
                </a:cubicBezTo>
                <a:cubicBezTo>
                  <a:pt x="103" y="3369"/>
                  <a:pt x="93" y="3363"/>
                  <a:pt x="82" y="3356"/>
                </a:cubicBezTo>
                <a:cubicBezTo>
                  <a:pt x="72" y="3349"/>
                  <a:pt x="63" y="3342"/>
                  <a:pt x="54" y="3333"/>
                </a:cubicBezTo>
                <a:cubicBezTo>
                  <a:pt x="46" y="3325"/>
                  <a:pt x="38" y="3315"/>
                  <a:pt x="31" y="3305"/>
                </a:cubicBezTo>
                <a:cubicBezTo>
                  <a:pt x="25" y="3295"/>
                  <a:pt x="19" y="3284"/>
                  <a:pt x="14" y="3273"/>
                </a:cubicBezTo>
                <a:cubicBezTo>
                  <a:pt x="10" y="3262"/>
                  <a:pt x="6" y="3250"/>
                  <a:pt x="4" y="3238"/>
                </a:cubicBezTo>
                <a:cubicBezTo>
                  <a:pt x="1" y="3226"/>
                  <a:pt x="0" y="3214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8991360" y="3267000"/>
            <a:ext cx="2657880" cy="1219320"/>
          </a:xfrm>
          <a:custGeom>
            <a:avLst/>
            <a:gdLst/>
            <a:ahLst/>
            <a:rect l="0" t="0" r="r" b="b"/>
            <a:pathLst>
              <a:path w="7383" h="3387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7198" y="0"/>
                </a:lnTo>
                <a:cubicBezTo>
                  <a:pt x="7210" y="0"/>
                  <a:pt x="7222" y="1"/>
                  <a:pt x="7234" y="3"/>
                </a:cubicBezTo>
                <a:cubicBezTo>
                  <a:pt x="7246" y="6"/>
                  <a:pt x="7257" y="9"/>
                  <a:pt x="7269" y="14"/>
                </a:cubicBezTo>
                <a:cubicBezTo>
                  <a:pt x="7280" y="18"/>
                  <a:pt x="7291" y="24"/>
                  <a:pt x="7301" y="31"/>
                </a:cubicBezTo>
                <a:cubicBezTo>
                  <a:pt x="7311" y="38"/>
                  <a:pt x="7320" y="45"/>
                  <a:pt x="7329" y="54"/>
                </a:cubicBezTo>
                <a:cubicBezTo>
                  <a:pt x="7337" y="63"/>
                  <a:pt x="7345" y="72"/>
                  <a:pt x="7352" y="82"/>
                </a:cubicBezTo>
                <a:cubicBezTo>
                  <a:pt x="7359" y="92"/>
                  <a:pt x="7364" y="103"/>
                  <a:pt x="7369" y="114"/>
                </a:cubicBezTo>
                <a:cubicBezTo>
                  <a:pt x="7374" y="125"/>
                  <a:pt x="7377" y="137"/>
                  <a:pt x="7379" y="149"/>
                </a:cubicBezTo>
                <a:cubicBezTo>
                  <a:pt x="7382" y="161"/>
                  <a:pt x="7383" y="173"/>
                  <a:pt x="7383" y="185"/>
                </a:cubicBezTo>
                <a:lnTo>
                  <a:pt x="7383" y="3202"/>
                </a:lnTo>
                <a:cubicBezTo>
                  <a:pt x="7383" y="3214"/>
                  <a:pt x="7382" y="3226"/>
                  <a:pt x="7379" y="3238"/>
                </a:cubicBezTo>
                <a:cubicBezTo>
                  <a:pt x="7377" y="3250"/>
                  <a:pt x="7374" y="3262"/>
                  <a:pt x="7369" y="3273"/>
                </a:cubicBezTo>
                <a:cubicBezTo>
                  <a:pt x="7364" y="3284"/>
                  <a:pt x="7359" y="3295"/>
                  <a:pt x="7352" y="3305"/>
                </a:cubicBezTo>
                <a:cubicBezTo>
                  <a:pt x="7345" y="3315"/>
                  <a:pt x="7337" y="3325"/>
                  <a:pt x="7329" y="3333"/>
                </a:cubicBezTo>
                <a:cubicBezTo>
                  <a:pt x="7320" y="3342"/>
                  <a:pt x="7311" y="3349"/>
                  <a:pt x="7301" y="3356"/>
                </a:cubicBezTo>
                <a:cubicBezTo>
                  <a:pt x="7291" y="3363"/>
                  <a:pt x="7280" y="3369"/>
                  <a:pt x="7269" y="3373"/>
                </a:cubicBezTo>
                <a:cubicBezTo>
                  <a:pt x="7257" y="3378"/>
                  <a:pt x="7246" y="3381"/>
                  <a:pt x="7234" y="3384"/>
                </a:cubicBezTo>
                <a:cubicBezTo>
                  <a:pt x="7222" y="3386"/>
                  <a:pt x="7210" y="3387"/>
                  <a:pt x="7198" y="3387"/>
                </a:cubicBezTo>
                <a:lnTo>
                  <a:pt x="185" y="3387"/>
                </a:lnTo>
                <a:cubicBezTo>
                  <a:pt x="173" y="3387"/>
                  <a:pt x="161" y="3386"/>
                  <a:pt x="149" y="3384"/>
                </a:cubicBezTo>
                <a:cubicBezTo>
                  <a:pt x="137" y="3381"/>
                  <a:pt x="126" y="3378"/>
                  <a:pt x="114" y="3373"/>
                </a:cubicBezTo>
                <a:cubicBezTo>
                  <a:pt x="103" y="3369"/>
                  <a:pt x="93" y="3363"/>
                  <a:pt x="82" y="3356"/>
                </a:cubicBezTo>
                <a:cubicBezTo>
                  <a:pt x="72" y="3349"/>
                  <a:pt x="63" y="3342"/>
                  <a:pt x="54" y="3333"/>
                </a:cubicBezTo>
                <a:cubicBezTo>
                  <a:pt x="46" y="3325"/>
                  <a:pt x="38" y="3315"/>
                  <a:pt x="31" y="3305"/>
                </a:cubicBezTo>
                <a:cubicBezTo>
                  <a:pt x="25" y="3295"/>
                  <a:pt x="19" y="3284"/>
                  <a:pt x="14" y="3273"/>
                </a:cubicBezTo>
                <a:cubicBezTo>
                  <a:pt x="10" y="3262"/>
                  <a:pt x="6" y="3250"/>
                  <a:pt x="4" y="3238"/>
                </a:cubicBezTo>
                <a:cubicBezTo>
                  <a:pt x="1" y="3226"/>
                  <a:pt x="0" y="3214"/>
                  <a:pt x="0" y="320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6837480" y="3862800"/>
            <a:ext cx="140184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各</a:t>
            </a:r>
            <a:r>
              <a:rPr b="0" lang="en-US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token</a:t>
            </a:r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を変換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9773640" y="3430440"/>
            <a:ext cx="941040" cy="35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20" spc="-1" strike="noStrike">
                <a:solidFill>
                  <a:srgbClr val="0b4b78"/>
                </a:solidFill>
                <a:latin typeface="NotoSansJP"/>
                <a:ea typeface="NotoSansJP"/>
              </a:rPr>
              <a:t>Residual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552240" y="459072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8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70" y="184"/>
                  <a:pt x="58" y="180"/>
                </a:cubicBezTo>
                <a:cubicBezTo>
                  <a:pt x="47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2" y="118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9360720" y="3862800"/>
            <a:ext cx="196704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各</a:t>
            </a:r>
            <a:r>
              <a:rPr b="0" lang="en-US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block</a:t>
            </a:r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後に足し戻す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552240" y="49147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70" y="184"/>
                  <a:pt x="58" y="179"/>
                </a:cubicBezTo>
                <a:cubicBezTo>
                  <a:pt x="47" y="174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7" y="12"/>
                  <a:pt x="58" y="7"/>
                </a:cubicBezTo>
                <a:cubicBezTo>
                  <a:pt x="70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1031400" y="4512600"/>
            <a:ext cx="217620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前層から渡される入力表現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552240" y="52387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6"/>
                  <a:pt x="179" y="128"/>
                </a:cubicBezTo>
                <a:cubicBezTo>
                  <a:pt x="175" y="139"/>
                  <a:pt x="168" y="149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70" y="183"/>
                  <a:pt x="58" y="179"/>
                </a:cubicBezTo>
                <a:cubicBezTo>
                  <a:pt x="47" y="174"/>
                  <a:pt x="36" y="167"/>
                  <a:pt x="27" y="159"/>
                </a:cubicBezTo>
                <a:cubicBezTo>
                  <a:pt x="19" y="149"/>
                  <a:pt x="12" y="139"/>
                  <a:pt x="7" y="128"/>
                </a:cubicBezTo>
                <a:cubicBezTo>
                  <a:pt x="2" y="116"/>
                  <a:pt x="0" y="104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7" y="11"/>
                  <a:pt x="58" y="7"/>
                </a:cubicBezTo>
                <a:cubicBezTo>
                  <a:pt x="70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5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918720" y="4836240"/>
            <a:ext cx="215784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: Self-Attention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後の中間表現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552240" y="55623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8" y="150"/>
                  <a:pt x="159" y="158"/>
                </a:cubicBezTo>
                <a:cubicBezTo>
                  <a:pt x="150" y="167"/>
                  <a:pt x="140" y="174"/>
                  <a:pt x="129" y="178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70" y="184"/>
                  <a:pt x="58" y="178"/>
                </a:cubicBezTo>
                <a:cubicBezTo>
                  <a:pt x="47" y="174"/>
                  <a:pt x="36" y="167"/>
                  <a:pt x="27" y="158"/>
                </a:cubicBezTo>
                <a:cubicBezTo>
                  <a:pt x="19" y="150"/>
                  <a:pt x="12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895320" y="5160240"/>
            <a:ext cx="267480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: MLP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後に次層へ渡される出力表現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969120" y="5484240"/>
            <a:ext cx="1710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, 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407960" y="5484240"/>
            <a:ext cx="1710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, 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841760" y="5484240"/>
            <a:ext cx="41752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: LayerNorm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、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Multi-head Self-Attention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、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MLP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を表す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914400" y="392400"/>
            <a:ext cx="248616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手法の詳細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2: Encoder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747720" y="4509000"/>
            <a:ext cx="174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111111"/>
                </a:solidFill>
                <a:latin typeface="NotoSansJP"/>
                <a:ea typeface="NotoSansJP"/>
              </a:rPr>
              <a:t>z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830880" y="4593600"/>
            <a:ext cx="231120" cy="16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111111"/>
                </a:solidFill>
                <a:latin typeface="NotoSansJP"/>
                <a:ea typeface="NotoSansJP"/>
              </a:rPr>
              <a:t>ℓ−</a:t>
            </a:r>
            <a:r>
              <a:rPr b="0" lang="en-US" sz="96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747720" y="4832640"/>
            <a:ext cx="174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111111"/>
                </a:solidFill>
                <a:latin typeface="NotoSansJP"/>
                <a:ea typeface="NotoSansJP"/>
              </a:rPr>
              <a:t>u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853920" y="4917240"/>
            <a:ext cx="122040" cy="16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111111"/>
                </a:solidFill>
                <a:latin typeface="NotoSansJP"/>
                <a:ea typeface="NotoSansJP"/>
              </a:rPr>
              <a:t>ℓ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747720" y="5156640"/>
            <a:ext cx="174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111111"/>
                </a:solidFill>
                <a:latin typeface="NotoSansJP"/>
                <a:ea typeface="NotoSansJP"/>
              </a:rPr>
              <a:t>z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830880" y="5241240"/>
            <a:ext cx="122040" cy="16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111111"/>
                </a:solidFill>
                <a:latin typeface="NotoSansJP"/>
                <a:ea typeface="NotoSansJP"/>
              </a:rPr>
              <a:t>ℓ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747720" y="5480280"/>
            <a:ext cx="980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111111"/>
                </a:solidFill>
                <a:latin typeface="NotoSansJP"/>
                <a:ea typeface="NotoSansJP"/>
              </a:rPr>
              <a:t>LN MSA MLP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542880" y="1666800"/>
            <a:ext cx="5410440" cy="2076840"/>
          </a:xfrm>
          <a:custGeom>
            <a:avLst/>
            <a:gdLst/>
            <a:ahLst/>
            <a:rect l="0" t="0" r="r" b="b"/>
            <a:pathLst>
              <a:path w="15029" h="5769">
                <a:moveTo>
                  <a:pt x="0" y="5583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5583"/>
                </a:lnTo>
                <a:cubicBezTo>
                  <a:pt x="15029" y="5596"/>
                  <a:pt x="15028" y="5608"/>
                  <a:pt x="15025" y="5620"/>
                </a:cubicBezTo>
                <a:cubicBezTo>
                  <a:pt x="15023" y="5631"/>
                  <a:pt x="15020" y="5643"/>
                  <a:pt x="15015" y="5654"/>
                </a:cubicBezTo>
                <a:cubicBezTo>
                  <a:pt x="15010" y="5666"/>
                  <a:pt x="15005" y="5676"/>
                  <a:pt x="14998" y="5686"/>
                </a:cubicBezTo>
                <a:cubicBezTo>
                  <a:pt x="14991" y="5696"/>
                  <a:pt x="14983" y="5706"/>
                  <a:pt x="14975" y="5714"/>
                </a:cubicBezTo>
                <a:cubicBezTo>
                  <a:pt x="14966" y="5723"/>
                  <a:pt x="14957" y="5731"/>
                  <a:pt x="14947" y="5737"/>
                </a:cubicBezTo>
                <a:cubicBezTo>
                  <a:pt x="14937" y="5744"/>
                  <a:pt x="14926" y="5750"/>
                  <a:pt x="14915" y="5755"/>
                </a:cubicBezTo>
                <a:cubicBezTo>
                  <a:pt x="14903" y="5759"/>
                  <a:pt x="14892" y="5763"/>
                  <a:pt x="14880" y="5765"/>
                </a:cubicBezTo>
                <a:cubicBezTo>
                  <a:pt x="14868" y="5767"/>
                  <a:pt x="14856" y="5769"/>
                  <a:pt x="14844" y="5769"/>
                </a:cubicBezTo>
                <a:lnTo>
                  <a:pt x="185" y="5769"/>
                </a:lnTo>
                <a:cubicBezTo>
                  <a:pt x="173" y="5769"/>
                  <a:pt x="161" y="5767"/>
                  <a:pt x="149" y="5765"/>
                </a:cubicBezTo>
                <a:cubicBezTo>
                  <a:pt x="137" y="5763"/>
                  <a:pt x="125" y="5759"/>
                  <a:pt x="114" y="5755"/>
                </a:cubicBezTo>
                <a:cubicBezTo>
                  <a:pt x="103" y="5750"/>
                  <a:pt x="92" y="5744"/>
                  <a:pt x="82" y="5737"/>
                </a:cubicBezTo>
                <a:cubicBezTo>
                  <a:pt x="72" y="5731"/>
                  <a:pt x="62" y="5723"/>
                  <a:pt x="54" y="5714"/>
                </a:cubicBezTo>
                <a:cubicBezTo>
                  <a:pt x="45" y="5706"/>
                  <a:pt x="38" y="5696"/>
                  <a:pt x="31" y="5686"/>
                </a:cubicBezTo>
                <a:cubicBezTo>
                  <a:pt x="24" y="5676"/>
                  <a:pt x="18" y="5666"/>
                  <a:pt x="14" y="5654"/>
                </a:cubicBezTo>
                <a:cubicBezTo>
                  <a:pt x="9" y="5643"/>
                  <a:pt x="6" y="5631"/>
                  <a:pt x="3" y="5620"/>
                </a:cubicBezTo>
                <a:cubicBezTo>
                  <a:pt x="1" y="5608"/>
                  <a:pt x="0" y="5596"/>
                  <a:pt x="0" y="558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542880" y="1666800"/>
            <a:ext cx="5410440" cy="2076840"/>
          </a:xfrm>
          <a:custGeom>
            <a:avLst/>
            <a:gdLst/>
            <a:ahLst/>
            <a:rect l="0" t="0" r="r" b="b"/>
            <a:pathLst>
              <a:path w="15029" h="5769">
                <a:moveTo>
                  <a:pt x="0" y="5583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5583"/>
                </a:lnTo>
                <a:cubicBezTo>
                  <a:pt x="15029" y="5596"/>
                  <a:pt x="15028" y="5608"/>
                  <a:pt x="15025" y="5620"/>
                </a:cubicBezTo>
                <a:cubicBezTo>
                  <a:pt x="15023" y="5631"/>
                  <a:pt x="15020" y="5643"/>
                  <a:pt x="15015" y="5654"/>
                </a:cubicBezTo>
                <a:cubicBezTo>
                  <a:pt x="15010" y="5666"/>
                  <a:pt x="15005" y="5676"/>
                  <a:pt x="14998" y="5686"/>
                </a:cubicBezTo>
                <a:cubicBezTo>
                  <a:pt x="14991" y="5696"/>
                  <a:pt x="14983" y="5706"/>
                  <a:pt x="14975" y="5714"/>
                </a:cubicBezTo>
                <a:cubicBezTo>
                  <a:pt x="14966" y="5723"/>
                  <a:pt x="14957" y="5731"/>
                  <a:pt x="14947" y="5737"/>
                </a:cubicBezTo>
                <a:cubicBezTo>
                  <a:pt x="14937" y="5744"/>
                  <a:pt x="14926" y="5750"/>
                  <a:pt x="14915" y="5755"/>
                </a:cubicBezTo>
                <a:cubicBezTo>
                  <a:pt x="14903" y="5759"/>
                  <a:pt x="14892" y="5763"/>
                  <a:pt x="14880" y="5765"/>
                </a:cubicBezTo>
                <a:cubicBezTo>
                  <a:pt x="14868" y="5767"/>
                  <a:pt x="14856" y="5769"/>
                  <a:pt x="14844" y="5769"/>
                </a:cubicBezTo>
                <a:lnTo>
                  <a:pt x="185" y="5769"/>
                </a:lnTo>
                <a:cubicBezTo>
                  <a:pt x="173" y="5769"/>
                  <a:pt x="161" y="5767"/>
                  <a:pt x="149" y="5765"/>
                </a:cubicBezTo>
                <a:cubicBezTo>
                  <a:pt x="137" y="5763"/>
                  <a:pt x="125" y="5759"/>
                  <a:pt x="114" y="5755"/>
                </a:cubicBezTo>
                <a:cubicBezTo>
                  <a:pt x="103" y="5750"/>
                  <a:pt x="92" y="5744"/>
                  <a:pt x="82" y="5737"/>
                </a:cubicBezTo>
                <a:cubicBezTo>
                  <a:pt x="72" y="5731"/>
                  <a:pt x="62" y="5723"/>
                  <a:pt x="54" y="5714"/>
                </a:cubicBezTo>
                <a:cubicBezTo>
                  <a:pt x="45" y="5706"/>
                  <a:pt x="38" y="5696"/>
                  <a:pt x="31" y="5686"/>
                </a:cubicBezTo>
                <a:cubicBezTo>
                  <a:pt x="24" y="5676"/>
                  <a:pt x="18" y="5666"/>
                  <a:pt x="14" y="5654"/>
                </a:cubicBezTo>
                <a:cubicBezTo>
                  <a:pt x="9" y="5643"/>
                  <a:pt x="6" y="5631"/>
                  <a:pt x="3" y="5620"/>
                </a:cubicBezTo>
                <a:cubicBezTo>
                  <a:pt x="1" y="5608"/>
                  <a:pt x="0" y="5596"/>
                  <a:pt x="0" y="5583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533520" y="924480"/>
            <a:ext cx="1108080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ViT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は大規模データで事前学習し、小さめの下流データセットへ転移する設計で評価される。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809280" y="2457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762120" y="1848600"/>
            <a:ext cx="186768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事前学習データ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809280" y="290484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3"/>
                </a:moveTo>
                <a:cubicBezTo>
                  <a:pt x="266" y="150"/>
                  <a:pt x="263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1" y="183"/>
                </a:cubicBezTo>
                <a:cubicBezTo>
                  <a:pt x="4" y="167"/>
                  <a:pt x="0" y="150"/>
                  <a:pt x="0" y="133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3" y="98"/>
                  <a:pt x="266" y="115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059480" y="2336400"/>
            <a:ext cx="2475720" cy="32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ImageNet: 1.3M images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809280" y="334296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4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5"/>
                  <a:pt x="17" y="200"/>
                  <a:pt x="11" y="184"/>
                </a:cubicBezTo>
                <a:cubicBezTo>
                  <a:pt x="4" y="168"/>
                  <a:pt x="0" y="151"/>
                  <a:pt x="0" y="134"/>
                </a:cubicBezTo>
                <a:cubicBezTo>
                  <a:pt x="0" y="116"/>
                  <a:pt x="4" y="99"/>
                  <a:pt x="11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3" y="99"/>
                  <a:pt x="266" y="116"/>
                  <a:pt x="266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1059480" y="2783880"/>
            <a:ext cx="2879640" cy="32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ImageNet-21k: 14M images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6238800" y="1666800"/>
            <a:ext cx="5410440" cy="2076840"/>
          </a:xfrm>
          <a:custGeom>
            <a:avLst/>
            <a:gdLst/>
            <a:ahLst/>
            <a:rect l="0" t="0" r="r" b="b"/>
            <a:pathLst>
              <a:path w="15029" h="5769">
                <a:moveTo>
                  <a:pt x="0" y="5583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5583"/>
                </a:lnTo>
                <a:cubicBezTo>
                  <a:pt x="15029" y="5596"/>
                  <a:pt x="15028" y="5608"/>
                  <a:pt x="15025" y="5620"/>
                </a:cubicBezTo>
                <a:cubicBezTo>
                  <a:pt x="15023" y="5631"/>
                  <a:pt x="15020" y="5643"/>
                  <a:pt x="15015" y="5654"/>
                </a:cubicBezTo>
                <a:cubicBezTo>
                  <a:pt x="15010" y="5666"/>
                  <a:pt x="15005" y="5676"/>
                  <a:pt x="14998" y="5686"/>
                </a:cubicBezTo>
                <a:cubicBezTo>
                  <a:pt x="14991" y="5696"/>
                  <a:pt x="14983" y="5706"/>
                  <a:pt x="14975" y="5714"/>
                </a:cubicBezTo>
                <a:cubicBezTo>
                  <a:pt x="14966" y="5723"/>
                  <a:pt x="14957" y="5731"/>
                  <a:pt x="14947" y="5737"/>
                </a:cubicBezTo>
                <a:cubicBezTo>
                  <a:pt x="14937" y="5744"/>
                  <a:pt x="14926" y="5750"/>
                  <a:pt x="14915" y="5755"/>
                </a:cubicBezTo>
                <a:cubicBezTo>
                  <a:pt x="14903" y="5759"/>
                  <a:pt x="14892" y="5763"/>
                  <a:pt x="14880" y="5765"/>
                </a:cubicBezTo>
                <a:cubicBezTo>
                  <a:pt x="14868" y="5767"/>
                  <a:pt x="14856" y="5769"/>
                  <a:pt x="14844" y="5769"/>
                </a:cubicBezTo>
                <a:lnTo>
                  <a:pt x="185" y="5769"/>
                </a:lnTo>
                <a:cubicBezTo>
                  <a:pt x="173" y="5769"/>
                  <a:pt x="161" y="5767"/>
                  <a:pt x="149" y="5765"/>
                </a:cubicBezTo>
                <a:cubicBezTo>
                  <a:pt x="137" y="5763"/>
                  <a:pt x="125" y="5759"/>
                  <a:pt x="114" y="5755"/>
                </a:cubicBezTo>
                <a:cubicBezTo>
                  <a:pt x="103" y="5750"/>
                  <a:pt x="92" y="5744"/>
                  <a:pt x="82" y="5737"/>
                </a:cubicBezTo>
                <a:cubicBezTo>
                  <a:pt x="72" y="5731"/>
                  <a:pt x="63" y="5723"/>
                  <a:pt x="54" y="5714"/>
                </a:cubicBezTo>
                <a:cubicBezTo>
                  <a:pt x="45" y="5706"/>
                  <a:pt x="38" y="5696"/>
                  <a:pt x="31" y="5686"/>
                </a:cubicBezTo>
                <a:cubicBezTo>
                  <a:pt x="24" y="5676"/>
                  <a:pt x="18" y="5666"/>
                  <a:pt x="14" y="5654"/>
                </a:cubicBezTo>
                <a:cubicBezTo>
                  <a:pt x="9" y="5643"/>
                  <a:pt x="6" y="5631"/>
                  <a:pt x="3" y="5620"/>
                </a:cubicBezTo>
                <a:cubicBezTo>
                  <a:pt x="1" y="5608"/>
                  <a:pt x="0" y="5596"/>
                  <a:pt x="0" y="558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6238800" y="1666800"/>
            <a:ext cx="5410440" cy="2076840"/>
          </a:xfrm>
          <a:custGeom>
            <a:avLst/>
            <a:gdLst/>
            <a:ahLst/>
            <a:rect l="0" t="0" r="r" b="b"/>
            <a:pathLst>
              <a:path w="15029" h="5769">
                <a:moveTo>
                  <a:pt x="0" y="5583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5583"/>
                </a:lnTo>
                <a:cubicBezTo>
                  <a:pt x="15029" y="5596"/>
                  <a:pt x="15028" y="5608"/>
                  <a:pt x="15025" y="5620"/>
                </a:cubicBezTo>
                <a:cubicBezTo>
                  <a:pt x="15023" y="5631"/>
                  <a:pt x="15020" y="5643"/>
                  <a:pt x="15015" y="5654"/>
                </a:cubicBezTo>
                <a:cubicBezTo>
                  <a:pt x="15010" y="5666"/>
                  <a:pt x="15005" y="5676"/>
                  <a:pt x="14998" y="5686"/>
                </a:cubicBezTo>
                <a:cubicBezTo>
                  <a:pt x="14991" y="5696"/>
                  <a:pt x="14983" y="5706"/>
                  <a:pt x="14975" y="5714"/>
                </a:cubicBezTo>
                <a:cubicBezTo>
                  <a:pt x="14966" y="5723"/>
                  <a:pt x="14957" y="5731"/>
                  <a:pt x="14947" y="5737"/>
                </a:cubicBezTo>
                <a:cubicBezTo>
                  <a:pt x="14937" y="5744"/>
                  <a:pt x="14926" y="5750"/>
                  <a:pt x="14915" y="5755"/>
                </a:cubicBezTo>
                <a:cubicBezTo>
                  <a:pt x="14903" y="5759"/>
                  <a:pt x="14892" y="5763"/>
                  <a:pt x="14880" y="5765"/>
                </a:cubicBezTo>
                <a:cubicBezTo>
                  <a:pt x="14868" y="5767"/>
                  <a:pt x="14856" y="5769"/>
                  <a:pt x="14844" y="5769"/>
                </a:cubicBezTo>
                <a:lnTo>
                  <a:pt x="185" y="5769"/>
                </a:lnTo>
                <a:cubicBezTo>
                  <a:pt x="173" y="5769"/>
                  <a:pt x="161" y="5767"/>
                  <a:pt x="149" y="5765"/>
                </a:cubicBezTo>
                <a:cubicBezTo>
                  <a:pt x="137" y="5763"/>
                  <a:pt x="125" y="5759"/>
                  <a:pt x="114" y="5755"/>
                </a:cubicBezTo>
                <a:cubicBezTo>
                  <a:pt x="103" y="5750"/>
                  <a:pt x="92" y="5744"/>
                  <a:pt x="82" y="5737"/>
                </a:cubicBezTo>
                <a:cubicBezTo>
                  <a:pt x="72" y="5731"/>
                  <a:pt x="63" y="5723"/>
                  <a:pt x="54" y="5714"/>
                </a:cubicBezTo>
                <a:cubicBezTo>
                  <a:pt x="45" y="5706"/>
                  <a:pt x="38" y="5696"/>
                  <a:pt x="31" y="5686"/>
                </a:cubicBezTo>
                <a:cubicBezTo>
                  <a:pt x="24" y="5676"/>
                  <a:pt x="18" y="5666"/>
                  <a:pt x="14" y="5654"/>
                </a:cubicBezTo>
                <a:cubicBezTo>
                  <a:pt x="9" y="5643"/>
                  <a:pt x="6" y="5631"/>
                  <a:pt x="3" y="5620"/>
                </a:cubicBezTo>
                <a:cubicBezTo>
                  <a:pt x="1" y="5608"/>
                  <a:pt x="0" y="5596"/>
                  <a:pt x="0" y="5583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1059480" y="3222000"/>
            <a:ext cx="4149000" cy="32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JFT-300M: 303M high-resolution images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6505560" y="2457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6458040" y="1848600"/>
            <a:ext cx="106740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転移評価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6505560" y="2904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755760" y="2336400"/>
            <a:ext cx="2841480" cy="32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ImageNet / ImageNet-ReaL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6505560" y="33429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755760" y="2783880"/>
            <a:ext cx="2239560" cy="32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CIFAR-10 / CIFAR-100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533160" y="3924000"/>
            <a:ext cx="11125440" cy="1010160"/>
          </a:xfrm>
          <a:custGeom>
            <a:avLst/>
            <a:gdLst/>
            <a:ahLst/>
            <a:rect l="0" t="0" r="r" b="b"/>
            <a:pathLst>
              <a:path w="30904" h="2806">
                <a:moveTo>
                  <a:pt x="0" y="0"/>
                </a:moveTo>
                <a:lnTo>
                  <a:pt x="30904" y="0"/>
                </a:lnTo>
                <a:lnTo>
                  <a:pt x="30904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533160" y="3924000"/>
            <a:ext cx="76680" cy="1010160"/>
          </a:xfrm>
          <a:custGeom>
            <a:avLst/>
            <a:gdLst/>
            <a:ahLst/>
            <a:rect l="0" t="0" r="r" b="b"/>
            <a:pathLst>
              <a:path w="213" h="2806">
                <a:moveTo>
                  <a:pt x="0" y="0"/>
                </a:moveTo>
                <a:lnTo>
                  <a:pt x="213" y="0"/>
                </a:lnTo>
                <a:lnTo>
                  <a:pt x="213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6755760" y="3222000"/>
            <a:ext cx="2772720" cy="32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Oxford Pets, Flowers, VTAB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781200" y="4078080"/>
            <a:ext cx="10501920" cy="37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比較では、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ResNet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ベースの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BiT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や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Noisy Student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など当時の強い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系モデルも参照され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781200" y="4449600"/>
            <a:ext cx="51588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る。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914400" y="3924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実験設定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533160" y="1714320"/>
            <a:ext cx="11125440" cy="857520"/>
          </a:xfrm>
          <a:custGeom>
            <a:avLst/>
            <a:gdLst/>
            <a:ahLst/>
            <a:rect l="0" t="0" r="r" b="b"/>
            <a:pathLst>
              <a:path w="30904" h="2382">
                <a:moveTo>
                  <a:pt x="0" y="0"/>
                </a:moveTo>
                <a:lnTo>
                  <a:pt x="30904" y="0"/>
                </a:lnTo>
                <a:lnTo>
                  <a:pt x="30904" y="2382"/>
                </a:lnTo>
                <a:lnTo>
                  <a:pt x="0" y="2382"/>
                </a:lnTo>
                <a:lnTo>
                  <a:pt x="0" y="0"/>
                </a:lnTo>
                <a:close/>
              </a:path>
            </a:pathLst>
          </a:custGeom>
          <a:solidFill>
            <a:srgbClr val="f8fb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521640" y="170280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7"/>
                </a:lnTo>
                <a:lnTo>
                  <a:pt x="772" y="117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7"/>
                </a:lnTo>
                <a:lnTo>
                  <a:pt x="1036" y="117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7"/>
                </a:lnTo>
                <a:lnTo>
                  <a:pt x="1300" y="117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7"/>
                </a:lnTo>
                <a:lnTo>
                  <a:pt x="1564" y="117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7"/>
                </a:lnTo>
                <a:lnTo>
                  <a:pt x="1828" y="117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7"/>
                </a:lnTo>
                <a:lnTo>
                  <a:pt x="2092" y="117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7"/>
                </a:lnTo>
                <a:lnTo>
                  <a:pt x="2356" y="117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7"/>
                </a:lnTo>
                <a:lnTo>
                  <a:pt x="2620" y="117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7"/>
                </a:lnTo>
                <a:lnTo>
                  <a:pt x="2884" y="117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7"/>
                </a:lnTo>
                <a:lnTo>
                  <a:pt x="3148" y="117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7"/>
                </a:lnTo>
                <a:lnTo>
                  <a:pt x="3412" y="117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7"/>
                </a:lnTo>
                <a:lnTo>
                  <a:pt x="3677" y="117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7"/>
                </a:lnTo>
                <a:lnTo>
                  <a:pt x="3941" y="117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7"/>
                </a:lnTo>
                <a:lnTo>
                  <a:pt x="4205" y="117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7"/>
                </a:lnTo>
                <a:lnTo>
                  <a:pt x="4469" y="117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7"/>
                </a:lnTo>
                <a:lnTo>
                  <a:pt x="4733" y="117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7"/>
                </a:lnTo>
                <a:lnTo>
                  <a:pt x="4997" y="117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7"/>
                </a:lnTo>
                <a:lnTo>
                  <a:pt x="5261" y="117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7"/>
                </a:lnTo>
                <a:lnTo>
                  <a:pt x="5525" y="117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7"/>
                </a:lnTo>
                <a:lnTo>
                  <a:pt x="5789" y="117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7"/>
                </a:lnTo>
                <a:lnTo>
                  <a:pt x="6053" y="117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7"/>
                </a:lnTo>
                <a:lnTo>
                  <a:pt x="6317" y="117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7"/>
                </a:lnTo>
                <a:lnTo>
                  <a:pt x="6581" y="117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7"/>
                </a:lnTo>
                <a:lnTo>
                  <a:pt x="6845" y="117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7"/>
                </a:lnTo>
                <a:lnTo>
                  <a:pt x="7109" y="117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7"/>
                </a:lnTo>
                <a:lnTo>
                  <a:pt x="7373" y="117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7"/>
                </a:lnTo>
                <a:lnTo>
                  <a:pt x="7637" y="117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7"/>
                </a:lnTo>
                <a:lnTo>
                  <a:pt x="7901" y="117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7"/>
                </a:lnTo>
                <a:lnTo>
                  <a:pt x="8165" y="117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7"/>
                </a:lnTo>
                <a:lnTo>
                  <a:pt x="8430" y="117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7"/>
                </a:lnTo>
                <a:lnTo>
                  <a:pt x="8694" y="117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7"/>
                </a:lnTo>
                <a:lnTo>
                  <a:pt x="8958" y="117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7"/>
                </a:lnTo>
                <a:lnTo>
                  <a:pt x="9222" y="117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7"/>
                </a:lnTo>
                <a:lnTo>
                  <a:pt x="9486" y="117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7"/>
                </a:lnTo>
                <a:lnTo>
                  <a:pt x="9750" y="117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7"/>
                </a:lnTo>
                <a:lnTo>
                  <a:pt x="10014" y="117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7"/>
                </a:lnTo>
                <a:lnTo>
                  <a:pt x="10278" y="117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7"/>
                </a:lnTo>
                <a:lnTo>
                  <a:pt x="10542" y="117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7"/>
                </a:lnTo>
                <a:lnTo>
                  <a:pt x="10806" y="117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7"/>
                </a:lnTo>
                <a:lnTo>
                  <a:pt x="11070" y="117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7"/>
                </a:lnTo>
                <a:lnTo>
                  <a:pt x="11334" y="117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7"/>
                </a:lnTo>
                <a:lnTo>
                  <a:pt x="11598" y="117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7"/>
                </a:lnTo>
                <a:lnTo>
                  <a:pt x="11862" y="117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7"/>
                </a:lnTo>
                <a:lnTo>
                  <a:pt x="12126" y="117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7"/>
                </a:lnTo>
                <a:lnTo>
                  <a:pt x="12390" y="117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7"/>
                </a:lnTo>
                <a:lnTo>
                  <a:pt x="12654" y="117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7"/>
                </a:lnTo>
                <a:lnTo>
                  <a:pt x="12918" y="117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7"/>
                </a:lnTo>
                <a:lnTo>
                  <a:pt x="13182" y="117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7"/>
                </a:lnTo>
                <a:lnTo>
                  <a:pt x="13447" y="117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7"/>
                </a:lnTo>
                <a:lnTo>
                  <a:pt x="13711" y="117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7"/>
                </a:lnTo>
                <a:lnTo>
                  <a:pt x="13975" y="117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7"/>
                </a:lnTo>
                <a:lnTo>
                  <a:pt x="14240" y="117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7"/>
                </a:lnTo>
                <a:lnTo>
                  <a:pt x="14504" y="117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7"/>
                </a:lnTo>
                <a:lnTo>
                  <a:pt x="14768" y="117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7"/>
                </a:lnTo>
                <a:lnTo>
                  <a:pt x="15032" y="117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7"/>
                </a:lnTo>
                <a:lnTo>
                  <a:pt x="15296" y="117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7"/>
                </a:lnTo>
                <a:lnTo>
                  <a:pt x="15560" y="117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7"/>
                </a:lnTo>
                <a:lnTo>
                  <a:pt x="15824" y="117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7"/>
                </a:lnTo>
                <a:lnTo>
                  <a:pt x="16088" y="117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7"/>
                </a:lnTo>
                <a:lnTo>
                  <a:pt x="16352" y="117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7"/>
                </a:lnTo>
                <a:lnTo>
                  <a:pt x="16616" y="117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7"/>
                </a:lnTo>
                <a:lnTo>
                  <a:pt x="16880" y="117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7"/>
                </a:lnTo>
                <a:lnTo>
                  <a:pt x="17144" y="117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7"/>
                </a:lnTo>
                <a:lnTo>
                  <a:pt x="17408" y="117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7"/>
                </a:lnTo>
                <a:lnTo>
                  <a:pt x="17672" y="117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7"/>
                </a:lnTo>
                <a:lnTo>
                  <a:pt x="17936" y="117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7"/>
                </a:lnTo>
                <a:lnTo>
                  <a:pt x="18201" y="117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7"/>
                </a:lnTo>
                <a:lnTo>
                  <a:pt x="18465" y="117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7"/>
                </a:lnTo>
                <a:lnTo>
                  <a:pt x="18729" y="117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7"/>
                </a:lnTo>
                <a:lnTo>
                  <a:pt x="18993" y="117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7"/>
                </a:lnTo>
                <a:lnTo>
                  <a:pt x="19257" y="117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7"/>
                </a:lnTo>
                <a:lnTo>
                  <a:pt x="19521" y="117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7"/>
                </a:lnTo>
                <a:lnTo>
                  <a:pt x="19785" y="117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7"/>
                </a:lnTo>
                <a:lnTo>
                  <a:pt x="20049" y="117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7"/>
                </a:lnTo>
                <a:lnTo>
                  <a:pt x="20313" y="117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7"/>
                </a:lnTo>
                <a:lnTo>
                  <a:pt x="20577" y="117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7"/>
                </a:lnTo>
                <a:lnTo>
                  <a:pt x="20841" y="117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7"/>
                </a:lnTo>
                <a:lnTo>
                  <a:pt x="21105" y="117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7"/>
                </a:lnTo>
                <a:lnTo>
                  <a:pt x="21369" y="117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7"/>
                </a:lnTo>
                <a:lnTo>
                  <a:pt x="21633" y="117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7"/>
                </a:lnTo>
                <a:lnTo>
                  <a:pt x="21897" y="117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7"/>
                </a:lnTo>
                <a:lnTo>
                  <a:pt x="22161" y="117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7"/>
                </a:lnTo>
                <a:lnTo>
                  <a:pt x="22425" y="117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7"/>
                </a:lnTo>
                <a:lnTo>
                  <a:pt x="22689" y="117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7"/>
                </a:lnTo>
                <a:lnTo>
                  <a:pt x="22953" y="117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7"/>
                </a:lnTo>
                <a:lnTo>
                  <a:pt x="23218" y="117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7"/>
                </a:lnTo>
                <a:lnTo>
                  <a:pt x="23482" y="117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7"/>
                </a:lnTo>
                <a:lnTo>
                  <a:pt x="23746" y="117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7"/>
                </a:lnTo>
                <a:lnTo>
                  <a:pt x="24010" y="117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7"/>
                </a:lnTo>
                <a:lnTo>
                  <a:pt x="24274" y="117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7"/>
                </a:lnTo>
                <a:lnTo>
                  <a:pt x="24538" y="117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7"/>
                </a:lnTo>
                <a:lnTo>
                  <a:pt x="24802" y="117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7"/>
                </a:lnTo>
                <a:lnTo>
                  <a:pt x="25066" y="117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7"/>
                </a:lnTo>
                <a:lnTo>
                  <a:pt x="25330" y="117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7"/>
                </a:lnTo>
                <a:lnTo>
                  <a:pt x="25594" y="117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7"/>
                </a:lnTo>
                <a:lnTo>
                  <a:pt x="25858" y="117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7"/>
                </a:lnTo>
                <a:lnTo>
                  <a:pt x="26122" y="117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7"/>
                </a:lnTo>
                <a:lnTo>
                  <a:pt x="26386" y="117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7"/>
                </a:lnTo>
                <a:lnTo>
                  <a:pt x="26650" y="117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7"/>
                </a:lnTo>
                <a:lnTo>
                  <a:pt x="26914" y="117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7"/>
                </a:lnTo>
                <a:lnTo>
                  <a:pt x="27178" y="117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7"/>
                </a:lnTo>
                <a:lnTo>
                  <a:pt x="27442" y="117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7"/>
                </a:lnTo>
                <a:lnTo>
                  <a:pt x="27706" y="117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7"/>
                </a:lnTo>
                <a:lnTo>
                  <a:pt x="27971" y="117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7"/>
                </a:lnTo>
                <a:lnTo>
                  <a:pt x="28235" y="117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7"/>
                </a:lnTo>
                <a:lnTo>
                  <a:pt x="28499" y="117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7"/>
                </a:lnTo>
                <a:lnTo>
                  <a:pt x="28763" y="117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7"/>
                </a:lnTo>
                <a:lnTo>
                  <a:pt x="29027" y="117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7"/>
                </a:lnTo>
                <a:lnTo>
                  <a:pt x="29291" y="117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7"/>
                </a:lnTo>
                <a:lnTo>
                  <a:pt x="29555" y="117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7"/>
                </a:lnTo>
                <a:lnTo>
                  <a:pt x="29819" y="117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7"/>
                </a:lnTo>
                <a:lnTo>
                  <a:pt x="30083" y="117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7"/>
                </a:lnTo>
                <a:lnTo>
                  <a:pt x="30347" y="117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3"/>
                  <a:pt x="30783" y="7"/>
                </a:cubicBezTo>
                <a:lnTo>
                  <a:pt x="30755" y="120"/>
                </a:lnTo>
                <a:cubicBezTo>
                  <a:pt x="30745" y="118"/>
                  <a:pt x="30735" y="117"/>
                  <a:pt x="30725" y="117"/>
                </a:cubicBezTo>
                <a:lnTo>
                  <a:pt x="30611" y="117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4"/>
                  <a:pt x="30968" y="179"/>
                  <a:pt x="30968" y="244"/>
                </a:cubicBezTo>
                <a:lnTo>
                  <a:pt x="30968" y="264"/>
                </a:lnTo>
                <a:lnTo>
                  <a:pt x="30852" y="264"/>
                </a:lnTo>
                <a:lnTo>
                  <a:pt x="30852" y="244"/>
                </a:lnTo>
                <a:cubicBezTo>
                  <a:pt x="30852" y="210"/>
                  <a:pt x="30840" y="181"/>
                  <a:pt x="30817" y="157"/>
                </a:cubicBezTo>
                <a:lnTo>
                  <a:pt x="30902" y="77"/>
                </a:lnTo>
                <a:moveTo>
                  <a:pt x="30968" y="369"/>
                </a:moveTo>
                <a:lnTo>
                  <a:pt x="30968" y="528"/>
                </a:lnTo>
                <a:lnTo>
                  <a:pt x="30852" y="528"/>
                </a:lnTo>
                <a:lnTo>
                  <a:pt x="30852" y="369"/>
                </a:lnTo>
                <a:lnTo>
                  <a:pt x="30968" y="369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7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7"/>
                </a:lnTo>
                <a:lnTo>
                  <a:pt x="30968" y="897"/>
                </a:lnTo>
                <a:moveTo>
                  <a:pt x="30968" y="1161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1"/>
                </a:lnTo>
                <a:lnTo>
                  <a:pt x="30968" y="1161"/>
                </a:lnTo>
                <a:moveTo>
                  <a:pt x="30968" y="1426"/>
                </a:moveTo>
                <a:lnTo>
                  <a:pt x="30968" y="1585"/>
                </a:lnTo>
                <a:lnTo>
                  <a:pt x="30852" y="1585"/>
                </a:lnTo>
                <a:lnTo>
                  <a:pt x="30852" y="1426"/>
                </a:lnTo>
                <a:lnTo>
                  <a:pt x="30968" y="1426"/>
                </a:lnTo>
                <a:moveTo>
                  <a:pt x="30968" y="1690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2"/>
                </a:moveTo>
                <a:cubicBezTo>
                  <a:pt x="30961" y="2297"/>
                  <a:pt x="30928" y="2357"/>
                  <a:pt x="30866" y="2401"/>
                </a:cubicBezTo>
                <a:lnTo>
                  <a:pt x="30799" y="2306"/>
                </a:lnTo>
                <a:cubicBezTo>
                  <a:pt x="30831" y="2283"/>
                  <a:pt x="30848" y="2252"/>
                  <a:pt x="30851" y="2213"/>
                </a:cubicBezTo>
                <a:lnTo>
                  <a:pt x="30967" y="2222"/>
                </a:lnTo>
                <a:moveTo>
                  <a:pt x="30736" y="2446"/>
                </a:moveTo>
                <a:cubicBezTo>
                  <a:pt x="30733" y="2446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30"/>
                </a:lnTo>
                <a:lnTo>
                  <a:pt x="30725" y="2330"/>
                </a:lnTo>
                <a:cubicBezTo>
                  <a:pt x="30727" y="2330"/>
                  <a:pt x="30729" y="2330"/>
                  <a:pt x="30731" y="2329"/>
                </a:cubicBezTo>
                <a:lnTo>
                  <a:pt x="30736" y="2446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30"/>
                </a:lnTo>
                <a:lnTo>
                  <a:pt x="30470" y="2330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30"/>
                </a:lnTo>
                <a:lnTo>
                  <a:pt x="30206" y="2330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30"/>
                </a:lnTo>
                <a:lnTo>
                  <a:pt x="29942" y="2330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30"/>
                </a:lnTo>
                <a:lnTo>
                  <a:pt x="29678" y="2330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30"/>
                </a:lnTo>
                <a:lnTo>
                  <a:pt x="29414" y="2330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30"/>
                </a:lnTo>
                <a:lnTo>
                  <a:pt x="29150" y="2330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30"/>
                </a:lnTo>
                <a:lnTo>
                  <a:pt x="28886" y="2330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30"/>
                </a:lnTo>
                <a:lnTo>
                  <a:pt x="28622" y="2330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30"/>
                </a:lnTo>
                <a:lnTo>
                  <a:pt x="28358" y="2330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30"/>
                </a:lnTo>
                <a:lnTo>
                  <a:pt x="28094" y="2330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30"/>
                </a:lnTo>
                <a:lnTo>
                  <a:pt x="27829" y="2330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30"/>
                </a:lnTo>
                <a:lnTo>
                  <a:pt x="27565" y="2330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30"/>
                </a:lnTo>
                <a:lnTo>
                  <a:pt x="27301" y="2330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30"/>
                </a:lnTo>
                <a:lnTo>
                  <a:pt x="27037" y="2330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30"/>
                </a:lnTo>
                <a:lnTo>
                  <a:pt x="26773" y="2330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30"/>
                </a:lnTo>
                <a:lnTo>
                  <a:pt x="26509" y="2330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30"/>
                </a:lnTo>
                <a:lnTo>
                  <a:pt x="26245" y="2330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30"/>
                </a:lnTo>
                <a:lnTo>
                  <a:pt x="25981" y="2330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30"/>
                </a:lnTo>
                <a:lnTo>
                  <a:pt x="25717" y="2330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30"/>
                </a:lnTo>
                <a:lnTo>
                  <a:pt x="25453" y="2330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30"/>
                </a:lnTo>
                <a:lnTo>
                  <a:pt x="25189" y="2330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30"/>
                </a:lnTo>
                <a:lnTo>
                  <a:pt x="24925" y="2330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30"/>
                </a:lnTo>
                <a:lnTo>
                  <a:pt x="24661" y="2330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30"/>
                </a:lnTo>
                <a:lnTo>
                  <a:pt x="24397" y="2330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30"/>
                </a:lnTo>
                <a:lnTo>
                  <a:pt x="24133" y="2330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30"/>
                </a:lnTo>
                <a:lnTo>
                  <a:pt x="23869" y="2330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30"/>
                </a:lnTo>
                <a:lnTo>
                  <a:pt x="23605" y="2330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30"/>
                </a:lnTo>
                <a:lnTo>
                  <a:pt x="23341" y="2330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30"/>
                </a:lnTo>
                <a:lnTo>
                  <a:pt x="23077" y="2330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30"/>
                </a:lnTo>
                <a:lnTo>
                  <a:pt x="22812" y="2330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30"/>
                </a:lnTo>
                <a:lnTo>
                  <a:pt x="22548" y="2330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30"/>
                </a:lnTo>
                <a:lnTo>
                  <a:pt x="22284" y="2330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30"/>
                </a:lnTo>
                <a:lnTo>
                  <a:pt x="22020" y="2330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30"/>
                </a:lnTo>
                <a:lnTo>
                  <a:pt x="21756" y="2330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30"/>
                </a:lnTo>
                <a:lnTo>
                  <a:pt x="21492" y="2330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30"/>
                </a:lnTo>
                <a:lnTo>
                  <a:pt x="21228" y="2330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30"/>
                </a:lnTo>
                <a:lnTo>
                  <a:pt x="20964" y="2330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30"/>
                </a:lnTo>
                <a:lnTo>
                  <a:pt x="20700" y="2330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30"/>
                </a:lnTo>
                <a:lnTo>
                  <a:pt x="20436" y="2330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30"/>
                </a:lnTo>
                <a:lnTo>
                  <a:pt x="20172" y="2330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30"/>
                </a:lnTo>
                <a:lnTo>
                  <a:pt x="19908" y="2330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30"/>
                </a:lnTo>
                <a:lnTo>
                  <a:pt x="19644" y="2330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30"/>
                </a:lnTo>
                <a:lnTo>
                  <a:pt x="19380" y="2330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30"/>
                </a:lnTo>
                <a:lnTo>
                  <a:pt x="19116" y="2330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30"/>
                </a:lnTo>
                <a:lnTo>
                  <a:pt x="18852" y="2330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30"/>
                </a:lnTo>
                <a:lnTo>
                  <a:pt x="18588" y="2330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30"/>
                </a:lnTo>
                <a:lnTo>
                  <a:pt x="18324" y="2330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30"/>
                </a:lnTo>
                <a:lnTo>
                  <a:pt x="18059" y="2330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30"/>
                </a:lnTo>
                <a:lnTo>
                  <a:pt x="17795" y="2330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30"/>
                </a:lnTo>
                <a:lnTo>
                  <a:pt x="17531" y="2330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30"/>
                </a:lnTo>
                <a:lnTo>
                  <a:pt x="17267" y="2330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30"/>
                </a:lnTo>
                <a:lnTo>
                  <a:pt x="17003" y="2330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30"/>
                </a:lnTo>
                <a:lnTo>
                  <a:pt x="16739" y="2330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30"/>
                </a:lnTo>
                <a:lnTo>
                  <a:pt x="16475" y="2330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30"/>
                </a:lnTo>
                <a:lnTo>
                  <a:pt x="16211" y="2330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30"/>
                </a:lnTo>
                <a:lnTo>
                  <a:pt x="15947" y="2330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30"/>
                </a:lnTo>
                <a:lnTo>
                  <a:pt x="15683" y="2330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30"/>
                </a:lnTo>
                <a:lnTo>
                  <a:pt x="15419" y="2330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30"/>
                </a:lnTo>
                <a:lnTo>
                  <a:pt x="15155" y="2330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30"/>
                </a:lnTo>
                <a:lnTo>
                  <a:pt x="14891" y="2330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30"/>
                </a:lnTo>
                <a:lnTo>
                  <a:pt x="14627" y="2330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30"/>
                </a:lnTo>
                <a:lnTo>
                  <a:pt x="14363" y="2330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30"/>
                </a:lnTo>
                <a:lnTo>
                  <a:pt x="14099" y="2330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30"/>
                </a:lnTo>
                <a:lnTo>
                  <a:pt x="13834" y="2330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30"/>
                </a:lnTo>
                <a:lnTo>
                  <a:pt x="13570" y="2330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30"/>
                </a:lnTo>
                <a:lnTo>
                  <a:pt x="13306" y="2330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30"/>
                </a:lnTo>
                <a:lnTo>
                  <a:pt x="13041" y="2330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30"/>
                </a:lnTo>
                <a:lnTo>
                  <a:pt x="12777" y="2330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30"/>
                </a:lnTo>
                <a:lnTo>
                  <a:pt x="12513" y="2330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30"/>
                </a:lnTo>
                <a:lnTo>
                  <a:pt x="12249" y="2330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30"/>
                </a:lnTo>
                <a:lnTo>
                  <a:pt x="11985" y="2330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30"/>
                </a:lnTo>
                <a:lnTo>
                  <a:pt x="11721" y="2330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30"/>
                </a:lnTo>
                <a:lnTo>
                  <a:pt x="11457" y="2330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30"/>
                </a:lnTo>
                <a:lnTo>
                  <a:pt x="11193" y="2330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30"/>
                </a:lnTo>
                <a:lnTo>
                  <a:pt x="10929" y="2330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30"/>
                </a:lnTo>
                <a:lnTo>
                  <a:pt x="10665" y="2330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30"/>
                </a:lnTo>
                <a:lnTo>
                  <a:pt x="10401" y="2330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30"/>
                </a:lnTo>
                <a:lnTo>
                  <a:pt x="10137" y="2330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30"/>
                </a:lnTo>
                <a:lnTo>
                  <a:pt x="9873" y="2330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30"/>
                </a:lnTo>
                <a:lnTo>
                  <a:pt x="9609" y="2330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30"/>
                </a:lnTo>
                <a:lnTo>
                  <a:pt x="9345" y="2330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30"/>
                </a:lnTo>
                <a:lnTo>
                  <a:pt x="9081" y="2330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30"/>
                </a:lnTo>
                <a:lnTo>
                  <a:pt x="8817" y="2330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30"/>
                </a:lnTo>
                <a:lnTo>
                  <a:pt x="8553" y="2330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30"/>
                </a:lnTo>
                <a:lnTo>
                  <a:pt x="8288" y="2330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30"/>
                </a:lnTo>
                <a:lnTo>
                  <a:pt x="8024" y="2330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30"/>
                </a:lnTo>
                <a:lnTo>
                  <a:pt x="7760" y="2330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30"/>
                </a:lnTo>
                <a:lnTo>
                  <a:pt x="7496" y="2330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30"/>
                </a:lnTo>
                <a:lnTo>
                  <a:pt x="7232" y="2330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30"/>
                </a:lnTo>
                <a:lnTo>
                  <a:pt x="6968" y="2330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30"/>
                </a:lnTo>
                <a:lnTo>
                  <a:pt x="6704" y="2330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30"/>
                </a:lnTo>
                <a:lnTo>
                  <a:pt x="6440" y="2330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30"/>
                </a:lnTo>
                <a:lnTo>
                  <a:pt x="6176" y="2330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30"/>
                </a:lnTo>
                <a:lnTo>
                  <a:pt x="5912" y="2330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30"/>
                </a:lnTo>
                <a:lnTo>
                  <a:pt x="5648" y="2330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30"/>
                </a:lnTo>
                <a:lnTo>
                  <a:pt x="5384" y="2330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30"/>
                </a:lnTo>
                <a:lnTo>
                  <a:pt x="5120" y="2330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30"/>
                </a:lnTo>
                <a:lnTo>
                  <a:pt x="4856" y="2330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30"/>
                </a:lnTo>
                <a:lnTo>
                  <a:pt x="4592" y="2330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30"/>
                </a:lnTo>
                <a:lnTo>
                  <a:pt x="4328" y="2330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30"/>
                </a:lnTo>
                <a:lnTo>
                  <a:pt x="4064" y="2330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30"/>
                </a:lnTo>
                <a:lnTo>
                  <a:pt x="3800" y="2330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30"/>
                </a:lnTo>
                <a:lnTo>
                  <a:pt x="3536" y="2330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30"/>
                </a:lnTo>
                <a:lnTo>
                  <a:pt x="3271" y="2330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30"/>
                </a:lnTo>
                <a:lnTo>
                  <a:pt x="3007" y="2330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30"/>
                </a:lnTo>
                <a:lnTo>
                  <a:pt x="2743" y="2330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30"/>
                </a:lnTo>
                <a:lnTo>
                  <a:pt x="2479" y="2330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30"/>
                </a:lnTo>
                <a:lnTo>
                  <a:pt x="2215" y="2330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30"/>
                </a:lnTo>
                <a:lnTo>
                  <a:pt x="1951" y="2330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30"/>
                </a:lnTo>
                <a:lnTo>
                  <a:pt x="1687" y="2330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30"/>
                </a:lnTo>
                <a:lnTo>
                  <a:pt x="1423" y="2330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30"/>
                </a:lnTo>
                <a:lnTo>
                  <a:pt x="1159" y="2330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30"/>
                </a:lnTo>
                <a:lnTo>
                  <a:pt x="895" y="2330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30"/>
                </a:lnTo>
                <a:lnTo>
                  <a:pt x="631" y="2330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5"/>
                  <a:pt x="198" y="2442"/>
                </a:cubicBezTo>
                <a:lnTo>
                  <a:pt x="220" y="2327"/>
                </a:lnTo>
                <a:cubicBezTo>
                  <a:pt x="228" y="2329"/>
                  <a:pt x="236" y="2330"/>
                  <a:pt x="244" y="2330"/>
                </a:cubicBezTo>
                <a:lnTo>
                  <a:pt x="367" y="2330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2"/>
                  <a:pt x="0" y="2203"/>
                </a:cubicBezTo>
                <a:lnTo>
                  <a:pt x="0" y="2192"/>
                </a:lnTo>
                <a:lnTo>
                  <a:pt x="117" y="2192"/>
                </a:lnTo>
                <a:lnTo>
                  <a:pt x="117" y="2203"/>
                </a:lnTo>
                <a:cubicBezTo>
                  <a:pt x="117" y="2239"/>
                  <a:pt x="130" y="2269"/>
                  <a:pt x="156" y="2294"/>
                </a:cubicBezTo>
                <a:lnTo>
                  <a:pt x="75" y="2378"/>
                </a:lnTo>
                <a:moveTo>
                  <a:pt x="0" y="2087"/>
                </a:moveTo>
                <a:lnTo>
                  <a:pt x="0" y="1928"/>
                </a:lnTo>
                <a:lnTo>
                  <a:pt x="117" y="1928"/>
                </a:lnTo>
                <a:lnTo>
                  <a:pt x="117" y="2087"/>
                </a:lnTo>
                <a:lnTo>
                  <a:pt x="0" y="2087"/>
                </a:lnTo>
                <a:moveTo>
                  <a:pt x="0" y="1822"/>
                </a:moveTo>
                <a:lnTo>
                  <a:pt x="0" y="1664"/>
                </a:lnTo>
                <a:lnTo>
                  <a:pt x="117" y="1664"/>
                </a:lnTo>
                <a:lnTo>
                  <a:pt x="117" y="1822"/>
                </a:lnTo>
                <a:lnTo>
                  <a:pt x="0" y="1822"/>
                </a:lnTo>
                <a:moveTo>
                  <a:pt x="0" y="1558"/>
                </a:moveTo>
                <a:lnTo>
                  <a:pt x="0" y="1400"/>
                </a:lnTo>
                <a:lnTo>
                  <a:pt x="117" y="1400"/>
                </a:lnTo>
                <a:lnTo>
                  <a:pt x="117" y="1558"/>
                </a:lnTo>
                <a:lnTo>
                  <a:pt x="0" y="1558"/>
                </a:lnTo>
                <a:moveTo>
                  <a:pt x="0" y="1293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3"/>
                </a:lnTo>
                <a:lnTo>
                  <a:pt x="0" y="1293"/>
                </a:lnTo>
                <a:moveTo>
                  <a:pt x="0" y="1029"/>
                </a:moveTo>
                <a:lnTo>
                  <a:pt x="0" y="871"/>
                </a:lnTo>
                <a:lnTo>
                  <a:pt x="117" y="871"/>
                </a:lnTo>
                <a:lnTo>
                  <a:pt x="117" y="1029"/>
                </a:lnTo>
                <a:lnTo>
                  <a:pt x="0" y="1029"/>
                </a:lnTo>
                <a:moveTo>
                  <a:pt x="0" y="765"/>
                </a:moveTo>
                <a:lnTo>
                  <a:pt x="0" y="607"/>
                </a:lnTo>
                <a:lnTo>
                  <a:pt x="117" y="607"/>
                </a:lnTo>
                <a:lnTo>
                  <a:pt x="117" y="765"/>
                </a:lnTo>
                <a:lnTo>
                  <a:pt x="0" y="765"/>
                </a:lnTo>
                <a:moveTo>
                  <a:pt x="0" y="501"/>
                </a:moveTo>
                <a:lnTo>
                  <a:pt x="0" y="342"/>
                </a:lnTo>
                <a:lnTo>
                  <a:pt x="117" y="342"/>
                </a:lnTo>
                <a:lnTo>
                  <a:pt x="117" y="501"/>
                </a:lnTo>
                <a:lnTo>
                  <a:pt x="0" y="501"/>
                </a:lnTo>
                <a:moveTo>
                  <a:pt x="1" y="236"/>
                </a:moveTo>
                <a:cubicBezTo>
                  <a:pt x="3" y="161"/>
                  <a:pt x="34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0"/>
                  <a:pt x="117" y="239"/>
                </a:cubicBezTo>
                <a:lnTo>
                  <a:pt x="1" y="236"/>
                </a:lnTo>
                <a:moveTo>
                  <a:pt x="220" y="1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0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521640" y="170280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7"/>
                </a:lnTo>
                <a:lnTo>
                  <a:pt x="772" y="117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7"/>
                </a:lnTo>
                <a:lnTo>
                  <a:pt x="1036" y="117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7"/>
                </a:lnTo>
                <a:lnTo>
                  <a:pt x="1300" y="117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7"/>
                </a:lnTo>
                <a:lnTo>
                  <a:pt x="1564" y="117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7"/>
                </a:lnTo>
                <a:lnTo>
                  <a:pt x="1828" y="117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7"/>
                </a:lnTo>
                <a:lnTo>
                  <a:pt x="2092" y="117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7"/>
                </a:lnTo>
                <a:lnTo>
                  <a:pt x="2356" y="117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7"/>
                </a:lnTo>
                <a:lnTo>
                  <a:pt x="2620" y="117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7"/>
                </a:lnTo>
                <a:lnTo>
                  <a:pt x="2884" y="117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7"/>
                </a:lnTo>
                <a:lnTo>
                  <a:pt x="3148" y="117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7"/>
                </a:lnTo>
                <a:lnTo>
                  <a:pt x="3412" y="117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7"/>
                </a:lnTo>
                <a:lnTo>
                  <a:pt x="3677" y="117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7"/>
                </a:lnTo>
                <a:lnTo>
                  <a:pt x="3941" y="117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7"/>
                </a:lnTo>
                <a:lnTo>
                  <a:pt x="4205" y="117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7"/>
                </a:lnTo>
                <a:lnTo>
                  <a:pt x="4469" y="117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7"/>
                </a:lnTo>
                <a:lnTo>
                  <a:pt x="4733" y="117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7"/>
                </a:lnTo>
                <a:lnTo>
                  <a:pt x="4997" y="117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7"/>
                </a:lnTo>
                <a:lnTo>
                  <a:pt x="5261" y="117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7"/>
                </a:lnTo>
                <a:lnTo>
                  <a:pt x="5525" y="117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7"/>
                </a:lnTo>
                <a:lnTo>
                  <a:pt x="5789" y="117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7"/>
                </a:lnTo>
                <a:lnTo>
                  <a:pt x="6053" y="117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7"/>
                </a:lnTo>
                <a:lnTo>
                  <a:pt x="6317" y="117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7"/>
                </a:lnTo>
                <a:lnTo>
                  <a:pt x="6581" y="117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7"/>
                </a:lnTo>
                <a:lnTo>
                  <a:pt x="6845" y="117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7"/>
                </a:lnTo>
                <a:lnTo>
                  <a:pt x="7109" y="117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7"/>
                </a:lnTo>
                <a:lnTo>
                  <a:pt x="7373" y="117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7"/>
                </a:lnTo>
                <a:lnTo>
                  <a:pt x="7637" y="117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7"/>
                </a:lnTo>
                <a:lnTo>
                  <a:pt x="7901" y="117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7"/>
                </a:lnTo>
                <a:lnTo>
                  <a:pt x="8165" y="117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7"/>
                </a:lnTo>
                <a:lnTo>
                  <a:pt x="8430" y="117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7"/>
                </a:lnTo>
                <a:lnTo>
                  <a:pt x="8694" y="117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7"/>
                </a:lnTo>
                <a:lnTo>
                  <a:pt x="8958" y="117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7"/>
                </a:lnTo>
                <a:lnTo>
                  <a:pt x="9222" y="117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7"/>
                </a:lnTo>
                <a:lnTo>
                  <a:pt x="9486" y="117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7"/>
                </a:lnTo>
                <a:lnTo>
                  <a:pt x="9750" y="117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7"/>
                </a:lnTo>
                <a:lnTo>
                  <a:pt x="10014" y="117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7"/>
                </a:lnTo>
                <a:lnTo>
                  <a:pt x="10278" y="117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7"/>
                </a:lnTo>
                <a:lnTo>
                  <a:pt x="10542" y="117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7"/>
                </a:lnTo>
                <a:lnTo>
                  <a:pt x="10806" y="117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7"/>
                </a:lnTo>
                <a:lnTo>
                  <a:pt x="11070" y="117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7"/>
                </a:lnTo>
                <a:lnTo>
                  <a:pt x="11334" y="117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7"/>
                </a:lnTo>
                <a:lnTo>
                  <a:pt x="11598" y="117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7"/>
                </a:lnTo>
                <a:lnTo>
                  <a:pt x="11862" y="117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7"/>
                </a:lnTo>
                <a:lnTo>
                  <a:pt x="12126" y="117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7"/>
                </a:lnTo>
                <a:lnTo>
                  <a:pt x="12390" y="117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7"/>
                </a:lnTo>
                <a:lnTo>
                  <a:pt x="12654" y="117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7"/>
                </a:lnTo>
                <a:lnTo>
                  <a:pt x="12918" y="117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7"/>
                </a:lnTo>
                <a:lnTo>
                  <a:pt x="13182" y="117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7"/>
                </a:lnTo>
                <a:lnTo>
                  <a:pt x="13447" y="117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7"/>
                </a:lnTo>
                <a:lnTo>
                  <a:pt x="13711" y="117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7"/>
                </a:lnTo>
                <a:lnTo>
                  <a:pt x="13975" y="117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7"/>
                </a:lnTo>
                <a:lnTo>
                  <a:pt x="14240" y="117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7"/>
                </a:lnTo>
                <a:lnTo>
                  <a:pt x="14504" y="117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7"/>
                </a:lnTo>
                <a:lnTo>
                  <a:pt x="14768" y="117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7"/>
                </a:lnTo>
                <a:lnTo>
                  <a:pt x="15032" y="117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7"/>
                </a:lnTo>
                <a:lnTo>
                  <a:pt x="15296" y="117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7"/>
                </a:lnTo>
                <a:lnTo>
                  <a:pt x="15560" y="117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7"/>
                </a:lnTo>
                <a:lnTo>
                  <a:pt x="15824" y="117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7"/>
                </a:lnTo>
                <a:lnTo>
                  <a:pt x="16088" y="117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7"/>
                </a:lnTo>
                <a:lnTo>
                  <a:pt x="16352" y="117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7"/>
                </a:lnTo>
                <a:lnTo>
                  <a:pt x="16616" y="117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7"/>
                </a:lnTo>
                <a:lnTo>
                  <a:pt x="16880" y="117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7"/>
                </a:lnTo>
                <a:lnTo>
                  <a:pt x="17144" y="117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7"/>
                </a:lnTo>
                <a:lnTo>
                  <a:pt x="17408" y="117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7"/>
                </a:lnTo>
                <a:lnTo>
                  <a:pt x="17672" y="117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7"/>
                </a:lnTo>
                <a:lnTo>
                  <a:pt x="17936" y="117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7"/>
                </a:lnTo>
                <a:lnTo>
                  <a:pt x="18201" y="117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7"/>
                </a:lnTo>
                <a:lnTo>
                  <a:pt x="18465" y="117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7"/>
                </a:lnTo>
                <a:lnTo>
                  <a:pt x="18729" y="117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7"/>
                </a:lnTo>
                <a:lnTo>
                  <a:pt x="18993" y="117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7"/>
                </a:lnTo>
                <a:lnTo>
                  <a:pt x="19257" y="117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7"/>
                </a:lnTo>
                <a:lnTo>
                  <a:pt x="19521" y="117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7"/>
                </a:lnTo>
                <a:lnTo>
                  <a:pt x="19785" y="117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7"/>
                </a:lnTo>
                <a:lnTo>
                  <a:pt x="20049" y="117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7"/>
                </a:lnTo>
                <a:lnTo>
                  <a:pt x="20313" y="117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7"/>
                </a:lnTo>
                <a:lnTo>
                  <a:pt x="20577" y="117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7"/>
                </a:lnTo>
                <a:lnTo>
                  <a:pt x="20841" y="117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7"/>
                </a:lnTo>
                <a:lnTo>
                  <a:pt x="21105" y="117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7"/>
                </a:lnTo>
                <a:lnTo>
                  <a:pt x="21369" y="117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7"/>
                </a:lnTo>
                <a:lnTo>
                  <a:pt x="21633" y="117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7"/>
                </a:lnTo>
                <a:lnTo>
                  <a:pt x="21897" y="117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7"/>
                </a:lnTo>
                <a:lnTo>
                  <a:pt x="22161" y="117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7"/>
                </a:lnTo>
                <a:lnTo>
                  <a:pt x="22425" y="117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7"/>
                </a:lnTo>
                <a:lnTo>
                  <a:pt x="22689" y="117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7"/>
                </a:lnTo>
                <a:lnTo>
                  <a:pt x="22953" y="117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7"/>
                </a:lnTo>
                <a:lnTo>
                  <a:pt x="23218" y="117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7"/>
                </a:lnTo>
                <a:lnTo>
                  <a:pt x="23482" y="117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7"/>
                </a:lnTo>
                <a:lnTo>
                  <a:pt x="23746" y="117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7"/>
                </a:lnTo>
                <a:lnTo>
                  <a:pt x="24010" y="117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7"/>
                </a:lnTo>
                <a:lnTo>
                  <a:pt x="24274" y="117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7"/>
                </a:lnTo>
                <a:lnTo>
                  <a:pt x="24538" y="117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7"/>
                </a:lnTo>
                <a:lnTo>
                  <a:pt x="24802" y="117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7"/>
                </a:lnTo>
                <a:lnTo>
                  <a:pt x="25066" y="117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7"/>
                </a:lnTo>
                <a:lnTo>
                  <a:pt x="25330" y="117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7"/>
                </a:lnTo>
                <a:lnTo>
                  <a:pt x="25594" y="117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7"/>
                </a:lnTo>
                <a:lnTo>
                  <a:pt x="25858" y="117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7"/>
                </a:lnTo>
                <a:lnTo>
                  <a:pt x="26122" y="117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7"/>
                </a:lnTo>
                <a:lnTo>
                  <a:pt x="26386" y="117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7"/>
                </a:lnTo>
                <a:lnTo>
                  <a:pt x="26650" y="117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7"/>
                </a:lnTo>
                <a:lnTo>
                  <a:pt x="26914" y="117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7"/>
                </a:lnTo>
                <a:lnTo>
                  <a:pt x="27178" y="117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7"/>
                </a:lnTo>
                <a:lnTo>
                  <a:pt x="27442" y="117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7"/>
                </a:lnTo>
                <a:lnTo>
                  <a:pt x="27706" y="117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7"/>
                </a:lnTo>
                <a:lnTo>
                  <a:pt x="27971" y="117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7"/>
                </a:lnTo>
                <a:lnTo>
                  <a:pt x="28235" y="117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7"/>
                </a:lnTo>
                <a:lnTo>
                  <a:pt x="28499" y="117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7"/>
                </a:lnTo>
                <a:lnTo>
                  <a:pt x="28763" y="117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7"/>
                </a:lnTo>
                <a:lnTo>
                  <a:pt x="29027" y="117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7"/>
                </a:lnTo>
                <a:lnTo>
                  <a:pt x="29291" y="117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7"/>
                </a:lnTo>
                <a:lnTo>
                  <a:pt x="29555" y="117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7"/>
                </a:lnTo>
                <a:lnTo>
                  <a:pt x="29819" y="117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7"/>
                </a:lnTo>
                <a:lnTo>
                  <a:pt x="30083" y="117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7"/>
                </a:lnTo>
                <a:lnTo>
                  <a:pt x="30347" y="117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3"/>
                  <a:pt x="30783" y="7"/>
                </a:cubicBezTo>
                <a:lnTo>
                  <a:pt x="30755" y="120"/>
                </a:lnTo>
                <a:cubicBezTo>
                  <a:pt x="30745" y="118"/>
                  <a:pt x="30735" y="117"/>
                  <a:pt x="30725" y="117"/>
                </a:cubicBezTo>
                <a:lnTo>
                  <a:pt x="30611" y="117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4"/>
                  <a:pt x="30968" y="179"/>
                  <a:pt x="30968" y="244"/>
                </a:cubicBezTo>
                <a:lnTo>
                  <a:pt x="30968" y="264"/>
                </a:lnTo>
                <a:lnTo>
                  <a:pt x="30852" y="264"/>
                </a:lnTo>
                <a:lnTo>
                  <a:pt x="30852" y="244"/>
                </a:lnTo>
                <a:cubicBezTo>
                  <a:pt x="30852" y="210"/>
                  <a:pt x="30840" y="181"/>
                  <a:pt x="30817" y="157"/>
                </a:cubicBezTo>
                <a:lnTo>
                  <a:pt x="30902" y="77"/>
                </a:lnTo>
                <a:moveTo>
                  <a:pt x="30968" y="369"/>
                </a:moveTo>
                <a:lnTo>
                  <a:pt x="30968" y="528"/>
                </a:lnTo>
                <a:lnTo>
                  <a:pt x="30852" y="528"/>
                </a:lnTo>
                <a:lnTo>
                  <a:pt x="30852" y="369"/>
                </a:lnTo>
                <a:lnTo>
                  <a:pt x="30968" y="369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7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7"/>
                </a:lnTo>
                <a:lnTo>
                  <a:pt x="30968" y="897"/>
                </a:lnTo>
                <a:moveTo>
                  <a:pt x="30968" y="1161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1"/>
                </a:lnTo>
                <a:lnTo>
                  <a:pt x="30968" y="1161"/>
                </a:lnTo>
                <a:moveTo>
                  <a:pt x="30968" y="1426"/>
                </a:moveTo>
                <a:lnTo>
                  <a:pt x="30968" y="1585"/>
                </a:lnTo>
                <a:lnTo>
                  <a:pt x="30852" y="1585"/>
                </a:lnTo>
                <a:lnTo>
                  <a:pt x="30852" y="1426"/>
                </a:lnTo>
                <a:lnTo>
                  <a:pt x="30968" y="1426"/>
                </a:lnTo>
                <a:moveTo>
                  <a:pt x="30968" y="1690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2"/>
                </a:moveTo>
                <a:cubicBezTo>
                  <a:pt x="30961" y="2297"/>
                  <a:pt x="30928" y="2357"/>
                  <a:pt x="30866" y="2401"/>
                </a:cubicBezTo>
                <a:lnTo>
                  <a:pt x="30799" y="2306"/>
                </a:lnTo>
                <a:cubicBezTo>
                  <a:pt x="30831" y="2283"/>
                  <a:pt x="30848" y="2252"/>
                  <a:pt x="30851" y="2213"/>
                </a:cubicBezTo>
                <a:lnTo>
                  <a:pt x="30967" y="2222"/>
                </a:lnTo>
                <a:moveTo>
                  <a:pt x="30736" y="2446"/>
                </a:moveTo>
                <a:cubicBezTo>
                  <a:pt x="30733" y="2446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30"/>
                </a:lnTo>
                <a:lnTo>
                  <a:pt x="30725" y="2330"/>
                </a:lnTo>
                <a:cubicBezTo>
                  <a:pt x="30727" y="2330"/>
                  <a:pt x="30729" y="2330"/>
                  <a:pt x="30731" y="2329"/>
                </a:cubicBezTo>
                <a:lnTo>
                  <a:pt x="30736" y="2446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30"/>
                </a:lnTo>
                <a:lnTo>
                  <a:pt x="30470" y="2330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30"/>
                </a:lnTo>
                <a:lnTo>
                  <a:pt x="30206" y="2330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30"/>
                </a:lnTo>
                <a:lnTo>
                  <a:pt x="29942" y="2330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30"/>
                </a:lnTo>
                <a:lnTo>
                  <a:pt x="29678" y="2330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30"/>
                </a:lnTo>
                <a:lnTo>
                  <a:pt x="29414" y="2330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30"/>
                </a:lnTo>
                <a:lnTo>
                  <a:pt x="29150" y="2330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30"/>
                </a:lnTo>
                <a:lnTo>
                  <a:pt x="28886" y="2330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30"/>
                </a:lnTo>
                <a:lnTo>
                  <a:pt x="28622" y="2330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30"/>
                </a:lnTo>
                <a:lnTo>
                  <a:pt x="28358" y="2330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30"/>
                </a:lnTo>
                <a:lnTo>
                  <a:pt x="28094" y="2330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30"/>
                </a:lnTo>
                <a:lnTo>
                  <a:pt x="27829" y="2330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30"/>
                </a:lnTo>
                <a:lnTo>
                  <a:pt x="27565" y="2330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30"/>
                </a:lnTo>
                <a:lnTo>
                  <a:pt x="27301" y="2330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30"/>
                </a:lnTo>
                <a:lnTo>
                  <a:pt x="27037" y="2330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30"/>
                </a:lnTo>
                <a:lnTo>
                  <a:pt x="26773" y="2330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30"/>
                </a:lnTo>
                <a:lnTo>
                  <a:pt x="26509" y="2330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30"/>
                </a:lnTo>
                <a:lnTo>
                  <a:pt x="26245" y="2330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30"/>
                </a:lnTo>
                <a:lnTo>
                  <a:pt x="25981" y="2330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30"/>
                </a:lnTo>
                <a:lnTo>
                  <a:pt x="25717" y="2330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30"/>
                </a:lnTo>
                <a:lnTo>
                  <a:pt x="25453" y="2330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30"/>
                </a:lnTo>
                <a:lnTo>
                  <a:pt x="25189" y="2330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30"/>
                </a:lnTo>
                <a:lnTo>
                  <a:pt x="24925" y="2330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30"/>
                </a:lnTo>
                <a:lnTo>
                  <a:pt x="24661" y="2330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30"/>
                </a:lnTo>
                <a:lnTo>
                  <a:pt x="24397" y="2330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30"/>
                </a:lnTo>
                <a:lnTo>
                  <a:pt x="24133" y="2330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30"/>
                </a:lnTo>
                <a:lnTo>
                  <a:pt x="23869" y="2330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30"/>
                </a:lnTo>
                <a:lnTo>
                  <a:pt x="23605" y="2330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30"/>
                </a:lnTo>
                <a:lnTo>
                  <a:pt x="23341" y="2330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30"/>
                </a:lnTo>
                <a:lnTo>
                  <a:pt x="23077" y="2330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30"/>
                </a:lnTo>
                <a:lnTo>
                  <a:pt x="22812" y="2330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30"/>
                </a:lnTo>
                <a:lnTo>
                  <a:pt x="22548" y="2330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30"/>
                </a:lnTo>
                <a:lnTo>
                  <a:pt x="22284" y="2330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30"/>
                </a:lnTo>
                <a:lnTo>
                  <a:pt x="22020" y="2330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30"/>
                </a:lnTo>
                <a:lnTo>
                  <a:pt x="21756" y="2330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30"/>
                </a:lnTo>
                <a:lnTo>
                  <a:pt x="21492" y="2330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30"/>
                </a:lnTo>
                <a:lnTo>
                  <a:pt x="21228" y="2330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30"/>
                </a:lnTo>
                <a:lnTo>
                  <a:pt x="20964" y="2330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30"/>
                </a:lnTo>
                <a:lnTo>
                  <a:pt x="20700" y="2330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30"/>
                </a:lnTo>
                <a:lnTo>
                  <a:pt x="20436" y="2330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30"/>
                </a:lnTo>
                <a:lnTo>
                  <a:pt x="20172" y="2330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30"/>
                </a:lnTo>
                <a:lnTo>
                  <a:pt x="19908" y="2330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30"/>
                </a:lnTo>
                <a:lnTo>
                  <a:pt x="19644" y="2330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30"/>
                </a:lnTo>
                <a:lnTo>
                  <a:pt x="19380" y="2330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30"/>
                </a:lnTo>
                <a:lnTo>
                  <a:pt x="19116" y="2330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30"/>
                </a:lnTo>
                <a:lnTo>
                  <a:pt x="18852" y="2330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30"/>
                </a:lnTo>
                <a:lnTo>
                  <a:pt x="18588" y="2330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30"/>
                </a:lnTo>
                <a:lnTo>
                  <a:pt x="18324" y="2330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30"/>
                </a:lnTo>
                <a:lnTo>
                  <a:pt x="18059" y="2330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30"/>
                </a:lnTo>
                <a:lnTo>
                  <a:pt x="17795" y="2330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30"/>
                </a:lnTo>
                <a:lnTo>
                  <a:pt x="17531" y="2330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30"/>
                </a:lnTo>
                <a:lnTo>
                  <a:pt x="17267" y="2330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30"/>
                </a:lnTo>
                <a:lnTo>
                  <a:pt x="17003" y="2330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30"/>
                </a:lnTo>
                <a:lnTo>
                  <a:pt x="16739" y="2330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30"/>
                </a:lnTo>
                <a:lnTo>
                  <a:pt x="16475" y="2330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30"/>
                </a:lnTo>
                <a:lnTo>
                  <a:pt x="16211" y="2330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30"/>
                </a:lnTo>
                <a:lnTo>
                  <a:pt x="15947" y="2330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30"/>
                </a:lnTo>
                <a:lnTo>
                  <a:pt x="15683" y="2330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30"/>
                </a:lnTo>
                <a:lnTo>
                  <a:pt x="15419" y="2330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30"/>
                </a:lnTo>
                <a:lnTo>
                  <a:pt x="15155" y="2330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30"/>
                </a:lnTo>
                <a:lnTo>
                  <a:pt x="14891" y="2330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30"/>
                </a:lnTo>
                <a:lnTo>
                  <a:pt x="14627" y="2330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30"/>
                </a:lnTo>
                <a:lnTo>
                  <a:pt x="14363" y="2330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30"/>
                </a:lnTo>
                <a:lnTo>
                  <a:pt x="14099" y="2330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30"/>
                </a:lnTo>
                <a:lnTo>
                  <a:pt x="13834" y="2330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30"/>
                </a:lnTo>
                <a:lnTo>
                  <a:pt x="13570" y="2330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30"/>
                </a:lnTo>
                <a:lnTo>
                  <a:pt x="13306" y="2330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30"/>
                </a:lnTo>
                <a:lnTo>
                  <a:pt x="13041" y="2330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30"/>
                </a:lnTo>
                <a:lnTo>
                  <a:pt x="12777" y="2330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30"/>
                </a:lnTo>
                <a:lnTo>
                  <a:pt x="12513" y="2330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30"/>
                </a:lnTo>
                <a:lnTo>
                  <a:pt x="12249" y="2330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30"/>
                </a:lnTo>
                <a:lnTo>
                  <a:pt x="11985" y="2330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30"/>
                </a:lnTo>
                <a:lnTo>
                  <a:pt x="11721" y="2330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30"/>
                </a:lnTo>
                <a:lnTo>
                  <a:pt x="11457" y="2330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30"/>
                </a:lnTo>
                <a:lnTo>
                  <a:pt x="11193" y="2330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30"/>
                </a:lnTo>
                <a:lnTo>
                  <a:pt x="10929" y="2330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30"/>
                </a:lnTo>
                <a:lnTo>
                  <a:pt x="10665" y="2330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30"/>
                </a:lnTo>
                <a:lnTo>
                  <a:pt x="10401" y="2330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30"/>
                </a:lnTo>
                <a:lnTo>
                  <a:pt x="10137" y="2330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30"/>
                </a:lnTo>
                <a:lnTo>
                  <a:pt x="9873" y="2330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30"/>
                </a:lnTo>
                <a:lnTo>
                  <a:pt x="9609" y="2330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30"/>
                </a:lnTo>
                <a:lnTo>
                  <a:pt x="9345" y="2330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30"/>
                </a:lnTo>
                <a:lnTo>
                  <a:pt x="9081" y="2330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30"/>
                </a:lnTo>
                <a:lnTo>
                  <a:pt x="8817" y="2330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30"/>
                </a:lnTo>
                <a:lnTo>
                  <a:pt x="8553" y="2330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30"/>
                </a:lnTo>
                <a:lnTo>
                  <a:pt x="8288" y="2330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30"/>
                </a:lnTo>
                <a:lnTo>
                  <a:pt x="8024" y="2330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30"/>
                </a:lnTo>
                <a:lnTo>
                  <a:pt x="7760" y="2330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30"/>
                </a:lnTo>
                <a:lnTo>
                  <a:pt x="7496" y="2330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30"/>
                </a:lnTo>
                <a:lnTo>
                  <a:pt x="7232" y="2330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30"/>
                </a:lnTo>
                <a:lnTo>
                  <a:pt x="6968" y="2330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30"/>
                </a:lnTo>
                <a:lnTo>
                  <a:pt x="6704" y="2330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30"/>
                </a:lnTo>
                <a:lnTo>
                  <a:pt x="6440" y="2330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30"/>
                </a:lnTo>
                <a:lnTo>
                  <a:pt x="6176" y="2330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30"/>
                </a:lnTo>
                <a:lnTo>
                  <a:pt x="5912" y="2330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30"/>
                </a:lnTo>
                <a:lnTo>
                  <a:pt x="5648" y="2330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30"/>
                </a:lnTo>
                <a:lnTo>
                  <a:pt x="5384" y="2330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30"/>
                </a:lnTo>
                <a:lnTo>
                  <a:pt x="5120" y="2330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30"/>
                </a:lnTo>
                <a:lnTo>
                  <a:pt x="4856" y="2330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30"/>
                </a:lnTo>
                <a:lnTo>
                  <a:pt x="4592" y="2330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30"/>
                </a:lnTo>
                <a:lnTo>
                  <a:pt x="4328" y="2330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30"/>
                </a:lnTo>
                <a:lnTo>
                  <a:pt x="4064" y="2330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30"/>
                </a:lnTo>
                <a:lnTo>
                  <a:pt x="3800" y="2330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30"/>
                </a:lnTo>
                <a:lnTo>
                  <a:pt x="3536" y="2330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30"/>
                </a:lnTo>
                <a:lnTo>
                  <a:pt x="3271" y="2330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30"/>
                </a:lnTo>
                <a:lnTo>
                  <a:pt x="3007" y="2330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30"/>
                </a:lnTo>
                <a:lnTo>
                  <a:pt x="2743" y="2330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30"/>
                </a:lnTo>
                <a:lnTo>
                  <a:pt x="2479" y="2330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30"/>
                </a:lnTo>
                <a:lnTo>
                  <a:pt x="2215" y="2330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30"/>
                </a:lnTo>
                <a:lnTo>
                  <a:pt x="1951" y="2330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30"/>
                </a:lnTo>
                <a:lnTo>
                  <a:pt x="1687" y="2330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30"/>
                </a:lnTo>
                <a:lnTo>
                  <a:pt x="1423" y="2330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30"/>
                </a:lnTo>
                <a:lnTo>
                  <a:pt x="1159" y="2330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30"/>
                </a:lnTo>
                <a:lnTo>
                  <a:pt x="895" y="2330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30"/>
                </a:lnTo>
                <a:lnTo>
                  <a:pt x="631" y="2330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5"/>
                  <a:pt x="198" y="2442"/>
                </a:cubicBezTo>
                <a:lnTo>
                  <a:pt x="220" y="2327"/>
                </a:lnTo>
                <a:cubicBezTo>
                  <a:pt x="228" y="2329"/>
                  <a:pt x="236" y="2330"/>
                  <a:pt x="244" y="2330"/>
                </a:cubicBezTo>
                <a:lnTo>
                  <a:pt x="367" y="2330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2"/>
                  <a:pt x="0" y="2203"/>
                </a:cubicBezTo>
                <a:lnTo>
                  <a:pt x="0" y="2192"/>
                </a:lnTo>
                <a:lnTo>
                  <a:pt x="117" y="2192"/>
                </a:lnTo>
                <a:lnTo>
                  <a:pt x="117" y="2203"/>
                </a:lnTo>
                <a:cubicBezTo>
                  <a:pt x="117" y="2239"/>
                  <a:pt x="130" y="2269"/>
                  <a:pt x="156" y="2294"/>
                </a:cubicBezTo>
                <a:lnTo>
                  <a:pt x="75" y="2378"/>
                </a:lnTo>
                <a:moveTo>
                  <a:pt x="0" y="2087"/>
                </a:moveTo>
                <a:lnTo>
                  <a:pt x="0" y="1928"/>
                </a:lnTo>
                <a:lnTo>
                  <a:pt x="117" y="1928"/>
                </a:lnTo>
                <a:lnTo>
                  <a:pt x="117" y="2087"/>
                </a:lnTo>
                <a:lnTo>
                  <a:pt x="0" y="2087"/>
                </a:lnTo>
                <a:moveTo>
                  <a:pt x="0" y="1822"/>
                </a:moveTo>
                <a:lnTo>
                  <a:pt x="0" y="1664"/>
                </a:lnTo>
                <a:lnTo>
                  <a:pt x="117" y="1664"/>
                </a:lnTo>
                <a:lnTo>
                  <a:pt x="117" y="1822"/>
                </a:lnTo>
                <a:lnTo>
                  <a:pt x="0" y="1822"/>
                </a:lnTo>
                <a:moveTo>
                  <a:pt x="0" y="1558"/>
                </a:moveTo>
                <a:lnTo>
                  <a:pt x="0" y="1400"/>
                </a:lnTo>
                <a:lnTo>
                  <a:pt x="117" y="1400"/>
                </a:lnTo>
                <a:lnTo>
                  <a:pt x="117" y="1558"/>
                </a:lnTo>
                <a:lnTo>
                  <a:pt x="0" y="1558"/>
                </a:lnTo>
                <a:moveTo>
                  <a:pt x="0" y="1293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3"/>
                </a:lnTo>
                <a:lnTo>
                  <a:pt x="0" y="1293"/>
                </a:lnTo>
                <a:moveTo>
                  <a:pt x="0" y="1029"/>
                </a:moveTo>
                <a:lnTo>
                  <a:pt x="0" y="871"/>
                </a:lnTo>
                <a:lnTo>
                  <a:pt x="117" y="871"/>
                </a:lnTo>
                <a:lnTo>
                  <a:pt x="117" y="1029"/>
                </a:lnTo>
                <a:lnTo>
                  <a:pt x="0" y="1029"/>
                </a:lnTo>
                <a:moveTo>
                  <a:pt x="0" y="765"/>
                </a:moveTo>
                <a:lnTo>
                  <a:pt x="0" y="607"/>
                </a:lnTo>
                <a:lnTo>
                  <a:pt x="117" y="607"/>
                </a:lnTo>
                <a:lnTo>
                  <a:pt x="117" y="765"/>
                </a:lnTo>
                <a:lnTo>
                  <a:pt x="0" y="765"/>
                </a:lnTo>
                <a:moveTo>
                  <a:pt x="0" y="501"/>
                </a:moveTo>
                <a:lnTo>
                  <a:pt x="0" y="342"/>
                </a:lnTo>
                <a:lnTo>
                  <a:pt x="117" y="342"/>
                </a:lnTo>
                <a:lnTo>
                  <a:pt x="117" y="501"/>
                </a:lnTo>
                <a:lnTo>
                  <a:pt x="0" y="501"/>
                </a:lnTo>
                <a:moveTo>
                  <a:pt x="1" y="236"/>
                </a:moveTo>
                <a:cubicBezTo>
                  <a:pt x="3" y="161"/>
                  <a:pt x="34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0"/>
                  <a:pt x="117" y="239"/>
                </a:cubicBezTo>
                <a:lnTo>
                  <a:pt x="1" y="236"/>
                </a:lnTo>
                <a:moveTo>
                  <a:pt x="220" y="1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0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521640" y="170280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7"/>
                </a:lnTo>
                <a:lnTo>
                  <a:pt x="772" y="117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7"/>
                </a:lnTo>
                <a:lnTo>
                  <a:pt x="1036" y="117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7"/>
                </a:lnTo>
                <a:lnTo>
                  <a:pt x="1300" y="117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7"/>
                </a:lnTo>
                <a:lnTo>
                  <a:pt x="1564" y="117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7"/>
                </a:lnTo>
                <a:lnTo>
                  <a:pt x="1828" y="117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7"/>
                </a:lnTo>
                <a:lnTo>
                  <a:pt x="2092" y="117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7"/>
                </a:lnTo>
                <a:lnTo>
                  <a:pt x="2356" y="117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7"/>
                </a:lnTo>
                <a:lnTo>
                  <a:pt x="2620" y="117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7"/>
                </a:lnTo>
                <a:lnTo>
                  <a:pt x="2884" y="117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7"/>
                </a:lnTo>
                <a:lnTo>
                  <a:pt x="3148" y="117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7"/>
                </a:lnTo>
                <a:lnTo>
                  <a:pt x="3412" y="117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7"/>
                </a:lnTo>
                <a:lnTo>
                  <a:pt x="3677" y="117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7"/>
                </a:lnTo>
                <a:lnTo>
                  <a:pt x="3941" y="117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7"/>
                </a:lnTo>
                <a:lnTo>
                  <a:pt x="4205" y="117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7"/>
                </a:lnTo>
                <a:lnTo>
                  <a:pt x="4469" y="117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7"/>
                </a:lnTo>
                <a:lnTo>
                  <a:pt x="4733" y="117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7"/>
                </a:lnTo>
                <a:lnTo>
                  <a:pt x="4997" y="117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7"/>
                </a:lnTo>
                <a:lnTo>
                  <a:pt x="5261" y="117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7"/>
                </a:lnTo>
                <a:lnTo>
                  <a:pt x="5525" y="117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7"/>
                </a:lnTo>
                <a:lnTo>
                  <a:pt x="5789" y="117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7"/>
                </a:lnTo>
                <a:lnTo>
                  <a:pt x="6053" y="117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7"/>
                </a:lnTo>
                <a:lnTo>
                  <a:pt x="6317" y="117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7"/>
                </a:lnTo>
                <a:lnTo>
                  <a:pt x="6581" y="117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7"/>
                </a:lnTo>
                <a:lnTo>
                  <a:pt x="6845" y="117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7"/>
                </a:lnTo>
                <a:lnTo>
                  <a:pt x="7109" y="117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7"/>
                </a:lnTo>
                <a:lnTo>
                  <a:pt x="7373" y="117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7"/>
                </a:lnTo>
                <a:lnTo>
                  <a:pt x="7637" y="117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7"/>
                </a:lnTo>
                <a:lnTo>
                  <a:pt x="7901" y="117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7"/>
                </a:lnTo>
                <a:lnTo>
                  <a:pt x="8165" y="117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7"/>
                </a:lnTo>
                <a:lnTo>
                  <a:pt x="8430" y="117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7"/>
                </a:lnTo>
                <a:lnTo>
                  <a:pt x="8694" y="117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7"/>
                </a:lnTo>
                <a:lnTo>
                  <a:pt x="8958" y="117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7"/>
                </a:lnTo>
                <a:lnTo>
                  <a:pt x="9222" y="117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7"/>
                </a:lnTo>
                <a:lnTo>
                  <a:pt x="9486" y="117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7"/>
                </a:lnTo>
                <a:lnTo>
                  <a:pt x="9750" y="117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7"/>
                </a:lnTo>
                <a:lnTo>
                  <a:pt x="10014" y="117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7"/>
                </a:lnTo>
                <a:lnTo>
                  <a:pt x="10278" y="117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7"/>
                </a:lnTo>
                <a:lnTo>
                  <a:pt x="10542" y="117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7"/>
                </a:lnTo>
                <a:lnTo>
                  <a:pt x="10806" y="117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7"/>
                </a:lnTo>
                <a:lnTo>
                  <a:pt x="11070" y="117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7"/>
                </a:lnTo>
                <a:lnTo>
                  <a:pt x="11334" y="117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7"/>
                </a:lnTo>
                <a:lnTo>
                  <a:pt x="11598" y="117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7"/>
                </a:lnTo>
                <a:lnTo>
                  <a:pt x="11862" y="117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7"/>
                </a:lnTo>
                <a:lnTo>
                  <a:pt x="12126" y="117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7"/>
                </a:lnTo>
                <a:lnTo>
                  <a:pt x="12390" y="117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7"/>
                </a:lnTo>
                <a:lnTo>
                  <a:pt x="12654" y="117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7"/>
                </a:lnTo>
                <a:lnTo>
                  <a:pt x="12918" y="117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7"/>
                </a:lnTo>
                <a:lnTo>
                  <a:pt x="13182" y="117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7"/>
                </a:lnTo>
                <a:lnTo>
                  <a:pt x="13447" y="117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7"/>
                </a:lnTo>
                <a:lnTo>
                  <a:pt x="13711" y="117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7"/>
                </a:lnTo>
                <a:lnTo>
                  <a:pt x="13975" y="117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7"/>
                </a:lnTo>
                <a:lnTo>
                  <a:pt x="14240" y="117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7"/>
                </a:lnTo>
                <a:lnTo>
                  <a:pt x="14504" y="117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7"/>
                </a:lnTo>
                <a:lnTo>
                  <a:pt x="14768" y="117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7"/>
                </a:lnTo>
                <a:lnTo>
                  <a:pt x="15032" y="117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7"/>
                </a:lnTo>
                <a:lnTo>
                  <a:pt x="15296" y="117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7"/>
                </a:lnTo>
                <a:lnTo>
                  <a:pt x="15560" y="117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7"/>
                </a:lnTo>
                <a:lnTo>
                  <a:pt x="15824" y="117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7"/>
                </a:lnTo>
                <a:lnTo>
                  <a:pt x="16088" y="117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7"/>
                </a:lnTo>
                <a:lnTo>
                  <a:pt x="16352" y="117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7"/>
                </a:lnTo>
                <a:lnTo>
                  <a:pt x="16616" y="117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7"/>
                </a:lnTo>
                <a:lnTo>
                  <a:pt x="16880" y="117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7"/>
                </a:lnTo>
                <a:lnTo>
                  <a:pt x="17144" y="117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7"/>
                </a:lnTo>
                <a:lnTo>
                  <a:pt x="17408" y="117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7"/>
                </a:lnTo>
                <a:lnTo>
                  <a:pt x="17672" y="117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7"/>
                </a:lnTo>
                <a:lnTo>
                  <a:pt x="17936" y="117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7"/>
                </a:lnTo>
                <a:lnTo>
                  <a:pt x="18201" y="117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7"/>
                </a:lnTo>
                <a:lnTo>
                  <a:pt x="18465" y="117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7"/>
                </a:lnTo>
                <a:lnTo>
                  <a:pt x="18729" y="117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7"/>
                </a:lnTo>
                <a:lnTo>
                  <a:pt x="18993" y="117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7"/>
                </a:lnTo>
                <a:lnTo>
                  <a:pt x="19257" y="117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7"/>
                </a:lnTo>
                <a:lnTo>
                  <a:pt x="19521" y="117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7"/>
                </a:lnTo>
                <a:lnTo>
                  <a:pt x="19785" y="117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7"/>
                </a:lnTo>
                <a:lnTo>
                  <a:pt x="20049" y="117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7"/>
                </a:lnTo>
                <a:lnTo>
                  <a:pt x="20313" y="117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7"/>
                </a:lnTo>
                <a:lnTo>
                  <a:pt x="20577" y="117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7"/>
                </a:lnTo>
                <a:lnTo>
                  <a:pt x="20841" y="117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7"/>
                </a:lnTo>
                <a:lnTo>
                  <a:pt x="21105" y="117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7"/>
                </a:lnTo>
                <a:lnTo>
                  <a:pt x="21369" y="117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7"/>
                </a:lnTo>
                <a:lnTo>
                  <a:pt x="21633" y="117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7"/>
                </a:lnTo>
                <a:lnTo>
                  <a:pt x="21897" y="117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7"/>
                </a:lnTo>
                <a:lnTo>
                  <a:pt x="22161" y="117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7"/>
                </a:lnTo>
                <a:lnTo>
                  <a:pt x="22425" y="117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7"/>
                </a:lnTo>
                <a:lnTo>
                  <a:pt x="22689" y="117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7"/>
                </a:lnTo>
                <a:lnTo>
                  <a:pt x="22953" y="117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7"/>
                </a:lnTo>
                <a:lnTo>
                  <a:pt x="23218" y="117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7"/>
                </a:lnTo>
                <a:lnTo>
                  <a:pt x="23482" y="117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7"/>
                </a:lnTo>
                <a:lnTo>
                  <a:pt x="23746" y="117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7"/>
                </a:lnTo>
                <a:lnTo>
                  <a:pt x="24010" y="117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7"/>
                </a:lnTo>
                <a:lnTo>
                  <a:pt x="24274" y="117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7"/>
                </a:lnTo>
                <a:lnTo>
                  <a:pt x="24538" y="117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7"/>
                </a:lnTo>
                <a:lnTo>
                  <a:pt x="24802" y="117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7"/>
                </a:lnTo>
                <a:lnTo>
                  <a:pt x="25066" y="117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7"/>
                </a:lnTo>
                <a:lnTo>
                  <a:pt x="25330" y="117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7"/>
                </a:lnTo>
                <a:lnTo>
                  <a:pt x="25594" y="117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7"/>
                </a:lnTo>
                <a:lnTo>
                  <a:pt x="25858" y="117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7"/>
                </a:lnTo>
                <a:lnTo>
                  <a:pt x="26122" y="117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7"/>
                </a:lnTo>
                <a:lnTo>
                  <a:pt x="26386" y="117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7"/>
                </a:lnTo>
                <a:lnTo>
                  <a:pt x="26650" y="117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7"/>
                </a:lnTo>
                <a:lnTo>
                  <a:pt x="26914" y="117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7"/>
                </a:lnTo>
                <a:lnTo>
                  <a:pt x="27178" y="117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7"/>
                </a:lnTo>
                <a:lnTo>
                  <a:pt x="27442" y="117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7"/>
                </a:lnTo>
                <a:lnTo>
                  <a:pt x="27706" y="117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7"/>
                </a:lnTo>
                <a:lnTo>
                  <a:pt x="27971" y="117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7"/>
                </a:lnTo>
                <a:lnTo>
                  <a:pt x="28235" y="117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7"/>
                </a:lnTo>
                <a:lnTo>
                  <a:pt x="28499" y="117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7"/>
                </a:lnTo>
                <a:lnTo>
                  <a:pt x="28763" y="117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7"/>
                </a:lnTo>
                <a:lnTo>
                  <a:pt x="29027" y="117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7"/>
                </a:lnTo>
                <a:lnTo>
                  <a:pt x="29291" y="117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7"/>
                </a:lnTo>
                <a:lnTo>
                  <a:pt x="29555" y="117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7"/>
                </a:lnTo>
                <a:lnTo>
                  <a:pt x="29819" y="117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7"/>
                </a:lnTo>
                <a:lnTo>
                  <a:pt x="30083" y="117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7"/>
                </a:lnTo>
                <a:lnTo>
                  <a:pt x="30347" y="117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3"/>
                  <a:pt x="30783" y="7"/>
                </a:cubicBezTo>
                <a:lnTo>
                  <a:pt x="30755" y="120"/>
                </a:lnTo>
                <a:cubicBezTo>
                  <a:pt x="30745" y="118"/>
                  <a:pt x="30735" y="117"/>
                  <a:pt x="30725" y="117"/>
                </a:cubicBezTo>
                <a:lnTo>
                  <a:pt x="30611" y="117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4"/>
                  <a:pt x="30968" y="179"/>
                  <a:pt x="30968" y="244"/>
                </a:cubicBezTo>
                <a:lnTo>
                  <a:pt x="30968" y="264"/>
                </a:lnTo>
                <a:lnTo>
                  <a:pt x="30852" y="264"/>
                </a:lnTo>
                <a:lnTo>
                  <a:pt x="30852" y="244"/>
                </a:lnTo>
                <a:cubicBezTo>
                  <a:pt x="30852" y="210"/>
                  <a:pt x="30840" y="181"/>
                  <a:pt x="30817" y="157"/>
                </a:cubicBezTo>
                <a:lnTo>
                  <a:pt x="30902" y="77"/>
                </a:lnTo>
                <a:moveTo>
                  <a:pt x="30968" y="369"/>
                </a:moveTo>
                <a:lnTo>
                  <a:pt x="30968" y="528"/>
                </a:lnTo>
                <a:lnTo>
                  <a:pt x="30852" y="528"/>
                </a:lnTo>
                <a:lnTo>
                  <a:pt x="30852" y="369"/>
                </a:lnTo>
                <a:lnTo>
                  <a:pt x="30968" y="369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7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7"/>
                </a:lnTo>
                <a:lnTo>
                  <a:pt x="30968" y="897"/>
                </a:lnTo>
                <a:moveTo>
                  <a:pt x="30968" y="1161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1"/>
                </a:lnTo>
                <a:lnTo>
                  <a:pt x="30968" y="1161"/>
                </a:lnTo>
                <a:moveTo>
                  <a:pt x="30968" y="1426"/>
                </a:moveTo>
                <a:lnTo>
                  <a:pt x="30968" y="1585"/>
                </a:lnTo>
                <a:lnTo>
                  <a:pt x="30852" y="1585"/>
                </a:lnTo>
                <a:lnTo>
                  <a:pt x="30852" y="1426"/>
                </a:lnTo>
                <a:lnTo>
                  <a:pt x="30968" y="1426"/>
                </a:lnTo>
                <a:moveTo>
                  <a:pt x="30968" y="1690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2"/>
                </a:moveTo>
                <a:cubicBezTo>
                  <a:pt x="30961" y="2297"/>
                  <a:pt x="30928" y="2357"/>
                  <a:pt x="30866" y="2401"/>
                </a:cubicBezTo>
                <a:lnTo>
                  <a:pt x="30799" y="2306"/>
                </a:lnTo>
                <a:cubicBezTo>
                  <a:pt x="30831" y="2283"/>
                  <a:pt x="30848" y="2252"/>
                  <a:pt x="30851" y="2213"/>
                </a:cubicBezTo>
                <a:lnTo>
                  <a:pt x="30967" y="2222"/>
                </a:lnTo>
                <a:moveTo>
                  <a:pt x="30736" y="2446"/>
                </a:moveTo>
                <a:cubicBezTo>
                  <a:pt x="30733" y="2446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30"/>
                </a:lnTo>
                <a:lnTo>
                  <a:pt x="30725" y="2330"/>
                </a:lnTo>
                <a:cubicBezTo>
                  <a:pt x="30727" y="2330"/>
                  <a:pt x="30729" y="2330"/>
                  <a:pt x="30731" y="2329"/>
                </a:cubicBezTo>
                <a:lnTo>
                  <a:pt x="30736" y="2446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30"/>
                </a:lnTo>
                <a:lnTo>
                  <a:pt x="30470" y="2330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30"/>
                </a:lnTo>
                <a:lnTo>
                  <a:pt x="30206" y="2330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30"/>
                </a:lnTo>
                <a:lnTo>
                  <a:pt x="29942" y="2330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30"/>
                </a:lnTo>
                <a:lnTo>
                  <a:pt x="29678" y="2330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30"/>
                </a:lnTo>
                <a:lnTo>
                  <a:pt x="29414" y="2330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30"/>
                </a:lnTo>
                <a:lnTo>
                  <a:pt x="29150" y="2330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30"/>
                </a:lnTo>
                <a:lnTo>
                  <a:pt x="28886" y="2330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30"/>
                </a:lnTo>
                <a:lnTo>
                  <a:pt x="28622" y="2330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30"/>
                </a:lnTo>
                <a:lnTo>
                  <a:pt x="28358" y="2330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30"/>
                </a:lnTo>
                <a:lnTo>
                  <a:pt x="28094" y="2330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30"/>
                </a:lnTo>
                <a:lnTo>
                  <a:pt x="27829" y="2330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30"/>
                </a:lnTo>
                <a:lnTo>
                  <a:pt x="27565" y="2330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30"/>
                </a:lnTo>
                <a:lnTo>
                  <a:pt x="27301" y="2330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30"/>
                </a:lnTo>
                <a:lnTo>
                  <a:pt x="27037" y="2330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30"/>
                </a:lnTo>
                <a:lnTo>
                  <a:pt x="26773" y="2330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30"/>
                </a:lnTo>
                <a:lnTo>
                  <a:pt x="26509" y="2330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30"/>
                </a:lnTo>
                <a:lnTo>
                  <a:pt x="26245" y="2330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30"/>
                </a:lnTo>
                <a:lnTo>
                  <a:pt x="25981" y="2330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30"/>
                </a:lnTo>
                <a:lnTo>
                  <a:pt x="25717" y="2330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30"/>
                </a:lnTo>
                <a:lnTo>
                  <a:pt x="25453" y="2330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30"/>
                </a:lnTo>
                <a:lnTo>
                  <a:pt x="25189" y="2330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30"/>
                </a:lnTo>
                <a:lnTo>
                  <a:pt x="24925" y="2330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30"/>
                </a:lnTo>
                <a:lnTo>
                  <a:pt x="24661" y="2330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30"/>
                </a:lnTo>
                <a:lnTo>
                  <a:pt x="24397" y="2330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30"/>
                </a:lnTo>
                <a:lnTo>
                  <a:pt x="24133" y="2330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30"/>
                </a:lnTo>
                <a:lnTo>
                  <a:pt x="23869" y="2330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30"/>
                </a:lnTo>
                <a:lnTo>
                  <a:pt x="23605" y="2330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30"/>
                </a:lnTo>
                <a:lnTo>
                  <a:pt x="23341" y="2330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30"/>
                </a:lnTo>
                <a:lnTo>
                  <a:pt x="23077" y="2330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30"/>
                </a:lnTo>
                <a:lnTo>
                  <a:pt x="22812" y="2330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30"/>
                </a:lnTo>
                <a:lnTo>
                  <a:pt x="22548" y="2330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30"/>
                </a:lnTo>
                <a:lnTo>
                  <a:pt x="22284" y="2330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30"/>
                </a:lnTo>
                <a:lnTo>
                  <a:pt x="22020" y="2330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30"/>
                </a:lnTo>
                <a:lnTo>
                  <a:pt x="21756" y="2330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30"/>
                </a:lnTo>
                <a:lnTo>
                  <a:pt x="21492" y="2330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30"/>
                </a:lnTo>
                <a:lnTo>
                  <a:pt x="21228" y="2330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30"/>
                </a:lnTo>
                <a:lnTo>
                  <a:pt x="20964" y="2330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30"/>
                </a:lnTo>
                <a:lnTo>
                  <a:pt x="20700" y="2330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30"/>
                </a:lnTo>
                <a:lnTo>
                  <a:pt x="20436" y="2330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30"/>
                </a:lnTo>
                <a:lnTo>
                  <a:pt x="20172" y="2330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30"/>
                </a:lnTo>
                <a:lnTo>
                  <a:pt x="19908" y="2330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30"/>
                </a:lnTo>
                <a:lnTo>
                  <a:pt x="19644" y="2330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30"/>
                </a:lnTo>
                <a:lnTo>
                  <a:pt x="19380" y="2330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30"/>
                </a:lnTo>
                <a:lnTo>
                  <a:pt x="19116" y="2330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30"/>
                </a:lnTo>
                <a:lnTo>
                  <a:pt x="18852" y="2330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30"/>
                </a:lnTo>
                <a:lnTo>
                  <a:pt x="18588" y="2330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30"/>
                </a:lnTo>
                <a:lnTo>
                  <a:pt x="18324" y="2330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30"/>
                </a:lnTo>
                <a:lnTo>
                  <a:pt x="18059" y="2330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30"/>
                </a:lnTo>
                <a:lnTo>
                  <a:pt x="17795" y="2330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30"/>
                </a:lnTo>
                <a:lnTo>
                  <a:pt x="17531" y="2330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30"/>
                </a:lnTo>
                <a:lnTo>
                  <a:pt x="17267" y="2330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30"/>
                </a:lnTo>
                <a:lnTo>
                  <a:pt x="17003" y="2330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30"/>
                </a:lnTo>
                <a:lnTo>
                  <a:pt x="16739" y="2330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30"/>
                </a:lnTo>
                <a:lnTo>
                  <a:pt x="16475" y="2330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30"/>
                </a:lnTo>
                <a:lnTo>
                  <a:pt x="16211" y="2330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30"/>
                </a:lnTo>
                <a:lnTo>
                  <a:pt x="15947" y="2330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30"/>
                </a:lnTo>
                <a:lnTo>
                  <a:pt x="15683" y="2330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30"/>
                </a:lnTo>
                <a:lnTo>
                  <a:pt x="15419" y="2330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30"/>
                </a:lnTo>
                <a:lnTo>
                  <a:pt x="15155" y="2330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30"/>
                </a:lnTo>
                <a:lnTo>
                  <a:pt x="14891" y="2330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30"/>
                </a:lnTo>
                <a:lnTo>
                  <a:pt x="14627" y="2330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30"/>
                </a:lnTo>
                <a:lnTo>
                  <a:pt x="14363" y="2330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30"/>
                </a:lnTo>
                <a:lnTo>
                  <a:pt x="14099" y="2330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30"/>
                </a:lnTo>
                <a:lnTo>
                  <a:pt x="13834" y="2330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30"/>
                </a:lnTo>
                <a:lnTo>
                  <a:pt x="13570" y="2330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30"/>
                </a:lnTo>
                <a:lnTo>
                  <a:pt x="13306" y="2330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30"/>
                </a:lnTo>
                <a:lnTo>
                  <a:pt x="13041" y="2330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30"/>
                </a:lnTo>
                <a:lnTo>
                  <a:pt x="12777" y="2330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30"/>
                </a:lnTo>
                <a:lnTo>
                  <a:pt x="12513" y="2330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30"/>
                </a:lnTo>
                <a:lnTo>
                  <a:pt x="12249" y="2330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30"/>
                </a:lnTo>
                <a:lnTo>
                  <a:pt x="11985" y="2330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30"/>
                </a:lnTo>
                <a:lnTo>
                  <a:pt x="11721" y="2330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30"/>
                </a:lnTo>
                <a:lnTo>
                  <a:pt x="11457" y="2330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30"/>
                </a:lnTo>
                <a:lnTo>
                  <a:pt x="11193" y="2330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30"/>
                </a:lnTo>
                <a:lnTo>
                  <a:pt x="10929" y="2330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30"/>
                </a:lnTo>
                <a:lnTo>
                  <a:pt x="10665" y="2330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30"/>
                </a:lnTo>
                <a:lnTo>
                  <a:pt x="10401" y="2330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30"/>
                </a:lnTo>
                <a:lnTo>
                  <a:pt x="10137" y="2330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30"/>
                </a:lnTo>
                <a:lnTo>
                  <a:pt x="9873" y="2330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30"/>
                </a:lnTo>
                <a:lnTo>
                  <a:pt x="9609" y="2330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30"/>
                </a:lnTo>
                <a:lnTo>
                  <a:pt x="9345" y="2330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30"/>
                </a:lnTo>
                <a:lnTo>
                  <a:pt x="9081" y="2330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30"/>
                </a:lnTo>
                <a:lnTo>
                  <a:pt x="8817" y="2330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30"/>
                </a:lnTo>
                <a:lnTo>
                  <a:pt x="8553" y="2330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30"/>
                </a:lnTo>
                <a:lnTo>
                  <a:pt x="8288" y="2330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30"/>
                </a:lnTo>
                <a:lnTo>
                  <a:pt x="8024" y="2330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30"/>
                </a:lnTo>
                <a:lnTo>
                  <a:pt x="7760" y="2330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30"/>
                </a:lnTo>
                <a:lnTo>
                  <a:pt x="7496" y="2330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30"/>
                </a:lnTo>
                <a:lnTo>
                  <a:pt x="7232" y="2330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30"/>
                </a:lnTo>
                <a:lnTo>
                  <a:pt x="6968" y="2330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30"/>
                </a:lnTo>
                <a:lnTo>
                  <a:pt x="6704" y="2330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30"/>
                </a:lnTo>
                <a:lnTo>
                  <a:pt x="6440" y="2330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30"/>
                </a:lnTo>
                <a:lnTo>
                  <a:pt x="6176" y="2330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30"/>
                </a:lnTo>
                <a:lnTo>
                  <a:pt x="5912" y="2330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30"/>
                </a:lnTo>
                <a:lnTo>
                  <a:pt x="5648" y="2330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30"/>
                </a:lnTo>
                <a:lnTo>
                  <a:pt x="5384" y="2330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30"/>
                </a:lnTo>
                <a:lnTo>
                  <a:pt x="5120" y="2330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30"/>
                </a:lnTo>
                <a:lnTo>
                  <a:pt x="4856" y="2330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30"/>
                </a:lnTo>
                <a:lnTo>
                  <a:pt x="4592" y="2330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30"/>
                </a:lnTo>
                <a:lnTo>
                  <a:pt x="4328" y="2330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30"/>
                </a:lnTo>
                <a:lnTo>
                  <a:pt x="4064" y="2330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30"/>
                </a:lnTo>
                <a:lnTo>
                  <a:pt x="3800" y="2330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30"/>
                </a:lnTo>
                <a:lnTo>
                  <a:pt x="3536" y="2330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30"/>
                </a:lnTo>
                <a:lnTo>
                  <a:pt x="3271" y="2330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30"/>
                </a:lnTo>
                <a:lnTo>
                  <a:pt x="3007" y="2330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30"/>
                </a:lnTo>
                <a:lnTo>
                  <a:pt x="2743" y="2330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30"/>
                </a:lnTo>
                <a:lnTo>
                  <a:pt x="2479" y="2330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30"/>
                </a:lnTo>
                <a:lnTo>
                  <a:pt x="2215" y="2330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30"/>
                </a:lnTo>
                <a:lnTo>
                  <a:pt x="1951" y="2330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30"/>
                </a:lnTo>
                <a:lnTo>
                  <a:pt x="1687" y="2330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30"/>
                </a:lnTo>
                <a:lnTo>
                  <a:pt x="1423" y="2330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30"/>
                </a:lnTo>
                <a:lnTo>
                  <a:pt x="1159" y="2330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30"/>
                </a:lnTo>
                <a:lnTo>
                  <a:pt x="895" y="2330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30"/>
                </a:lnTo>
                <a:lnTo>
                  <a:pt x="631" y="2330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5"/>
                  <a:pt x="198" y="2442"/>
                </a:cubicBezTo>
                <a:lnTo>
                  <a:pt x="220" y="2327"/>
                </a:lnTo>
                <a:cubicBezTo>
                  <a:pt x="228" y="2329"/>
                  <a:pt x="236" y="2330"/>
                  <a:pt x="244" y="2330"/>
                </a:cubicBezTo>
                <a:lnTo>
                  <a:pt x="367" y="2330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2"/>
                  <a:pt x="0" y="2203"/>
                </a:cubicBezTo>
                <a:lnTo>
                  <a:pt x="0" y="2192"/>
                </a:lnTo>
                <a:lnTo>
                  <a:pt x="117" y="2192"/>
                </a:lnTo>
                <a:lnTo>
                  <a:pt x="117" y="2203"/>
                </a:lnTo>
                <a:cubicBezTo>
                  <a:pt x="117" y="2239"/>
                  <a:pt x="130" y="2269"/>
                  <a:pt x="156" y="2294"/>
                </a:cubicBezTo>
                <a:lnTo>
                  <a:pt x="75" y="2378"/>
                </a:lnTo>
                <a:moveTo>
                  <a:pt x="0" y="2087"/>
                </a:moveTo>
                <a:lnTo>
                  <a:pt x="0" y="1928"/>
                </a:lnTo>
                <a:lnTo>
                  <a:pt x="117" y="1928"/>
                </a:lnTo>
                <a:lnTo>
                  <a:pt x="117" y="2087"/>
                </a:lnTo>
                <a:lnTo>
                  <a:pt x="0" y="2087"/>
                </a:lnTo>
                <a:moveTo>
                  <a:pt x="0" y="1822"/>
                </a:moveTo>
                <a:lnTo>
                  <a:pt x="0" y="1664"/>
                </a:lnTo>
                <a:lnTo>
                  <a:pt x="117" y="1664"/>
                </a:lnTo>
                <a:lnTo>
                  <a:pt x="117" y="1822"/>
                </a:lnTo>
                <a:lnTo>
                  <a:pt x="0" y="1822"/>
                </a:lnTo>
                <a:moveTo>
                  <a:pt x="0" y="1558"/>
                </a:moveTo>
                <a:lnTo>
                  <a:pt x="0" y="1400"/>
                </a:lnTo>
                <a:lnTo>
                  <a:pt x="117" y="1400"/>
                </a:lnTo>
                <a:lnTo>
                  <a:pt x="117" y="1558"/>
                </a:lnTo>
                <a:lnTo>
                  <a:pt x="0" y="1558"/>
                </a:lnTo>
                <a:moveTo>
                  <a:pt x="0" y="1293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3"/>
                </a:lnTo>
                <a:lnTo>
                  <a:pt x="0" y="1293"/>
                </a:lnTo>
                <a:moveTo>
                  <a:pt x="0" y="1029"/>
                </a:moveTo>
                <a:lnTo>
                  <a:pt x="0" y="871"/>
                </a:lnTo>
                <a:lnTo>
                  <a:pt x="117" y="871"/>
                </a:lnTo>
                <a:lnTo>
                  <a:pt x="117" y="1029"/>
                </a:lnTo>
                <a:lnTo>
                  <a:pt x="0" y="1029"/>
                </a:lnTo>
                <a:moveTo>
                  <a:pt x="0" y="765"/>
                </a:moveTo>
                <a:lnTo>
                  <a:pt x="0" y="607"/>
                </a:lnTo>
                <a:lnTo>
                  <a:pt x="117" y="607"/>
                </a:lnTo>
                <a:lnTo>
                  <a:pt x="117" y="765"/>
                </a:lnTo>
                <a:lnTo>
                  <a:pt x="0" y="765"/>
                </a:lnTo>
                <a:moveTo>
                  <a:pt x="0" y="501"/>
                </a:moveTo>
                <a:lnTo>
                  <a:pt x="0" y="342"/>
                </a:lnTo>
                <a:lnTo>
                  <a:pt x="117" y="342"/>
                </a:lnTo>
                <a:lnTo>
                  <a:pt x="117" y="501"/>
                </a:lnTo>
                <a:lnTo>
                  <a:pt x="0" y="501"/>
                </a:lnTo>
                <a:moveTo>
                  <a:pt x="1" y="236"/>
                </a:moveTo>
                <a:cubicBezTo>
                  <a:pt x="3" y="161"/>
                  <a:pt x="34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0"/>
                  <a:pt x="117" y="239"/>
                </a:cubicBezTo>
                <a:lnTo>
                  <a:pt x="1" y="236"/>
                </a:lnTo>
                <a:moveTo>
                  <a:pt x="220" y="1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0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521640" y="170280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7"/>
                </a:lnTo>
                <a:lnTo>
                  <a:pt x="772" y="117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7"/>
                </a:lnTo>
                <a:lnTo>
                  <a:pt x="1036" y="117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7"/>
                </a:lnTo>
                <a:lnTo>
                  <a:pt x="1300" y="117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7"/>
                </a:lnTo>
                <a:lnTo>
                  <a:pt x="1564" y="117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7"/>
                </a:lnTo>
                <a:lnTo>
                  <a:pt x="1828" y="117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7"/>
                </a:lnTo>
                <a:lnTo>
                  <a:pt x="2092" y="117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7"/>
                </a:lnTo>
                <a:lnTo>
                  <a:pt x="2356" y="117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7"/>
                </a:lnTo>
                <a:lnTo>
                  <a:pt x="2620" y="117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7"/>
                </a:lnTo>
                <a:lnTo>
                  <a:pt x="2884" y="117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7"/>
                </a:lnTo>
                <a:lnTo>
                  <a:pt x="3148" y="117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7"/>
                </a:lnTo>
                <a:lnTo>
                  <a:pt x="3412" y="117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7"/>
                </a:lnTo>
                <a:lnTo>
                  <a:pt x="3677" y="117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7"/>
                </a:lnTo>
                <a:lnTo>
                  <a:pt x="3941" y="117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7"/>
                </a:lnTo>
                <a:lnTo>
                  <a:pt x="4205" y="117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7"/>
                </a:lnTo>
                <a:lnTo>
                  <a:pt x="4469" y="117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7"/>
                </a:lnTo>
                <a:lnTo>
                  <a:pt x="4733" y="117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7"/>
                </a:lnTo>
                <a:lnTo>
                  <a:pt x="4997" y="117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7"/>
                </a:lnTo>
                <a:lnTo>
                  <a:pt x="5261" y="117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7"/>
                </a:lnTo>
                <a:lnTo>
                  <a:pt x="5525" y="117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7"/>
                </a:lnTo>
                <a:lnTo>
                  <a:pt x="5789" y="117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7"/>
                </a:lnTo>
                <a:lnTo>
                  <a:pt x="6053" y="117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7"/>
                </a:lnTo>
                <a:lnTo>
                  <a:pt x="6317" y="117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7"/>
                </a:lnTo>
                <a:lnTo>
                  <a:pt x="6581" y="117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7"/>
                </a:lnTo>
                <a:lnTo>
                  <a:pt x="6845" y="117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7"/>
                </a:lnTo>
                <a:lnTo>
                  <a:pt x="7109" y="117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7"/>
                </a:lnTo>
                <a:lnTo>
                  <a:pt x="7373" y="117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7"/>
                </a:lnTo>
                <a:lnTo>
                  <a:pt x="7637" y="117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7"/>
                </a:lnTo>
                <a:lnTo>
                  <a:pt x="7901" y="117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7"/>
                </a:lnTo>
                <a:lnTo>
                  <a:pt x="8165" y="117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7"/>
                </a:lnTo>
                <a:lnTo>
                  <a:pt x="8430" y="117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7"/>
                </a:lnTo>
                <a:lnTo>
                  <a:pt x="8694" y="117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7"/>
                </a:lnTo>
                <a:lnTo>
                  <a:pt x="8958" y="117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7"/>
                </a:lnTo>
                <a:lnTo>
                  <a:pt x="9222" y="117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7"/>
                </a:lnTo>
                <a:lnTo>
                  <a:pt x="9486" y="117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7"/>
                </a:lnTo>
                <a:lnTo>
                  <a:pt x="9750" y="117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7"/>
                </a:lnTo>
                <a:lnTo>
                  <a:pt x="10014" y="117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7"/>
                </a:lnTo>
                <a:lnTo>
                  <a:pt x="10278" y="117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7"/>
                </a:lnTo>
                <a:lnTo>
                  <a:pt x="10542" y="117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7"/>
                </a:lnTo>
                <a:lnTo>
                  <a:pt x="10806" y="117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7"/>
                </a:lnTo>
                <a:lnTo>
                  <a:pt x="11070" y="117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7"/>
                </a:lnTo>
                <a:lnTo>
                  <a:pt x="11334" y="117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7"/>
                </a:lnTo>
                <a:lnTo>
                  <a:pt x="11598" y="117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7"/>
                </a:lnTo>
                <a:lnTo>
                  <a:pt x="11862" y="117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7"/>
                </a:lnTo>
                <a:lnTo>
                  <a:pt x="12126" y="117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7"/>
                </a:lnTo>
                <a:lnTo>
                  <a:pt x="12390" y="117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7"/>
                </a:lnTo>
                <a:lnTo>
                  <a:pt x="12654" y="117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7"/>
                </a:lnTo>
                <a:lnTo>
                  <a:pt x="12918" y="117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7"/>
                </a:lnTo>
                <a:lnTo>
                  <a:pt x="13182" y="117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7"/>
                </a:lnTo>
                <a:lnTo>
                  <a:pt x="13447" y="117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7"/>
                </a:lnTo>
                <a:lnTo>
                  <a:pt x="13711" y="117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7"/>
                </a:lnTo>
                <a:lnTo>
                  <a:pt x="13975" y="117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7"/>
                </a:lnTo>
                <a:lnTo>
                  <a:pt x="14240" y="117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7"/>
                </a:lnTo>
                <a:lnTo>
                  <a:pt x="14504" y="117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7"/>
                </a:lnTo>
                <a:lnTo>
                  <a:pt x="14768" y="117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7"/>
                </a:lnTo>
                <a:lnTo>
                  <a:pt x="15032" y="117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7"/>
                </a:lnTo>
                <a:lnTo>
                  <a:pt x="15296" y="117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7"/>
                </a:lnTo>
                <a:lnTo>
                  <a:pt x="15560" y="117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7"/>
                </a:lnTo>
                <a:lnTo>
                  <a:pt x="15824" y="117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7"/>
                </a:lnTo>
                <a:lnTo>
                  <a:pt x="16088" y="117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7"/>
                </a:lnTo>
                <a:lnTo>
                  <a:pt x="16352" y="117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7"/>
                </a:lnTo>
                <a:lnTo>
                  <a:pt x="16616" y="117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7"/>
                </a:lnTo>
                <a:lnTo>
                  <a:pt x="16880" y="117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7"/>
                </a:lnTo>
                <a:lnTo>
                  <a:pt x="17144" y="117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7"/>
                </a:lnTo>
                <a:lnTo>
                  <a:pt x="17408" y="117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7"/>
                </a:lnTo>
                <a:lnTo>
                  <a:pt x="17672" y="117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7"/>
                </a:lnTo>
                <a:lnTo>
                  <a:pt x="17936" y="117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7"/>
                </a:lnTo>
                <a:lnTo>
                  <a:pt x="18201" y="117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7"/>
                </a:lnTo>
                <a:lnTo>
                  <a:pt x="18465" y="117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7"/>
                </a:lnTo>
                <a:lnTo>
                  <a:pt x="18729" y="117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7"/>
                </a:lnTo>
                <a:lnTo>
                  <a:pt x="18993" y="117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7"/>
                </a:lnTo>
                <a:lnTo>
                  <a:pt x="19257" y="117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7"/>
                </a:lnTo>
                <a:lnTo>
                  <a:pt x="19521" y="117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7"/>
                </a:lnTo>
                <a:lnTo>
                  <a:pt x="19785" y="117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7"/>
                </a:lnTo>
                <a:lnTo>
                  <a:pt x="20049" y="117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7"/>
                </a:lnTo>
                <a:lnTo>
                  <a:pt x="20313" y="117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7"/>
                </a:lnTo>
                <a:lnTo>
                  <a:pt x="20577" y="117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7"/>
                </a:lnTo>
                <a:lnTo>
                  <a:pt x="20841" y="117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7"/>
                </a:lnTo>
                <a:lnTo>
                  <a:pt x="21105" y="117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7"/>
                </a:lnTo>
                <a:lnTo>
                  <a:pt x="21369" y="117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7"/>
                </a:lnTo>
                <a:lnTo>
                  <a:pt x="21633" y="117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7"/>
                </a:lnTo>
                <a:lnTo>
                  <a:pt x="21897" y="117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7"/>
                </a:lnTo>
                <a:lnTo>
                  <a:pt x="22161" y="117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7"/>
                </a:lnTo>
                <a:lnTo>
                  <a:pt x="22425" y="117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7"/>
                </a:lnTo>
                <a:lnTo>
                  <a:pt x="22689" y="117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7"/>
                </a:lnTo>
                <a:lnTo>
                  <a:pt x="22953" y="117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7"/>
                </a:lnTo>
                <a:lnTo>
                  <a:pt x="23218" y="117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7"/>
                </a:lnTo>
                <a:lnTo>
                  <a:pt x="23482" y="117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7"/>
                </a:lnTo>
                <a:lnTo>
                  <a:pt x="23746" y="117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7"/>
                </a:lnTo>
                <a:lnTo>
                  <a:pt x="24010" y="117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7"/>
                </a:lnTo>
                <a:lnTo>
                  <a:pt x="24274" y="117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7"/>
                </a:lnTo>
                <a:lnTo>
                  <a:pt x="24538" y="117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7"/>
                </a:lnTo>
                <a:lnTo>
                  <a:pt x="24802" y="117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7"/>
                </a:lnTo>
                <a:lnTo>
                  <a:pt x="25066" y="117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7"/>
                </a:lnTo>
                <a:lnTo>
                  <a:pt x="25330" y="117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7"/>
                </a:lnTo>
                <a:lnTo>
                  <a:pt x="25594" y="117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7"/>
                </a:lnTo>
                <a:lnTo>
                  <a:pt x="25858" y="117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7"/>
                </a:lnTo>
                <a:lnTo>
                  <a:pt x="26122" y="117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7"/>
                </a:lnTo>
                <a:lnTo>
                  <a:pt x="26386" y="117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7"/>
                </a:lnTo>
                <a:lnTo>
                  <a:pt x="26650" y="117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7"/>
                </a:lnTo>
                <a:lnTo>
                  <a:pt x="26914" y="117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7"/>
                </a:lnTo>
                <a:lnTo>
                  <a:pt x="27178" y="117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7"/>
                </a:lnTo>
                <a:lnTo>
                  <a:pt x="27442" y="117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7"/>
                </a:lnTo>
                <a:lnTo>
                  <a:pt x="27706" y="117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7"/>
                </a:lnTo>
                <a:lnTo>
                  <a:pt x="27971" y="117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7"/>
                </a:lnTo>
                <a:lnTo>
                  <a:pt x="28235" y="117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7"/>
                </a:lnTo>
                <a:lnTo>
                  <a:pt x="28499" y="117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7"/>
                </a:lnTo>
                <a:lnTo>
                  <a:pt x="28763" y="117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7"/>
                </a:lnTo>
                <a:lnTo>
                  <a:pt x="29027" y="117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7"/>
                </a:lnTo>
                <a:lnTo>
                  <a:pt x="29291" y="117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7"/>
                </a:lnTo>
                <a:lnTo>
                  <a:pt x="29555" y="117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7"/>
                </a:lnTo>
                <a:lnTo>
                  <a:pt x="29819" y="117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7"/>
                </a:lnTo>
                <a:lnTo>
                  <a:pt x="30083" y="117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7"/>
                </a:lnTo>
                <a:lnTo>
                  <a:pt x="30347" y="117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3"/>
                  <a:pt x="30783" y="7"/>
                </a:cubicBezTo>
                <a:lnTo>
                  <a:pt x="30755" y="120"/>
                </a:lnTo>
                <a:cubicBezTo>
                  <a:pt x="30745" y="118"/>
                  <a:pt x="30735" y="117"/>
                  <a:pt x="30725" y="117"/>
                </a:cubicBezTo>
                <a:lnTo>
                  <a:pt x="30611" y="117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4"/>
                  <a:pt x="30968" y="179"/>
                  <a:pt x="30968" y="244"/>
                </a:cubicBezTo>
                <a:lnTo>
                  <a:pt x="30968" y="264"/>
                </a:lnTo>
                <a:lnTo>
                  <a:pt x="30852" y="264"/>
                </a:lnTo>
                <a:lnTo>
                  <a:pt x="30852" y="244"/>
                </a:lnTo>
                <a:cubicBezTo>
                  <a:pt x="30852" y="210"/>
                  <a:pt x="30840" y="181"/>
                  <a:pt x="30817" y="157"/>
                </a:cubicBezTo>
                <a:lnTo>
                  <a:pt x="30902" y="77"/>
                </a:lnTo>
                <a:moveTo>
                  <a:pt x="30968" y="369"/>
                </a:moveTo>
                <a:lnTo>
                  <a:pt x="30968" y="528"/>
                </a:lnTo>
                <a:lnTo>
                  <a:pt x="30852" y="528"/>
                </a:lnTo>
                <a:lnTo>
                  <a:pt x="30852" y="369"/>
                </a:lnTo>
                <a:lnTo>
                  <a:pt x="30968" y="369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7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7"/>
                </a:lnTo>
                <a:lnTo>
                  <a:pt x="30968" y="897"/>
                </a:lnTo>
                <a:moveTo>
                  <a:pt x="30968" y="1161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1"/>
                </a:lnTo>
                <a:lnTo>
                  <a:pt x="30968" y="1161"/>
                </a:lnTo>
                <a:moveTo>
                  <a:pt x="30968" y="1426"/>
                </a:moveTo>
                <a:lnTo>
                  <a:pt x="30968" y="1585"/>
                </a:lnTo>
                <a:lnTo>
                  <a:pt x="30852" y="1585"/>
                </a:lnTo>
                <a:lnTo>
                  <a:pt x="30852" y="1426"/>
                </a:lnTo>
                <a:lnTo>
                  <a:pt x="30968" y="1426"/>
                </a:lnTo>
                <a:moveTo>
                  <a:pt x="30968" y="1690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2"/>
                </a:moveTo>
                <a:cubicBezTo>
                  <a:pt x="30961" y="2297"/>
                  <a:pt x="30928" y="2357"/>
                  <a:pt x="30866" y="2401"/>
                </a:cubicBezTo>
                <a:lnTo>
                  <a:pt x="30799" y="2306"/>
                </a:lnTo>
                <a:cubicBezTo>
                  <a:pt x="30831" y="2283"/>
                  <a:pt x="30848" y="2252"/>
                  <a:pt x="30851" y="2213"/>
                </a:cubicBezTo>
                <a:lnTo>
                  <a:pt x="30967" y="2222"/>
                </a:lnTo>
                <a:moveTo>
                  <a:pt x="30736" y="2446"/>
                </a:moveTo>
                <a:cubicBezTo>
                  <a:pt x="30733" y="2446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30"/>
                </a:lnTo>
                <a:lnTo>
                  <a:pt x="30725" y="2330"/>
                </a:lnTo>
                <a:cubicBezTo>
                  <a:pt x="30727" y="2330"/>
                  <a:pt x="30729" y="2330"/>
                  <a:pt x="30731" y="2329"/>
                </a:cubicBezTo>
                <a:lnTo>
                  <a:pt x="30736" y="2446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30"/>
                </a:lnTo>
                <a:lnTo>
                  <a:pt x="30470" y="2330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30"/>
                </a:lnTo>
                <a:lnTo>
                  <a:pt x="30206" y="2330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30"/>
                </a:lnTo>
                <a:lnTo>
                  <a:pt x="29942" y="2330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30"/>
                </a:lnTo>
                <a:lnTo>
                  <a:pt x="29678" y="2330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30"/>
                </a:lnTo>
                <a:lnTo>
                  <a:pt x="29414" y="2330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30"/>
                </a:lnTo>
                <a:lnTo>
                  <a:pt x="29150" y="2330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30"/>
                </a:lnTo>
                <a:lnTo>
                  <a:pt x="28886" y="2330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30"/>
                </a:lnTo>
                <a:lnTo>
                  <a:pt x="28622" y="2330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30"/>
                </a:lnTo>
                <a:lnTo>
                  <a:pt x="28358" y="2330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30"/>
                </a:lnTo>
                <a:lnTo>
                  <a:pt x="28094" y="2330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30"/>
                </a:lnTo>
                <a:lnTo>
                  <a:pt x="27829" y="2330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30"/>
                </a:lnTo>
                <a:lnTo>
                  <a:pt x="27565" y="2330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30"/>
                </a:lnTo>
                <a:lnTo>
                  <a:pt x="27301" y="2330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30"/>
                </a:lnTo>
                <a:lnTo>
                  <a:pt x="27037" y="2330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30"/>
                </a:lnTo>
                <a:lnTo>
                  <a:pt x="26773" y="2330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30"/>
                </a:lnTo>
                <a:lnTo>
                  <a:pt x="26509" y="2330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30"/>
                </a:lnTo>
                <a:lnTo>
                  <a:pt x="26245" y="2330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30"/>
                </a:lnTo>
                <a:lnTo>
                  <a:pt x="25981" y="2330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30"/>
                </a:lnTo>
                <a:lnTo>
                  <a:pt x="25717" y="2330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30"/>
                </a:lnTo>
                <a:lnTo>
                  <a:pt x="25453" y="2330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30"/>
                </a:lnTo>
                <a:lnTo>
                  <a:pt x="25189" y="2330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30"/>
                </a:lnTo>
                <a:lnTo>
                  <a:pt x="24925" y="2330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30"/>
                </a:lnTo>
                <a:lnTo>
                  <a:pt x="24661" y="2330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30"/>
                </a:lnTo>
                <a:lnTo>
                  <a:pt x="24397" y="2330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30"/>
                </a:lnTo>
                <a:lnTo>
                  <a:pt x="24133" y="2330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30"/>
                </a:lnTo>
                <a:lnTo>
                  <a:pt x="23869" y="2330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30"/>
                </a:lnTo>
                <a:lnTo>
                  <a:pt x="23605" y="2330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30"/>
                </a:lnTo>
                <a:lnTo>
                  <a:pt x="23341" y="2330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30"/>
                </a:lnTo>
                <a:lnTo>
                  <a:pt x="23077" y="2330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30"/>
                </a:lnTo>
                <a:lnTo>
                  <a:pt x="22812" y="2330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30"/>
                </a:lnTo>
                <a:lnTo>
                  <a:pt x="22548" y="2330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30"/>
                </a:lnTo>
                <a:lnTo>
                  <a:pt x="22284" y="2330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30"/>
                </a:lnTo>
                <a:lnTo>
                  <a:pt x="22020" y="2330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30"/>
                </a:lnTo>
                <a:lnTo>
                  <a:pt x="21756" y="2330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30"/>
                </a:lnTo>
                <a:lnTo>
                  <a:pt x="21492" y="2330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30"/>
                </a:lnTo>
                <a:lnTo>
                  <a:pt x="21228" y="2330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30"/>
                </a:lnTo>
                <a:lnTo>
                  <a:pt x="20964" y="2330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30"/>
                </a:lnTo>
                <a:lnTo>
                  <a:pt x="20700" y="2330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30"/>
                </a:lnTo>
                <a:lnTo>
                  <a:pt x="20436" y="2330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30"/>
                </a:lnTo>
                <a:lnTo>
                  <a:pt x="20172" y="2330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30"/>
                </a:lnTo>
                <a:lnTo>
                  <a:pt x="19908" y="2330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30"/>
                </a:lnTo>
                <a:lnTo>
                  <a:pt x="19644" y="2330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30"/>
                </a:lnTo>
                <a:lnTo>
                  <a:pt x="19380" y="2330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30"/>
                </a:lnTo>
                <a:lnTo>
                  <a:pt x="19116" y="2330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30"/>
                </a:lnTo>
                <a:lnTo>
                  <a:pt x="18852" y="2330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30"/>
                </a:lnTo>
                <a:lnTo>
                  <a:pt x="18588" y="2330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30"/>
                </a:lnTo>
                <a:lnTo>
                  <a:pt x="18324" y="2330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30"/>
                </a:lnTo>
                <a:lnTo>
                  <a:pt x="18059" y="2330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30"/>
                </a:lnTo>
                <a:lnTo>
                  <a:pt x="17795" y="2330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30"/>
                </a:lnTo>
                <a:lnTo>
                  <a:pt x="17531" y="2330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30"/>
                </a:lnTo>
                <a:lnTo>
                  <a:pt x="17267" y="2330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30"/>
                </a:lnTo>
                <a:lnTo>
                  <a:pt x="17003" y="2330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30"/>
                </a:lnTo>
                <a:lnTo>
                  <a:pt x="16739" y="2330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30"/>
                </a:lnTo>
                <a:lnTo>
                  <a:pt x="16475" y="2330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30"/>
                </a:lnTo>
                <a:lnTo>
                  <a:pt x="16211" y="2330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30"/>
                </a:lnTo>
                <a:lnTo>
                  <a:pt x="15947" y="2330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30"/>
                </a:lnTo>
                <a:lnTo>
                  <a:pt x="15683" y="2330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30"/>
                </a:lnTo>
                <a:lnTo>
                  <a:pt x="15419" y="2330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30"/>
                </a:lnTo>
                <a:lnTo>
                  <a:pt x="15155" y="2330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30"/>
                </a:lnTo>
                <a:lnTo>
                  <a:pt x="14891" y="2330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30"/>
                </a:lnTo>
                <a:lnTo>
                  <a:pt x="14627" y="2330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30"/>
                </a:lnTo>
                <a:lnTo>
                  <a:pt x="14363" y="2330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30"/>
                </a:lnTo>
                <a:lnTo>
                  <a:pt x="14099" y="2330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30"/>
                </a:lnTo>
                <a:lnTo>
                  <a:pt x="13834" y="2330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30"/>
                </a:lnTo>
                <a:lnTo>
                  <a:pt x="13570" y="2330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30"/>
                </a:lnTo>
                <a:lnTo>
                  <a:pt x="13306" y="2330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30"/>
                </a:lnTo>
                <a:lnTo>
                  <a:pt x="13041" y="2330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30"/>
                </a:lnTo>
                <a:lnTo>
                  <a:pt x="12777" y="2330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30"/>
                </a:lnTo>
                <a:lnTo>
                  <a:pt x="12513" y="2330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30"/>
                </a:lnTo>
                <a:lnTo>
                  <a:pt x="12249" y="2330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30"/>
                </a:lnTo>
                <a:lnTo>
                  <a:pt x="11985" y="2330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30"/>
                </a:lnTo>
                <a:lnTo>
                  <a:pt x="11721" y="2330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30"/>
                </a:lnTo>
                <a:lnTo>
                  <a:pt x="11457" y="2330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30"/>
                </a:lnTo>
                <a:lnTo>
                  <a:pt x="11193" y="2330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30"/>
                </a:lnTo>
                <a:lnTo>
                  <a:pt x="10929" y="2330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30"/>
                </a:lnTo>
                <a:lnTo>
                  <a:pt x="10665" y="2330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30"/>
                </a:lnTo>
                <a:lnTo>
                  <a:pt x="10401" y="2330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30"/>
                </a:lnTo>
                <a:lnTo>
                  <a:pt x="10137" y="2330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30"/>
                </a:lnTo>
                <a:lnTo>
                  <a:pt x="9873" y="2330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30"/>
                </a:lnTo>
                <a:lnTo>
                  <a:pt x="9609" y="2330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30"/>
                </a:lnTo>
                <a:lnTo>
                  <a:pt x="9345" y="2330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30"/>
                </a:lnTo>
                <a:lnTo>
                  <a:pt x="9081" y="2330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30"/>
                </a:lnTo>
                <a:lnTo>
                  <a:pt x="8817" y="2330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30"/>
                </a:lnTo>
                <a:lnTo>
                  <a:pt x="8553" y="2330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30"/>
                </a:lnTo>
                <a:lnTo>
                  <a:pt x="8288" y="2330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30"/>
                </a:lnTo>
                <a:lnTo>
                  <a:pt x="8024" y="2330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30"/>
                </a:lnTo>
                <a:lnTo>
                  <a:pt x="7760" y="2330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30"/>
                </a:lnTo>
                <a:lnTo>
                  <a:pt x="7496" y="2330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30"/>
                </a:lnTo>
                <a:lnTo>
                  <a:pt x="7232" y="2330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30"/>
                </a:lnTo>
                <a:lnTo>
                  <a:pt x="6968" y="2330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30"/>
                </a:lnTo>
                <a:lnTo>
                  <a:pt x="6704" y="2330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30"/>
                </a:lnTo>
                <a:lnTo>
                  <a:pt x="6440" y="2330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30"/>
                </a:lnTo>
                <a:lnTo>
                  <a:pt x="6176" y="2330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30"/>
                </a:lnTo>
                <a:lnTo>
                  <a:pt x="5912" y="2330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30"/>
                </a:lnTo>
                <a:lnTo>
                  <a:pt x="5648" y="2330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30"/>
                </a:lnTo>
                <a:lnTo>
                  <a:pt x="5384" y="2330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30"/>
                </a:lnTo>
                <a:lnTo>
                  <a:pt x="5120" y="2330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30"/>
                </a:lnTo>
                <a:lnTo>
                  <a:pt x="4856" y="2330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30"/>
                </a:lnTo>
                <a:lnTo>
                  <a:pt x="4592" y="2330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30"/>
                </a:lnTo>
                <a:lnTo>
                  <a:pt x="4328" y="2330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30"/>
                </a:lnTo>
                <a:lnTo>
                  <a:pt x="4064" y="2330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30"/>
                </a:lnTo>
                <a:lnTo>
                  <a:pt x="3800" y="2330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30"/>
                </a:lnTo>
                <a:lnTo>
                  <a:pt x="3536" y="2330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30"/>
                </a:lnTo>
                <a:lnTo>
                  <a:pt x="3271" y="2330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30"/>
                </a:lnTo>
                <a:lnTo>
                  <a:pt x="3007" y="2330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30"/>
                </a:lnTo>
                <a:lnTo>
                  <a:pt x="2743" y="2330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30"/>
                </a:lnTo>
                <a:lnTo>
                  <a:pt x="2479" y="2330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30"/>
                </a:lnTo>
                <a:lnTo>
                  <a:pt x="2215" y="2330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30"/>
                </a:lnTo>
                <a:lnTo>
                  <a:pt x="1951" y="2330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30"/>
                </a:lnTo>
                <a:lnTo>
                  <a:pt x="1687" y="2330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30"/>
                </a:lnTo>
                <a:lnTo>
                  <a:pt x="1423" y="2330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30"/>
                </a:lnTo>
                <a:lnTo>
                  <a:pt x="1159" y="2330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30"/>
                </a:lnTo>
                <a:lnTo>
                  <a:pt x="895" y="2330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30"/>
                </a:lnTo>
                <a:lnTo>
                  <a:pt x="631" y="2330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5"/>
                  <a:pt x="198" y="2442"/>
                </a:cubicBezTo>
                <a:lnTo>
                  <a:pt x="220" y="2327"/>
                </a:lnTo>
                <a:cubicBezTo>
                  <a:pt x="228" y="2329"/>
                  <a:pt x="236" y="2330"/>
                  <a:pt x="244" y="2330"/>
                </a:cubicBezTo>
                <a:lnTo>
                  <a:pt x="367" y="2330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2"/>
                  <a:pt x="0" y="2203"/>
                </a:cubicBezTo>
                <a:lnTo>
                  <a:pt x="0" y="2192"/>
                </a:lnTo>
                <a:lnTo>
                  <a:pt x="117" y="2192"/>
                </a:lnTo>
                <a:lnTo>
                  <a:pt x="117" y="2203"/>
                </a:lnTo>
                <a:cubicBezTo>
                  <a:pt x="117" y="2239"/>
                  <a:pt x="130" y="2269"/>
                  <a:pt x="156" y="2294"/>
                </a:cubicBezTo>
                <a:lnTo>
                  <a:pt x="75" y="2378"/>
                </a:lnTo>
                <a:moveTo>
                  <a:pt x="0" y="2087"/>
                </a:moveTo>
                <a:lnTo>
                  <a:pt x="0" y="1928"/>
                </a:lnTo>
                <a:lnTo>
                  <a:pt x="117" y="1928"/>
                </a:lnTo>
                <a:lnTo>
                  <a:pt x="117" y="2087"/>
                </a:lnTo>
                <a:lnTo>
                  <a:pt x="0" y="2087"/>
                </a:lnTo>
                <a:moveTo>
                  <a:pt x="0" y="1822"/>
                </a:moveTo>
                <a:lnTo>
                  <a:pt x="0" y="1664"/>
                </a:lnTo>
                <a:lnTo>
                  <a:pt x="117" y="1664"/>
                </a:lnTo>
                <a:lnTo>
                  <a:pt x="117" y="1822"/>
                </a:lnTo>
                <a:lnTo>
                  <a:pt x="0" y="1822"/>
                </a:lnTo>
                <a:moveTo>
                  <a:pt x="0" y="1558"/>
                </a:moveTo>
                <a:lnTo>
                  <a:pt x="0" y="1400"/>
                </a:lnTo>
                <a:lnTo>
                  <a:pt x="117" y="1400"/>
                </a:lnTo>
                <a:lnTo>
                  <a:pt x="117" y="1558"/>
                </a:lnTo>
                <a:lnTo>
                  <a:pt x="0" y="1558"/>
                </a:lnTo>
                <a:moveTo>
                  <a:pt x="0" y="1293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3"/>
                </a:lnTo>
                <a:lnTo>
                  <a:pt x="0" y="1293"/>
                </a:lnTo>
                <a:moveTo>
                  <a:pt x="0" y="1029"/>
                </a:moveTo>
                <a:lnTo>
                  <a:pt x="0" y="871"/>
                </a:lnTo>
                <a:lnTo>
                  <a:pt x="117" y="871"/>
                </a:lnTo>
                <a:lnTo>
                  <a:pt x="117" y="1029"/>
                </a:lnTo>
                <a:lnTo>
                  <a:pt x="0" y="1029"/>
                </a:lnTo>
                <a:moveTo>
                  <a:pt x="0" y="765"/>
                </a:moveTo>
                <a:lnTo>
                  <a:pt x="0" y="607"/>
                </a:lnTo>
                <a:lnTo>
                  <a:pt x="117" y="607"/>
                </a:lnTo>
                <a:lnTo>
                  <a:pt x="117" y="765"/>
                </a:lnTo>
                <a:lnTo>
                  <a:pt x="0" y="765"/>
                </a:lnTo>
                <a:moveTo>
                  <a:pt x="0" y="501"/>
                </a:moveTo>
                <a:lnTo>
                  <a:pt x="0" y="342"/>
                </a:lnTo>
                <a:lnTo>
                  <a:pt x="117" y="342"/>
                </a:lnTo>
                <a:lnTo>
                  <a:pt x="117" y="501"/>
                </a:lnTo>
                <a:lnTo>
                  <a:pt x="0" y="501"/>
                </a:lnTo>
                <a:moveTo>
                  <a:pt x="1" y="236"/>
                </a:moveTo>
                <a:cubicBezTo>
                  <a:pt x="3" y="161"/>
                  <a:pt x="34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0"/>
                  <a:pt x="117" y="239"/>
                </a:cubicBezTo>
                <a:lnTo>
                  <a:pt x="1" y="236"/>
                </a:lnTo>
                <a:moveTo>
                  <a:pt x="220" y="1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0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33520" y="924480"/>
            <a:ext cx="1035792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十分な規模で事前学習した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ViT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は、複数の画像認識ベンチマークで高い性能を示した。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542880" y="273348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6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5" y="9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4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9"/>
                  <a:pt x="14937" y="24"/>
                  <a:pt x="14947" y="31"/>
                </a:cubicBezTo>
                <a:cubicBezTo>
                  <a:pt x="14957" y="38"/>
                  <a:pt x="14966" y="46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6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8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8"/>
                  <a:pt x="14957" y="7715"/>
                  <a:pt x="14947" y="7722"/>
                </a:cubicBezTo>
                <a:cubicBezTo>
                  <a:pt x="14937" y="7729"/>
                  <a:pt x="14926" y="7735"/>
                  <a:pt x="14915" y="7739"/>
                </a:cubicBezTo>
                <a:cubicBezTo>
                  <a:pt x="14903" y="7744"/>
                  <a:pt x="14892" y="7747"/>
                  <a:pt x="14880" y="7750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50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5"/>
                  <a:pt x="92" y="7729"/>
                  <a:pt x="82" y="7722"/>
                </a:cubicBezTo>
                <a:cubicBezTo>
                  <a:pt x="72" y="7715"/>
                  <a:pt x="62" y="7708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8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542880" y="273348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6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5" y="9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4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9"/>
                  <a:pt x="14937" y="24"/>
                  <a:pt x="14947" y="31"/>
                </a:cubicBezTo>
                <a:cubicBezTo>
                  <a:pt x="14957" y="38"/>
                  <a:pt x="14966" y="46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6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8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8"/>
                  <a:pt x="14957" y="7715"/>
                  <a:pt x="14947" y="7722"/>
                </a:cubicBezTo>
                <a:cubicBezTo>
                  <a:pt x="14937" y="7729"/>
                  <a:pt x="14926" y="7735"/>
                  <a:pt x="14915" y="7739"/>
                </a:cubicBezTo>
                <a:cubicBezTo>
                  <a:pt x="14903" y="7744"/>
                  <a:pt x="14892" y="7747"/>
                  <a:pt x="14880" y="7750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50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5"/>
                  <a:pt x="92" y="7729"/>
                  <a:pt x="82" y="7722"/>
                </a:cubicBezTo>
                <a:cubicBezTo>
                  <a:pt x="72" y="7715"/>
                  <a:pt x="62" y="7708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8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1000800" y="1972440"/>
            <a:ext cx="970128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[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ここに論文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Table 2: popular image classification benchmarks 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の比較表を入れる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]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809280" y="352404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3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5"/>
                  <a:pt x="17" y="200"/>
                  <a:pt x="11" y="184"/>
                </a:cubicBezTo>
                <a:cubicBezTo>
                  <a:pt x="4" y="168"/>
                  <a:pt x="0" y="151"/>
                  <a:pt x="0" y="133"/>
                </a:cubicBezTo>
                <a:cubicBezTo>
                  <a:pt x="0" y="116"/>
                  <a:pt x="4" y="98"/>
                  <a:pt x="11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3" y="98"/>
                  <a:pt x="266" y="116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762120" y="2915280"/>
            <a:ext cx="133416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表で見る点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1059480" y="3403080"/>
            <a:ext cx="48841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ImageNet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、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CIFAR-100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、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VTAB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などで比較す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809280" y="432432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49"/>
                  <a:pt x="263" y="166"/>
                  <a:pt x="255" y="182"/>
                </a:cubicBezTo>
                <a:cubicBezTo>
                  <a:pt x="248" y="199"/>
                  <a:pt x="239" y="213"/>
                  <a:pt x="226" y="225"/>
                </a:cubicBezTo>
                <a:cubicBezTo>
                  <a:pt x="214" y="238"/>
                  <a:pt x="200" y="247"/>
                  <a:pt x="183" y="254"/>
                </a:cubicBezTo>
                <a:cubicBezTo>
                  <a:pt x="167" y="261"/>
                  <a:pt x="150" y="265"/>
                  <a:pt x="133" y="265"/>
                </a:cubicBezTo>
                <a:cubicBezTo>
                  <a:pt x="115" y="265"/>
                  <a:pt x="98" y="261"/>
                  <a:pt x="82" y="254"/>
                </a:cubicBezTo>
                <a:cubicBezTo>
                  <a:pt x="66" y="247"/>
                  <a:pt x="52" y="238"/>
                  <a:pt x="39" y="225"/>
                </a:cubicBezTo>
                <a:cubicBezTo>
                  <a:pt x="27" y="213"/>
                  <a:pt x="17" y="199"/>
                  <a:pt x="11" y="182"/>
                </a:cubicBezTo>
                <a:cubicBezTo>
                  <a:pt x="4" y="166"/>
                  <a:pt x="0" y="149"/>
                  <a:pt x="0" y="132"/>
                </a:cubicBezTo>
                <a:cubicBezTo>
                  <a:pt x="0" y="114"/>
                  <a:pt x="4" y="97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7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059480" y="3764880"/>
            <a:ext cx="2383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809280" y="477180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3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5"/>
                  <a:pt x="17" y="200"/>
                  <a:pt x="11" y="184"/>
                </a:cubicBezTo>
                <a:cubicBezTo>
                  <a:pt x="4" y="168"/>
                  <a:pt x="0" y="151"/>
                  <a:pt x="0" y="133"/>
                </a:cubicBezTo>
                <a:cubicBezTo>
                  <a:pt x="0" y="116"/>
                  <a:pt x="4" y="99"/>
                  <a:pt x="11" y="83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6"/>
                  <a:pt x="255" y="83"/>
                </a:cubicBezTo>
                <a:cubicBezTo>
                  <a:pt x="263" y="99"/>
                  <a:pt x="266" y="116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1059480" y="4203000"/>
            <a:ext cx="45450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ViT-L/16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と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BiT-L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など強い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系を比べる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6238800" y="273348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5" y="9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4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9"/>
                  <a:pt x="14937" y="24"/>
                  <a:pt x="14947" y="31"/>
                </a:cubicBezTo>
                <a:cubicBezTo>
                  <a:pt x="14957" y="38"/>
                  <a:pt x="14966" y="46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6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8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8"/>
                  <a:pt x="14957" y="7715"/>
                  <a:pt x="14947" y="7722"/>
                </a:cubicBezTo>
                <a:cubicBezTo>
                  <a:pt x="14937" y="7729"/>
                  <a:pt x="14926" y="7735"/>
                  <a:pt x="14915" y="7739"/>
                </a:cubicBezTo>
                <a:cubicBezTo>
                  <a:pt x="14903" y="7744"/>
                  <a:pt x="14892" y="7747"/>
                  <a:pt x="14880" y="7750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50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5"/>
                  <a:pt x="92" y="7729"/>
                  <a:pt x="82" y="7722"/>
                </a:cubicBezTo>
                <a:cubicBezTo>
                  <a:pt x="72" y="7715"/>
                  <a:pt x="63" y="7708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8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6238800" y="273348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5" y="9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4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9"/>
                  <a:pt x="14937" y="24"/>
                  <a:pt x="14947" y="31"/>
                </a:cubicBezTo>
                <a:cubicBezTo>
                  <a:pt x="14957" y="38"/>
                  <a:pt x="14966" y="46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6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8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8"/>
                  <a:pt x="14957" y="7715"/>
                  <a:pt x="14947" y="7722"/>
                </a:cubicBezTo>
                <a:cubicBezTo>
                  <a:pt x="14937" y="7729"/>
                  <a:pt x="14926" y="7735"/>
                  <a:pt x="14915" y="7739"/>
                </a:cubicBezTo>
                <a:cubicBezTo>
                  <a:pt x="14903" y="7744"/>
                  <a:pt x="14892" y="7747"/>
                  <a:pt x="14880" y="7750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50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5"/>
                  <a:pt x="92" y="7729"/>
                  <a:pt x="82" y="7722"/>
                </a:cubicBezTo>
                <a:cubicBezTo>
                  <a:pt x="72" y="7715"/>
                  <a:pt x="63" y="7708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8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1059480" y="4650840"/>
            <a:ext cx="38044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平均値と標準偏差で性能を報告する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6505560" y="35240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5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6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6458040" y="2915280"/>
            <a:ext cx="160092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主な読み取り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6755760" y="3403080"/>
            <a:ext cx="45651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JFT-300M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事前学習で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ViT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は高い転移性能を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6505560" y="43243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6"/>
                  <a:pt x="255" y="182"/>
                </a:cubicBezTo>
                <a:cubicBezTo>
                  <a:pt x="248" y="199"/>
                  <a:pt x="239" y="213"/>
                  <a:pt x="226" y="225"/>
                </a:cubicBezTo>
                <a:cubicBezTo>
                  <a:pt x="214" y="238"/>
                  <a:pt x="200" y="247"/>
                  <a:pt x="183" y="254"/>
                </a:cubicBezTo>
                <a:cubicBezTo>
                  <a:pt x="167" y="261"/>
                  <a:pt x="150" y="265"/>
                  <a:pt x="133" y="265"/>
                </a:cubicBezTo>
                <a:cubicBezTo>
                  <a:pt x="115" y="265"/>
                  <a:pt x="98" y="261"/>
                  <a:pt x="82" y="254"/>
                </a:cubicBezTo>
                <a:cubicBezTo>
                  <a:pt x="66" y="247"/>
                  <a:pt x="52" y="238"/>
                  <a:pt x="39" y="225"/>
                </a:cubicBezTo>
                <a:cubicBezTo>
                  <a:pt x="27" y="213"/>
                  <a:pt x="17" y="199"/>
                  <a:pt x="10" y="182"/>
                </a:cubicBezTo>
                <a:cubicBezTo>
                  <a:pt x="3" y="166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6755760" y="3764880"/>
            <a:ext cx="4762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示す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6505560" y="477180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5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6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6755760" y="4203000"/>
            <a:ext cx="46951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大規模データでは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系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baseline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を上回る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6755760" y="465084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精度だけでなく事前学習コストも議論され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6755760" y="5003280"/>
            <a:ext cx="2383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914400" y="3924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結果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10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33520" y="924480"/>
            <a:ext cx="1108080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ViT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の弱点は画像固有の帰納バイアスが少ないことだが、その分スケールしたときの伸びが大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542880" y="2076120"/>
            <a:ext cx="5410440" cy="2791440"/>
          </a:xfrm>
          <a:custGeom>
            <a:avLst/>
            <a:gdLst/>
            <a:ahLst/>
            <a:rect l="0" t="0" r="r" b="b"/>
            <a:pathLst>
              <a:path w="15029" h="7754">
                <a:moveTo>
                  <a:pt x="0" y="7568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7568"/>
                </a:lnTo>
                <a:cubicBezTo>
                  <a:pt x="15029" y="7581"/>
                  <a:pt x="15028" y="7593"/>
                  <a:pt x="15025" y="7605"/>
                </a:cubicBezTo>
                <a:cubicBezTo>
                  <a:pt x="15023" y="7617"/>
                  <a:pt x="15020" y="7628"/>
                  <a:pt x="15015" y="7639"/>
                </a:cubicBezTo>
                <a:cubicBezTo>
                  <a:pt x="15010" y="7651"/>
                  <a:pt x="15005" y="7661"/>
                  <a:pt x="14998" y="7671"/>
                </a:cubicBezTo>
                <a:cubicBezTo>
                  <a:pt x="14991" y="7682"/>
                  <a:pt x="14983" y="7691"/>
                  <a:pt x="14975" y="7699"/>
                </a:cubicBezTo>
                <a:cubicBezTo>
                  <a:pt x="14966" y="7708"/>
                  <a:pt x="14957" y="7716"/>
                  <a:pt x="14947" y="7722"/>
                </a:cubicBezTo>
                <a:cubicBezTo>
                  <a:pt x="14937" y="7729"/>
                  <a:pt x="14926" y="7735"/>
                  <a:pt x="14915" y="7740"/>
                </a:cubicBezTo>
                <a:cubicBezTo>
                  <a:pt x="14903" y="7744"/>
                  <a:pt x="14892" y="7748"/>
                  <a:pt x="14880" y="7750"/>
                </a:cubicBezTo>
                <a:cubicBezTo>
                  <a:pt x="14868" y="7753"/>
                  <a:pt x="14856" y="7754"/>
                  <a:pt x="14844" y="7754"/>
                </a:cubicBezTo>
                <a:lnTo>
                  <a:pt x="185" y="7754"/>
                </a:lnTo>
                <a:cubicBezTo>
                  <a:pt x="173" y="7754"/>
                  <a:pt x="161" y="7753"/>
                  <a:pt x="149" y="7750"/>
                </a:cubicBezTo>
                <a:cubicBezTo>
                  <a:pt x="137" y="7748"/>
                  <a:pt x="125" y="7744"/>
                  <a:pt x="114" y="7740"/>
                </a:cubicBezTo>
                <a:cubicBezTo>
                  <a:pt x="103" y="7735"/>
                  <a:pt x="92" y="7729"/>
                  <a:pt x="82" y="7722"/>
                </a:cubicBezTo>
                <a:cubicBezTo>
                  <a:pt x="72" y="7716"/>
                  <a:pt x="62" y="7708"/>
                  <a:pt x="54" y="7699"/>
                </a:cubicBezTo>
                <a:cubicBezTo>
                  <a:pt x="45" y="7691"/>
                  <a:pt x="38" y="7682"/>
                  <a:pt x="31" y="7671"/>
                </a:cubicBezTo>
                <a:cubicBezTo>
                  <a:pt x="24" y="7661"/>
                  <a:pt x="18" y="7651"/>
                  <a:pt x="14" y="7639"/>
                </a:cubicBezTo>
                <a:cubicBezTo>
                  <a:pt x="9" y="7628"/>
                  <a:pt x="6" y="7617"/>
                  <a:pt x="3" y="7605"/>
                </a:cubicBezTo>
                <a:cubicBezTo>
                  <a:pt x="1" y="7593"/>
                  <a:pt x="0" y="7581"/>
                  <a:pt x="0" y="7568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542880" y="2076120"/>
            <a:ext cx="5410440" cy="2791440"/>
          </a:xfrm>
          <a:custGeom>
            <a:avLst/>
            <a:gdLst/>
            <a:ahLst/>
            <a:rect l="0" t="0" r="r" b="b"/>
            <a:pathLst>
              <a:path w="15029" h="7754">
                <a:moveTo>
                  <a:pt x="0" y="7568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7568"/>
                </a:lnTo>
                <a:cubicBezTo>
                  <a:pt x="15029" y="7581"/>
                  <a:pt x="15028" y="7593"/>
                  <a:pt x="15025" y="7605"/>
                </a:cubicBezTo>
                <a:cubicBezTo>
                  <a:pt x="15023" y="7617"/>
                  <a:pt x="15020" y="7628"/>
                  <a:pt x="15015" y="7639"/>
                </a:cubicBezTo>
                <a:cubicBezTo>
                  <a:pt x="15010" y="7651"/>
                  <a:pt x="15005" y="7661"/>
                  <a:pt x="14998" y="7671"/>
                </a:cubicBezTo>
                <a:cubicBezTo>
                  <a:pt x="14991" y="7682"/>
                  <a:pt x="14983" y="7691"/>
                  <a:pt x="14975" y="7699"/>
                </a:cubicBezTo>
                <a:cubicBezTo>
                  <a:pt x="14966" y="7708"/>
                  <a:pt x="14957" y="7716"/>
                  <a:pt x="14947" y="7722"/>
                </a:cubicBezTo>
                <a:cubicBezTo>
                  <a:pt x="14937" y="7729"/>
                  <a:pt x="14926" y="7735"/>
                  <a:pt x="14915" y="7740"/>
                </a:cubicBezTo>
                <a:cubicBezTo>
                  <a:pt x="14903" y="7744"/>
                  <a:pt x="14892" y="7748"/>
                  <a:pt x="14880" y="7750"/>
                </a:cubicBezTo>
                <a:cubicBezTo>
                  <a:pt x="14868" y="7753"/>
                  <a:pt x="14856" y="7754"/>
                  <a:pt x="14844" y="7754"/>
                </a:cubicBezTo>
                <a:lnTo>
                  <a:pt x="185" y="7754"/>
                </a:lnTo>
                <a:cubicBezTo>
                  <a:pt x="173" y="7754"/>
                  <a:pt x="161" y="7753"/>
                  <a:pt x="149" y="7750"/>
                </a:cubicBezTo>
                <a:cubicBezTo>
                  <a:pt x="137" y="7748"/>
                  <a:pt x="125" y="7744"/>
                  <a:pt x="114" y="7740"/>
                </a:cubicBezTo>
                <a:cubicBezTo>
                  <a:pt x="103" y="7735"/>
                  <a:pt x="92" y="7729"/>
                  <a:pt x="82" y="7722"/>
                </a:cubicBezTo>
                <a:cubicBezTo>
                  <a:pt x="72" y="7716"/>
                  <a:pt x="62" y="7708"/>
                  <a:pt x="54" y="7699"/>
                </a:cubicBezTo>
                <a:cubicBezTo>
                  <a:pt x="45" y="7691"/>
                  <a:pt x="38" y="7682"/>
                  <a:pt x="31" y="7671"/>
                </a:cubicBezTo>
                <a:cubicBezTo>
                  <a:pt x="24" y="7661"/>
                  <a:pt x="18" y="7651"/>
                  <a:pt x="14" y="7639"/>
                </a:cubicBezTo>
                <a:cubicBezTo>
                  <a:pt x="9" y="7628"/>
                  <a:pt x="6" y="7617"/>
                  <a:pt x="3" y="7605"/>
                </a:cubicBezTo>
                <a:cubicBezTo>
                  <a:pt x="1" y="7593"/>
                  <a:pt x="0" y="7581"/>
                  <a:pt x="0" y="7568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533520" y="1343520"/>
            <a:ext cx="80100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きい。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809280" y="287640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3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8"/>
                  <a:pt x="0" y="151"/>
                  <a:pt x="0" y="133"/>
                </a:cubicBezTo>
                <a:cubicBezTo>
                  <a:pt x="0" y="116"/>
                  <a:pt x="4" y="99"/>
                  <a:pt x="11" y="83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6"/>
                  <a:pt x="255" y="83"/>
                </a:cubicBezTo>
                <a:cubicBezTo>
                  <a:pt x="263" y="99"/>
                  <a:pt x="266" y="116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62120" y="2257920"/>
            <a:ext cx="186768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小さい事前学習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1059480" y="2755440"/>
            <a:ext cx="47826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ImageNet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のみでは大きな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ViT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が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ResNet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809280" y="367632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3"/>
                </a:moveTo>
                <a:cubicBezTo>
                  <a:pt x="266" y="150"/>
                  <a:pt x="263" y="167"/>
                  <a:pt x="255" y="183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4"/>
                  <a:pt x="17" y="200"/>
                  <a:pt x="11" y="183"/>
                </a:cubicBezTo>
                <a:cubicBezTo>
                  <a:pt x="4" y="167"/>
                  <a:pt x="0" y="150"/>
                  <a:pt x="0" y="133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3" y="98"/>
                  <a:pt x="266" y="115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1059480" y="3107880"/>
            <a:ext cx="4762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不利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059480" y="355536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データ不足では帰納バイアスの少なさが弱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809280" y="447660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3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8"/>
                  <a:pt x="0" y="151"/>
                  <a:pt x="0" y="133"/>
                </a:cubicBezTo>
                <a:cubicBezTo>
                  <a:pt x="0" y="116"/>
                  <a:pt x="4" y="98"/>
                  <a:pt x="11" y="82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3" y="98"/>
                  <a:pt x="266" y="116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1059480" y="3907800"/>
            <a:ext cx="9518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点になる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6238800" y="2076120"/>
            <a:ext cx="5410440" cy="2791440"/>
          </a:xfrm>
          <a:custGeom>
            <a:avLst/>
            <a:gdLst/>
            <a:ahLst/>
            <a:rect l="0" t="0" r="r" b="b"/>
            <a:pathLst>
              <a:path w="15029" h="7754">
                <a:moveTo>
                  <a:pt x="0" y="7568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7568"/>
                </a:lnTo>
                <a:cubicBezTo>
                  <a:pt x="15029" y="7581"/>
                  <a:pt x="15028" y="7593"/>
                  <a:pt x="15025" y="7605"/>
                </a:cubicBezTo>
                <a:cubicBezTo>
                  <a:pt x="15023" y="7617"/>
                  <a:pt x="15020" y="7628"/>
                  <a:pt x="15015" y="7639"/>
                </a:cubicBezTo>
                <a:cubicBezTo>
                  <a:pt x="15010" y="7651"/>
                  <a:pt x="15005" y="7661"/>
                  <a:pt x="14998" y="7671"/>
                </a:cubicBezTo>
                <a:cubicBezTo>
                  <a:pt x="14991" y="7682"/>
                  <a:pt x="14983" y="7691"/>
                  <a:pt x="14975" y="7699"/>
                </a:cubicBezTo>
                <a:cubicBezTo>
                  <a:pt x="14966" y="7708"/>
                  <a:pt x="14957" y="7716"/>
                  <a:pt x="14947" y="7722"/>
                </a:cubicBezTo>
                <a:cubicBezTo>
                  <a:pt x="14937" y="7729"/>
                  <a:pt x="14926" y="7735"/>
                  <a:pt x="14915" y="7740"/>
                </a:cubicBezTo>
                <a:cubicBezTo>
                  <a:pt x="14903" y="7744"/>
                  <a:pt x="14892" y="7748"/>
                  <a:pt x="14880" y="7750"/>
                </a:cubicBezTo>
                <a:cubicBezTo>
                  <a:pt x="14868" y="7753"/>
                  <a:pt x="14856" y="7754"/>
                  <a:pt x="14844" y="7754"/>
                </a:cubicBezTo>
                <a:lnTo>
                  <a:pt x="185" y="7754"/>
                </a:lnTo>
                <a:cubicBezTo>
                  <a:pt x="173" y="7754"/>
                  <a:pt x="161" y="7753"/>
                  <a:pt x="149" y="7750"/>
                </a:cubicBezTo>
                <a:cubicBezTo>
                  <a:pt x="137" y="7748"/>
                  <a:pt x="125" y="7744"/>
                  <a:pt x="114" y="7740"/>
                </a:cubicBezTo>
                <a:cubicBezTo>
                  <a:pt x="103" y="7735"/>
                  <a:pt x="92" y="7729"/>
                  <a:pt x="82" y="7722"/>
                </a:cubicBezTo>
                <a:cubicBezTo>
                  <a:pt x="72" y="7716"/>
                  <a:pt x="63" y="7708"/>
                  <a:pt x="54" y="7699"/>
                </a:cubicBezTo>
                <a:cubicBezTo>
                  <a:pt x="45" y="7691"/>
                  <a:pt x="38" y="7682"/>
                  <a:pt x="31" y="7671"/>
                </a:cubicBezTo>
                <a:cubicBezTo>
                  <a:pt x="24" y="7661"/>
                  <a:pt x="18" y="7651"/>
                  <a:pt x="14" y="7639"/>
                </a:cubicBezTo>
                <a:cubicBezTo>
                  <a:pt x="9" y="7628"/>
                  <a:pt x="6" y="7617"/>
                  <a:pt x="3" y="7605"/>
                </a:cubicBezTo>
                <a:cubicBezTo>
                  <a:pt x="1" y="7593"/>
                  <a:pt x="0" y="7581"/>
                  <a:pt x="0" y="75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6238800" y="2076120"/>
            <a:ext cx="5410440" cy="2791440"/>
          </a:xfrm>
          <a:custGeom>
            <a:avLst/>
            <a:gdLst/>
            <a:ahLst/>
            <a:rect l="0" t="0" r="r" b="b"/>
            <a:pathLst>
              <a:path w="15029" h="7754">
                <a:moveTo>
                  <a:pt x="0" y="7568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7568"/>
                </a:lnTo>
                <a:cubicBezTo>
                  <a:pt x="15029" y="7581"/>
                  <a:pt x="15028" y="7593"/>
                  <a:pt x="15025" y="7605"/>
                </a:cubicBezTo>
                <a:cubicBezTo>
                  <a:pt x="15023" y="7617"/>
                  <a:pt x="15020" y="7628"/>
                  <a:pt x="15015" y="7639"/>
                </a:cubicBezTo>
                <a:cubicBezTo>
                  <a:pt x="15010" y="7651"/>
                  <a:pt x="15005" y="7661"/>
                  <a:pt x="14998" y="7671"/>
                </a:cubicBezTo>
                <a:cubicBezTo>
                  <a:pt x="14991" y="7682"/>
                  <a:pt x="14983" y="7691"/>
                  <a:pt x="14975" y="7699"/>
                </a:cubicBezTo>
                <a:cubicBezTo>
                  <a:pt x="14966" y="7708"/>
                  <a:pt x="14957" y="7716"/>
                  <a:pt x="14947" y="7722"/>
                </a:cubicBezTo>
                <a:cubicBezTo>
                  <a:pt x="14937" y="7729"/>
                  <a:pt x="14926" y="7735"/>
                  <a:pt x="14915" y="7740"/>
                </a:cubicBezTo>
                <a:cubicBezTo>
                  <a:pt x="14903" y="7744"/>
                  <a:pt x="14892" y="7748"/>
                  <a:pt x="14880" y="7750"/>
                </a:cubicBezTo>
                <a:cubicBezTo>
                  <a:pt x="14868" y="7753"/>
                  <a:pt x="14856" y="7754"/>
                  <a:pt x="14844" y="7754"/>
                </a:cubicBezTo>
                <a:lnTo>
                  <a:pt x="185" y="7754"/>
                </a:lnTo>
                <a:cubicBezTo>
                  <a:pt x="173" y="7754"/>
                  <a:pt x="161" y="7753"/>
                  <a:pt x="149" y="7750"/>
                </a:cubicBezTo>
                <a:cubicBezTo>
                  <a:pt x="137" y="7748"/>
                  <a:pt x="125" y="7744"/>
                  <a:pt x="114" y="7740"/>
                </a:cubicBezTo>
                <a:cubicBezTo>
                  <a:pt x="103" y="7735"/>
                  <a:pt x="92" y="7729"/>
                  <a:pt x="82" y="7722"/>
                </a:cubicBezTo>
                <a:cubicBezTo>
                  <a:pt x="72" y="7716"/>
                  <a:pt x="63" y="7708"/>
                  <a:pt x="54" y="7699"/>
                </a:cubicBezTo>
                <a:cubicBezTo>
                  <a:pt x="45" y="7691"/>
                  <a:pt x="38" y="7682"/>
                  <a:pt x="31" y="7671"/>
                </a:cubicBezTo>
                <a:cubicBezTo>
                  <a:pt x="24" y="7661"/>
                  <a:pt x="18" y="7651"/>
                  <a:pt x="14" y="7639"/>
                </a:cubicBezTo>
                <a:cubicBezTo>
                  <a:pt x="9" y="7628"/>
                  <a:pt x="6" y="7617"/>
                  <a:pt x="3" y="7605"/>
                </a:cubicBezTo>
                <a:cubicBezTo>
                  <a:pt x="1" y="7593"/>
                  <a:pt x="0" y="7581"/>
                  <a:pt x="0" y="7568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1059480" y="4355640"/>
            <a:ext cx="40424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空間関係をデータから学ぶ必要がある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6505560" y="287640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6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6458040" y="2257920"/>
            <a:ext cx="186768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大きい事前学習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6505560" y="33145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0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8"/>
                  <a:pt x="0" y="150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6755760" y="2755440"/>
            <a:ext cx="34502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ImageNet-21k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で性能差が縮まる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6505560" y="3762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6"/>
                  <a:pt x="255" y="182"/>
                </a:cubicBezTo>
                <a:cubicBezTo>
                  <a:pt x="248" y="199"/>
                  <a:pt x="239" y="213"/>
                  <a:pt x="226" y="225"/>
                </a:cubicBezTo>
                <a:cubicBezTo>
                  <a:pt x="214" y="238"/>
                  <a:pt x="200" y="248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8"/>
                  <a:pt x="52" y="238"/>
                  <a:pt x="39" y="225"/>
                </a:cubicBezTo>
                <a:cubicBezTo>
                  <a:pt x="27" y="213"/>
                  <a:pt x="17" y="199"/>
                  <a:pt x="10" y="182"/>
                </a:cubicBezTo>
                <a:cubicBezTo>
                  <a:pt x="3" y="166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6755760" y="3193560"/>
            <a:ext cx="38520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JFT-300M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では大きな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ViT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が強くなる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6755760" y="3641040"/>
            <a:ext cx="45727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ResNet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は早めに頭打ちになり、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ViT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は伸び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533160" y="5086080"/>
            <a:ext cx="11125440" cy="857520"/>
          </a:xfrm>
          <a:custGeom>
            <a:avLst/>
            <a:gdLst/>
            <a:ahLst/>
            <a:rect l="0" t="0" r="r" b="b"/>
            <a:pathLst>
              <a:path w="30904" h="2382">
                <a:moveTo>
                  <a:pt x="0" y="0"/>
                </a:moveTo>
                <a:lnTo>
                  <a:pt x="30904" y="0"/>
                </a:lnTo>
                <a:lnTo>
                  <a:pt x="30904" y="2382"/>
                </a:lnTo>
                <a:lnTo>
                  <a:pt x="0" y="2382"/>
                </a:lnTo>
                <a:lnTo>
                  <a:pt x="0" y="0"/>
                </a:lnTo>
                <a:close/>
              </a:path>
            </a:pathLst>
          </a:custGeom>
          <a:solidFill>
            <a:srgbClr val="f8fb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521640" y="507456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7"/>
                </a:lnTo>
                <a:lnTo>
                  <a:pt x="772" y="117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7"/>
                </a:lnTo>
                <a:lnTo>
                  <a:pt x="1036" y="117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7"/>
                </a:lnTo>
                <a:lnTo>
                  <a:pt x="1300" y="117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7"/>
                </a:lnTo>
                <a:lnTo>
                  <a:pt x="1564" y="117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7"/>
                </a:lnTo>
                <a:lnTo>
                  <a:pt x="1828" y="117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7"/>
                </a:lnTo>
                <a:lnTo>
                  <a:pt x="2092" y="117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7"/>
                </a:lnTo>
                <a:lnTo>
                  <a:pt x="2356" y="117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7"/>
                </a:lnTo>
                <a:lnTo>
                  <a:pt x="2620" y="117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7"/>
                </a:lnTo>
                <a:lnTo>
                  <a:pt x="2884" y="117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7"/>
                </a:lnTo>
                <a:lnTo>
                  <a:pt x="3148" y="117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7"/>
                </a:lnTo>
                <a:lnTo>
                  <a:pt x="3412" y="117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7"/>
                </a:lnTo>
                <a:lnTo>
                  <a:pt x="3677" y="117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7"/>
                </a:lnTo>
                <a:lnTo>
                  <a:pt x="3941" y="117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7"/>
                </a:lnTo>
                <a:lnTo>
                  <a:pt x="4205" y="117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7"/>
                </a:lnTo>
                <a:lnTo>
                  <a:pt x="4469" y="117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7"/>
                </a:lnTo>
                <a:lnTo>
                  <a:pt x="4733" y="117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7"/>
                </a:lnTo>
                <a:lnTo>
                  <a:pt x="4997" y="117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7"/>
                </a:lnTo>
                <a:lnTo>
                  <a:pt x="5261" y="117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7"/>
                </a:lnTo>
                <a:lnTo>
                  <a:pt x="5525" y="117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7"/>
                </a:lnTo>
                <a:lnTo>
                  <a:pt x="5789" y="117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7"/>
                </a:lnTo>
                <a:lnTo>
                  <a:pt x="6053" y="117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7"/>
                </a:lnTo>
                <a:lnTo>
                  <a:pt x="6317" y="117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7"/>
                </a:lnTo>
                <a:lnTo>
                  <a:pt x="6581" y="117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7"/>
                </a:lnTo>
                <a:lnTo>
                  <a:pt x="6845" y="117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7"/>
                </a:lnTo>
                <a:lnTo>
                  <a:pt x="7109" y="117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7"/>
                </a:lnTo>
                <a:lnTo>
                  <a:pt x="7373" y="117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7"/>
                </a:lnTo>
                <a:lnTo>
                  <a:pt x="7637" y="117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7"/>
                </a:lnTo>
                <a:lnTo>
                  <a:pt x="7901" y="117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7"/>
                </a:lnTo>
                <a:lnTo>
                  <a:pt x="8165" y="117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7"/>
                </a:lnTo>
                <a:lnTo>
                  <a:pt x="8430" y="117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7"/>
                </a:lnTo>
                <a:lnTo>
                  <a:pt x="8694" y="117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7"/>
                </a:lnTo>
                <a:lnTo>
                  <a:pt x="8958" y="117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7"/>
                </a:lnTo>
                <a:lnTo>
                  <a:pt x="9222" y="117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7"/>
                </a:lnTo>
                <a:lnTo>
                  <a:pt x="9486" y="117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7"/>
                </a:lnTo>
                <a:lnTo>
                  <a:pt x="9750" y="117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7"/>
                </a:lnTo>
                <a:lnTo>
                  <a:pt x="10014" y="117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7"/>
                </a:lnTo>
                <a:lnTo>
                  <a:pt x="10278" y="117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7"/>
                </a:lnTo>
                <a:lnTo>
                  <a:pt x="10542" y="117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7"/>
                </a:lnTo>
                <a:lnTo>
                  <a:pt x="10806" y="117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7"/>
                </a:lnTo>
                <a:lnTo>
                  <a:pt x="11070" y="117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7"/>
                </a:lnTo>
                <a:lnTo>
                  <a:pt x="11334" y="117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7"/>
                </a:lnTo>
                <a:lnTo>
                  <a:pt x="11598" y="117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7"/>
                </a:lnTo>
                <a:lnTo>
                  <a:pt x="11862" y="117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7"/>
                </a:lnTo>
                <a:lnTo>
                  <a:pt x="12126" y="117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7"/>
                </a:lnTo>
                <a:lnTo>
                  <a:pt x="12390" y="117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7"/>
                </a:lnTo>
                <a:lnTo>
                  <a:pt x="12654" y="117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7"/>
                </a:lnTo>
                <a:lnTo>
                  <a:pt x="12918" y="117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7"/>
                </a:lnTo>
                <a:lnTo>
                  <a:pt x="13182" y="117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7"/>
                </a:lnTo>
                <a:lnTo>
                  <a:pt x="13447" y="117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7"/>
                </a:lnTo>
                <a:lnTo>
                  <a:pt x="13711" y="117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7"/>
                </a:lnTo>
                <a:lnTo>
                  <a:pt x="13975" y="117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7"/>
                </a:lnTo>
                <a:lnTo>
                  <a:pt x="14240" y="117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7"/>
                </a:lnTo>
                <a:lnTo>
                  <a:pt x="14504" y="117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7"/>
                </a:lnTo>
                <a:lnTo>
                  <a:pt x="14768" y="117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7"/>
                </a:lnTo>
                <a:lnTo>
                  <a:pt x="15032" y="117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7"/>
                </a:lnTo>
                <a:lnTo>
                  <a:pt x="15296" y="117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7"/>
                </a:lnTo>
                <a:lnTo>
                  <a:pt x="15560" y="117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7"/>
                </a:lnTo>
                <a:lnTo>
                  <a:pt x="15824" y="117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7"/>
                </a:lnTo>
                <a:lnTo>
                  <a:pt x="16088" y="117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7"/>
                </a:lnTo>
                <a:lnTo>
                  <a:pt x="16352" y="117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7"/>
                </a:lnTo>
                <a:lnTo>
                  <a:pt x="16616" y="117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7"/>
                </a:lnTo>
                <a:lnTo>
                  <a:pt x="16880" y="117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7"/>
                </a:lnTo>
                <a:lnTo>
                  <a:pt x="17144" y="117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7"/>
                </a:lnTo>
                <a:lnTo>
                  <a:pt x="17408" y="117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7"/>
                </a:lnTo>
                <a:lnTo>
                  <a:pt x="17672" y="117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7"/>
                </a:lnTo>
                <a:lnTo>
                  <a:pt x="17936" y="117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7"/>
                </a:lnTo>
                <a:lnTo>
                  <a:pt x="18201" y="117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7"/>
                </a:lnTo>
                <a:lnTo>
                  <a:pt x="18465" y="117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7"/>
                </a:lnTo>
                <a:lnTo>
                  <a:pt x="18729" y="117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7"/>
                </a:lnTo>
                <a:lnTo>
                  <a:pt x="18993" y="117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7"/>
                </a:lnTo>
                <a:lnTo>
                  <a:pt x="19257" y="117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7"/>
                </a:lnTo>
                <a:lnTo>
                  <a:pt x="19521" y="117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7"/>
                </a:lnTo>
                <a:lnTo>
                  <a:pt x="19785" y="117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7"/>
                </a:lnTo>
                <a:lnTo>
                  <a:pt x="20049" y="117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7"/>
                </a:lnTo>
                <a:lnTo>
                  <a:pt x="20313" y="117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7"/>
                </a:lnTo>
                <a:lnTo>
                  <a:pt x="20577" y="117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7"/>
                </a:lnTo>
                <a:lnTo>
                  <a:pt x="20841" y="117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7"/>
                </a:lnTo>
                <a:lnTo>
                  <a:pt x="21105" y="117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7"/>
                </a:lnTo>
                <a:lnTo>
                  <a:pt x="21369" y="117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7"/>
                </a:lnTo>
                <a:lnTo>
                  <a:pt x="21633" y="117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7"/>
                </a:lnTo>
                <a:lnTo>
                  <a:pt x="21897" y="117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7"/>
                </a:lnTo>
                <a:lnTo>
                  <a:pt x="22161" y="117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7"/>
                </a:lnTo>
                <a:lnTo>
                  <a:pt x="22425" y="117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7"/>
                </a:lnTo>
                <a:lnTo>
                  <a:pt x="22689" y="117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7"/>
                </a:lnTo>
                <a:lnTo>
                  <a:pt x="22953" y="117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7"/>
                </a:lnTo>
                <a:lnTo>
                  <a:pt x="23218" y="117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7"/>
                </a:lnTo>
                <a:lnTo>
                  <a:pt x="23482" y="117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7"/>
                </a:lnTo>
                <a:lnTo>
                  <a:pt x="23746" y="117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7"/>
                </a:lnTo>
                <a:lnTo>
                  <a:pt x="24010" y="117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7"/>
                </a:lnTo>
                <a:lnTo>
                  <a:pt x="24274" y="117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7"/>
                </a:lnTo>
                <a:lnTo>
                  <a:pt x="24538" y="117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7"/>
                </a:lnTo>
                <a:lnTo>
                  <a:pt x="24802" y="117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7"/>
                </a:lnTo>
                <a:lnTo>
                  <a:pt x="25066" y="117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7"/>
                </a:lnTo>
                <a:lnTo>
                  <a:pt x="25330" y="117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7"/>
                </a:lnTo>
                <a:lnTo>
                  <a:pt x="25594" y="117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7"/>
                </a:lnTo>
                <a:lnTo>
                  <a:pt x="25858" y="117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7"/>
                </a:lnTo>
                <a:lnTo>
                  <a:pt x="26122" y="117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7"/>
                </a:lnTo>
                <a:lnTo>
                  <a:pt x="26386" y="117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7"/>
                </a:lnTo>
                <a:lnTo>
                  <a:pt x="26650" y="117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7"/>
                </a:lnTo>
                <a:lnTo>
                  <a:pt x="26914" y="117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7"/>
                </a:lnTo>
                <a:lnTo>
                  <a:pt x="27178" y="117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7"/>
                </a:lnTo>
                <a:lnTo>
                  <a:pt x="27442" y="117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7"/>
                </a:lnTo>
                <a:lnTo>
                  <a:pt x="27706" y="117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7"/>
                </a:lnTo>
                <a:lnTo>
                  <a:pt x="27971" y="117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7"/>
                </a:lnTo>
                <a:lnTo>
                  <a:pt x="28235" y="117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7"/>
                </a:lnTo>
                <a:lnTo>
                  <a:pt x="28499" y="117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7"/>
                </a:lnTo>
                <a:lnTo>
                  <a:pt x="28763" y="117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7"/>
                </a:lnTo>
                <a:lnTo>
                  <a:pt x="29027" y="117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7"/>
                </a:lnTo>
                <a:lnTo>
                  <a:pt x="29291" y="117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7"/>
                </a:lnTo>
                <a:lnTo>
                  <a:pt x="29555" y="117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7"/>
                </a:lnTo>
                <a:lnTo>
                  <a:pt x="29819" y="117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7"/>
                </a:lnTo>
                <a:lnTo>
                  <a:pt x="30083" y="117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7"/>
                </a:lnTo>
                <a:lnTo>
                  <a:pt x="30347" y="117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3"/>
                  <a:pt x="30783" y="7"/>
                </a:cubicBezTo>
                <a:lnTo>
                  <a:pt x="30755" y="121"/>
                </a:lnTo>
                <a:cubicBezTo>
                  <a:pt x="30745" y="118"/>
                  <a:pt x="30735" y="117"/>
                  <a:pt x="30725" y="117"/>
                </a:cubicBezTo>
                <a:lnTo>
                  <a:pt x="30611" y="117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4"/>
                  <a:pt x="30968" y="180"/>
                  <a:pt x="30968" y="244"/>
                </a:cubicBezTo>
                <a:lnTo>
                  <a:pt x="30968" y="264"/>
                </a:lnTo>
                <a:lnTo>
                  <a:pt x="30852" y="264"/>
                </a:lnTo>
                <a:lnTo>
                  <a:pt x="30852" y="244"/>
                </a:lnTo>
                <a:cubicBezTo>
                  <a:pt x="30852" y="210"/>
                  <a:pt x="30840" y="181"/>
                  <a:pt x="30817" y="157"/>
                </a:cubicBezTo>
                <a:lnTo>
                  <a:pt x="30902" y="77"/>
                </a:lnTo>
                <a:moveTo>
                  <a:pt x="30968" y="369"/>
                </a:moveTo>
                <a:lnTo>
                  <a:pt x="30968" y="528"/>
                </a:lnTo>
                <a:lnTo>
                  <a:pt x="30852" y="528"/>
                </a:lnTo>
                <a:lnTo>
                  <a:pt x="30852" y="369"/>
                </a:lnTo>
                <a:lnTo>
                  <a:pt x="30968" y="369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7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7"/>
                </a:lnTo>
                <a:lnTo>
                  <a:pt x="30968" y="897"/>
                </a:lnTo>
                <a:moveTo>
                  <a:pt x="30968" y="1161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1"/>
                </a:lnTo>
                <a:lnTo>
                  <a:pt x="30968" y="1161"/>
                </a:lnTo>
                <a:moveTo>
                  <a:pt x="30968" y="1425"/>
                </a:moveTo>
                <a:lnTo>
                  <a:pt x="30968" y="1584"/>
                </a:lnTo>
                <a:lnTo>
                  <a:pt x="30852" y="1584"/>
                </a:lnTo>
                <a:lnTo>
                  <a:pt x="30852" y="1425"/>
                </a:lnTo>
                <a:lnTo>
                  <a:pt x="30968" y="1425"/>
                </a:lnTo>
                <a:moveTo>
                  <a:pt x="30968" y="1689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89"/>
                </a:lnTo>
                <a:lnTo>
                  <a:pt x="30968" y="1689"/>
                </a:lnTo>
                <a:moveTo>
                  <a:pt x="30968" y="1955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5"/>
                </a:lnTo>
                <a:lnTo>
                  <a:pt x="30968" y="1955"/>
                </a:lnTo>
                <a:moveTo>
                  <a:pt x="30967" y="2223"/>
                </a:moveTo>
                <a:cubicBezTo>
                  <a:pt x="30961" y="2298"/>
                  <a:pt x="30928" y="2357"/>
                  <a:pt x="30866" y="2401"/>
                </a:cubicBezTo>
                <a:lnTo>
                  <a:pt x="30799" y="2306"/>
                </a:lnTo>
                <a:cubicBezTo>
                  <a:pt x="30831" y="2283"/>
                  <a:pt x="30848" y="2252"/>
                  <a:pt x="30851" y="2213"/>
                </a:cubicBezTo>
                <a:lnTo>
                  <a:pt x="30967" y="2223"/>
                </a:lnTo>
                <a:moveTo>
                  <a:pt x="30736" y="2446"/>
                </a:moveTo>
                <a:cubicBezTo>
                  <a:pt x="30733" y="2446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30"/>
                </a:lnTo>
                <a:lnTo>
                  <a:pt x="30725" y="2330"/>
                </a:lnTo>
                <a:cubicBezTo>
                  <a:pt x="30727" y="2330"/>
                  <a:pt x="30729" y="2330"/>
                  <a:pt x="30731" y="2330"/>
                </a:cubicBezTo>
                <a:lnTo>
                  <a:pt x="30736" y="2446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30"/>
                </a:lnTo>
                <a:lnTo>
                  <a:pt x="30470" y="2330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30"/>
                </a:lnTo>
                <a:lnTo>
                  <a:pt x="30206" y="2330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30"/>
                </a:lnTo>
                <a:lnTo>
                  <a:pt x="29942" y="2330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30"/>
                </a:lnTo>
                <a:lnTo>
                  <a:pt x="29678" y="2330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30"/>
                </a:lnTo>
                <a:lnTo>
                  <a:pt x="29414" y="2330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30"/>
                </a:lnTo>
                <a:lnTo>
                  <a:pt x="29150" y="2330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30"/>
                </a:lnTo>
                <a:lnTo>
                  <a:pt x="28886" y="2330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30"/>
                </a:lnTo>
                <a:lnTo>
                  <a:pt x="28622" y="2330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30"/>
                </a:lnTo>
                <a:lnTo>
                  <a:pt x="28358" y="2330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30"/>
                </a:lnTo>
                <a:lnTo>
                  <a:pt x="28094" y="2330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30"/>
                </a:lnTo>
                <a:lnTo>
                  <a:pt x="27829" y="2330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30"/>
                </a:lnTo>
                <a:lnTo>
                  <a:pt x="27565" y="2330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30"/>
                </a:lnTo>
                <a:lnTo>
                  <a:pt x="27301" y="2330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30"/>
                </a:lnTo>
                <a:lnTo>
                  <a:pt x="27037" y="2330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30"/>
                </a:lnTo>
                <a:lnTo>
                  <a:pt x="26773" y="2330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30"/>
                </a:lnTo>
                <a:lnTo>
                  <a:pt x="26509" y="2330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30"/>
                </a:lnTo>
                <a:lnTo>
                  <a:pt x="26245" y="2330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30"/>
                </a:lnTo>
                <a:lnTo>
                  <a:pt x="25981" y="2330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30"/>
                </a:lnTo>
                <a:lnTo>
                  <a:pt x="25717" y="2330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30"/>
                </a:lnTo>
                <a:lnTo>
                  <a:pt x="25453" y="2330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30"/>
                </a:lnTo>
                <a:lnTo>
                  <a:pt x="25189" y="2330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30"/>
                </a:lnTo>
                <a:lnTo>
                  <a:pt x="24925" y="2330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30"/>
                </a:lnTo>
                <a:lnTo>
                  <a:pt x="24661" y="2330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30"/>
                </a:lnTo>
                <a:lnTo>
                  <a:pt x="24397" y="2330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30"/>
                </a:lnTo>
                <a:lnTo>
                  <a:pt x="24133" y="2330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30"/>
                </a:lnTo>
                <a:lnTo>
                  <a:pt x="23869" y="2330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30"/>
                </a:lnTo>
                <a:lnTo>
                  <a:pt x="23605" y="2330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30"/>
                </a:lnTo>
                <a:lnTo>
                  <a:pt x="23341" y="2330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30"/>
                </a:lnTo>
                <a:lnTo>
                  <a:pt x="23077" y="2330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30"/>
                </a:lnTo>
                <a:lnTo>
                  <a:pt x="22812" y="2330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30"/>
                </a:lnTo>
                <a:lnTo>
                  <a:pt x="22548" y="2330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30"/>
                </a:lnTo>
                <a:lnTo>
                  <a:pt x="22284" y="2330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30"/>
                </a:lnTo>
                <a:lnTo>
                  <a:pt x="22020" y="2330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30"/>
                </a:lnTo>
                <a:lnTo>
                  <a:pt x="21756" y="2330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30"/>
                </a:lnTo>
                <a:lnTo>
                  <a:pt x="21492" y="2330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30"/>
                </a:lnTo>
                <a:lnTo>
                  <a:pt x="21228" y="2330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30"/>
                </a:lnTo>
                <a:lnTo>
                  <a:pt x="20964" y="2330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30"/>
                </a:lnTo>
                <a:lnTo>
                  <a:pt x="20700" y="2330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30"/>
                </a:lnTo>
                <a:lnTo>
                  <a:pt x="20436" y="2330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30"/>
                </a:lnTo>
                <a:lnTo>
                  <a:pt x="20172" y="2330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30"/>
                </a:lnTo>
                <a:lnTo>
                  <a:pt x="19908" y="2330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30"/>
                </a:lnTo>
                <a:lnTo>
                  <a:pt x="19644" y="2330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30"/>
                </a:lnTo>
                <a:lnTo>
                  <a:pt x="19380" y="2330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30"/>
                </a:lnTo>
                <a:lnTo>
                  <a:pt x="19116" y="2330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30"/>
                </a:lnTo>
                <a:lnTo>
                  <a:pt x="18852" y="2330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30"/>
                </a:lnTo>
                <a:lnTo>
                  <a:pt x="18588" y="2330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30"/>
                </a:lnTo>
                <a:lnTo>
                  <a:pt x="18324" y="2330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30"/>
                </a:lnTo>
                <a:lnTo>
                  <a:pt x="18059" y="2330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30"/>
                </a:lnTo>
                <a:lnTo>
                  <a:pt x="17795" y="2330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30"/>
                </a:lnTo>
                <a:lnTo>
                  <a:pt x="17531" y="2330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30"/>
                </a:lnTo>
                <a:lnTo>
                  <a:pt x="17267" y="2330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30"/>
                </a:lnTo>
                <a:lnTo>
                  <a:pt x="17003" y="2330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30"/>
                </a:lnTo>
                <a:lnTo>
                  <a:pt x="16739" y="2330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30"/>
                </a:lnTo>
                <a:lnTo>
                  <a:pt x="16475" y="2330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30"/>
                </a:lnTo>
                <a:lnTo>
                  <a:pt x="16211" y="2330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30"/>
                </a:lnTo>
                <a:lnTo>
                  <a:pt x="15947" y="2330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30"/>
                </a:lnTo>
                <a:lnTo>
                  <a:pt x="15683" y="2330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30"/>
                </a:lnTo>
                <a:lnTo>
                  <a:pt x="15419" y="2330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30"/>
                </a:lnTo>
                <a:lnTo>
                  <a:pt x="15155" y="2330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30"/>
                </a:lnTo>
                <a:lnTo>
                  <a:pt x="14891" y="2330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30"/>
                </a:lnTo>
                <a:lnTo>
                  <a:pt x="14627" y="2330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30"/>
                </a:lnTo>
                <a:lnTo>
                  <a:pt x="14363" y="2330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30"/>
                </a:lnTo>
                <a:lnTo>
                  <a:pt x="14099" y="2330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30"/>
                </a:lnTo>
                <a:lnTo>
                  <a:pt x="13834" y="2330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30"/>
                </a:lnTo>
                <a:lnTo>
                  <a:pt x="13570" y="2330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30"/>
                </a:lnTo>
                <a:lnTo>
                  <a:pt x="13306" y="2330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30"/>
                </a:lnTo>
                <a:lnTo>
                  <a:pt x="13041" y="2330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30"/>
                </a:lnTo>
                <a:lnTo>
                  <a:pt x="12777" y="2330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30"/>
                </a:lnTo>
                <a:lnTo>
                  <a:pt x="12513" y="2330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30"/>
                </a:lnTo>
                <a:lnTo>
                  <a:pt x="12249" y="2330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30"/>
                </a:lnTo>
                <a:lnTo>
                  <a:pt x="11985" y="2330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30"/>
                </a:lnTo>
                <a:lnTo>
                  <a:pt x="11721" y="2330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30"/>
                </a:lnTo>
                <a:lnTo>
                  <a:pt x="11457" y="2330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30"/>
                </a:lnTo>
                <a:lnTo>
                  <a:pt x="11193" y="2330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30"/>
                </a:lnTo>
                <a:lnTo>
                  <a:pt x="10929" y="2330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30"/>
                </a:lnTo>
                <a:lnTo>
                  <a:pt x="10665" y="2330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30"/>
                </a:lnTo>
                <a:lnTo>
                  <a:pt x="10401" y="2330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30"/>
                </a:lnTo>
                <a:lnTo>
                  <a:pt x="10137" y="2330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30"/>
                </a:lnTo>
                <a:lnTo>
                  <a:pt x="9873" y="2330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30"/>
                </a:lnTo>
                <a:lnTo>
                  <a:pt x="9609" y="2330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30"/>
                </a:lnTo>
                <a:lnTo>
                  <a:pt x="9345" y="2330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30"/>
                </a:lnTo>
                <a:lnTo>
                  <a:pt x="9081" y="2330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30"/>
                </a:lnTo>
                <a:lnTo>
                  <a:pt x="8817" y="2330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30"/>
                </a:lnTo>
                <a:lnTo>
                  <a:pt x="8553" y="2330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30"/>
                </a:lnTo>
                <a:lnTo>
                  <a:pt x="8288" y="2330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30"/>
                </a:lnTo>
                <a:lnTo>
                  <a:pt x="8024" y="2330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30"/>
                </a:lnTo>
                <a:lnTo>
                  <a:pt x="7760" y="2330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30"/>
                </a:lnTo>
                <a:lnTo>
                  <a:pt x="7496" y="2330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30"/>
                </a:lnTo>
                <a:lnTo>
                  <a:pt x="7232" y="2330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30"/>
                </a:lnTo>
                <a:lnTo>
                  <a:pt x="6968" y="2330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30"/>
                </a:lnTo>
                <a:lnTo>
                  <a:pt x="6704" y="2330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30"/>
                </a:lnTo>
                <a:lnTo>
                  <a:pt x="6440" y="2330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30"/>
                </a:lnTo>
                <a:lnTo>
                  <a:pt x="6176" y="2330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30"/>
                </a:lnTo>
                <a:lnTo>
                  <a:pt x="5912" y="2330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30"/>
                </a:lnTo>
                <a:lnTo>
                  <a:pt x="5648" y="2330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30"/>
                </a:lnTo>
                <a:lnTo>
                  <a:pt x="5384" y="2330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30"/>
                </a:lnTo>
                <a:lnTo>
                  <a:pt x="5120" y="2330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30"/>
                </a:lnTo>
                <a:lnTo>
                  <a:pt x="4856" y="2330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30"/>
                </a:lnTo>
                <a:lnTo>
                  <a:pt x="4592" y="2330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30"/>
                </a:lnTo>
                <a:lnTo>
                  <a:pt x="4328" y="2330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30"/>
                </a:lnTo>
                <a:lnTo>
                  <a:pt x="4064" y="2330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30"/>
                </a:lnTo>
                <a:lnTo>
                  <a:pt x="3800" y="2330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30"/>
                </a:lnTo>
                <a:lnTo>
                  <a:pt x="3536" y="2330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30"/>
                </a:lnTo>
                <a:lnTo>
                  <a:pt x="3271" y="2330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30"/>
                </a:lnTo>
                <a:lnTo>
                  <a:pt x="3007" y="2330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30"/>
                </a:lnTo>
                <a:lnTo>
                  <a:pt x="2743" y="2330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30"/>
                </a:lnTo>
                <a:lnTo>
                  <a:pt x="2479" y="2330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30"/>
                </a:lnTo>
                <a:lnTo>
                  <a:pt x="2215" y="2330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30"/>
                </a:lnTo>
                <a:lnTo>
                  <a:pt x="1951" y="2330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30"/>
                </a:lnTo>
                <a:lnTo>
                  <a:pt x="1687" y="2330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30"/>
                </a:lnTo>
                <a:lnTo>
                  <a:pt x="1423" y="2330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30"/>
                </a:lnTo>
                <a:lnTo>
                  <a:pt x="1159" y="2330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30"/>
                </a:lnTo>
                <a:lnTo>
                  <a:pt x="895" y="2330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30"/>
                </a:lnTo>
                <a:lnTo>
                  <a:pt x="631" y="2330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5"/>
                  <a:pt x="198" y="2442"/>
                </a:cubicBezTo>
                <a:lnTo>
                  <a:pt x="220" y="2328"/>
                </a:lnTo>
                <a:cubicBezTo>
                  <a:pt x="228" y="2329"/>
                  <a:pt x="236" y="2330"/>
                  <a:pt x="244" y="2330"/>
                </a:cubicBezTo>
                <a:lnTo>
                  <a:pt x="367" y="2330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2"/>
                  <a:pt x="0" y="2203"/>
                </a:cubicBezTo>
                <a:lnTo>
                  <a:pt x="0" y="2192"/>
                </a:lnTo>
                <a:lnTo>
                  <a:pt x="117" y="2192"/>
                </a:lnTo>
                <a:lnTo>
                  <a:pt x="117" y="2203"/>
                </a:lnTo>
                <a:cubicBezTo>
                  <a:pt x="117" y="2239"/>
                  <a:pt x="130" y="2269"/>
                  <a:pt x="156" y="2294"/>
                </a:cubicBezTo>
                <a:lnTo>
                  <a:pt x="75" y="2378"/>
                </a:lnTo>
                <a:moveTo>
                  <a:pt x="0" y="2087"/>
                </a:moveTo>
                <a:lnTo>
                  <a:pt x="0" y="1928"/>
                </a:lnTo>
                <a:lnTo>
                  <a:pt x="117" y="1928"/>
                </a:lnTo>
                <a:lnTo>
                  <a:pt x="117" y="2087"/>
                </a:lnTo>
                <a:lnTo>
                  <a:pt x="0" y="2087"/>
                </a:lnTo>
                <a:moveTo>
                  <a:pt x="0" y="1823"/>
                </a:moveTo>
                <a:lnTo>
                  <a:pt x="0" y="1663"/>
                </a:lnTo>
                <a:lnTo>
                  <a:pt x="117" y="1663"/>
                </a:lnTo>
                <a:lnTo>
                  <a:pt x="117" y="1823"/>
                </a:lnTo>
                <a:lnTo>
                  <a:pt x="0" y="1823"/>
                </a:lnTo>
                <a:moveTo>
                  <a:pt x="0" y="1558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8"/>
                </a:lnTo>
                <a:lnTo>
                  <a:pt x="0" y="1558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30"/>
                </a:moveTo>
                <a:lnTo>
                  <a:pt x="0" y="871"/>
                </a:lnTo>
                <a:lnTo>
                  <a:pt x="117" y="871"/>
                </a:lnTo>
                <a:lnTo>
                  <a:pt x="117" y="1030"/>
                </a:lnTo>
                <a:lnTo>
                  <a:pt x="0" y="1030"/>
                </a:lnTo>
                <a:moveTo>
                  <a:pt x="0" y="766"/>
                </a:moveTo>
                <a:lnTo>
                  <a:pt x="0" y="607"/>
                </a:lnTo>
                <a:lnTo>
                  <a:pt x="117" y="607"/>
                </a:lnTo>
                <a:lnTo>
                  <a:pt x="117" y="766"/>
                </a:lnTo>
                <a:lnTo>
                  <a:pt x="0" y="766"/>
                </a:lnTo>
                <a:moveTo>
                  <a:pt x="0" y="501"/>
                </a:moveTo>
                <a:lnTo>
                  <a:pt x="0" y="343"/>
                </a:lnTo>
                <a:lnTo>
                  <a:pt x="117" y="343"/>
                </a:lnTo>
                <a:lnTo>
                  <a:pt x="117" y="501"/>
                </a:lnTo>
                <a:lnTo>
                  <a:pt x="0" y="501"/>
                </a:lnTo>
                <a:moveTo>
                  <a:pt x="1" y="236"/>
                </a:moveTo>
                <a:cubicBezTo>
                  <a:pt x="3" y="161"/>
                  <a:pt x="34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1"/>
                  <a:pt x="117" y="240"/>
                </a:cubicBezTo>
                <a:lnTo>
                  <a:pt x="1" y="236"/>
                </a:lnTo>
                <a:moveTo>
                  <a:pt x="220" y="2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8"/>
                </a:cubicBezTo>
                <a:lnTo>
                  <a:pt x="220" y="2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521640" y="507456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7"/>
                </a:lnTo>
                <a:lnTo>
                  <a:pt x="772" y="117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7"/>
                </a:lnTo>
                <a:lnTo>
                  <a:pt x="1036" y="117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7"/>
                </a:lnTo>
                <a:lnTo>
                  <a:pt x="1300" y="117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7"/>
                </a:lnTo>
                <a:lnTo>
                  <a:pt x="1564" y="117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7"/>
                </a:lnTo>
                <a:lnTo>
                  <a:pt x="1828" y="117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7"/>
                </a:lnTo>
                <a:lnTo>
                  <a:pt x="2092" y="117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7"/>
                </a:lnTo>
                <a:lnTo>
                  <a:pt x="2356" y="117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7"/>
                </a:lnTo>
                <a:lnTo>
                  <a:pt x="2620" y="117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7"/>
                </a:lnTo>
                <a:lnTo>
                  <a:pt x="2884" y="117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7"/>
                </a:lnTo>
                <a:lnTo>
                  <a:pt x="3148" y="117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7"/>
                </a:lnTo>
                <a:lnTo>
                  <a:pt x="3412" y="117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7"/>
                </a:lnTo>
                <a:lnTo>
                  <a:pt x="3677" y="117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7"/>
                </a:lnTo>
                <a:lnTo>
                  <a:pt x="3941" y="117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7"/>
                </a:lnTo>
                <a:lnTo>
                  <a:pt x="4205" y="117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7"/>
                </a:lnTo>
                <a:lnTo>
                  <a:pt x="4469" y="117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7"/>
                </a:lnTo>
                <a:lnTo>
                  <a:pt x="4733" y="117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7"/>
                </a:lnTo>
                <a:lnTo>
                  <a:pt x="4997" y="117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7"/>
                </a:lnTo>
                <a:lnTo>
                  <a:pt x="5261" y="117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7"/>
                </a:lnTo>
                <a:lnTo>
                  <a:pt x="5525" y="117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7"/>
                </a:lnTo>
                <a:lnTo>
                  <a:pt x="5789" y="117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7"/>
                </a:lnTo>
                <a:lnTo>
                  <a:pt x="6053" y="117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7"/>
                </a:lnTo>
                <a:lnTo>
                  <a:pt x="6317" y="117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7"/>
                </a:lnTo>
                <a:lnTo>
                  <a:pt x="6581" y="117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7"/>
                </a:lnTo>
                <a:lnTo>
                  <a:pt x="6845" y="117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7"/>
                </a:lnTo>
                <a:lnTo>
                  <a:pt x="7109" y="117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7"/>
                </a:lnTo>
                <a:lnTo>
                  <a:pt x="7373" y="117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7"/>
                </a:lnTo>
                <a:lnTo>
                  <a:pt x="7637" y="117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7"/>
                </a:lnTo>
                <a:lnTo>
                  <a:pt x="7901" y="117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7"/>
                </a:lnTo>
                <a:lnTo>
                  <a:pt x="8165" y="117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7"/>
                </a:lnTo>
                <a:lnTo>
                  <a:pt x="8430" y="117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7"/>
                </a:lnTo>
                <a:lnTo>
                  <a:pt x="8694" y="117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7"/>
                </a:lnTo>
                <a:lnTo>
                  <a:pt x="8958" y="117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7"/>
                </a:lnTo>
                <a:lnTo>
                  <a:pt x="9222" y="117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7"/>
                </a:lnTo>
                <a:lnTo>
                  <a:pt x="9486" y="117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7"/>
                </a:lnTo>
                <a:lnTo>
                  <a:pt x="9750" y="117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7"/>
                </a:lnTo>
                <a:lnTo>
                  <a:pt x="10014" y="117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7"/>
                </a:lnTo>
                <a:lnTo>
                  <a:pt x="10278" y="117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7"/>
                </a:lnTo>
                <a:lnTo>
                  <a:pt x="10542" y="117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7"/>
                </a:lnTo>
                <a:lnTo>
                  <a:pt x="10806" y="117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7"/>
                </a:lnTo>
                <a:lnTo>
                  <a:pt x="11070" y="117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7"/>
                </a:lnTo>
                <a:lnTo>
                  <a:pt x="11334" y="117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7"/>
                </a:lnTo>
                <a:lnTo>
                  <a:pt x="11598" y="117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7"/>
                </a:lnTo>
                <a:lnTo>
                  <a:pt x="11862" y="117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7"/>
                </a:lnTo>
                <a:lnTo>
                  <a:pt x="12126" y="117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7"/>
                </a:lnTo>
                <a:lnTo>
                  <a:pt x="12390" y="117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7"/>
                </a:lnTo>
                <a:lnTo>
                  <a:pt x="12654" y="117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7"/>
                </a:lnTo>
                <a:lnTo>
                  <a:pt x="12918" y="117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7"/>
                </a:lnTo>
                <a:lnTo>
                  <a:pt x="13182" y="117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7"/>
                </a:lnTo>
                <a:lnTo>
                  <a:pt x="13447" y="117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7"/>
                </a:lnTo>
                <a:lnTo>
                  <a:pt x="13711" y="117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7"/>
                </a:lnTo>
                <a:lnTo>
                  <a:pt x="13975" y="117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7"/>
                </a:lnTo>
                <a:lnTo>
                  <a:pt x="14240" y="117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7"/>
                </a:lnTo>
                <a:lnTo>
                  <a:pt x="14504" y="117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7"/>
                </a:lnTo>
                <a:lnTo>
                  <a:pt x="14768" y="117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7"/>
                </a:lnTo>
                <a:lnTo>
                  <a:pt x="15032" y="117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7"/>
                </a:lnTo>
                <a:lnTo>
                  <a:pt x="15296" y="117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7"/>
                </a:lnTo>
                <a:lnTo>
                  <a:pt x="15560" y="117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7"/>
                </a:lnTo>
                <a:lnTo>
                  <a:pt x="15824" y="117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7"/>
                </a:lnTo>
                <a:lnTo>
                  <a:pt x="16088" y="117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7"/>
                </a:lnTo>
                <a:lnTo>
                  <a:pt x="16352" y="117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7"/>
                </a:lnTo>
                <a:lnTo>
                  <a:pt x="16616" y="117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7"/>
                </a:lnTo>
                <a:lnTo>
                  <a:pt x="16880" y="117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7"/>
                </a:lnTo>
                <a:lnTo>
                  <a:pt x="17144" y="117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7"/>
                </a:lnTo>
                <a:lnTo>
                  <a:pt x="17408" y="117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7"/>
                </a:lnTo>
                <a:lnTo>
                  <a:pt x="17672" y="117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7"/>
                </a:lnTo>
                <a:lnTo>
                  <a:pt x="17936" y="117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7"/>
                </a:lnTo>
                <a:lnTo>
                  <a:pt x="18201" y="117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7"/>
                </a:lnTo>
                <a:lnTo>
                  <a:pt x="18465" y="117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7"/>
                </a:lnTo>
                <a:lnTo>
                  <a:pt x="18729" y="117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7"/>
                </a:lnTo>
                <a:lnTo>
                  <a:pt x="18993" y="117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7"/>
                </a:lnTo>
                <a:lnTo>
                  <a:pt x="19257" y="117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7"/>
                </a:lnTo>
                <a:lnTo>
                  <a:pt x="19521" y="117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7"/>
                </a:lnTo>
                <a:lnTo>
                  <a:pt x="19785" y="117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7"/>
                </a:lnTo>
                <a:lnTo>
                  <a:pt x="20049" y="117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7"/>
                </a:lnTo>
                <a:lnTo>
                  <a:pt x="20313" y="117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7"/>
                </a:lnTo>
                <a:lnTo>
                  <a:pt x="20577" y="117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7"/>
                </a:lnTo>
                <a:lnTo>
                  <a:pt x="20841" y="117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7"/>
                </a:lnTo>
                <a:lnTo>
                  <a:pt x="21105" y="117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7"/>
                </a:lnTo>
                <a:lnTo>
                  <a:pt x="21369" y="117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7"/>
                </a:lnTo>
                <a:lnTo>
                  <a:pt x="21633" y="117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7"/>
                </a:lnTo>
                <a:lnTo>
                  <a:pt x="21897" y="117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7"/>
                </a:lnTo>
                <a:lnTo>
                  <a:pt x="22161" y="117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7"/>
                </a:lnTo>
                <a:lnTo>
                  <a:pt x="22425" y="117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7"/>
                </a:lnTo>
                <a:lnTo>
                  <a:pt x="22689" y="117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7"/>
                </a:lnTo>
                <a:lnTo>
                  <a:pt x="22953" y="117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7"/>
                </a:lnTo>
                <a:lnTo>
                  <a:pt x="23218" y="117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7"/>
                </a:lnTo>
                <a:lnTo>
                  <a:pt x="23482" y="117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7"/>
                </a:lnTo>
                <a:lnTo>
                  <a:pt x="23746" y="117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7"/>
                </a:lnTo>
                <a:lnTo>
                  <a:pt x="24010" y="117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7"/>
                </a:lnTo>
                <a:lnTo>
                  <a:pt x="24274" y="117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7"/>
                </a:lnTo>
                <a:lnTo>
                  <a:pt x="24538" y="117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7"/>
                </a:lnTo>
                <a:lnTo>
                  <a:pt x="24802" y="117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7"/>
                </a:lnTo>
                <a:lnTo>
                  <a:pt x="25066" y="117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7"/>
                </a:lnTo>
                <a:lnTo>
                  <a:pt x="25330" y="117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7"/>
                </a:lnTo>
                <a:lnTo>
                  <a:pt x="25594" y="117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7"/>
                </a:lnTo>
                <a:lnTo>
                  <a:pt x="25858" y="117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7"/>
                </a:lnTo>
                <a:lnTo>
                  <a:pt x="26122" y="117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7"/>
                </a:lnTo>
                <a:lnTo>
                  <a:pt x="26386" y="117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7"/>
                </a:lnTo>
                <a:lnTo>
                  <a:pt x="26650" y="117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7"/>
                </a:lnTo>
                <a:lnTo>
                  <a:pt x="26914" y="117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7"/>
                </a:lnTo>
                <a:lnTo>
                  <a:pt x="27178" y="117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7"/>
                </a:lnTo>
                <a:lnTo>
                  <a:pt x="27442" y="117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7"/>
                </a:lnTo>
                <a:lnTo>
                  <a:pt x="27706" y="117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7"/>
                </a:lnTo>
                <a:lnTo>
                  <a:pt x="27971" y="117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7"/>
                </a:lnTo>
                <a:lnTo>
                  <a:pt x="28235" y="117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7"/>
                </a:lnTo>
                <a:lnTo>
                  <a:pt x="28499" y="117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7"/>
                </a:lnTo>
                <a:lnTo>
                  <a:pt x="28763" y="117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7"/>
                </a:lnTo>
                <a:lnTo>
                  <a:pt x="29027" y="117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7"/>
                </a:lnTo>
                <a:lnTo>
                  <a:pt x="29291" y="117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7"/>
                </a:lnTo>
                <a:lnTo>
                  <a:pt x="29555" y="117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7"/>
                </a:lnTo>
                <a:lnTo>
                  <a:pt x="29819" y="117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7"/>
                </a:lnTo>
                <a:lnTo>
                  <a:pt x="30083" y="117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7"/>
                </a:lnTo>
                <a:lnTo>
                  <a:pt x="30347" y="117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3"/>
                  <a:pt x="30783" y="7"/>
                </a:cubicBezTo>
                <a:lnTo>
                  <a:pt x="30755" y="121"/>
                </a:lnTo>
                <a:cubicBezTo>
                  <a:pt x="30745" y="118"/>
                  <a:pt x="30735" y="117"/>
                  <a:pt x="30725" y="117"/>
                </a:cubicBezTo>
                <a:lnTo>
                  <a:pt x="30611" y="117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4"/>
                  <a:pt x="30968" y="180"/>
                  <a:pt x="30968" y="244"/>
                </a:cubicBezTo>
                <a:lnTo>
                  <a:pt x="30968" y="264"/>
                </a:lnTo>
                <a:lnTo>
                  <a:pt x="30852" y="264"/>
                </a:lnTo>
                <a:lnTo>
                  <a:pt x="30852" y="244"/>
                </a:lnTo>
                <a:cubicBezTo>
                  <a:pt x="30852" y="210"/>
                  <a:pt x="30840" y="181"/>
                  <a:pt x="30817" y="157"/>
                </a:cubicBezTo>
                <a:lnTo>
                  <a:pt x="30902" y="77"/>
                </a:lnTo>
                <a:moveTo>
                  <a:pt x="30968" y="369"/>
                </a:moveTo>
                <a:lnTo>
                  <a:pt x="30968" y="528"/>
                </a:lnTo>
                <a:lnTo>
                  <a:pt x="30852" y="528"/>
                </a:lnTo>
                <a:lnTo>
                  <a:pt x="30852" y="369"/>
                </a:lnTo>
                <a:lnTo>
                  <a:pt x="30968" y="369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7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7"/>
                </a:lnTo>
                <a:lnTo>
                  <a:pt x="30968" y="897"/>
                </a:lnTo>
                <a:moveTo>
                  <a:pt x="30968" y="1161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1"/>
                </a:lnTo>
                <a:lnTo>
                  <a:pt x="30968" y="1161"/>
                </a:lnTo>
                <a:moveTo>
                  <a:pt x="30968" y="1425"/>
                </a:moveTo>
                <a:lnTo>
                  <a:pt x="30968" y="1584"/>
                </a:lnTo>
                <a:lnTo>
                  <a:pt x="30852" y="1584"/>
                </a:lnTo>
                <a:lnTo>
                  <a:pt x="30852" y="1425"/>
                </a:lnTo>
                <a:lnTo>
                  <a:pt x="30968" y="1425"/>
                </a:lnTo>
                <a:moveTo>
                  <a:pt x="30968" y="1689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89"/>
                </a:lnTo>
                <a:lnTo>
                  <a:pt x="30968" y="1689"/>
                </a:lnTo>
                <a:moveTo>
                  <a:pt x="30968" y="1955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5"/>
                </a:lnTo>
                <a:lnTo>
                  <a:pt x="30968" y="1955"/>
                </a:lnTo>
                <a:moveTo>
                  <a:pt x="30967" y="2223"/>
                </a:moveTo>
                <a:cubicBezTo>
                  <a:pt x="30961" y="2298"/>
                  <a:pt x="30928" y="2357"/>
                  <a:pt x="30866" y="2401"/>
                </a:cubicBezTo>
                <a:lnTo>
                  <a:pt x="30799" y="2306"/>
                </a:lnTo>
                <a:cubicBezTo>
                  <a:pt x="30831" y="2283"/>
                  <a:pt x="30848" y="2252"/>
                  <a:pt x="30851" y="2213"/>
                </a:cubicBezTo>
                <a:lnTo>
                  <a:pt x="30967" y="2223"/>
                </a:lnTo>
                <a:moveTo>
                  <a:pt x="30736" y="2446"/>
                </a:moveTo>
                <a:cubicBezTo>
                  <a:pt x="30733" y="2446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30"/>
                </a:lnTo>
                <a:lnTo>
                  <a:pt x="30725" y="2330"/>
                </a:lnTo>
                <a:cubicBezTo>
                  <a:pt x="30727" y="2330"/>
                  <a:pt x="30729" y="2330"/>
                  <a:pt x="30731" y="2330"/>
                </a:cubicBezTo>
                <a:lnTo>
                  <a:pt x="30736" y="2446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30"/>
                </a:lnTo>
                <a:lnTo>
                  <a:pt x="30470" y="2330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30"/>
                </a:lnTo>
                <a:lnTo>
                  <a:pt x="30206" y="2330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30"/>
                </a:lnTo>
                <a:lnTo>
                  <a:pt x="29942" y="2330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30"/>
                </a:lnTo>
                <a:lnTo>
                  <a:pt x="29678" y="2330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30"/>
                </a:lnTo>
                <a:lnTo>
                  <a:pt x="29414" y="2330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30"/>
                </a:lnTo>
                <a:lnTo>
                  <a:pt x="29150" y="2330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30"/>
                </a:lnTo>
                <a:lnTo>
                  <a:pt x="28886" y="2330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30"/>
                </a:lnTo>
                <a:lnTo>
                  <a:pt x="28622" y="2330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30"/>
                </a:lnTo>
                <a:lnTo>
                  <a:pt x="28358" y="2330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30"/>
                </a:lnTo>
                <a:lnTo>
                  <a:pt x="28094" y="2330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30"/>
                </a:lnTo>
                <a:lnTo>
                  <a:pt x="27829" y="2330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30"/>
                </a:lnTo>
                <a:lnTo>
                  <a:pt x="27565" y="2330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30"/>
                </a:lnTo>
                <a:lnTo>
                  <a:pt x="27301" y="2330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30"/>
                </a:lnTo>
                <a:lnTo>
                  <a:pt x="27037" y="2330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30"/>
                </a:lnTo>
                <a:lnTo>
                  <a:pt x="26773" y="2330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30"/>
                </a:lnTo>
                <a:lnTo>
                  <a:pt x="26509" y="2330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30"/>
                </a:lnTo>
                <a:lnTo>
                  <a:pt x="26245" y="2330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30"/>
                </a:lnTo>
                <a:lnTo>
                  <a:pt x="25981" y="2330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30"/>
                </a:lnTo>
                <a:lnTo>
                  <a:pt x="25717" y="2330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30"/>
                </a:lnTo>
                <a:lnTo>
                  <a:pt x="25453" y="2330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30"/>
                </a:lnTo>
                <a:lnTo>
                  <a:pt x="25189" y="2330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30"/>
                </a:lnTo>
                <a:lnTo>
                  <a:pt x="24925" y="2330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30"/>
                </a:lnTo>
                <a:lnTo>
                  <a:pt x="24661" y="2330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30"/>
                </a:lnTo>
                <a:lnTo>
                  <a:pt x="24397" y="2330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30"/>
                </a:lnTo>
                <a:lnTo>
                  <a:pt x="24133" y="2330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30"/>
                </a:lnTo>
                <a:lnTo>
                  <a:pt x="23869" y="2330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30"/>
                </a:lnTo>
                <a:lnTo>
                  <a:pt x="23605" y="2330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30"/>
                </a:lnTo>
                <a:lnTo>
                  <a:pt x="23341" y="2330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30"/>
                </a:lnTo>
                <a:lnTo>
                  <a:pt x="23077" y="2330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30"/>
                </a:lnTo>
                <a:lnTo>
                  <a:pt x="22812" y="2330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30"/>
                </a:lnTo>
                <a:lnTo>
                  <a:pt x="22548" y="2330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30"/>
                </a:lnTo>
                <a:lnTo>
                  <a:pt x="22284" y="2330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30"/>
                </a:lnTo>
                <a:lnTo>
                  <a:pt x="22020" y="2330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30"/>
                </a:lnTo>
                <a:lnTo>
                  <a:pt x="21756" y="2330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30"/>
                </a:lnTo>
                <a:lnTo>
                  <a:pt x="21492" y="2330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30"/>
                </a:lnTo>
                <a:lnTo>
                  <a:pt x="21228" y="2330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30"/>
                </a:lnTo>
                <a:lnTo>
                  <a:pt x="20964" y="2330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30"/>
                </a:lnTo>
                <a:lnTo>
                  <a:pt x="20700" y="2330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30"/>
                </a:lnTo>
                <a:lnTo>
                  <a:pt x="20436" y="2330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30"/>
                </a:lnTo>
                <a:lnTo>
                  <a:pt x="20172" y="2330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30"/>
                </a:lnTo>
                <a:lnTo>
                  <a:pt x="19908" y="2330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30"/>
                </a:lnTo>
                <a:lnTo>
                  <a:pt x="19644" y="2330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30"/>
                </a:lnTo>
                <a:lnTo>
                  <a:pt x="19380" y="2330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30"/>
                </a:lnTo>
                <a:lnTo>
                  <a:pt x="19116" y="2330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30"/>
                </a:lnTo>
                <a:lnTo>
                  <a:pt x="18852" y="2330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30"/>
                </a:lnTo>
                <a:lnTo>
                  <a:pt x="18588" y="2330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30"/>
                </a:lnTo>
                <a:lnTo>
                  <a:pt x="18324" y="2330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30"/>
                </a:lnTo>
                <a:lnTo>
                  <a:pt x="18059" y="2330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30"/>
                </a:lnTo>
                <a:lnTo>
                  <a:pt x="17795" y="2330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30"/>
                </a:lnTo>
                <a:lnTo>
                  <a:pt x="17531" y="2330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30"/>
                </a:lnTo>
                <a:lnTo>
                  <a:pt x="17267" y="2330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30"/>
                </a:lnTo>
                <a:lnTo>
                  <a:pt x="17003" y="2330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30"/>
                </a:lnTo>
                <a:lnTo>
                  <a:pt x="16739" y="2330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30"/>
                </a:lnTo>
                <a:lnTo>
                  <a:pt x="16475" y="2330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30"/>
                </a:lnTo>
                <a:lnTo>
                  <a:pt x="16211" y="2330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30"/>
                </a:lnTo>
                <a:lnTo>
                  <a:pt x="15947" y="2330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30"/>
                </a:lnTo>
                <a:lnTo>
                  <a:pt x="15683" y="2330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30"/>
                </a:lnTo>
                <a:lnTo>
                  <a:pt x="15419" y="2330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30"/>
                </a:lnTo>
                <a:lnTo>
                  <a:pt x="15155" y="2330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30"/>
                </a:lnTo>
                <a:lnTo>
                  <a:pt x="14891" y="2330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30"/>
                </a:lnTo>
                <a:lnTo>
                  <a:pt x="14627" y="2330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30"/>
                </a:lnTo>
                <a:lnTo>
                  <a:pt x="14363" y="2330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30"/>
                </a:lnTo>
                <a:lnTo>
                  <a:pt x="14099" y="2330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30"/>
                </a:lnTo>
                <a:lnTo>
                  <a:pt x="13834" y="2330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30"/>
                </a:lnTo>
                <a:lnTo>
                  <a:pt x="13570" y="2330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30"/>
                </a:lnTo>
                <a:lnTo>
                  <a:pt x="13306" y="2330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30"/>
                </a:lnTo>
                <a:lnTo>
                  <a:pt x="13041" y="2330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30"/>
                </a:lnTo>
                <a:lnTo>
                  <a:pt x="12777" y="2330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30"/>
                </a:lnTo>
                <a:lnTo>
                  <a:pt x="12513" y="2330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30"/>
                </a:lnTo>
                <a:lnTo>
                  <a:pt x="12249" y="2330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30"/>
                </a:lnTo>
                <a:lnTo>
                  <a:pt x="11985" y="2330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30"/>
                </a:lnTo>
                <a:lnTo>
                  <a:pt x="11721" y="2330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30"/>
                </a:lnTo>
                <a:lnTo>
                  <a:pt x="11457" y="2330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30"/>
                </a:lnTo>
                <a:lnTo>
                  <a:pt x="11193" y="2330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30"/>
                </a:lnTo>
                <a:lnTo>
                  <a:pt x="10929" y="2330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30"/>
                </a:lnTo>
                <a:lnTo>
                  <a:pt x="10665" y="2330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30"/>
                </a:lnTo>
                <a:lnTo>
                  <a:pt x="10401" y="2330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30"/>
                </a:lnTo>
                <a:lnTo>
                  <a:pt x="10137" y="2330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30"/>
                </a:lnTo>
                <a:lnTo>
                  <a:pt x="9873" y="2330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30"/>
                </a:lnTo>
                <a:lnTo>
                  <a:pt x="9609" y="2330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30"/>
                </a:lnTo>
                <a:lnTo>
                  <a:pt x="9345" y="2330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30"/>
                </a:lnTo>
                <a:lnTo>
                  <a:pt x="9081" y="2330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30"/>
                </a:lnTo>
                <a:lnTo>
                  <a:pt x="8817" y="2330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30"/>
                </a:lnTo>
                <a:lnTo>
                  <a:pt x="8553" y="2330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30"/>
                </a:lnTo>
                <a:lnTo>
                  <a:pt x="8288" y="2330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30"/>
                </a:lnTo>
                <a:lnTo>
                  <a:pt x="8024" y="2330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30"/>
                </a:lnTo>
                <a:lnTo>
                  <a:pt x="7760" y="2330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30"/>
                </a:lnTo>
                <a:lnTo>
                  <a:pt x="7496" y="2330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30"/>
                </a:lnTo>
                <a:lnTo>
                  <a:pt x="7232" y="2330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30"/>
                </a:lnTo>
                <a:lnTo>
                  <a:pt x="6968" y="2330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30"/>
                </a:lnTo>
                <a:lnTo>
                  <a:pt x="6704" y="2330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30"/>
                </a:lnTo>
                <a:lnTo>
                  <a:pt x="6440" y="2330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30"/>
                </a:lnTo>
                <a:lnTo>
                  <a:pt x="6176" y="2330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30"/>
                </a:lnTo>
                <a:lnTo>
                  <a:pt x="5912" y="2330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30"/>
                </a:lnTo>
                <a:lnTo>
                  <a:pt x="5648" y="2330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30"/>
                </a:lnTo>
                <a:lnTo>
                  <a:pt x="5384" y="2330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30"/>
                </a:lnTo>
                <a:lnTo>
                  <a:pt x="5120" y="2330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30"/>
                </a:lnTo>
                <a:lnTo>
                  <a:pt x="4856" y="2330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30"/>
                </a:lnTo>
                <a:lnTo>
                  <a:pt x="4592" y="2330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30"/>
                </a:lnTo>
                <a:lnTo>
                  <a:pt x="4328" y="2330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30"/>
                </a:lnTo>
                <a:lnTo>
                  <a:pt x="4064" y="2330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30"/>
                </a:lnTo>
                <a:lnTo>
                  <a:pt x="3800" y="2330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30"/>
                </a:lnTo>
                <a:lnTo>
                  <a:pt x="3536" y="2330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30"/>
                </a:lnTo>
                <a:lnTo>
                  <a:pt x="3271" y="2330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30"/>
                </a:lnTo>
                <a:lnTo>
                  <a:pt x="3007" y="2330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30"/>
                </a:lnTo>
                <a:lnTo>
                  <a:pt x="2743" y="2330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30"/>
                </a:lnTo>
                <a:lnTo>
                  <a:pt x="2479" y="2330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30"/>
                </a:lnTo>
                <a:lnTo>
                  <a:pt x="2215" y="2330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30"/>
                </a:lnTo>
                <a:lnTo>
                  <a:pt x="1951" y="2330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30"/>
                </a:lnTo>
                <a:lnTo>
                  <a:pt x="1687" y="2330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30"/>
                </a:lnTo>
                <a:lnTo>
                  <a:pt x="1423" y="2330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30"/>
                </a:lnTo>
                <a:lnTo>
                  <a:pt x="1159" y="2330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30"/>
                </a:lnTo>
                <a:lnTo>
                  <a:pt x="895" y="2330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30"/>
                </a:lnTo>
                <a:lnTo>
                  <a:pt x="631" y="2330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5"/>
                  <a:pt x="198" y="2442"/>
                </a:cubicBezTo>
                <a:lnTo>
                  <a:pt x="220" y="2328"/>
                </a:lnTo>
                <a:cubicBezTo>
                  <a:pt x="228" y="2329"/>
                  <a:pt x="236" y="2330"/>
                  <a:pt x="244" y="2330"/>
                </a:cubicBezTo>
                <a:lnTo>
                  <a:pt x="367" y="2330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2"/>
                  <a:pt x="0" y="2203"/>
                </a:cubicBezTo>
                <a:lnTo>
                  <a:pt x="0" y="2192"/>
                </a:lnTo>
                <a:lnTo>
                  <a:pt x="117" y="2192"/>
                </a:lnTo>
                <a:lnTo>
                  <a:pt x="117" y="2203"/>
                </a:lnTo>
                <a:cubicBezTo>
                  <a:pt x="117" y="2239"/>
                  <a:pt x="130" y="2269"/>
                  <a:pt x="156" y="2294"/>
                </a:cubicBezTo>
                <a:lnTo>
                  <a:pt x="75" y="2378"/>
                </a:lnTo>
                <a:moveTo>
                  <a:pt x="0" y="2087"/>
                </a:moveTo>
                <a:lnTo>
                  <a:pt x="0" y="1928"/>
                </a:lnTo>
                <a:lnTo>
                  <a:pt x="117" y="1928"/>
                </a:lnTo>
                <a:lnTo>
                  <a:pt x="117" y="2087"/>
                </a:lnTo>
                <a:lnTo>
                  <a:pt x="0" y="2087"/>
                </a:lnTo>
                <a:moveTo>
                  <a:pt x="0" y="1823"/>
                </a:moveTo>
                <a:lnTo>
                  <a:pt x="0" y="1663"/>
                </a:lnTo>
                <a:lnTo>
                  <a:pt x="117" y="1663"/>
                </a:lnTo>
                <a:lnTo>
                  <a:pt x="117" y="1823"/>
                </a:lnTo>
                <a:lnTo>
                  <a:pt x="0" y="1823"/>
                </a:lnTo>
                <a:moveTo>
                  <a:pt x="0" y="1558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8"/>
                </a:lnTo>
                <a:lnTo>
                  <a:pt x="0" y="1558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30"/>
                </a:moveTo>
                <a:lnTo>
                  <a:pt x="0" y="871"/>
                </a:lnTo>
                <a:lnTo>
                  <a:pt x="117" y="871"/>
                </a:lnTo>
                <a:lnTo>
                  <a:pt x="117" y="1030"/>
                </a:lnTo>
                <a:lnTo>
                  <a:pt x="0" y="1030"/>
                </a:lnTo>
                <a:moveTo>
                  <a:pt x="0" y="766"/>
                </a:moveTo>
                <a:lnTo>
                  <a:pt x="0" y="607"/>
                </a:lnTo>
                <a:lnTo>
                  <a:pt x="117" y="607"/>
                </a:lnTo>
                <a:lnTo>
                  <a:pt x="117" y="766"/>
                </a:lnTo>
                <a:lnTo>
                  <a:pt x="0" y="766"/>
                </a:lnTo>
                <a:moveTo>
                  <a:pt x="0" y="501"/>
                </a:moveTo>
                <a:lnTo>
                  <a:pt x="0" y="343"/>
                </a:lnTo>
                <a:lnTo>
                  <a:pt x="117" y="343"/>
                </a:lnTo>
                <a:lnTo>
                  <a:pt x="117" y="501"/>
                </a:lnTo>
                <a:lnTo>
                  <a:pt x="0" y="501"/>
                </a:lnTo>
                <a:moveTo>
                  <a:pt x="1" y="236"/>
                </a:moveTo>
                <a:cubicBezTo>
                  <a:pt x="3" y="161"/>
                  <a:pt x="34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1"/>
                  <a:pt x="117" y="240"/>
                </a:cubicBezTo>
                <a:lnTo>
                  <a:pt x="1" y="236"/>
                </a:lnTo>
                <a:moveTo>
                  <a:pt x="220" y="2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8"/>
                </a:cubicBezTo>
                <a:lnTo>
                  <a:pt x="220" y="2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521640" y="507456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7"/>
                </a:lnTo>
                <a:lnTo>
                  <a:pt x="772" y="117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7"/>
                </a:lnTo>
                <a:lnTo>
                  <a:pt x="1036" y="117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7"/>
                </a:lnTo>
                <a:lnTo>
                  <a:pt x="1300" y="117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7"/>
                </a:lnTo>
                <a:lnTo>
                  <a:pt x="1564" y="117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7"/>
                </a:lnTo>
                <a:lnTo>
                  <a:pt x="1828" y="117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7"/>
                </a:lnTo>
                <a:lnTo>
                  <a:pt x="2092" y="117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7"/>
                </a:lnTo>
                <a:lnTo>
                  <a:pt x="2356" y="117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7"/>
                </a:lnTo>
                <a:lnTo>
                  <a:pt x="2620" y="117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7"/>
                </a:lnTo>
                <a:lnTo>
                  <a:pt x="2884" y="117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7"/>
                </a:lnTo>
                <a:lnTo>
                  <a:pt x="3148" y="117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7"/>
                </a:lnTo>
                <a:lnTo>
                  <a:pt x="3412" y="117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7"/>
                </a:lnTo>
                <a:lnTo>
                  <a:pt x="3677" y="117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7"/>
                </a:lnTo>
                <a:lnTo>
                  <a:pt x="3941" y="117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7"/>
                </a:lnTo>
                <a:lnTo>
                  <a:pt x="4205" y="117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7"/>
                </a:lnTo>
                <a:lnTo>
                  <a:pt x="4469" y="117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7"/>
                </a:lnTo>
                <a:lnTo>
                  <a:pt x="4733" y="117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7"/>
                </a:lnTo>
                <a:lnTo>
                  <a:pt x="4997" y="117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7"/>
                </a:lnTo>
                <a:lnTo>
                  <a:pt x="5261" y="117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7"/>
                </a:lnTo>
                <a:lnTo>
                  <a:pt x="5525" y="117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7"/>
                </a:lnTo>
                <a:lnTo>
                  <a:pt x="5789" y="117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7"/>
                </a:lnTo>
                <a:lnTo>
                  <a:pt x="6053" y="117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7"/>
                </a:lnTo>
                <a:lnTo>
                  <a:pt x="6317" y="117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7"/>
                </a:lnTo>
                <a:lnTo>
                  <a:pt x="6581" y="117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7"/>
                </a:lnTo>
                <a:lnTo>
                  <a:pt x="6845" y="117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7"/>
                </a:lnTo>
                <a:lnTo>
                  <a:pt x="7109" y="117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7"/>
                </a:lnTo>
                <a:lnTo>
                  <a:pt x="7373" y="117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7"/>
                </a:lnTo>
                <a:lnTo>
                  <a:pt x="7637" y="117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7"/>
                </a:lnTo>
                <a:lnTo>
                  <a:pt x="7901" y="117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7"/>
                </a:lnTo>
                <a:lnTo>
                  <a:pt x="8165" y="117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7"/>
                </a:lnTo>
                <a:lnTo>
                  <a:pt x="8430" y="117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7"/>
                </a:lnTo>
                <a:lnTo>
                  <a:pt x="8694" y="117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7"/>
                </a:lnTo>
                <a:lnTo>
                  <a:pt x="8958" y="117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7"/>
                </a:lnTo>
                <a:lnTo>
                  <a:pt x="9222" y="117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7"/>
                </a:lnTo>
                <a:lnTo>
                  <a:pt x="9486" y="117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7"/>
                </a:lnTo>
                <a:lnTo>
                  <a:pt x="9750" y="117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7"/>
                </a:lnTo>
                <a:lnTo>
                  <a:pt x="10014" y="117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7"/>
                </a:lnTo>
                <a:lnTo>
                  <a:pt x="10278" y="117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7"/>
                </a:lnTo>
                <a:lnTo>
                  <a:pt x="10542" y="117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7"/>
                </a:lnTo>
                <a:lnTo>
                  <a:pt x="10806" y="117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7"/>
                </a:lnTo>
                <a:lnTo>
                  <a:pt x="11070" y="117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7"/>
                </a:lnTo>
                <a:lnTo>
                  <a:pt x="11334" y="117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7"/>
                </a:lnTo>
                <a:lnTo>
                  <a:pt x="11598" y="117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7"/>
                </a:lnTo>
                <a:lnTo>
                  <a:pt x="11862" y="117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7"/>
                </a:lnTo>
                <a:lnTo>
                  <a:pt x="12126" y="117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7"/>
                </a:lnTo>
                <a:lnTo>
                  <a:pt x="12390" y="117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7"/>
                </a:lnTo>
                <a:lnTo>
                  <a:pt x="12654" y="117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7"/>
                </a:lnTo>
                <a:lnTo>
                  <a:pt x="12918" y="117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7"/>
                </a:lnTo>
                <a:lnTo>
                  <a:pt x="13182" y="117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7"/>
                </a:lnTo>
                <a:lnTo>
                  <a:pt x="13447" y="117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7"/>
                </a:lnTo>
                <a:lnTo>
                  <a:pt x="13711" y="117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7"/>
                </a:lnTo>
                <a:lnTo>
                  <a:pt x="13975" y="117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7"/>
                </a:lnTo>
                <a:lnTo>
                  <a:pt x="14240" y="117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7"/>
                </a:lnTo>
                <a:lnTo>
                  <a:pt x="14504" y="117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7"/>
                </a:lnTo>
                <a:lnTo>
                  <a:pt x="14768" y="117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7"/>
                </a:lnTo>
                <a:lnTo>
                  <a:pt x="15032" y="117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7"/>
                </a:lnTo>
                <a:lnTo>
                  <a:pt x="15296" y="117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7"/>
                </a:lnTo>
                <a:lnTo>
                  <a:pt x="15560" y="117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7"/>
                </a:lnTo>
                <a:lnTo>
                  <a:pt x="15824" y="117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7"/>
                </a:lnTo>
                <a:lnTo>
                  <a:pt x="16088" y="117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7"/>
                </a:lnTo>
                <a:lnTo>
                  <a:pt x="16352" y="117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7"/>
                </a:lnTo>
                <a:lnTo>
                  <a:pt x="16616" y="117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7"/>
                </a:lnTo>
                <a:lnTo>
                  <a:pt x="16880" y="117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7"/>
                </a:lnTo>
                <a:lnTo>
                  <a:pt x="17144" y="117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7"/>
                </a:lnTo>
                <a:lnTo>
                  <a:pt x="17408" y="117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7"/>
                </a:lnTo>
                <a:lnTo>
                  <a:pt x="17672" y="117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7"/>
                </a:lnTo>
                <a:lnTo>
                  <a:pt x="17936" y="117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7"/>
                </a:lnTo>
                <a:lnTo>
                  <a:pt x="18201" y="117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7"/>
                </a:lnTo>
                <a:lnTo>
                  <a:pt x="18465" y="117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7"/>
                </a:lnTo>
                <a:lnTo>
                  <a:pt x="18729" y="117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7"/>
                </a:lnTo>
                <a:lnTo>
                  <a:pt x="18993" y="117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7"/>
                </a:lnTo>
                <a:lnTo>
                  <a:pt x="19257" y="117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7"/>
                </a:lnTo>
                <a:lnTo>
                  <a:pt x="19521" y="117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7"/>
                </a:lnTo>
                <a:lnTo>
                  <a:pt x="19785" y="117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7"/>
                </a:lnTo>
                <a:lnTo>
                  <a:pt x="20049" y="117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7"/>
                </a:lnTo>
                <a:lnTo>
                  <a:pt x="20313" y="117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7"/>
                </a:lnTo>
                <a:lnTo>
                  <a:pt x="20577" y="117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7"/>
                </a:lnTo>
                <a:lnTo>
                  <a:pt x="20841" y="117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7"/>
                </a:lnTo>
                <a:lnTo>
                  <a:pt x="21105" y="117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7"/>
                </a:lnTo>
                <a:lnTo>
                  <a:pt x="21369" y="117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7"/>
                </a:lnTo>
                <a:lnTo>
                  <a:pt x="21633" y="117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7"/>
                </a:lnTo>
                <a:lnTo>
                  <a:pt x="21897" y="117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7"/>
                </a:lnTo>
                <a:lnTo>
                  <a:pt x="22161" y="117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7"/>
                </a:lnTo>
                <a:lnTo>
                  <a:pt x="22425" y="117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7"/>
                </a:lnTo>
                <a:lnTo>
                  <a:pt x="22689" y="117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7"/>
                </a:lnTo>
                <a:lnTo>
                  <a:pt x="22953" y="117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7"/>
                </a:lnTo>
                <a:lnTo>
                  <a:pt x="23218" y="117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7"/>
                </a:lnTo>
                <a:lnTo>
                  <a:pt x="23482" y="117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7"/>
                </a:lnTo>
                <a:lnTo>
                  <a:pt x="23746" y="117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7"/>
                </a:lnTo>
                <a:lnTo>
                  <a:pt x="24010" y="117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7"/>
                </a:lnTo>
                <a:lnTo>
                  <a:pt x="24274" y="117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7"/>
                </a:lnTo>
                <a:lnTo>
                  <a:pt x="24538" y="117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7"/>
                </a:lnTo>
                <a:lnTo>
                  <a:pt x="24802" y="117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7"/>
                </a:lnTo>
                <a:lnTo>
                  <a:pt x="25066" y="117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7"/>
                </a:lnTo>
                <a:lnTo>
                  <a:pt x="25330" y="117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7"/>
                </a:lnTo>
                <a:lnTo>
                  <a:pt x="25594" y="117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7"/>
                </a:lnTo>
                <a:lnTo>
                  <a:pt x="25858" y="117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7"/>
                </a:lnTo>
                <a:lnTo>
                  <a:pt x="26122" y="117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7"/>
                </a:lnTo>
                <a:lnTo>
                  <a:pt x="26386" y="117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7"/>
                </a:lnTo>
                <a:lnTo>
                  <a:pt x="26650" y="117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7"/>
                </a:lnTo>
                <a:lnTo>
                  <a:pt x="26914" y="117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7"/>
                </a:lnTo>
                <a:lnTo>
                  <a:pt x="27178" y="117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7"/>
                </a:lnTo>
                <a:lnTo>
                  <a:pt x="27442" y="117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7"/>
                </a:lnTo>
                <a:lnTo>
                  <a:pt x="27706" y="117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7"/>
                </a:lnTo>
                <a:lnTo>
                  <a:pt x="27971" y="117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7"/>
                </a:lnTo>
                <a:lnTo>
                  <a:pt x="28235" y="117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7"/>
                </a:lnTo>
                <a:lnTo>
                  <a:pt x="28499" y="117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7"/>
                </a:lnTo>
                <a:lnTo>
                  <a:pt x="28763" y="117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7"/>
                </a:lnTo>
                <a:lnTo>
                  <a:pt x="29027" y="117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7"/>
                </a:lnTo>
                <a:lnTo>
                  <a:pt x="29291" y="117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7"/>
                </a:lnTo>
                <a:lnTo>
                  <a:pt x="29555" y="117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7"/>
                </a:lnTo>
                <a:lnTo>
                  <a:pt x="29819" y="117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7"/>
                </a:lnTo>
                <a:lnTo>
                  <a:pt x="30083" y="117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7"/>
                </a:lnTo>
                <a:lnTo>
                  <a:pt x="30347" y="117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3"/>
                  <a:pt x="30783" y="7"/>
                </a:cubicBezTo>
                <a:lnTo>
                  <a:pt x="30755" y="121"/>
                </a:lnTo>
                <a:cubicBezTo>
                  <a:pt x="30745" y="118"/>
                  <a:pt x="30735" y="117"/>
                  <a:pt x="30725" y="117"/>
                </a:cubicBezTo>
                <a:lnTo>
                  <a:pt x="30611" y="117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4"/>
                  <a:pt x="30968" y="180"/>
                  <a:pt x="30968" y="244"/>
                </a:cubicBezTo>
                <a:lnTo>
                  <a:pt x="30968" y="264"/>
                </a:lnTo>
                <a:lnTo>
                  <a:pt x="30852" y="264"/>
                </a:lnTo>
                <a:lnTo>
                  <a:pt x="30852" y="244"/>
                </a:lnTo>
                <a:cubicBezTo>
                  <a:pt x="30852" y="210"/>
                  <a:pt x="30840" y="181"/>
                  <a:pt x="30817" y="157"/>
                </a:cubicBezTo>
                <a:lnTo>
                  <a:pt x="30902" y="77"/>
                </a:lnTo>
                <a:moveTo>
                  <a:pt x="30968" y="369"/>
                </a:moveTo>
                <a:lnTo>
                  <a:pt x="30968" y="528"/>
                </a:lnTo>
                <a:lnTo>
                  <a:pt x="30852" y="528"/>
                </a:lnTo>
                <a:lnTo>
                  <a:pt x="30852" y="369"/>
                </a:lnTo>
                <a:lnTo>
                  <a:pt x="30968" y="369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7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7"/>
                </a:lnTo>
                <a:lnTo>
                  <a:pt x="30968" y="897"/>
                </a:lnTo>
                <a:moveTo>
                  <a:pt x="30968" y="1161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1"/>
                </a:lnTo>
                <a:lnTo>
                  <a:pt x="30968" y="1161"/>
                </a:lnTo>
                <a:moveTo>
                  <a:pt x="30968" y="1425"/>
                </a:moveTo>
                <a:lnTo>
                  <a:pt x="30968" y="1584"/>
                </a:lnTo>
                <a:lnTo>
                  <a:pt x="30852" y="1584"/>
                </a:lnTo>
                <a:lnTo>
                  <a:pt x="30852" y="1425"/>
                </a:lnTo>
                <a:lnTo>
                  <a:pt x="30968" y="1425"/>
                </a:lnTo>
                <a:moveTo>
                  <a:pt x="30968" y="1689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89"/>
                </a:lnTo>
                <a:lnTo>
                  <a:pt x="30968" y="1689"/>
                </a:lnTo>
                <a:moveTo>
                  <a:pt x="30968" y="1955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5"/>
                </a:lnTo>
                <a:lnTo>
                  <a:pt x="30968" y="1955"/>
                </a:lnTo>
                <a:moveTo>
                  <a:pt x="30967" y="2223"/>
                </a:moveTo>
                <a:cubicBezTo>
                  <a:pt x="30961" y="2298"/>
                  <a:pt x="30928" y="2357"/>
                  <a:pt x="30866" y="2401"/>
                </a:cubicBezTo>
                <a:lnTo>
                  <a:pt x="30799" y="2306"/>
                </a:lnTo>
                <a:cubicBezTo>
                  <a:pt x="30831" y="2283"/>
                  <a:pt x="30848" y="2252"/>
                  <a:pt x="30851" y="2213"/>
                </a:cubicBezTo>
                <a:lnTo>
                  <a:pt x="30967" y="2223"/>
                </a:lnTo>
                <a:moveTo>
                  <a:pt x="30736" y="2446"/>
                </a:moveTo>
                <a:cubicBezTo>
                  <a:pt x="30733" y="2446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30"/>
                </a:lnTo>
                <a:lnTo>
                  <a:pt x="30725" y="2330"/>
                </a:lnTo>
                <a:cubicBezTo>
                  <a:pt x="30727" y="2330"/>
                  <a:pt x="30729" y="2330"/>
                  <a:pt x="30731" y="2330"/>
                </a:cubicBezTo>
                <a:lnTo>
                  <a:pt x="30736" y="2446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30"/>
                </a:lnTo>
                <a:lnTo>
                  <a:pt x="30470" y="2330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30"/>
                </a:lnTo>
                <a:lnTo>
                  <a:pt x="30206" y="2330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30"/>
                </a:lnTo>
                <a:lnTo>
                  <a:pt x="29942" y="2330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30"/>
                </a:lnTo>
                <a:lnTo>
                  <a:pt x="29678" y="2330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30"/>
                </a:lnTo>
                <a:lnTo>
                  <a:pt x="29414" y="2330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30"/>
                </a:lnTo>
                <a:lnTo>
                  <a:pt x="29150" y="2330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30"/>
                </a:lnTo>
                <a:lnTo>
                  <a:pt x="28886" y="2330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30"/>
                </a:lnTo>
                <a:lnTo>
                  <a:pt x="28622" y="2330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30"/>
                </a:lnTo>
                <a:lnTo>
                  <a:pt x="28358" y="2330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30"/>
                </a:lnTo>
                <a:lnTo>
                  <a:pt x="28094" y="2330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30"/>
                </a:lnTo>
                <a:lnTo>
                  <a:pt x="27829" y="2330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30"/>
                </a:lnTo>
                <a:lnTo>
                  <a:pt x="27565" y="2330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30"/>
                </a:lnTo>
                <a:lnTo>
                  <a:pt x="27301" y="2330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30"/>
                </a:lnTo>
                <a:lnTo>
                  <a:pt x="27037" y="2330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30"/>
                </a:lnTo>
                <a:lnTo>
                  <a:pt x="26773" y="2330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30"/>
                </a:lnTo>
                <a:lnTo>
                  <a:pt x="26509" y="2330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30"/>
                </a:lnTo>
                <a:lnTo>
                  <a:pt x="26245" y="2330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30"/>
                </a:lnTo>
                <a:lnTo>
                  <a:pt x="25981" y="2330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30"/>
                </a:lnTo>
                <a:lnTo>
                  <a:pt x="25717" y="2330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30"/>
                </a:lnTo>
                <a:lnTo>
                  <a:pt x="25453" y="2330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30"/>
                </a:lnTo>
                <a:lnTo>
                  <a:pt x="25189" y="2330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30"/>
                </a:lnTo>
                <a:lnTo>
                  <a:pt x="24925" y="2330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30"/>
                </a:lnTo>
                <a:lnTo>
                  <a:pt x="24661" y="2330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30"/>
                </a:lnTo>
                <a:lnTo>
                  <a:pt x="24397" y="2330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30"/>
                </a:lnTo>
                <a:lnTo>
                  <a:pt x="24133" y="2330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30"/>
                </a:lnTo>
                <a:lnTo>
                  <a:pt x="23869" y="2330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30"/>
                </a:lnTo>
                <a:lnTo>
                  <a:pt x="23605" y="2330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30"/>
                </a:lnTo>
                <a:lnTo>
                  <a:pt x="23341" y="2330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30"/>
                </a:lnTo>
                <a:lnTo>
                  <a:pt x="23077" y="2330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30"/>
                </a:lnTo>
                <a:lnTo>
                  <a:pt x="22812" y="2330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30"/>
                </a:lnTo>
                <a:lnTo>
                  <a:pt x="22548" y="2330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30"/>
                </a:lnTo>
                <a:lnTo>
                  <a:pt x="22284" y="2330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30"/>
                </a:lnTo>
                <a:lnTo>
                  <a:pt x="22020" y="2330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30"/>
                </a:lnTo>
                <a:lnTo>
                  <a:pt x="21756" y="2330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30"/>
                </a:lnTo>
                <a:lnTo>
                  <a:pt x="21492" y="2330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30"/>
                </a:lnTo>
                <a:lnTo>
                  <a:pt x="21228" y="2330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30"/>
                </a:lnTo>
                <a:lnTo>
                  <a:pt x="20964" y="2330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30"/>
                </a:lnTo>
                <a:lnTo>
                  <a:pt x="20700" y="2330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30"/>
                </a:lnTo>
                <a:lnTo>
                  <a:pt x="20436" y="2330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30"/>
                </a:lnTo>
                <a:lnTo>
                  <a:pt x="20172" y="2330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30"/>
                </a:lnTo>
                <a:lnTo>
                  <a:pt x="19908" y="2330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30"/>
                </a:lnTo>
                <a:lnTo>
                  <a:pt x="19644" y="2330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30"/>
                </a:lnTo>
                <a:lnTo>
                  <a:pt x="19380" y="2330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30"/>
                </a:lnTo>
                <a:lnTo>
                  <a:pt x="19116" y="2330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30"/>
                </a:lnTo>
                <a:lnTo>
                  <a:pt x="18852" y="2330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30"/>
                </a:lnTo>
                <a:lnTo>
                  <a:pt x="18588" y="2330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30"/>
                </a:lnTo>
                <a:lnTo>
                  <a:pt x="18324" y="2330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30"/>
                </a:lnTo>
                <a:lnTo>
                  <a:pt x="18059" y="2330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30"/>
                </a:lnTo>
                <a:lnTo>
                  <a:pt x="17795" y="2330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30"/>
                </a:lnTo>
                <a:lnTo>
                  <a:pt x="17531" y="2330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30"/>
                </a:lnTo>
                <a:lnTo>
                  <a:pt x="17267" y="2330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30"/>
                </a:lnTo>
                <a:lnTo>
                  <a:pt x="17003" y="2330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30"/>
                </a:lnTo>
                <a:lnTo>
                  <a:pt x="16739" y="2330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30"/>
                </a:lnTo>
                <a:lnTo>
                  <a:pt x="16475" y="2330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30"/>
                </a:lnTo>
                <a:lnTo>
                  <a:pt x="16211" y="2330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30"/>
                </a:lnTo>
                <a:lnTo>
                  <a:pt x="15947" y="2330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30"/>
                </a:lnTo>
                <a:lnTo>
                  <a:pt x="15683" y="2330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30"/>
                </a:lnTo>
                <a:lnTo>
                  <a:pt x="15419" y="2330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30"/>
                </a:lnTo>
                <a:lnTo>
                  <a:pt x="15155" y="2330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30"/>
                </a:lnTo>
                <a:lnTo>
                  <a:pt x="14891" y="2330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30"/>
                </a:lnTo>
                <a:lnTo>
                  <a:pt x="14627" y="2330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30"/>
                </a:lnTo>
                <a:lnTo>
                  <a:pt x="14363" y="2330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30"/>
                </a:lnTo>
                <a:lnTo>
                  <a:pt x="14099" y="2330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30"/>
                </a:lnTo>
                <a:lnTo>
                  <a:pt x="13834" y="2330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30"/>
                </a:lnTo>
                <a:lnTo>
                  <a:pt x="13570" y="2330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30"/>
                </a:lnTo>
                <a:lnTo>
                  <a:pt x="13306" y="2330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30"/>
                </a:lnTo>
                <a:lnTo>
                  <a:pt x="13041" y="2330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30"/>
                </a:lnTo>
                <a:lnTo>
                  <a:pt x="12777" y="2330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30"/>
                </a:lnTo>
                <a:lnTo>
                  <a:pt x="12513" y="2330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30"/>
                </a:lnTo>
                <a:lnTo>
                  <a:pt x="12249" y="2330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30"/>
                </a:lnTo>
                <a:lnTo>
                  <a:pt x="11985" y="2330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30"/>
                </a:lnTo>
                <a:lnTo>
                  <a:pt x="11721" y="2330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30"/>
                </a:lnTo>
                <a:lnTo>
                  <a:pt x="11457" y="2330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30"/>
                </a:lnTo>
                <a:lnTo>
                  <a:pt x="11193" y="2330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30"/>
                </a:lnTo>
                <a:lnTo>
                  <a:pt x="10929" y="2330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30"/>
                </a:lnTo>
                <a:lnTo>
                  <a:pt x="10665" y="2330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30"/>
                </a:lnTo>
                <a:lnTo>
                  <a:pt x="10401" y="2330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30"/>
                </a:lnTo>
                <a:lnTo>
                  <a:pt x="10137" y="2330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30"/>
                </a:lnTo>
                <a:lnTo>
                  <a:pt x="9873" y="2330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30"/>
                </a:lnTo>
                <a:lnTo>
                  <a:pt x="9609" y="2330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30"/>
                </a:lnTo>
                <a:lnTo>
                  <a:pt x="9345" y="2330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30"/>
                </a:lnTo>
                <a:lnTo>
                  <a:pt x="9081" y="2330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30"/>
                </a:lnTo>
                <a:lnTo>
                  <a:pt x="8817" y="2330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30"/>
                </a:lnTo>
                <a:lnTo>
                  <a:pt x="8553" y="2330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30"/>
                </a:lnTo>
                <a:lnTo>
                  <a:pt x="8288" y="2330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30"/>
                </a:lnTo>
                <a:lnTo>
                  <a:pt x="8024" y="2330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30"/>
                </a:lnTo>
                <a:lnTo>
                  <a:pt x="7760" y="2330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30"/>
                </a:lnTo>
                <a:lnTo>
                  <a:pt x="7496" y="2330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30"/>
                </a:lnTo>
                <a:lnTo>
                  <a:pt x="7232" y="2330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30"/>
                </a:lnTo>
                <a:lnTo>
                  <a:pt x="6968" y="2330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30"/>
                </a:lnTo>
                <a:lnTo>
                  <a:pt x="6704" y="2330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30"/>
                </a:lnTo>
                <a:lnTo>
                  <a:pt x="6440" y="2330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30"/>
                </a:lnTo>
                <a:lnTo>
                  <a:pt x="6176" y="2330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30"/>
                </a:lnTo>
                <a:lnTo>
                  <a:pt x="5912" y="2330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30"/>
                </a:lnTo>
                <a:lnTo>
                  <a:pt x="5648" y="2330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30"/>
                </a:lnTo>
                <a:lnTo>
                  <a:pt x="5384" y="2330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30"/>
                </a:lnTo>
                <a:lnTo>
                  <a:pt x="5120" y="2330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30"/>
                </a:lnTo>
                <a:lnTo>
                  <a:pt x="4856" y="2330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30"/>
                </a:lnTo>
                <a:lnTo>
                  <a:pt x="4592" y="2330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30"/>
                </a:lnTo>
                <a:lnTo>
                  <a:pt x="4328" y="2330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30"/>
                </a:lnTo>
                <a:lnTo>
                  <a:pt x="4064" y="2330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30"/>
                </a:lnTo>
                <a:lnTo>
                  <a:pt x="3800" y="2330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30"/>
                </a:lnTo>
                <a:lnTo>
                  <a:pt x="3536" y="2330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30"/>
                </a:lnTo>
                <a:lnTo>
                  <a:pt x="3271" y="2330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30"/>
                </a:lnTo>
                <a:lnTo>
                  <a:pt x="3007" y="2330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30"/>
                </a:lnTo>
                <a:lnTo>
                  <a:pt x="2743" y="2330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30"/>
                </a:lnTo>
                <a:lnTo>
                  <a:pt x="2479" y="2330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30"/>
                </a:lnTo>
                <a:lnTo>
                  <a:pt x="2215" y="2330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30"/>
                </a:lnTo>
                <a:lnTo>
                  <a:pt x="1951" y="2330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30"/>
                </a:lnTo>
                <a:lnTo>
                  <a:pt x="1687" y="2330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30"/>
                </a:lnTo>
                <a:lnTo>
                  <a:pt x="1423" y="2330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30"/>
                </a:lnTo>
                <a:lnTo>
                  <a:pt x="1159" y="2330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30"/>
                </a:lnTo>
                <a:lnTo>
                  <a:pt x="895" y="2330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30"/>
                </a:lnTo>
                <a:lnTo>
                  <a:pt x="631" y="2330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5"/>
                  <a:pt x="198" y="2442"/>
                </a:cubicBezTo>
                <a:lnTo>
                  <a:pt x="220" y="2328"/>
                </a:lnTo>
                <a:cubicBezTo>
                  <a:pt x="228" y="2329"/>
                  <a:pt x="236" y="2330"/>
                  <a:pt x="244" y="2330"/>
                </a:cubicBezTo>
                <a:lnTo>
                  <a:pt x="367" y="2330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2"/>
                  <a:pt x="0" y="2203"/>
                </a:cubicBezTo>
                <a:lnTo>
                  <a:pt x="0" y="2192"/>
                </a:lnTo>
                <a:lnTo>
                  <a:pt x="117" y="2192"/>
                </a:lnTo>
                <a:lnTo>
                  <a:pt x="117" y="2203"/>
                </a:lnTo>
                <a:cubicBezTo>
                  <a:pt x="117" y="2239"/>
                  <a:pt x="130" y="2269"/>
                  <a:pt x="156" y="2294"/>
                </a:cubicBezTo>
                <a:lnTo>
                  <a:pt x="75" y="2378"/>
                </a:lnTo>
                <a:moveTo>
                  <a:pt x="0" y="2087"/>
                </a:moveTo>
                <a:lnTo>
                  <a:pt x="0" y="1928"/>
                </a:lnTo>
                <a:lnTo>
                  <a:pt x="117" y="1928"/>
                </a:lnTo>
                <a:lnTo>
                  <a:pt x="117" y="2087"/>
                </a:lnTo>
                <a:lnTo>
                  <a:pt x="0" y="2087"/>
                </a:lnTo>
                <a:moveTo>
                  <a:pt x="0" y="1823"/>
                </a:moveTo>
                <a:lnTo>
                  <a:pt x="0" y="1663"/>
                </a:lnTo>
                <a:lnTo>
                  <a:pt x="117" y="1663"/>
                </a:lnTo>
                <a:lnTo>
                  <a:pt x="117" y="1823"/>
                </a:lnTo>
                <a:lnTo>
                  <a:pt x="0" y="1823"/>
                </a:lnTo>
                <a:moveTo>
                  <a:pt x="0" y="1558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8"/>
                </a:lnTo>
                <a:lnTo>
                  <a:pt x="0" y="1558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30"/>
                </a:moveTo>
                <a:lnTo>
                  <a:pt x="0" y="871"/>
                </a:lnTo>
                <a:lnTo>
                  <a:pt x="117" y="871"/>
                </a:lnTo>
                <a:lnTo>
                  <a:pt x="117" y="1030"/>
                </a:lnTo>
                <a:lnTo>
                  <a:pt x="0" y="1030"/>
                </a:lnTo>
                <a:moveTo>
                  <a:pt x="0" y="766"/>
                </a:moveTo>
                <a:lnTo>
                  <a:pt x="0" y="607"/>
                </a:lnTo>
                <a:lnTo>
                  <a:pt x="117" y="607"/>
                </a:lnTo>
                <a:lnTo>
                  <a:pt x="117" y="766"/>
                </a:lnTo>
                <a:lnTo>
                  <a:pt x="0" y="766"/>
                </a:lnTo>
                <a:moveTo>
                  <a:pt x="0" y="501"/>
                </a:moveTo>
                <a:lnTo>
                  <a:pt x="0" y="343"/>
                </a:lnTo>
                <a:lnTo>
                  <a:pt x="117" y="343"/>
                </a:lnTo>
                <a:lnTo>
                  <a:pt x="117" y="501"/>
                </a:lnTo>
                <a:lnTo>
                  <a:pt x="0" y="501"/>
                </a:lnTo>
                <a:moveTo>
                  <a:pt x="1" y="236"/>
                </a:moveTo>
                <a:cubicBezTo>
                  <a:pt x="3" y="161"/>
                  <a:pt x="34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1"/>
                  <a:pt x="117" y="240"/>
                </a:cubicBezTo>
                <a:lnTo>
                  <a:pt x="1" y="236"/>
                </a:lnTo>
                <a:moveTo>
                  <a:pt x="220" y="2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8"/>
                </a:cubicBezTo>
                <a:lnTo>
                  <a:pt x="220" y="2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521640" y="507456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7"/>
                </a:lnTo>
                <a:lnTo>
                  <a:pt x="772" y="117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7"/>
                </a:lnTo>
                <a:lnTo>
                  <a:pt x="1036" y="117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7"/>
                </a:lnTo>
                <a:lnTo>
                  <a:pt x="1300" y="117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7"/>
                </a:lnTo>
                <a:lnTo>
                  <a:pt x="1564" y="117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7"/>
                </a:lnTo>
                <a:lnTo>
                  <a:pt x="1828" y="117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7"/>
                </a:lnTo>
                <a:lnTo>
                  <a:pt x="2092" y="117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7"/>
                </a:lnTo>
                <a:lnTo>
                  <a:pt x="2356" y="117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7"/>
                </a:lnTo>
                <a:lnTo>
                  <a:pt x="2620" y="117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7"/>
                </a:lnTo>
                <a:lnTo>
                  <a:pt x="2884" y="117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7"/>
                </a:lnTo>
                <a:lnTo>
                  <a:pt x="3148" y="117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7"/>
                </a:lnTo>
                <a:lnTo>
                  <a:pt x="3412" y="117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7"/>
                </a:lnTo>
                <a:lnTo>
                  <a:pt x="3677" y="117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7"/>
                </a:lnTo>
                <a:lnTo>
                  <a:pt x="3941" y="117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7"/>
                </a:lnTo>
                <a:lnTo>
                  <a:pt x="4205" y="117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7"/>
                </a:lnTo>
                <a:lnTo>
                  <a:pt x="4469" y="117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7"/>
                </a:lnTo>
                <a:lnTo>
                  <a:pt x="4733" y="117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7"/>
                </a:lnTo>
                <a:lnTo>
                  <a:pt x="4997" y="117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7"/>
                </a:lnTo>
                <a:lnTo>
                  <a:pt x="5261" y="117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7"/>
                </a:lnTo>
                <a:lnTo>
                  <a:pt x="5525" y="117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7"/>
                </a:lnTo>
                <a:lnTo>
                  <a:pt x="5789" y="117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7"/>
                </a:lnTo>
                <a:lnTo>
                  <a:pt x="6053" y="117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7"/>
                </a:lnTo>
                <a:lnTo>
                  <a:pt x="6317" y="117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7"/>
                </a:lnTo>
                <a:lnTo>
                  <a:pt x="6581" y="117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7"/>
                </a:lnTo>
                <a:lnTo>
                  <a:pt x="6845" y="117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7"/>
                </a:lnTo>
                <a:lnTo>
                  <a:pt x="7109" y="117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7"/>
                </a:lnTo>
                <a:lnTo>
                  <a:pt x="7373" y="117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7"/>
                </a:lnTo>
                <a:lnTo>
                  <a:pt x="7637" y="117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7"/>
                </a:lnTo>
                <a:lnTo>
                  <a:pt x="7901" y="117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7"/>
                </a:lnTo>
                <a:lnTo>
                  <a:pt x="8165" y="117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7"/>
                </a:lnTo>
                <a:lnTo>
                  <a:pt x="8430" y="117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7"/>
                </a:lnTo>
                <a:lnTo>
                  <a:pt x="8694" y="117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7"/>
                </a:lnTo>
                <a:lnTo>
                  <a:pt x="8958" y="117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7"/>
                </a:lnTo>
                <a:lnTo>
                  <a:pt x="9222" y="117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7"/>
                </a:lnTo>
                <a:lnTo>
                  <a:pt x="9486" y="117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7"/>
                </a:lnTo>
                <a:lnTo>
                  <a:pt x="9750" y="117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7"/>
                </a:lnTo>
                <a:lnTo>
                  <a:pt x="10014" y="117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7"/>
                </a:lnTo>
                <a:lnTo>
                  <a:pt x="10278" y="117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7"/>
                </a:lnTo>
                <a:lnTo>
                  <a:pt x="10542" y="117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7"/>
                </a:lnTo>
                <a:lnTo>
                  <a:pt x="10806" y="117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7"/>
                </a:lnTo>
                <a:lnTo>
                  <a:pt x="11070" y="117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7"/>
                </a:lnTo>
                <a:lnTo>
                  <a:pt x="11334" y="117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7"/>
                </a:lnTo>
                <a:lnTo>
                  <a:pt x="11598" y="117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7"/>
                </a:lnTo>
                <a:lnTo>
                  <a:pt x="11862" y="117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7"/>
                </a:lnTo>
                <a:lnTo>
                  <a:pt x="12126" y="117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7"/>
                </a:lnTo>
                <a:lnTo>
                  <a:pt x="12390" y="117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7"/>
                </a:lnTo>
                <a:lnTo>
                  <a:pt x="12654" y="117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7"/>
                </a:lnTo>
                <a:lnTo>
                  <a:pt x="12918" y="117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7"/>
                </a:lnTo>
                <a:lnTo>
                  <a:pt x="13182" y="117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7"/>
                </a:lnTo>
                <a:lnTo>
                  <a:pt x="13447" y="117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7"/>
                </a:lnTo>
                <a:lnTo>
                  <a:pt x="13711" y="117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7"/>
                </a:lnTo>
                <a:lnTo>
                  <a:pt x="13975" y="117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7"/>
                </a:lnTo>
                <a:lnTo>
                  <a:pt x="14240" y="117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7"/>
                </a:lnTo>
                <a:lnTo>
                  <a:pt x="14504" y="117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7"/>
                </a:lnTo>
                <a:lnTo>
                  <a:pt x="14768" y="117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7"/>
                </a:lnTo>
                <a:lnTo>
                  <a:pt x="15032" y="117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7"/>
                </a:lnTo>
                <a:lnTo>
                  <a:pt x="15296" y="117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7"/>
                </a:lnTo>
                <a:lnTo>
                  <a:pt x="15560" y="117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7"/>
                </a:lnTo>
                <a:lnTo>
                  <a:pt x="15824" y="117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7"/>
                </a:lnTo>
                <a:lnTo>
                  <a:pt x="16088" y="117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7"/>
                </a:lnTo>
                <a:lnTo>
                  <a:pt x="16352" y="117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7"/>
                </a:lnTo>
                <a:lnTo>
                  <a:pt x="16616" y="117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7"/>
                </a:lnTo>
                <a:lnTo>
                  <a:pt x="16880" y="117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7"/>
                </a:lnTo>
                <a:lnTo>
                  <a:pt x="17144" y="117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7"/>
                </a:lnTo>
                <a:lnTo>
                  <a:pt x="17408" y="117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7"/>
                </a:lnTo>
                <a:lnTo>
                  <a:pt x="17672" y="117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7"/>
                </a:lnTo>
                <a:lnTo>
                  <a:pt x="17936" y="117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7"/>
                </a:lnTo>
                <a:lnTo>
                  <a:pt x="18201" y="117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7"/>
                </a:lnTo>
                <a:lnTo>
                  <a:pt x="18465" y="117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7"/>
                </a:lnTo>
                <a:lnTo>
                  <a:pt x="18729" y="117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7"/>
                </a:lnTo>
                <a:lnTo>
                  <a:pt x="18993" y="117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7"/>
                </a:lnTo>
                <a:lnTo>
                  <a:pt x="19257" y="117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7"/>
                </a:lnTo>
                <a:lnTo>
                  <a:pt x="19521" y="117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7"/>
                </a:lnTo>
                <a:lnTo>
                  <a:pt x="19785" y="117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7"/>
                </a:lnTo>
                <a:lnTo>
                  <a:pt x="20049" y="117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7"/>
                </a:lnTo>
                <a:lnTo>
                  <a:pt x="20313" y="117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7"/>
                </a:lnTo>
                <a:lnTo>
                  <a:pt x="20577" y="117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7"/>
                </a:lnTo>
                <a:lnTo>
                  <a:pt x="20841" y="117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7"/>
                </a:lnTo>
                <a:lnTo>
                  <a:pt x="21105" y="117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7"/>
                </a:lnTo>
                <a:lnTo>
                  <a:pt x="21369" y="117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7"/>
                </a:lnTo>
                <a:lnTo>
                  <a:pt x="21633" y="117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7"/>
                </a:lnTo>
                <a:lnTo>
                  <a:pt x="21897" y="117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7"/>
                </a:lnTo>
                <a:lnTo>
                  <a:pt x="22161" y="117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7"/>
                </a:lnTo>
                <a:lnTo>
                  <a:pt x="22425" y="117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7"/>
                </a:lnTo>
                <a:lnTo>
                  <a:pt x="22689" y="117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7"/>
                </a:lnTo>
                <a:lnTo>
                  <a:pt x="22953" y="117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7"/>
                </a:lnTo>
                <a:lnTo>
                  <a:pt x="23218" y="117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7"/>
                </a:lnTo>
                <a:lnTo>
                  <a:pt x="23482" y="117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7"/>
                </a:lnTo>
                <a:lnTo>
                  <a:pt x="23746" y="117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7"/>
                </a:lnTo>
                <a:lnTo>
                  <a:pt x="24010" y="117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7"/>
                </a:lnTo>
                <a:lnTo>
                  <a:pt x="24274" y="117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7"/>
                </a:lnTo>
                <a:lnTo>
                  <a:pt x="24538" y="117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7"/>
                </a:lnTo>
                <a:lnTo>
                  <a:pt x="24802" y="117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7"/>
                </a:lnTo>
                <a:lnTo>
                  <a:pt x="25066" y="117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7"/>
                </a:lnTo>
                <a:lnTo>
                  <a:pt x="25330" y="117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7"/>
                </a:lnTo>
                <a:lnTo>
                  <a:pt x="25594" y="117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7"/>
                </a:lnTo>
                <a:lnTo>
                  <a:pt x="25858" y="117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7"/>
                </a:lnTo>
                <a:lnTo>
                  <a:pt x="26122" y="117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7"/>
                </a:lnTo>
                <a:lnTo>
                  <a:pt x="26386" y="117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7"/>
                </a:lnTo>
                <a:lnTo>
                  <a:pt x="26650" y="117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7"/>
                </a:lnTo>
                <a:lnTo>
                  <a:pt x="26914" y="117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7"/>
                </a:lnTo>
                <a:lnTo>
                  <a:pt x="27178" y="117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7"/>
                </a:lnTo>
                <a:lnTo>
                  <a:pt x="27442" y="117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7"/>
                </a:lnTo>
                <a:lnTo>
                  <a:pt x="27706" y="117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7"/>
                </a:lnTo>
                <a:lnTo>
                  <a:pt x="27971" y="117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7"/>
                </a:lnTo>
                <a:lnTo>
                  <a:pt x="28235" y="117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7"/>
                </a:lnTo>
                <a:lnTo>
                  <a:pt x="28499" y="117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7"/>
                </a:lnTo>
                <a:lnTo>
                  <a:pt x="28763" y="117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7"/>
                </a:lnTo>
                <a:lnTo>
                  <a:pt x="29027" y="117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7"/>
                </a:lnTo>
                <a:lnTo>
                  <a:pt x="29291" y="117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7"/>
                </a:lnTo>
                <a:lnTo>
                  <a:pt x="29555" y="117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7"/>
                </a:lnTo>
                <a:lnTo>
                  <a:pt x="29819" y="117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7"/>
                </a:lnTo>
                <a:lnTo>
                  <a:pt x="30083" y="117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7"/>
                </a:lnTo>
                <a:lnTo>
                  <a:pt x="30347" y="117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3"/>
                  <a:pt x="30783" y="7"/>
                </a:cubicBezTo>
                <a:lnTo>
                  <a:pt x="30755" y="121"/>
                </a:lnTo>
                <a:cubicBezTo>
                  <a:pt x="30745" y="118"/>
                  <a:pt x="30735" y="117"/>
                  <a:pt x="30725" y="117"/>
                </a:cubicBezTo>
                <a:lnTo>
                  <a:pt x="30611" y="117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4"/>
                  <a:pt x="30968" y="180"/>
                  <a:pt x="30968" y="244"/>
                </a:cubicBezTo>
                <a:lnTo>
                  <a:pt x="30968" y="264"/>
                </a:lnTo>
                <a:lnTo>
                  <a:pt x="30852" y="264"/>
                </a:lnTo>
                <a:lnTo>
                  <a:pt x="30852" y="244"/>
                </a:lnTo>
                <a:cubicBezTo>
                  <a:pt x="30852" y="210"/>
                  <a:pt x="30840" y="181"/>
                  <a:pt x="30817" y="157"/>
                </a:cubicBezTo>
                <a:lnTo>
                  <a:pt x="30902" y="77"/>
                </a:lnTo>
                <a:moveTo>
                  <a:pt x="30968" y="369"/>
                </a:moveTo>
                <a:lnTo>
                  <a:pt x="30968" y="528"/>
                </a:lnTo>
                <a:lnTo>
                  <a:pt x="30852" y="528"/>
                </a:lnTo>
                <a:lnTo>
                  <a:pt x="30852" y="369"/>
                </a:lnTo>
                <a:lnTo>
                  <a:pt x="30968" y="369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7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7"/>
                </a:lnTo>
                <a:lnTo>
                  <a:pt x="30968" y="897"/>
                </a:lnTo>
                <a:moveTo>
                  <a:pt x="30968" y="1161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1"/>
                </a:lnTo>
                <a:lnTo>
                  <a:pt x="30968" y="1161"/>
                </a:lnTo>
                <a:moveTo>
                  <a:pt x="30968" y="1425"/>
                </a:moveTo>
                <a:lnTo>
                  <a:pt x="30968" y="1584"/>
                </a:lnTo>
                <a:lnTo>
                  <a:pt x="30852" y="1584"/>
                </a:lnTo>
                <a:lnTo>
                  <a:pt x="30852" y="1425"/>
                </a:lnTo>
                <a:lnTo>
                  <a:pt x="30968" y="1425"/>
                </a:lnTo>
                <a:moveTo>
                  <a:pt x="30968" y="1689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89"/>
                </a:lnTo>
                <a:lnTo>
                  <a:pt x="30968" y="1689"/>
                </a:lnTo>
                <a:moveTo>
                  <a:pt x="30968" y="1955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5"/>
                </a:lnTo>
                <a:lnTo>
                  <a:pt x="30968" y="1955"/>
                </a:lnTo>
                <a:moveTo>
                  <a:pt x="30967" y="2223"/>
                </a:moveTo>
                <a:cubicBezTo>
                  <a:pt x="30961" y="2298"/>
                  <a:pt x="30928" y="2357"/>
                  <a:pt x="30866" y="2401"/>
                </a:cubicBezTo>
                <a:lnTo>
                  <a:pt x="30799" y="2306"/>
                </a:lnTo>
                <a:cubicBezTo>
                  <a:pt x="30831" y="2283"/>
                  <a:pt x="30848" y="2252"/>
                  <a:pt x="30851" y="2213"/>
                </a:cubicBezTo>
                <a:lnTo>
                  <a:pt x="30967" y="2223"/>
                </a:lnTo>
                <a:moveTo>
                  <a:pt x="30736" y="2446"/>
                </a:moveTo>
                <a:cubicBezTo>
                  <a:pt x="30733" y="2446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30"/>
                </a:lnTo>
                <a:lnTo>
                  <a:pt x="30725" y="2330"/>
                </a:lnTo>
                <a:cubicBezTo>
                  <a:pt x="30727" y="2330"/>
                  <a:pt x="30729" y="2330"/>
                  <a:pt x="30731" y="2330"/>
                </a:cubicBezTo>
                <a:lnTo>
                  <a:pt x="30736" y="2446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30"/>
                </a:lnTo>
                <a:lnTo>
                  <a:pt x="30470" y="2330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30"/>
                </a:lnTo>
                <a:lnTo>
                  <a:pt x="30206" y="2330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30"/>
                </a:lnTo>
                <a:lnTo>
                  <a:pt x="29942" y="2330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30"/>
                </a:lnTo>
                <a:lnTo>
                  <a:pt x="29678" y="2330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30"/>
                </a:lnTo>
                <a:lnTo>
                  <a:pt x="29414" y="2330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30"/>
                </a:lnTo>
                <a:lnTo>
                  <a:pt x="29150" y="2330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30"/>
                </a:lnTo>
                <a:lnTo>
                  <a:pt x="28886" y="2330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30"/>
                </a:lnTo>
                <a:lnTo>
                  <a:pt x="28622" y="2330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30"/>
                </a:lnTo>
                <a:lnTo>
                  <a:pt x="28358" y="2330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30"/>
                </a:lnTo>
                <a:lnTo>
                  <a:pt x="28094" y="2330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30"/>
                </a:lnTo>
                <a:lnTo>
                  <a:pt x="27829" y="2330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30"/>
                </a:lnTo>
                <a:lnTo>
                  <a:pt x="27565" y="2330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30"/>
                </a:lnTo>
                <a:lnTo>
                  <a:pt x="27301" y="2330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30"/>
                </a:lnTo>
                <a:lnTo>
                  <a:pt x="27037" y="2330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30"/>
                </a:lnTo>
                <a:lnTo>
                  <a:pt x="26773" y="2330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30"/>
                </a:lnTo>
                <a:lnTo>
                  <a:pt x="26509" y="2330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30"/>
                </a:lnTo>
                <a:lnTo>
                  <a:pt x="26245" y="2330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30"/>
                </a:lnTo>
                <a:lnTo>
                  <a:pt x="25981" y="2330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30"/>
                </a:lnTo>
                <a:lnTo>
                  <a:pt x="25717" y="2330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30"/>
                </a:lnTo>
                <a:lnTo>
                  <a:pt x="25453" y="2330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30"/>
                </a:lnTo>
                <a:lnTo>
                  <a:pt x="25189" y="2330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30"/>
                </a:lnTo>
                <a:lnTo>
                  <a:pt x="24925" y="2330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30"/>
                </a:lnTo>
                <a:lnTo>
                  <a:pt x="24661" y="2330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30"/>
                </a:lnTo>
                <a:lnTo>
                  <a:pt x="24397" y="2330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30"/>
                </a:lnTo>
                <a:lnTo>
                  <a:pt x="24133" y="2330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30"/>
                </a:lnTo>
                <a:lnTo>
                  <a:pt x="23869" y="2330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30"/>
                </a:lnTo>
                <a:lnTo>
                  <a:pt x="23605" y="2330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30"/>
                </a:lnTo>
                <a:lnTo>
                  <a:pt x="23341" y="2330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30"/>
                </a:lnTo>
                <a:lnTo>
                  <a:pt x="23077" y="2330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30"/>
                </a:lnTo>
                <a:lnTo>
                  <a:pt x="22812" y="2330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30"/>
                </a:lnTo>
                <a:lnTo>
                  <a:pt x="22548" y="2330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30"/>
                </a:lnTo>
                <a:lnTo>
                  <a:pt x="22284" y="2330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30"/>
                </a:lnTo>
                <a:lnTo>
                  <a:pt x="22020" y="2330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30"/>
                </a:lnTo>
                <a:lnTo>
                  <a:pt x="21756" y="2330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30"/>
                </a:lnTo>
                <a:lnTo>
                  <a:pt x="21492" y="2330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30"/>
                </a:lnTo>
                <a:lnTo>
                  <a:pt x="21228" y="2330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30"/>
                </a:lnTo>
                <a:lnTo>
                  <a:pt x="20964" y="2330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30"/>
                </a:lnTo>
                <a:lnTo>
                  <a:pt x="20700" y="2330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30"/>
                </a:lnTo>
                <a:lnTo>
                  <a:pt x="20436" y="2330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30"/>
                </a:lnTo>
                <a:lnTo>
                  <a:pt x="20172" y="2330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30"/>
                </a:lnTo>
                <a:lnTo>
                  <a:pt x="19908" y="2330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30"/>
                </a:lnTo>
                <a:lnTo>
                  <a:pt x="19644" y="2330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30"/>
                </a:lnTo>
                <a:lnTo>
                  <a:pt x="19380" y="2330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30"/>
                </a:lnTo>
                <a:lnTo>
                  <a:pt x="19116" y="2330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30"/>
                </a:lnTo>
                <a:lnTo>
                  <a:pt x="18852" y="2330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30"/>
                </a:lnTo>
                <a:lnTo>
                  <a:pt x="18588" y="2330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30"/>
                </a:lnTo>
                <a:lnTo>
                  <a:pt x="18324" y="2330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30"/>
                </a:lnTo>
                <a:lnTo>
                  <a:pt x="18059" y="2330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30"/>
                </a:lnTo>
                <a:lnTo>
                  <a:pt x="17795" y="2330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30"/>
                </a:lnTo>
                <a:lnTo>
                  <a:pt x="17531" y="2330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30"/>
                </a:lnTo>
                <a:lnTo>
                  <a:pt x="17267" y="2330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30"/>
                </a:lnTo>
                <a:lnTo>
                  <a:pt x="17003" y="2330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30"/>
                </a:lnTo>
                <a:lnTo>
                  <a:pt x="16739" y="2330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30"/>
                </a:lnTo>
                <a:lnTo>
                  <a:pt x="16475" y="2330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30"/>
                </a:lnTo>
                <a:lnTo>
                  <a:pt x="16211" y="2330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30"/>
                </a:lnTo>
                <a:lnTo>
                  <a:pt x="15947" y="2330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30"/>
                </a:lnTo>
                <a:lnTo>
                  <a:pt x="15683" y="2330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30"/>
                </a:lnTo>
                <a:lnTo>
                  <a:pt x="15419" y="2330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30"/>
                </a:lnTo>
                <a:lnTo>
                  <a:pt x="15155" y="2330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30"/>
                </a:lnTo>
                <a:lnTo>
                  <a:pt x="14891" y="2330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30"/>
                </a:lnTo>
                <a:lnTo>
                  <a:pt x="14627" y="2330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30"/>
                </a:lnTo>
                <a:lnTo>
                  <a:pt x="14363" y="2330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30"/>
                </a:lnTo>
                <a:lnTo>
                  <a:pt x="14099" y="2330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30"/>
                </a:lnTo>
                <a:lnTo>
                  <a:pt x="13834" y="2330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30"/>
                </a:lnTo>
                <a:lnTo>
                  <a:pt x="13570" y="2330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30"/>
                </a:lnTo>
                <a:lnTo>
                  <a:pt x="13306" y="2330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30"/>
                </a:lnTo>
                <a:lnTo>
                  <a:pt x="13041" y="2330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30"/>
                </a:lnTo>
                <a:lnTo>
                  <a:pt x="12777" y="2330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30"/>
                </a:lnTo>
                <a:lnTo>
                  <a:pt x="12513" y="2330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30"/>
                </a:lnTo>
                <a:lnTo>
                  <a:pt x="12249" y="2330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30"/>
                </a:lnTo>
                <a:lnTo>
                  <a:pt x="11985" y="2330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30"/>
                </a:lnTo>
                <a:lnTo>
                  <a:pt x="11721" y="2330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30"/>
                </a:lnTo>
                <a:lnTo>
                  <a:pt x="11457" y="2330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30"/>
                </a:lnTo>
                <a:lnTo>
                  <a:pt x="11193" y="2330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30"/>
                </a:lnTo>
                <a:lnTo>
                  <a:pt x="10929" y="2330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30"/>
                </a:lnTo>
                <a:lnTo>
                  <a:pt x="10665" y="2330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30"/>
                </a:lnTo>
                <a:lnTo>
                  <a:pt x="10401" y="2330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30"/>
                </a:lnTo>
                <a:lnTo>
                  <a:pt x="10137" y="2330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30"/>
                </a:lnTo>
                <a:lnTo>
                  <a:pt x="9873" y="2330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30"/>
                </a:lnTo>
                <a:lnTo>
                  <a:pt x="9609" y="2330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30"/>
                </a:lnTo>
                <a:lnTo>
                  <a:pt x="9345" y="2330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30"/>
                </a:lnTo>
                <a:lnTo>
                  <a:pt x="9081" y="2330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30"/>
                </a:lnTo>
                <a:lnTo>
                  <a:pt x="8817" y="2330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30"/>
                </a:lnTo>
                <a:lnTo>
                  <a:pt x="8553" y="2330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30"/>
                </a:lnTo>
                <a:lnTo>
                  <a:pt x="8288" y="2330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30"/>
                </a:lnTo>
                <a:lnTo>
                  <a:pt x="8024" y="2330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30"/>
                </a:lnTo>
                <a:lnTo>
                  <a:pt x="7760" y="2330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30"/>
                </a:lnTo>
                <a:lnTo>
                  <a:pt x="7496" y="2330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30"/>
                </a:lnTo>
                <a:lnTo>
                  <a:pt x="7232" y="2330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30"/>
                </a:lnTo>
                <a:lnTo>
                  <a:pt x="6968" y="2330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30"/>
                </a:lnTo>
                <a:lnTo>
                  <a:pt x="6704" y="2330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30"/>
                </a:lnTo>
                <a:lnTo>
                  <a:pt x="6440" y="2330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30"/>
                </a:lnTo>
                <a:lnTo>
                  <a:pt x="6176" y="2330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30"/>
                </a:lnTo>
                <a:lnTo>
                  <a:pt x="5912" y="2330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30"/>
                </a:lnTo>
                <a:lnTo>
                  <a:pt x="5648" y="2330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30"/>
                </a:lnTo>
                <a:lnTo>
                  <a:pt x="5384" y="2330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30"/>
                </a:lnTo>
                <a:lnTo>
                  <a:pt x="5120" y="2330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30"/>
                </a:lnTo>
                <a:lnTo>
                  <a:pt x="4856" y="2330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30"/>
                </a:lnTo>
                <a:lnTo>
                  <a:pt x="4592" y="2330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30"/>
                </a:lnTo>
                <a:lnTo>
                  <a:pt x="4328" y="2330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30"/>
                </a:lnTo>
                <a:lnTo>
                  <a:pt x="4064" y="2330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30"/>
                </a:lnTo>
                <a:lnTo>
                  <a:pt x="3800" y="2330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30"/>
                </a:lnTo>
                <a:lnTo>
                  <a:pt x="3536" y="2330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30"/>
                </a:lnTo>
                <a:lnTo>
                  <a:pt x="3271" y="2330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30"/>
                </a:lnTo>
                <a:lnTo>
                  <a:pt x="3007" y="2330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30"/>
                </a:lnTo>
                <a:lnTo>
                  <a:pt x="2743" y="2330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30"/>
                </a:lnTo>
                <a:lnTo>
                  <a:pt x="2479" y="2330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30"/>
                </a:lnTo>
                <a:lnTo>
                  <a:pt x="2215" y="2330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30"/>
                </a:lnTo>
                <a:lnTo>
                  <a:pt x="1951" y="2330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30"/>
                </a:lnTo>
                <a:lnTo>
                  <a:pt x="1687" y="2330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30"/>
                </a:lnTo>
                <a:lnTo>
                  <a:pt x="1423" y="2330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30"/>
                </a:lnTo>
                <a:lnTo>
                  <a:pt x="1159" y="2330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30"/>
                </a:lnTo>
                <a:lnTo>
                  <a:pt x="895" y="2330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30"/>
                </a:lnTo>
                <a:lnTo>
                  <a:pt x="631" y="2330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5"/>
                  <a:pt x="198" y="2442"/>
                </a:cubicBezTo>
                <a:lnTo>
                  <a:pt x="220" y="2328"/>
                </a:lnTo>
                <a:cubicBezTo>
                  <a:pt x="228" y="2329"/>
                  <a:pt x="236" y="2330"/>
                  <a:pt x="244" y="2330"/>
                </a:cubicBezTo>
                <a:lnTo>
                  <a:pt x="367" y="2330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2"/>
                  <a:pt x="0" y="2203"/>
                </a:cubicBezTo>
                <a:lnTo>
                  <a:pt x="0" y="2192"/>
                </a:lnTo>
                <a:lnTo>
                  <a:pt x="117" y="2192"/>
                </a:lnTo>
                <a:lnTo>
                  <a:pt x="117" y="2203"/>
                </a:lnTo>
                <a:cubicBezTo>
                  <a:pt x="117" y="2239"/>
                  <a:pt x="130" y="2269"/>
                  <a:pt x="156" y="2294"/>
                </a:cubicBezTo>
                <a:lnTo>
                  <a:pt x="75" y="2378"/>
                </a:lnTo>
                <a:moveTo>
                  <a:pt x="0" y="2087"/>
                </a:moveTo>
                <a:lnTo>
                  <a:pt x="0" y="1928"/>
                </a:lnTo>
                <a:lnTo>
                  <a:pt x="117" y="1928"/>
                </a:lnTo>
                <a:lnTo>
                  <a:pt x="117" y="2087"/>
                </a:lnTo>
                <a:lnTo>
                  <a:pt x="0" y="2087"/>
                </a:lnTo>
                <a:moveTo>
                  <a:pt x="0" y="1823"/>
                </a:moveTo>
                <a:lnTo>
                  <a:pt x="0" y="1663"/>
                </a:lnTo>
                <a:lnTo>
                  <a:pt x="117" y="1663"/>
                </a:lnTo>
                <a:lnTo>
                  <a:pt x="117" y="1823"/>
                </a:lnTo>
                <a:lnTo>
                  <a:pt x="0" y="1823"/>
                </a:lnTo>
                <a:moveTo>
                  <a:pt x="0" y="1558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8"/>
                </a:lnTo>
                <a:lnTo>
                  <a:pt x="0" y="1558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30"/>
                </a:moveTo>
                <a:lnTo>
                  <a:pt x="0" y="871"/>
                </a:lnTo>
                <a:lnTo>
                  <a:pt x="117" y="871"/>
                </a:lnTo>
                <a:lnTo>
                  <a:pt x="117" y="1030"/>
                </a:lnTo>
                <a:lnTo>
                  <a:pt x="0" y="1030"/>
                </a:lnTo>
                <a:moveTo>
                  <a:pt x="0" y="766"/>
                </a:moveTo>
                <a:lnTo>
                  <a:pt x="0" y="607"/>
                </a:lnTo>
                <a:lnTo>
                  <a:pt x="117" y="607"/>
                </a:lnTo>
                <a:lnTo>
                  <a:pt x="117" y="766"/>
                </a:lnTo>
                <a:lnTo>
                  <a:pt x="0" y="766"/>
                </a:lnTo>
                <a:moveTo>
                  <a:pt x="0" y="501"/>
                </a:moveTo>
                <a:lnTo>
                  <a:pt x="0" y="343"/>
                </a:lnTo>
                <a:lnTo>
                  <a:pt x="117" y="343"/>
                </a:lnTo>
                <a:lnTo>
                  <a:pt x="117" y="501"/>
                </a:lnTo>
                <a:lnTo>
                  <a:pt x="0" y="501"/>
                </a:lnTo>
                <a:moveTo>
                  <a:pt x="1" y="236"/>
                </a:moveTo>
                <a:cubicBezTo>
                  <a:pt x="3" y="161"/>
                  <a:pt x="34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1"/>
                  <a:pt x="117" y="240"/>
                </a:cubicBezTo>
                <a:lnTo>
                  <a:pt x="1" y="236"/>
                </a:lnTo>
                <a:moveTo>
                  <a:pt x="220" y="2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8"/>
                </a:cubicBezTo>
                <a:lnTo>
                  <a:pt x="220" y="2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6755760" y="3993480"/>
            <a:ext cx="7138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続ける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1265040" y="5344200"/>
            <a:ext cx="979128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[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ここに論文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Figure 3/5: 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事前学習データ規模‧計算量と転移性能の関係を入れる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]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914400" y="3924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考察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54288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2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54288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2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533520" y="924480"/>
            <a:ext cx="761400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ViT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は強力だが、十分なデータと計算資源が前提になりやすい。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809280" y="2457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762120" y="1848600"/>
            <a:ext cx="53424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限界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1059480" y="2336400"/>
            <a:ext cx="46530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中規模データだけでは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に劣る場合があ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809280" y="325728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4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5"/>
                  <a:pt x="17" y="200"/>
                  <a:pt x="11" y="184"/>
                </a:cubicBezTo>
                <a:cubicBezTo>
                  <a:pt x="4" y="168"/>
                  <a:pt x="0" y="151"/>
                  <a:pt x="0" y="134"/>
                </a:cubicBezTo>
                <a:cubicBezTo>
                  <a:pt x="0" y="116"/>
                  <a:pt x="4" y="99"/>
                  <a:pt x="11" y="83"/>
                </a:cubicBezTo>
                <a:cubicBezTo>
                  <a:pt x="17" y="67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7"/>
                  <a:pt x="255" y="83"/>
                </a:cubicBezTo>
                <a:cubicBezTo>
                  <a:pt x="263" y="99"/>
                  <a:pt x="266" y="116"/>
                  <a:pt x="266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1059480" y="2698200"/>
            <a:ext cx="2383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809280" y="370512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1"/>
                  <a:pt x="263" y="167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7"/>
                  <a:pt x="0" y="151"/>
                  <a:pt x="0" y="132"/>
                </a:cubicBezTo>
                <a:cubicBezTo>
                  <a:pt x="0" y="115"/>
                  <a:pt x="4" y="98"/>
                  <a:pt x="11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5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1059480" y="3136320"/>
            <a:ext cx="38044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系列長が長くなると計算量が増える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1059480" y="3584160"/>
            <a:ext cx="47124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画像の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2D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構造は主にパッチ分割と位置埋め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623880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3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623880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3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1059480" y="3936600"/>
            <a:ext cx="1665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込みに限られる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6505560" y="2457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6458040" y="1848600"/>
            <a:ext cx="133416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今後の方向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6505560" y="2904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6755760" y="2336400"/>
            <a:ext cx="30913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自己教師あり事前学習の改善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6505560" y="33429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6755760" y="2783880"/>
            <a:ext cx="32576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より効率的な視覚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533160" y="4638600"/>
            <a:ext cx="11125440" cy="1009800"/>
          </a:xfrm>
          <a:custGeom>
            <a:avLst/>
            <a:gdLst/>
            <a:ahLst/>
            <a:rect l="0" t="0" r="r" b="b"/>
            <a:pathLst>
              <a:path w="30904" h="2805">
                <a:moveTo>
                  <a:pt x="0" y="0"/>
                </a:moveTo>
                <a:lnTo>
                  <a:pt x="30904" y="0"/>
                </a:lnTo>
                <a:lnTo>
                  <a:pt x="30904" y="2805"/>
                </a:lnTo>
                <a:lnTo>
                  <a:pt x="0" y="2805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533160" y="4638600"/>
            <a:ext cx="76680" cy="1009800"/>
          </a:xfrm>
          <a:custGeom>
            <a:avLst/>
            <a:gdLst/>
            <a:ahLst/>
            <a:rect l="0" t="0" r="r" b="b"/>
            <a:pathLst>
              <a:path w="213" h="2805">
                <a:moveTo>
                  <a:pt x="0" y="0"/>
                </a:moveTo>
                <a:lnTo>
                  <a:pt x="213" y="0"/>
                </a:lnTo>
                <a:lnTo>
                  <a:pt x="213" y="2805"/>
                </a:lnTo>
                <a:lnTo>
                  <a:pt x="0" y="2805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6755760" y="322200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階層構造や局所性を取り入れた発展モデル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781200" y="4792320"/>
            <a:ext cx="10613160" cy="37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ViT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以後、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Swin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や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ConvNeXt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のように、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と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の設計を再検討する流れが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781200" y="5163840"/>
            <a:ext cx="128844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強まった。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914400" y="3924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限界‧今後の課題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542880" y="1723680"/>
            <a:ext cx="3571920" cy="2439000"/>
          </a:xfrm>
          <a:custGeom>
            <a:avLst/>
            <a:gdLst/>
            <a:ahLst/>
            <a:rect l="0" t="0" r="r" b="b"/>
            <a:pathLst>
              <a:path w="9922" h="6775">
                <a:moveTo>
                  <a:pt x="0" y="6590"/>
                </a:moveTo>
                <a:lnTo>
                  <a:pt x="0" y="186"/>
                </a:lnTo>
                <a:cubicBezTo>
                  <a:pt x="0" y="174"/>
                  <a:pt x="1" y="161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7" y="0"/>
                </a:lnTo>
                <a:cubicBezTo>
                  <a:pt x="9749" y="0"/>
                  <a:pt x="9761" y="2"/>
                  <a:pt x="9773" y="4"/>
                </a:cubicBezTo>
                <a:cubicBezTo>
                  <a:pt x="9785" y="6"/>
                  <a:pt x="9797" y="10"/>
                  <a:pt x="9808" y="15"/>
                </a:cubicBezTo>
                <a:cubicBezTo>
                  <a:pt x="9819" y="19"/>
                  <a:pt x="9830" y="25"/>
                  <a:pt x="9840" y="32"/>
                </a:cubicBezTo>
                <a:cubicBezTo>
                  <a:pt x="9850" y="38"/>
                  <a:pt x="9860" y="46"/>
                  <a:pt x="9868" y="55"/>
                </a:cubicBezTo>
                <a:cubicBezTo>
                  <a:pt x="9877" y="63"/>
                  <a:pt x="9885" y="73"/>
                  <a:pt x="9891" y="83"/>
                </a:cubicBezTo>
                <a:cubicBezTo>
                  <a:pt x="9898" y="93"/>
                  <a:pt x="9904" y="104"/>
                  <a:pt x="9908" y="115"/>
                </a:cubicBezTo>
                <a:cubicBezTo>
                  <a:pt x="9913" y="126"/>
                  <a:pt x="9917" y="138"/>
                  <a:pt x="9919" y="150"/>
                </a:cubicBezTo>
                <a:cubicBezTo>
                  <a:pt x="9921" y="161"/>
                  <a:pt x="9922" y="174"/>
                  <a:pt x="9922" y="186"/>
                </a:cubicBezTo>
                <a:lnTo>
                  <a:pt x="9922" y="6590"/>
                </a:lnTo>
                <a:cubicBezTo>
                  <a:pt x="9922" y="6602"/>
                  <a:pt x="9921" y="6614"/>
                  <a:pt x="9919" y="6626"/>
                </a:cubicBezTo>
                <a:cubicBezTo>
                  <a:pt x="9917" y="6638"/>
                  <a:pt x="9913" y="6649"/>
                  <a:pt x="9908" y="6660"/>
                </a:cubicBezTo>
                <a:cubicBezTo>
                  <a:pt x="9904" y="6672"/>
                  <a:pt x="9898" y="6682"/>
                  <a:pt x="9891" y="6692"/>
                </a:cubicBezTo>
                <a:cubicBezTo>
                  <a:pt x="9885" y="6703"/>
                  <a:pt x="9877" y="6712"/>
                  <a:pt x="9868" y="6721"/>
                </a:cubicBezTo>
                <a:cubicBezTo>
                  <a:pt x="9860" y="6729"/>
                  <a:pt x="9850" y="6737"/>
                  <a:pt x="9840" y="6744"/>
                </a:cubicBezTo>
                <a:cubicBezTo>
                  <a:pt x="9830" y="6750"/>
                  <a:pt x="9819" y="6756"/>
                  <a:pt x="9808" y="6761"/>
                </a:cubicBezTo>
                <a:cubicBezTo>
                  <a:pt x="9797" y="6765"/>
                  <a:pt x="9785" y="6769"/>
                  <a:pt x="9773" y="6771"/>
                </a:cubicBezTo>
                <a:cubicBezTo>
                  <a:pt x="9761" y="6774"/>
                  <a:pt x="9749" y="6775"/>
                  <a:pt x="9737" y="6775"/>
                </a:cubicBezTo>
                <a:lnTo>
                  <a:pt x="185" y="6775"/>
                </a:lnTo>
                <a:cubicBezTo>
                  <a:pt x="173" y="6775"/>
                  <a:pt x="161" y="6774"/>
                  <a:pt x="149" y="6771"/>
                </a:cubicBezTo>
                <a:cubicBezTo>
                  <a:pt x="137" y="6769"/>
                  <a:pt x="125" y="6765"/>
                  <a:pt x="114" y="6761"/>
                </a:cubicBezTo>
                <a:cubicBezTo>
                  <a:pt x="103" y="6756"/>
                  <a:pt x="92" y="6750"/>
                  <a:pt x="82" y="6744"/>
                </a:cubicBezTo>
                <a:cubicBezTo>
                  <a:pt x="72" y="6737"/>
                  <a:pt x="62" y="6729"/>
                  <a:pt x="54" y="6721"/>
                </a:cubicBezTo>
                <a:cubicBezTo>
                  <a:pt x="45" y="6712"/>
                  <a:pt x="38" y="6703"/>
                  <a:pt x="31" y="6692"/>
                </a:cubicBezTo>
                <a:cubicBezTo>
                  <a:pt x="24" y="6682"/>
                  <a:pt x="18" y="6672"/>
                  <a:pt x="14" y="6660"/>
                </a:cubicBezTo>
                <a:cubicBezTo>
                  <a:pt x="9" y="6649"/>
                  <a:pt x="6" y="6638"/>
                  <a:pt x="3" y="6626"/>
                </a:cubicBezTo>
                <a:cubicBezTo>
                  <a:pt x="1" y="6614"/>
                  <a:pt x="0" y="6602"/>
                  <a:pt x="0" y="6590"/>
                </a:cubicBezTo>
                <a:close/>
              </a:path>
            </a:pathLst>
          </a:custGeom>
          <a:solidFill>
            <a:srgbClr val="f9fc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542880" y="1723680"/>
            <a:ext cx="3571920" cy="2439000"/>
          </a:xfrm>
          <a:custGeom>
            <a:avLst/>
            <a:gdLst/>
            <a:ahLst/>
            <a:rect l="0" t="0" r="r" b="b"/>
            <a:pathLst>
              <a:path w="9922" h="6775">
                <a:moveTo>
                  <a:pt x="0" y="6590"/>
                </a:moveTo>
                <a:lnTo>
                  <a:pt x="0" y="186"/>
                </a:lnTo>
                <a:cubicBezTo>
                  <a:pt x="0" y="174"/>
                  <a:pt x="1" y="161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7" y="0"/>
                </a:lnTo>
                <a:cubicBezTo>
                  <a:pt x="9749" y="0"/>
                  <a:pt x="9761" y="2"/>
                  <a:pt x="9773" y="4"/>
                </a:cubicBezTo>
                <a:cubicBezTo>
                  <a:pt x="9785" y="6"/>
                  <a:pt x="9797" y="10"/>
                  <a:pt x="9808" y="15"/>
                </a:cubicBezTo>
                <a:cubicBezTo>
                  <a:pt x="9819" y="19"/>
                  <a:pt x="9830" y="25"/>
                  <a:pt x="9840" y="32"/>
                </a:cubicBezTo>
                <a:cubicBezTo>
                  <a:pt x="9850" y="38"/>
                  <a:pt x="9860" y="46"/>
                  <a:pt x="9868" y="55"/>
                </a:cubicBezTo>
                <a:cubicBezTo>
                  <a:pt x="9877" y="63"/>
                  <a:pt x="9885" y="73"/>
                  <a:pt x="9891" y="83"/>
                </a:cubicBezTo>
                <a:cubicBezTo>
                  <a:pt x="9898" y="93"/>
                  <a:pt x="9904" y="104"/>
                  <a:pt x="9908" y="115"/>
                </a:cubicBezTo>
                <a:cubicBezTo>
                  <a:pt x="9913" y="126"/>
                  <a:pt x="9917" y="138"/>
                  <a:pt x="9919" y="150"/>
                </a:cubicBezTo>
                <a:cubicBezTo>
                  <a:pt x="9921" y="161"/>
                  <a:pt x="9922" y="174"/>
                  <a:pt x="9922" y="186"/>
                </a:cubicBezTo>
                <a:lnTo>
                  <a:pt x="9922" y="6590"/>
                </a:lnTo>
                <a:cubicBezTo>
                  <a:pt x="9922" y="6602"/>
                  <a:pt x="9921" y="6614"/>
                  <a:pt x="9919" y="6626"/>
                </a:cubicBezTo>
                <a:cubicBezTo>
                  <a:pt x="9917" y="6638"/>
                  <a:pt x="9913" y="6649"/>
                  <a:pt x="9908" y="6660"/>
                </a:cubicBezTo>
                <a:cubicBezTo>
                  <a:pt x="9904" y="6672"/>
                  <a:pt x="9898" y="6682"/>
                  <a:pt x="9891" y="6692"/>
                </a:cubicBezTo>
                <a:cubicBezTo>
                  <a:pt x="9885" y="6703"/>
                  <a:pt x="9877" y="6712"/>
                  <a:pt x="9868" y="6721"/>
                </a:cubicBezTo>
                <a:cubicBezTo>
                  <a:pt x="9860" y="6729"/>
                  <a:pt x="9850" y="6737"/>
                  <a:pt x="9840" y="6744"/>
                </a:cubicBezTo>
                <a:cubicBezTo>
                  <a:pt x="9830" y="6750"/>
                  <a:pt x="9819" y="6756"/>
                  <a:pt x="9808" y="6761"/>
                </a:cubicBezTo>
                <a:cubicBezTo>
                  <a:pt x="9797" y="6765"/>
                  <a:pt x="9785" y="6769"/>
                  <a:pt x="9773" y="6771"/>
                </a:cubicBezTo>
                <a:cubicBezTo>
                  <a:pt x="9761" y="6774"/>
                  <a:pt x="9749" y="6775"/>
                  <a:pt x="9737" y="6775"/>
                </a:cubicBezTo>
                <a:lnTo>
                  <a:pt x="185" y="6775"/>
                </a:lnTo>
                <a:cubicBezTo>
                  <a:pt x="173" y="6775"/>
                  <a:pt x="161" y="6774"/>
                  <a:pt x="149" y="6771"/>
                </a:cubicBezTo>
                <a:cubicBezTo>
                  <a:pt x="137" y="6769"/>
                  <a:pt x="125" y="6765"/>
                  <a:pt x="114" y="6761"/>
                </a:cubicBezTo>
                <a:cubicBezTo>
                  <a:pt x="103" y="6756"/>
                  <a:pt x="92" y="6750"/>
                  <a:pt x="82" y="6744"/>
                </a:cubicBezTo>
                <a:cubicBezTo>
                  <a:pt x="72" y="6737"/>
                  <a:pt x="62" y="6729"/>
                  <a:pt x="54" y="6721"/>
                </a:cubicBezTo>
                <a:cubicBezTo>
                  <a:pt x="45" y="6712"/>
                  <a:pt x="38" y="6703"/>
                  <a:pt x="31" y="6692"/>
                </a:cubicBezTo>
                <a:cubicBezTo>
                  <a:pt x="24" y="6682"/>
                  <a:pt x="18" y="6672"/>
                  <a:pt x="14" y="6660"/>
                </a:cubicBezTo>
                <a:cubicBezTo>
                  <a:pt x="9" y="6649"/>
                  <a:pt x="6" y="6638"/>
                  <a:pt x="3" y="6626"/>
                </a:cubicBezTo>
                <a:cubicBezTo>
                  <a:pt x="1" y="6614"/>
                  <a:pt x="0" y="6602"/>
                  <a:pt x="0" y="6590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533520" y="924480"/>
            <a:ext cx="1000656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ViT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は、画像をパッチ列として扱うことで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を画像分類へ直接適用した。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723960" y="1891080"/>
            <a:ext cx="39996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背景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723960" y="2276640"/>
            <a:ext cx="19440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NLP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で成功した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723960" y="2695680"/>
            <a:ext cx="3102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723960" y="310500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勢の画像認識へ持ち込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4305240" y="1723680"/>
            <a:ext cx="3581640" cy="2439000"/>
          </a:xfrm>
          <a:custGeom>
            <a:avLst/>
            <a:gdLst/>
            <a:ahLst/>
            <a:rect l="0" t="0" r="r" b="b"/>
            <a:pathLst>
              <a:path w="9949" h="6775">
                <a:moveTo>
                  <a:pt x="0" y="6590"/>
                </a:moveTo>
                <a:lnTo>
                  <a:pt x="0" y="186"/>
                </a:lnTo>
                <a:cubicBezTo>
                  <a:pt x="0" y="174"/>
                  <a:pt x="1" y="161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64" y="0"/>
                </a:lnTo>
                <a:cubicBezTo>
                  <a:pt x="9776" y="0"/>
                  <a:pt x="9788" y="2"/>
                  <a:pt x="9800" y="4"/>
                </a:cubicBezTo>
                <a:cubicBezTo>
                  <a:pt x="9812" y="6"/>
                  <a:pt x="9823" y="10"/>
                  <a:pt x="9835" y="15"/>
                </a:cubicBezTo>
                <a:cubicBezTo>
                  <a:pt x="9846" y="19"/>
                  <a:pt x="9857" y="25"/>
                  <a:pt x="9867" y="32"/>
                </a:cubicBezTo>
                <a:cubicBezTo>
                  <a:pt x="9877" y="38"/>
                  <a:pt x="9886" y="46"/>
                  <a:pt x="9895" y="55"/>
                </a:cubicBezTo>
                <a:cubicBezTo>
                  <a:pt x="9903" y="63"/>
                  <a:pt x="9911" y="73"/>
                  <a:pt x="9918" y="83"/>
                </a:cubicBezTo>
                <a:cubicBezTo>
                  <a:pt x="9925" y="93"/>
                  <a:pt x="9930" y="104"/>
                  <a:pt x="9935" y="115"/>
                </a:cubicBezTo>
                <a:cubicBezTo>
                  <a:pt x="9940" y="126"/>
                  <a:pt x="9943" y="138"/>
                  <a:pt x="9945" y="150"/>
                </a:cubicBezTo>
                <a:cubicBezTo>
                  <a:pt x="9948" y="161"/>
                  <a:pt x="9949" y="174"/>
                  <a:pt x="9949" y="186"/>
                </a:cubicBezTo>
                <a:lnTo>
                  <a:pt x="9949" y="6590"/>
                </a:lnTo>
                <a:cubicBezTo>
                  <a:pt x="9949" y="6602"/>
                  <a:pt x="9948" y="6614"/>
                  <a:pt x="9945" y="6626"/>
                </a:cubicBezTo>
                <a:cubicBezTo>
                  <a:pt x="9943" y="6638"/>
                  <a:pt x="9940" y="6649"/>
                  <a:pt x="9935" y="6660"/>
                </a:cubicBezTo>
                <a:cubicBezTo>
                  <a:pt x="9930" y="6672"/>
                  <a:pt x="9925" y="6682"/>
                  <a:pt x="9918" y="6692"/>
                </a:cubicBezTo>
                <a:cubicBezTo>
                  <a:pt x="9911" y="6703"/>
                  <a:pt x="9903" y="6712"/>
                  <a:pt x="9895" y="6721"/>
                </a:cubicBezTo>
                <a:cubicBezTo>
                  <a:pt x="9886" y="6729"/>
                  <a:pt x="9877" y="6737"/>
                  <a:pt x="9867" y="6744"/>
                </a:cubicBezTo>
                <a:cubicBezTo>
                  <a:pt x="9857" y="6750"/>
                  <a:pt x="9846" y="6756"/>
                  <a:pt x="9835" y="6761"/>
                </a:cubicBezTo>
                <a:cubicBezTo>
                  <a:pt x="9823" y="6765"/>
                  <a:pt x="9812" y="6769"/>
                  <a:pt x="9800" y="6771"/>
                </a:cubicBezTo>
                <a:cubicBezTo>
                  <a:pt x="9788" y="6774"/>
                  <a:pt x="9776" y="6775"/>
                  <a:pt x="9764" y="6775"/>
                </a:cubicBezTo>
                <a:lnTo>
                  <a:pt x="185" y="6775"/>
                </a:lnTo>
                <a:cubicBezTo>
                  <a:pt x="173" y="6775"/>
                  <a:pt x="161" y="6774"/>
                  <a:pt x="149" y="6771"/>
                </a:cubicBezTo>
                <a:cubicBezTo>
                  <a:pt x="137" y="6769"/>
                  <a:pt x="125" y="6765"/>
                  <a:pt x="114" y="6761"/>
                </a:cubicBezTo>
                <a:cubicBezTo>
                  <a:pt x="103" y="6756"/>
                  <a:pt x="92" y="6750"/>
                  <a:pt x="82" y="6744"/>
                </a:cubicBezTo>
                <a:cubicBezTo>
                  <a:pt x="72" y="6737"/>
                  <a:pt x="63" y="6729"/>
                  <a:pt x="54" y="6721"/>
                </a:cubicBezTo>
                <a:cubicBezTo>
                  <a:pt x="45" y="6712"/>
                  <a:pt x="38" y="6703"/>
                  <a:pt x="31" y="6692"/>
                </a:cubicBezTo>
                <a:cubicBezTo>
                  <a:pt x="24" y="6682"/>
                  <a:pt x="18" y="6672"/>
                  <a:pt x="14" y="6660"/>
                </a:cubicBezTo>
                <a:cubicBezTo>
                  <a:pt x="9" y="6649"/>
                  <a:pt x="6" y="6638"/>
                  <a:pt x="3" y="6626"/>
                </a:cubicBezTo>
                <a:cubicBezTo>
                  <a:pt x="1" y="6614"/>
                  <a:pt x="0" y="6602"/>
                  <a:pt x="0" y="6590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4305240" y="1723680"/>
            <a:ext cx="3581640" cy="2439000"/>
          </a:xfrm>
          <a:custGeom>
            <a:avLst/>
            <a:gdLst/>
            <a:ahLst/>
            <a:rect l="0" t="0" r="r" b="b"/>
            <a:pathLst>
              <a:path w="9949" h="6775">
                <a:moveTo>
                  <a:pt x="0" y="6590"/>
                </a:moveTo>
                <a:lnTo>
                  <a:pt x="0" y="186"/>
                </a:lnTo>
                <a:cubicBezTo>
                  <a:pt x="0" y="174"/>
                  <a:pt x="1" y="161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64" y="0"/>
                </a:lnTo>
                <a:cubicBezTo>
                  <a:pt x="9776" y="0"/>
                  <a:pt x="9788" y="2"/>
                  <a:pt x="9800" y="4"/>
                </a:cubicBezTo>
                <a:cubicBezTo>
                  <a:pt x="9812" y="6"/>
                  <a:pt x="9823" y="10"/>
                  <a:pt x="9835" y="15"/>
                </a:cubicBezTo>
                <a:cubicBezTo>
                  <a:pt x="9846" y="19"/>
                  <a:pt x="9857" y="25"/>
                  <a:pt x="9867" y="32"/>
                </a:cubicBezTo>
                <a:cubicBezTo>
                  <a:pt x="9877" y="38"/>
                  <a:pt x="9886" y="46"/>
                  <a:pt x="9895" y="55"/>
                </a:cubicBezTo>
                <a:cubicBezTo>
                  <a:pt x="9903" y="63"/>
                  <a:pt x="9911" y="73"/>
                  <a:pt x="9918" y="83"/>
                </a:cubicBezTo>
                <a:cubicBezTo>
                  <a:pt x="9925" y="93"/>
                  <a:pt x="9930" y="104"/>
                  <a:pt x="9935" y="115"/>
                </a:cubicBezTo>
                <a:cubicBezTo>
                  <a:pt x="9940" y="126"/>
                  <a:pt x="9943" y="138"/>
                  <a:pt x="9945" y="150"/>
                </a:cubicBezTo>
                <a:cubicBezTo>
                  <a:pt x="9948" y="161"/>
                  <a:pt x="9949" y="174"/>
                  <a:pt x="9949" y="186"/>
                </a:cubicBezTo>
                <a:lnTo>
                  <a:pt x="9949" y="6590"/>
                </a:lnTo>
                <a:cubicBezTo>
                  <a:pt x="9949" y="6602"/>
                  <a:pt x="9948" y="6614"/>
                  <a:pt x="9945" y="6626"/>
                </a:cubicBezTo>
                <a:cubicBezTo>
                  <a:pt x="9943" y="6638"/>
                  <a:pt x="9940" y="6649"/>
                  <a:pt x="9935" y="6660"/>
                </a:cubicBezTo>
                <a:cubicBezTo>
                  <a:pt x="9930" y="6672"/>
                  <a:pt x="9925" y="6682"/>
                  <a:pt x="9918" y="6692"/>
                </a:cubicBezTo>
                <a:cubicBezTo>
                  <a:pt x="9911" y="6703"/>
                  <a:pt x="9903" y="6712"/>
                  <a:pt x="9895" y="6721"/>
                </a:cubicBezTo>
                <a:cubicBezTo>
                  <a:pt x="9886" y="6729"/>
                  <a:pt x="9877" y="6737"/>
                  <a:pt x="9867" y="6744"/>
                </a:cubicBezTo>
                <a:cubicBezTo>
                  <a:pt x="9857" y="6750"/>
                  <a:pt x="9846" y="6756"/>
                  <a:pt x="9835" y="6761"/>
                </a:cubicBezTo>
                <a:cubicBezTo>
                  <a:pt x="9823" y="6765"/>
                  <a:pt x="9812" y="6769"/>
                  <a:pt x="9800" y="6771"/>
                </a:cubicBezTo>
                <a:cubicBezTo>
                  <a:pt x="9788" y="6774"/>
                  <a:pt x="9776" y="6775"/>
                  <a:pt x="9764" y="6775"/>
                </a:cubicBezTo>
                <a:lnTo>
                  <a:pt x="185" y="6775"/>
                </a:lnTo>
                <a:cubicBezTo>
                  <a:pt x="173" y="6775"/>
                  <a:pt x="161" y="6774"/>
                  <a:pt x="149" y="6771"/>
                </a:cubicBezTo>
                <a:cubicBezTo>
                  <a:pt x="137" y="6769"/>
                  <a:pt x="125" y="6765"/>
                  <a:pt x="114" y="6761"/>
                </a:cubicBezTo>
                <a:cubicBezTo>
                  <a:pt x="103" y="6756"/>
                  <a:pt x="92" y="6750"/>
                  <a:pt x="82" y="6744"/>
                </a:cubicBezTo>
                <a:cubicBezTo>
                  <a:pt x="72" y="6737"/>
                  <a:pt x="63" y="6729"/>
                  <a:pt x="54" y="6721"/>
                </a:cubicBezTo>
                <a:cubicBezTo>
                  <a:pt x="45" y="6712"/>
                  <a:pt x="38" y="6703"/>
                  <a:pt x="31" y="6692"/>
                </a:cubicBezTo>
                <a:cubicBezTo>
                  <a:pt x="24" y="6682"/>
                  <a:pt x="18" y="6672"/>
                  <a:pt x="14" y="6660"/>
                </a:cubicBezTo>
                <a:cubicBezTo>
                  <a:pt x="9" y="6649"/>
                  <a:pt x="6" y="6638"/>
                  <a:pt x="3" y="6626"/>
                </a:cubicBezTo>
                <a:cubicBezTo>
                  <a:pt x="1" y="6614"/>
                  <a:pt x="0" y="6602"/>
                  <a:pt x="0" y="6590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723960" y="352440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む。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4489560" y="1891080"/>
            <a:ext cx="39996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方法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4489560" y="22766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画像を固定サイズパッチ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4489560" y="269568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に分け、位置埋め込み付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4489560" y="3105000"/>
            <a:ext cx="3315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きの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token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列として処理す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8076960" y="1723680"/>
            <a:ext cx="3572280" cy="2439000"/>
          </a:xfrm>
          <a:custGeom>
            <a:avLst/>
            <a:gdLst/>
            <a:ahLst/>
            <a:rect l="0" t="0" r="r" b="b"/>
            <a:pathLst>
              <a:path w="9923" h="6775">
                <a:moveTo>
                  <a:pt x="0" y="6590"/>
                </a:moveTo>
                <a:lnTo>
                  <a:pt x="0" y="186"/>
                </a:lnTo>
                <a:cubicBezTo>
                  <a:pt x="0" y="174"/>
                  <a:pt x="1" y="161"/>
                  <a:pt x="4" y="150"/>
                </a:cubicBezTo>
                <a:cubicBezTo>
                  <a:pt x="6" y="138"/>
                  <a:pt x="10" y="126"/>
                  <a:pt x="14" y="115"/>
                </a:cubicBezTo>
                <a:cubicBezTo>
                  <a:pt x="19" y="104"/>
                  <a:pt x="25" y="93"/>
                  <a:pt x="31" y="83"/>
                </a:cubicBezTo>
                <a:cubicBezTo>
                  <a:pt x="38" y="73"/>
                  <a:pt x="46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3" y="25"/>
                  <a:pt x="103" y="19"/>
                  <a:pt x="114" y="15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8" y="0"/>
                </a:lnTo>
                <a:cubicBezTo>
                  <a:pt x="9750" y="0"/>
                  <a:pt x="9762" y="2"/>
                  <a:pt x="9774" y="4"/>
                </a:cubicBezTo>
                <a:cubicBezTo>
                  <a:pt x="9786" y="6"/>
                  <a:pt x="9797" y="10"/>
                  <a:pt x="9809" y="15"/>
                </a:cubicBezTo>
                <a:cubicBezTo>
                  <a:pt x="9820" y="19"/>
                  <a:pt x="9831" y="25"/>
                  <a:pt x="9841" y="32"/>
                </a:cubicBezTo>
                <a:cubicBezTo>
                  <a:pt x="9851" y="38"/>
                  <a:pt x="9860" y="46"/>
                  <a:pt x="9869" y="55"/>
                </a:cubicBezTo>
                <a:cubicBezTo>
                  <a:pt x="9877" y="63"/>
                  <a:pt x="9885" y="73"/>
                  <a:pt x="9892" y="83"/>
                </a:cubicBezTo>
                <a:cubicBezTo>
                  <a:pt x="9899" y="93"/>
                  <a:pt x="9904" y="104"/>
                  <a:pt x="9909" y="115"/>
                </a:cubicBezTo>
                <a:cubicBezTo>
                  <a:pt x="9914" y="126"/>
                  <a:pt x="9917" y="138"/>
                  <a:pt x="9919" y="150"/>
                </a:cubicBezTo>
                <a:cubicBezTo>
                  <a:pt x="9922" y="161"/>
                  <a:pt x="9923" y="174"/>
                  <a:pt x="9923" y="186"/>
                </a:cubicBezTo>
                <a:lnTo>
                  <a:pt x="9923" y="6590"/>
                </a:lnTo>
                <a:cubicBezTo>
                  <a:pt x="9923" y="6602"/>
                  <a:pt x="9922" y="6614"/>
                  <a:pt x="9919" y="6626"/>
                </a:cubicBezTo>
                <a:cubicBezTo>
                  <a:pt x="9917" y="6638"/>
                  <a:pt x="9914" y="6649"/>
                  <a:pt x="9909" y="6660"/>
                </a:cubicBezTo>
                <a:cubicBezTo>
                  <a:pt x="9904" y="6672"/>
                  <a:pt x="9899" y="6682"/>
                  <a:pt x="9892" y="6692"/>
                </a:cubicBezTo>
                <a:cubicBezTo>
                  <a:pt x="9885" y="6703"/>
                  <a:pt x="9877" y="6712"/>
                  <a:pt x="9869" y="6721"/>
                </a:cubicBezTo>
                <a:cubicBezTo>
                  <a:pt x="9860" y="6729"/>
                  <a:pt x="9851" y="6737"/>
                  <a:pt x="9841" y="6744"/>
                </a:cubicBezTo>
                <a:cubicBezTo>
                  <a:pt x="9831" y="6750"/>
                  <a:pt x="9820" y="6756"/>
                  <a:pt x="9809" y="6761"/>
                </a:cubicBezTo>
                <a:cubicBezTo>
                  <a:pt x="9797" y="6765"/>
                  <a:pt x="9786" y="6769"/>
                  <a:pt x="9774" y="6771"/>
                </a:cubicBezTo>
                <a:cubicBezTo>
                  <a:pt x="9762" y="6774"/>
                  <a:pt x="9750" y="6775"/>
                  <a:pt x="9738" y="6775"/>
                </a:cubicBezTo>
                <a:lnTo>
                  <a:pt x="185" y="6775"/>
                </a:lnTo>
                <a:cubicBezTo>
                  <a:pt x="173" y="6775"/>
                  <a:pt x="161" y="6774"/>
                  <a:pt x="149" y="6771"/>
                </a:cubicBezTo>
                <a:cubicBezTo>
                  <a:pt x="137" y="6769"/>
                  <a:pt x="126" y="6765"/>
                  <a:pt x="114" y="6761"/>
                </a:cubicBezTo>
                <a:cubicBezTo>
                  <a:pt x="103" y="6756"/>
                  <a:pt x="93" y="6750"/>
                  <a:pt x="82" y="6744"/>
                </a:cubicBezTo>
                <a:cubicBezTo>
                  <a:pt x="72" y="6737"/>
                  <a:pt x="63" y="6729"/>
                  <a:pt x="54" y="6721"/>
                </a:cubicBezTo>
                <a:cubicBezTo>
                  <a:pt x="46" y="6712"/>
                  <a:pt x="38" y="6703"/>
                  <a:pt x="31" y="6692"/>
                </a:cubicBezTo>
                <a:cubicBezTo>
                  <a:pt x="25" y="6682"/>
                  <a:pt x="19" y="6672"/>
                  <a:pt x="14" y="6660"/>
                </a:cubicBezTo>
                <a:cubicBezTo>
                  <a:pt x="10" y="6649"/>
                  <a:pt x="6" y="6638"/>
                  <a:pt x="4" y="6626"/>
                </a:cubicBezTo>
                <a:cubicBezTo>
                  <a:pt x="1" y="6614"/>
                  <a:pt x="0" y="6602"/>
                  <a:pt x="0" y="6590"/>
                </a:cubicBezTo>
                <a:close/>
              </a:path>
            </a:pathLst>
          </a:custGeom>
          <a:solidFill>
            <a:srgbClr val="f9fc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8076960" y="1723680"/>
            <a:ext cx="3572280" cy="2439000"/>
          </a:xfrm>
          <a:custGeom>
            <a:avLst/>
            <a:gdLst/>
            <a:ahLst/>
            <a:rect l="0" t="0" r="r" b="b"/>
            <a:pathLst>
              <a:path w="9923" h="6775">
                <a:moveTo>
                  <a:pt x="0" y="6590"/>
                </a:moveTo>
                <a:lnTo>
                  <a:pt x="0" y="186"/>
                </a:lnTo>
                <a:cubicBezTo>
                  <a:pt x="0" y="174"/>
                  <a:pt x="1" y="161"/>
                  <a:pt x="4" y="150"/>
                </a:cubicBezTo>
                <a:cubicBezTo>
                  <a:pt x="6" y="138"/>
                  <a:pt x="10" y="126"/>
                  <a:pt x="14" y="115"/>
                </a:cubicBezTo>
                <a:cubicBezTo>
                  <a:pt x="19" y="104"/>
                  <a:pt x="25" y="93"/>
                  <a:pt x="31" y="83"/>
                </a:cubicBezTo>
                <a:cubicBezTo>
                  <a:pt x="38" y="73"/>
                  <a:pt x="46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3" y="25"/>
                  <a:pt x="103" y="19"/>
                  <a:pt x="114" y="15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8" y="0"/>
                </a:lnTo>
                <a:cubicBezTo>
                  <a:pt x="9750" y="0"/>
                  <a:pt x="9762" y="2"/>
                  <a:pt x="9774" y="4"/>
                </a:cubicBezTo>
                <a:cubicBezTo>
                  <a:pt x="9786" y="6"/>
                  <a:pt x="9797" y="10"/>
                  <a:pt x="9809" y="15"/>
                </a:cubicBezTo>
                <a:cubicBezTo>
                  <a:pt x="9820" y="19"/>
                  <a:pt x="9831" y="25"/>
                  <a:pt x="9841" y="32"/>
                </a:cubicBezTo>
                <a:cubicBezTo>
                  <a:pt x="9851" y="38"/>
                  <a:pt x="9860" y="46"/>
                  <a:pt x="9869" y="55"/>
                </a:cubicBezTo>
                <a:cubicBezTo>
                  <a:pt x="9877" y="63"/>
                  <a:pt x="9885" y="73"/>
                  <a:pt x="9892" y="83"/>
                </a:cubicBezTo>
                <a:cubicBezTo>
                  <a:pt x="9899" y="93"/>
                  <a:pt x="9904" y="104"/>
                  <a:pt x="9909" y="115"/>
                </a:cubicBezTo>
                <a:cubicBezTo>
                  <a:pt x="9914" y="126"/>
                  <a:pt x="9917" y="138"/>
                  <a:pt x="9919" y="150"/>
                </a:cubicBezTo>
                <a:cubicBezTo>
                  <a:pt x="9922" y="161"/>
                  <a:pt x="9923" y="174"/>
                  <a:pt x="9923" y="186"/>
                </a:cubicBezTo>
                <a:lnTo>
                  <a:pt x="9923" y="6590"/>
                </a:lnTo>
                <a:cubicBezTo>
                  <a:pt x="9923" y="6602"/>
                  <a:pt x="9922" y="6614"/>
                  <a:pt x="9919" y="6626"/>
                </a:cubicBezTo>
                <a:cubicBezTo>
                  <a:pt x="9917" y="6638"/>
                  <a:pt x="9914" y="6649"/>
                  <a:pt x="9909" y="6660"/>
                </a:cubicBezTo>
                <a:cubicBezTo>
                  <a:pt x="9904" y="6672"/>
                  <a:pt x="9899" y="6682"/>
                  <a:pt x="9892" y="6692"/>
                </a:cubicBezTo>
                <a:cubicBezTo>
                  <a:pt x="9885" y="6703"/>
                  <a:pt x="9877" y="6712"/>
                  <a:pt x="9869" y="6721"/>
                </a:cubicBezTo>
                <a:cubicBezTo>
                  <a:pt x="9860" y="6729"/>
                  <a:pt x="9851" y="6737"/>
                  <a:pt x="9841" y="6744"/>
                </a:cubicBezTo>
                <a:cubicBezTo>
                  <a:pt x="9831" y="6750"/>
                  <a:pt x="9820" y="6756"/>
                  <a:pt x="9809" y="6761"/>
                </a:cubicBezTo>
                <a:cubicBezTo>
                  <a:pt x="9797" y="6765"/>
                  <a:pt x="9786" y="6769"/>
                  <a:pt x="9774" y="6771"/>
                </a:cubicBezTo>
                <a:cubicBezTo>
                  <a:pt x="9762" y="6774"/>
                  <a:pt x="9750" y="6775"/>
                  <a:pt x="9738" y="6775"/>
                </a:cubicBezTo>
                <a:lnTo>
                  <a:pt x="185" y="6775"/>
                </a:lnTo>
                <a:cubicBezTo>
                  <a:pt x="173" y="6775"/>
                  <a:pt x="161" y="6774"/>
                  <a:pt x="149" y="6771"/>
                </a:cubicBezTo>
                <a:cubicBezTo>
                  <a:pt x="137" y="6769"/>
                  <a:pt x="126" y="6765"/>
                  <a:pt x="114" y="6761"/>
                </a:cubicBezTo>
                <a:cubicBezTo>
                  <a:pt x="103" y="6756"/>
                  <a:pt x="93" y="6750"/>
                  <a:pt x="82" y="6744"/>
                </a:cubicBezTo>
                <a:cubicBezTo>
                  <a:pt x="72" y="6737"/>
                  <a:pt x="63" y="6729"/>
                  <a:pt x="54" y="6721"/>
                </a:cubicBezTo>
                <a:cubicBezTo>
                  <a:pt x="46" y="6712"/>
                  <a:pt x="38" y="6703"/>
                  <a:pt x="31" y="6692"/>
                </a:cubicBezTo>
                <a:cubicBezTo>
                  <a:pt x="25" y="6682"/>
                  <a:pt x="19" y="6672"/>
                  <a:pt x="14" y="6660"/>
                </a:cubicBezTo>
                <a:cubicBezTo>
                  <a:pt x="10" y="6649"/>
                  <a:pt x="6" y="6638"/>
                  <a:pt x="4" y="6626"/>
                </a:cubicBezTo>
                <a:cubicBezTo>
                  <a:pt x="1" y="6614"/>
                  <a:pt x="0" y="6602"/>
                  <a:pt x="0" y="6590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4489560" y="352440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8254800" y="1891080"/>
            <a:ext cx="39996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結論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8254800" y="22766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大規模事前学習後の転移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8254800" y="2695680"/>
            <a:ext cx="2363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では、強い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8254800" y="3105000"/>
            <a:ext cx="30049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baseline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に匹敵または上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533160" y="4343040"/>
            <a:ext cx="11125440" cy="1010160"/>
          </a:xfrm>
          <a:custGeom>
            <a:avLst/>
            <a:gdLst/>
            <a:ahLst/>
            <a:rect l="0" t="0" r="r" b="b"/>
            <a:pathLst>
              <a:path w="30904" h="2806">
                <a:moveTo>
                  <a:pt x="0" y="0"/>
                </a:moveTo>
                <a:lnTo>
                  <a:pt x="30904" y="0"/>
                </a:lnTo>
                <a:lnTo>
                  <a:pt x="30904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533160" y="4343040"/>
            <a:ext cx="76680" cy="1010160"/>
          </a:xfrm>
          <a:custGeom>
            <a:avLst/>
            <a:gdLst/>
            <a:ahLst/>
            <a:rect l="0" t="0" r="r" b="b"/>
            <a:pathLst>
              <a:path w="213" h="2806">
                <a:moveTo>
                  <a:pt x="0" y="0"/>
                </a:moveTo>
                <a:lnTo>
                  <a:pt x="213" y="0"/>
                </a:lnTo>
                <a:lnTo>
                  <a:pt x="213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8254800" y="352440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回る。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781200" y="4497120"/>
            <a:ext cx="10617840" cy="37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輪読では「画像を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16x16 words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として読む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」と捉えると、論文の流れを追いや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781200" y="4868640"/>
            <a:ext cx="77328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すい。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914400" y="392400"/>
            <a:ext cx="745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まとめ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