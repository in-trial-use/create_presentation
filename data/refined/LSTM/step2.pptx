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223160" y="1859400"/>
            <a:ext cx="393012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論文紹介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(</a:t>
            </a:r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時系列系統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) 2026/05/21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9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5473080" y="2500920"/>
            <a:ext cx="1140840" cy="651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LSTM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084920" y="4537080"/>
            <a:ext cx="3886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京都大学工学部情報学科数理工学コー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913720" y="4880160"/>
            <a:ext cx="229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ス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13600" y="5457240"/>
            <a:ext cx="143316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知能　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2207880"/>
            <a:ext cx="16232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1.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研究背景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2665080"/>
            <a:ext cx="25376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2.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解決したい課題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009960" y="3122280"/>
            <a:ext cx="28422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3.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提案手法の全体像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3579480"/>
            <a:ext cx="28422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4.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手法の詳細と数式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009960" y="4036680"/>
            <a:ext cx="40615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5.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実験‧結果‧考察‧まとめ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25" name=""/>
          <p:cNvSpPr/>
          <p:nvPr/>
        </p:nvSpPr>
        <p:spPr>
          <a:xfrm>
            <a:off x="2666880" y="2333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666880" y="2790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666880" y="3705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666880" y="4162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95360" y="18720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JP"/>
                <a:ea typeface="NotoSans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7" name=""/>
          <p:cNvSpPr/>
          <p:nvPr/>
        </p:nvSpPr>
        <p:spPr>
          <a:xfrm>
            <a:off x="54288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2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54288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2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33520" y="924480"/>
            <a:ext cx="1066860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時系列データでは、現在の値だけでなく過去の文脈を使って予測‧分類する必要がある。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762120" y="1848600"/>
            <a:ext cx="240120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時系列モデルの流れ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059480" y="2336400"/>
            <a:ext cx="45460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ARIMA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などの統計モデルは、単純な系列に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809280" y="325728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7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7"/>
                  <a:pt x="255" y="83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059480" y="2698200"/>
            <a:ext cx="214056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対して解釈しやすい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59480" y="313632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データ量と計算資源の増加により、機械学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809280" y="40575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3"/>
                </a:cubicBezTo>
                <a:cubicBezTo>
                  <a:pt x="248" y="199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059480" y="3498120"/>
            <a:ext cx="28537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習モデルの利用が広がった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59480" y="3936600"/>
            <a:ext cx="45752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RNN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は隠れ状態を通じて、過去の情報を次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623880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3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623880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3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059480" y="4298400"/>
            <a:ext cx="14270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時刻へ渡せる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458040" y="1848600"/>
            <a:ext cx="19324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RNN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の位置づけ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755760" y="2336400"/>
            <a:ext cx="38044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系列を時間方向に展開して学習する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755760" y="278388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自然言語や発電量予測など、順序が意味を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6505560" y="37051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7"/>
                  <a:pt x="0" y="151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755760" y="3136320"/>
            <a:ext cx="19026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持つデータに向く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6755760" y="3584160"/>
            <a:ext cx="4644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長い文脈を扱うには、通常の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RNN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だけでは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533160" y="4991040"/>
            <a:ext cx="11125440" cy="1019520"/>
          </a:xfrm>
          <a:custGeom>
            <a:avLst/>
            <a:gdLst/>
            <a:ahLst/>
            <a:rect l="0" t="0" r="r" b="b"/>
            <a:pathLst>
              <a:path w="30904" h="2832">
                <a:moveTo>
                  <a:pt x="0" y="0"/>
                </a:moveTo>
                <a:lnTo>
                  <a:pt x="30904" y="0"/>
                </a:lnTo>
                <a:lnTo>
                  <a:pt x="30904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533160" y="4991040"/>
            <a:ext cx="76680" cy="1019520"/>
          </a:xfrm>
          <a:custGeom>
            <a:avLst/>
            <a:gdLst/>
            <a:ahLst/>
            <a:rect l="0" t="0" r="r" b="b"/>
            <a:pathLst>
              <a:path w="213" h="2832">
                <a:moveTo>
                  <a:pt x="0" y="0"/>
                </a:moveTo>
                <a:lnTo>
                  <a:pt x="213" y="0"/>
                </a:lnTo>
                <a:lnTo>
                  <a:pt x="213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755760" y="3936600"/>
            <a:ext cx="214056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不十分になりやすい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81200" y="5144760"/>
            <a:ext cx="1061100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は、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RNN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の「系列を扱える」性質を残しつつ、長期記憶を扱いやすくしたモデルであ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781200" y="5525640"/>
            <a:ext cx="51588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914400" y="3924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研究背景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73" name=""/>
          <p:cNvSpPr/>
          <p:nvPr/>
        </p:nvSpPr>
        <p:spPr>
          <a:xfrm>
            <a:off x="542880" y="1723680"/>
            <a:ext cx="2667240" cy="1219680"/>
          </a:xfrm>
          <a:custGeom>
            <a:avLst/>
            <a:gdLst/>
            <a:ahLst/>
            <a:rect l="0" t="0" r="r" b="b"/>
            <a:pathLst>
              <a:path w="7409" h="3388">
                <a:moveTo>
                  <a:pt x="0" y="3203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7224" y="0"/>
                </a:lnTo>
                <a:cubicBezTo>
                  <a:pt x="7236" y="0"/>
                  <a:pt x="7248" y="2"/>
                  <a:pt x="7260" y="4"/>
                </a:cubicBezTo>
                <a:cubicBezTo>
                  <a:pt x="7272" y="6"/>
                  <a:pt x="7283" y="10"/>
                  <a:pt x="7295" y="15"/>
                </a:cubicBezTo>
                <a:cubicBezTo>
                  <a:pt x="7306" y="19"/>
                  <a:pt x="7317" y="25"/>
                  <a:pt x="7327" y="32"/>
                </a:cubicBezTo>
                <a:cubicBezTo>
                  <a:pt x="7337" y="38"/>
                  <a:pt x="7346" y="46"/>
                  <a:pt x="7355" y="55"/>
                </a:cubicBezTo>
                <a:cubicBezTo>
                  <a:pt x="7363" y="63"/>
                  <a:pt x="7371" y="73"/>
                  <a:pt x="7378" y="83"/>
                </a:cubicBezTo>
                <a:cubicBezTo>
                  <a:pt x="7385" y="93"/>
                  <a:pt x="7390" y="104"/>
                  <a:pt x="7395" y="115"/>
                </a:cubicBezTo>
                <a:cubicBezTo>
                  <a:pt x="7400" y="126"/>
                  <a:pt x="7403" y="138"/>
                  <a:pt x="7405" y="150"/>
                </a:cubicBezTo>
                <a:cubicBezTo>
                  <a:pt x="7408" y="161"/>
                  <a:pt x="7409" y="174"/>
                  <a:pt x="7409" y="186"/>
                </a:cubicBezTo>
                <a:lnTo>
                  <a:pt x="7409" y="3203"/>
                </a:lnTo>
                <a:cubicBezTo>
                  <a:pt x="7409" y="3215"/>
                  <a:pt x="7408" y="3227"/>
                  <a:pt x="7405" y="3239"/>
                </a:cubicBezTo>
                <a:cubicBezTo>
                  <a:pt x="7403" y="3251"/>
                  <a:pt x="7400" y="3263"/>
                  <a:pt x="7395" y="3274"/>
                </a:cubicBezTo>
                <a:cubicBezTo>
                  <a:pt x="7390" y="3285"/>
                  <a:pt x="7384" y="3296"/>
                  <a:pt x="7378" y="3306"/>
                </a:cubicBezTo>
                <a:cubicBezTo>
                  <a:pt x="7371" y="3316"/>
                  <a:pt x="7363" y="3325"/>
                  <a:pt x="7355" y="3334"/>
                </a:cubicBezTo>
                <a:cubicBezTo>
                  <a:pt x="7346" y="3342"/>
                  <a:pt x="7337" y="3350"/>
                  <a:pt x="7327" y="3357"/>
                </a:cubicBezTo>
                <a:cubicBezTo>
                  <a:pt x="7317" y="3364"/>
                  <a:pt x="7306" y="3369"/>
                  <a:pt x="7295" y="3374"/>
                </a:cubicBezTo>
                <a:cubicBezTo>
                  <a:pt x="7283" y="3379"/>
                  <a:pt x="7272" y="3382"/>
                  <a:pt x="7260" y="3385"/>
                </a:cubicBezTo>
                <a:cubicBezTo>
                  <a:pt x="7248" y="3387"/>
                  <a:pt x="7236" y="3388"/>
                  <a:pt x="7224" y="3388"/>
                </a:cubicBezTo>
                <a:lnTo>
                  <a:pt x="185" y="3388"/>
                </a:lnTo>
                <a:cubicBezTo>
                  <a:pt x="173" y="3388"/>
                  <a:pt x="161" y="3387"/>
                  <a:pt x="149" y="3385"/>
                </a:cubicBezTo>
                <a:cubicBezTo>
                  <a:pt x="137" y="3382"/>
                  <a:pt x="125" y="3379"/>
                  <a:pt x="114" y="3374"/>
                </a:cubicBezTo>
                <a:cubicBezTo>
                  <a:pt x="103" y="3369"/>
                  <a:pt x="92" y="3364"/>
                  <a:pt x="82" y="3357"/>
                </a:cubicBezTo>
                <a:cubicBezTo>
                  <a:pt x="72" y="3350"/>
                  <a:pt x="62" y="3342"/>
                  <a:pt x="54" y="3334"/>
                </a:cubicBezTo>
                <a:cubicBezTo>
                  <a:pt x="45" y="3325"/>
                  <a:pt x="38" y="3316"/>
                  <a:pt x="31" y="3306"/>
                </a:cubicBezTo>
                <a:cubicBezTo>
                  <a:pt x="24" y="3296"/>
                  <a:pt x="18" y="3285"/>
                  <a:pt x="14" y="3274"/>
                </a:cubicBezTo>
                <a:cubicBezTo>
                  <a:pt x="9" y="3263"/>
                  <a:pt x="6" y="3251"/>
                  <a:pt x="3" y="3239"/>
                </a:cubicBezTo>
                <a:cubicBezTo>
                  <a:pt x="1" y="3227"/>
                  <a:pt x="0" y="3215"/>
                  <a:pt x="0" y="320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542880" y="1723680"/>
            <a:ext cx="2667240" cy="1219680"/>
          </a:xfrm>
          <a:custGeom>
            <a:avLst/>
            <a:gdLst/>
            <a:ahLst/>
            <a:rect l="0" t="0" r="r" b="b"/>
            <a:pathLst>
              <a:path w="7409" h="3388">
                <a:moveTo>
                  <a:pt x="0" y="3203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7224" y="0"/>
                </a:lnTo>
                <a:cubicBezTo>
                  <a:pt x="7236" y="0"/>
                  <a:pt x="7248" y="2"/>
                  <a:pt x="7260" y="4"/>
                </a:cubicBezTo>
                <a:cubicBezTo>
                  <a:pt x="7272" y="6"/>
                  <a:pt x="7283" y="10"/>
                  <a:pt x="7295" y="15"/>
                </a:cubicBezTo>
                <a:cubicBezTo>
                  <a:pt x="7306" y="19"/>
                  <a:pt x="7317" y="25"/>
                  <a:pt x="7327" y="32"/>
                </a:cubicBezTo>
                <a:cubicBezTo>
                  <a:pt x="7337" y="38"/>
                  <a:pt x="7346" y="46"/>
                  <a:pt x="7355" y="55"/>
                </a:cubicBezTo>
                <a:cubicBezTo>
                  <a:pt x="7363" y="63"/>
                  <a:pt x="7371" y="73"/>
                  <a:pt x="7378" y="83"/>
                </a:cubicBezTo>
                <a:cubicBezTo>
                  <a:pt x="7385" y="93"/>
                  <a:pt x="7390" y="104"/>
                  <a:pt x="7395" y="115"/>
                </a:cubicBezTo>
                <a:cubicBezTo>
                  <a:pt x="7400" y="126"/>
                  <a:pt x="7403" y="138"/>
                  <a:pt x="7405" y="150"/>
                </a:cubicBezTo>
                <a:cubicBezTo>
                  <a:pt x="7408" y="161"/>
                  <a:pt x="7409" y="174"/>
                  <a:pt x="7409" y="186"/>
                </a:cubicBezTo>
                <a:lnTo>
                  <a:pt x="7409" y="3203"/>
                </a:lnTo>
                <a:cubicBezTo>
                  <a:pt x="7409" y="3215"/>
                  <a:pt x="7408" y="3227"/>
                  <a:pt x="7405" y="3239"/>
                </a:cubicBezTo>
                <a:cubicBezTo>
                  <a:pt x="7403" y="3251"/>
                  <a:pt x="7400" y="3263"/>
                  <a:pt x="7395" y="3274"/>
                </a:cubicBezTo>
                <a:cubicBezTo>
                  <a:pt x="7390" y="3285"/>
                  <a:pt x="7384" y="3296"/>
                  <a:pt x="7378" y="3306"/>
                </a:cubicBezTo>
                <a:cubicBezTo>
                  <a:pt x="7371" y="3316"/>
                  <a:pt x="7363" y="3325"/>
                  <a:pt x="7355" y="3334"/>
                </a:cubicBezTo>
                <a:cubicBezTo>
                  <a:pt x="7346" y="3342"/>
                  <a:pt x="7337" y="3350"/>
                  <a:pt x="7327" y="3357"/>
                </a:cubicBezTo>
                <a:cubicBezTo>
                  <a:pt x="7317" y="3364"/>
                  <a:pt x="7306" y="3369"/>
                  <a:pt x="7295" y="3374"/>
                </a:cubicBezTo>
                <a:cubicBezTo>
                  <a:pt x="7283" y="3379"/>
                  <a:pt x="7272" y="3382"/>
                  <a:pt x="7260" y="3385"/>
                </a:cubicBezTo>
                <a:cubicBezTo>
                  <a:pt x="7248" y="3387"/>
                  <a:pt x="7236" y="3388"/>
                  <a:pt x="7224" y="3388"/>
                </a:cubicBezTo>
                <a:lnTo>
                  <a:pt x="185" y="3388"/>
                </a:lnTo>
                <a:cubicBezTo>
                  <a:pt x="173" y="3388"/>
                  <a:pt x="161" y="3387"/>
                  <a:pt x="149" y="3385"/>
                </a:cubicBezTo>
                <a:cubicBezTo>
                  <a:pt x="137" y="3382"/>
                  <a:pt x="125" y="3379"/>
                  <a:pt x="114" y="3374"/>
                </a:cubicBezTo>
                <a:cubicBezTo>
                  <a:pt x="103" y="3369"/>
                  <a:pt x="92" y="3364"/>
                  <a:pt x="82" y="3357"/>
                </a:cubicBezTo>
                <a:cubicBezTo>
                  <a:pt x="72" y="3350"/>
                  <a:pt x="62" y="3342"/>
                  <a:pt x="54" y="3334"/>
                </a:cubicBezTo>
                <a:cubicBezTo>
                  <a:pt x="45" y="3325"/>
                  <a:pt x="38" y="3316"/>
                  <a:pt x="31" y="3306"/>
                </a:cubicBezTo>
                <a:cubicBezTo>
                  <a:pt x="24" y="3296"/>
                  <a:pt x="18" y="3285"/>
                  <a:pt x="14" y="3274"/>
                </a:cubicBezTo>
                <a:cubicBezTo>
                  <a:pt x="9" y="3263"/>
                  <a:pt x="6" y="3251"/>
                  <a:pt x="3" y="3239"/>
                </a:cubicBezTo>
                <a:cubicBezTo>
                  <a:pt x="1" y="3227"/>
                  <a:pt x="0" y="3215"/>
                  <a:pt x="0" y="3203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533520" y="924480"/>
            <a:ext cx="867744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通常の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RNN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では、長い系列で遠い過去の情報が学習に効きにくくなる。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359720" y="1887120"/>
            <a:ext cx="103104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長い系列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3362040" y="1723680"/>
            <a:ext cx="2657880" cy="1219680"/>
          </a:xfrm>
          <a:custGeom>
            <a:avLst/>
            <a:gdLst/>
            <a:ahLst/>
            <a:rect l="0" t="0" r="r" b="b"/>
            <a:pathLst>
              <a:path w="7383" h="3388">
                <a:moveTo>
                  <a:pt x="0" y="3203"/>
                </a:moveTo>
                <a:lnTo>
                  <a:pt x="0" y="186"/>
                </a:lnTo>
                <a:cubicBezTo>
                  <a:pt x="0" y="174"/>
                  <a:pt x="1" y="161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2" y="83"/>
                </a:cubicBezTo>
                <a:cubicBezTo>
                  <a:pt x="38" y="73"/>
                  <a:pt x="46" y="63"/>
                  <a:pt x="55" y="55"/>
                </a:cubicBezTo>
                <a:cubicBezTo>
                  <a:pt x="63" y="46"/>
                  <a:pt x="72" y="38"/>
                  <a:pt x="83" y="32"/>
                </a:cubicBezTo>
                <a:cubicBezTo>
                  <a:pt x="93" y="25"/>
                  <a:pt x="103" y="19"/>
                  <a:pt x="115" y="15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2"/>
                  <a:pt x="7234" y="4"/>
                </a:cubicBezTo>
                <a:cubicBezTo>
                  <a:pt x="7246" y="6"/>
                  <a:pt x="7258" y="10"/>
                  <a:pt x="7269" y="15"/>
                </a:cubicBezTo>
                <a:cubicBezTo>
                  <a:pt x="7280" y="19"/>
                  <a:pt x="7291" y="25"/>
                  <a:pt x="7301" y="32"/>
                </a:cubicBezTo>
                <a:cubicBezTo>
                  <a:pt x="7311" y="38"/>
                  <a:pt x="7320" y="46"/>
                  <a:pt x="7329" y="55"/>
                </a:cubicBezTo>
                <a:cubicBezTo>
                  <a:pt x="7338" y="63"/>
                  <a:pt x="7345" y="73"/>
                  <a:pt x="7352" y="83"/>
                </a:cubicBezTo>
                <a:cubicBezTo>
                  <a:pt x="7359" y="93"/>
                  <a:pt x="7364" y="104"/>
                  <a:pt x="7369" y="115"/>
                </a:cubicBezTo>
                <a:cubicBezTo>
                  <a:pt x="7374" y="126"/>
                  <a:pt x="7377" y="138"/>
                  <a:pt x="7380" y="150"/>
                </a:cubicBezTo>
                <a:cubicBezTo>
                  <a:pt x="7382" y="161"/>
                  <a:pt x="7383" y="174"/>
                  <a:pt x="7383" y="186"/>
                </a:cubicBezTo>
                <a:lnTo>
                  <a:pt x="7383" y="3203"/>
                </a:lnTo>
                <a:cubicBezTo>
                  <a:pt x="7383" y="3215"/>
                  <a:pt x="7382" y="3227"/>
                  <a:pt x="7380" y="3239"/>
                </a:cubicBezTo>
                <a:cubicBezTo>
                  <a:pt x="7377" y="3251"/>
                  <a:pt x="7374" y="3263"/>
                  <a:pt x="7369" y="3274"/>
                </a:cubicBezTo>
                <a:cubicBezTo>
                  <a:pt x="7364" y="3285"/>
                  <a:pt x="7359" y="3296"/>
                  <a:pt x="7352" y="3306"/>
                </a:cubicBezTo>
                <a:cubicBezTo>
                  <a:pt x="7345" y="3316"/>
                  <a:pt x="7338" y="3325"/>
                  <a:pt x="7329" y="3334"/>
                </a:cubicBezTo>
                <a:cubicBezTo>
                  <a:pt x="7320" y="3342"/>
                  <a:pt x="7311" y="3350"/>
                  <a:pt x="7301" y="3357"/>
                </a:cubicBezTo>
                <a:cubicBezTo>
                  <a:pt x="7291" y="3364"/>
                  <a:pt x="7280" y="3369"/>
                  <a:pt x="7269" y="3374"/>
                </a:cubicBezTo>
                <a:cubicBezTo>
                  <a:pt x="7258" y="3379"/>
                  <a:pt x="7246" y="3382"/>
                  <a:pt x="7234" y="3385"/>
                </a:cubicBezTo>
                <a:cubicBezTo>
                  <a:pt x="7222" y="3387"/>
                  <a:pt x="7210" y="3388"/>
                  <a:pt x="7198" y="3388"/>
                </a:cubicBezTo>
                <a:lnTo>
                  <a:pt x="185" y="3388"/>
                </a:lnTo>
                <a:cubicBezTo>
                  <a:pt x="173" y="3388"/>
                  <a:pt x="161" y="3387"/>
                  <a:pt x="149" y="3385"/>
                </a:cubicBezTo>
                <a:cubicBezTo>
                  <a:pt x="137" y="3382"/>
                  <a:pt x="126" y="3379"/>
                  <a:pt x="115" y="3374"/>
                </a:cubicBezTo>
                <a:cubicBezTo>
                  <a:pt x="103" y="3369"/>
                  <a:pt x="93" y="3364"/>
                  <a:pt x="83" y="3357"/>
                </a:cubicBezTo>
                <a:cubicBezTo>
                  <a:pt x="72" y="3350"/>
                  <a:pt x="63" y="3342"/>
                  <a:pt x="55" y="3334"/>
                </a:cubicBezTo>
                <a:cubicBezTo>
                  <a:pt x="46" y="3325"/>
                  <a:pt x="38" y="3316"/>
                  <a:pt x="32" y="3306"/>
                </a:cubicBezTo>
                <a:cubicBezTo>
                  <a:pt x="25" y="3296"/>
                  <a:pt x="19" y="3285"/>
                  <a:pt x="14" y="3274"/>
                </a:cubicBezTo>
                <a:cubicBezTo>
                  <a:pt x="10" y="3263"/>
                  <a:pt x="6" y="3251"/>
                  <a:pt x="4" y="3239"/>
                </a:cubicBezTo>
                <a:cubicBezTo>
                  <a:pt x="1" y="3227"/>
                  <a:pt x="0" y="3215"/>
                  <a:pt x="0" y="320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3362040" y="1723680"/>
            <a:ext cx="2657880" cy="1219680"/>
          </a:xfrm>
          <a:custGeom>
            <a:avLst/>
            <a:gdLst/>
            <a:ahLst/>
            <a:rect l="0" t="0" r="r" b="b"/>
            <a:pathLst>
              <a:path w="7383" h="3388">
                <a:moveTo>
                  <a:pt x="0" y="3203"/>
                </a:moveTo>
                <a:lnTo>
                  <a:pt x="0" y="186"/>
                </a:lnTo>
                <a:cubicBezTo>
                  <a:pt x="0" y="174"/>
                  <a:pt x="1" y="161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2" y="83"/>
                </a:cubicBezTo>
                <a:cubicBezTo>
                  <a:pt x="38" y="73"/>
                  <a:pt x="46" y="63"/>
                  <a:pt x="55" y="55"/>
                </a:cubicBezTo>
                <a:cubicBezTo>
                  <a:pt x="63" y="46"/>
                  <a:pt x="72" y="38"/>
                  <a:pt x="83" y="32"/>
                </a:cubicBezTo>
                <a:cubicBezTo>
                  <a:pt x="93" y="25"/>
                  <a:pt x="103" y="19"/>
                  <a:pt x="115" y="15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2"/>
                  <a:pt x="7234" y="4"/>
                </a:cubicBezTo>
                <a:cubicBezTo>
                  <a:pt x="7246" y="6"/>
                  <a:pt x="7258" y="10"/>
                  <a:pt x="7269" y="15"/>
                </a:cubicBezTo>
                <a:cubicBezTo>
                  <a:pt x="7280" y="19"/>
                  <a:pt x="7291" y="25"/>
                  <a:pt x="7301" y="32"/>
                </a:cubicBezTo>
                <a:cubicBezTo>
                  <a:pt x="7311" y="38"/>
                  <a:pt x="7320" y="46"/>
                  <a:pt x="7329" y="55"/>
                </a:cubicBezTo>
                <a:cubicBezTo>
                  <a:pt x="7338" y="63"/>
                  <a:pt x="7345" y="73"/>
                  <a:pt x="7352" y="83"/>
                </a:cubicBezTo>
                <a:cubicBezTo>
                  <a:pt x="7359" y="93"/>
                  <a:pt x="7364" y="104"/>
                  <a:pt x="7369" y="115"/>
                </a:cubicBezTo>
                <a:cubicBezTo>
                  <a:pt x="7374" y="126"/>
                  <a:pt x="7377" y="138"/>
                  <a:pt x="7380" y="150"/>
                </a:cubicBezTo>
                <a:cubicBezTo>
                  <a:pt x="7382" y="161"/>
                  <a:pt x="7383" y="174"/>
                  <a:pt x="7383" y="186"/>
                </a:cubicBezTo>
                <a:lnTo>
                  <a:pt x="7383" y="3203"/>
                </a:lnTo>
                <a:cubicBezTo>
                  <a:pt x="7383" y="3215"/>
                  <a:pt x="7382" y="3227"/>
                  <a:pt x="7380" y="3239"/>
                </a:cubicBezTo>
                <a:cubicBezTo>
                  <a:pt x="7377" y="3251"/>
                  <a:pt x="7374" y="3263"/>
                  <a:pt x="7369" y="3274"/>
                </a:cubicBezTo>
                <a:cubicBezTo>
                  <a:pt x="7364" y="3285"/>
                  <a:pt x="7359" y="3296"/>
                  <a:pt x="7352" y="3306"/>
                </a:cubicBezTo>
                <a:cubicBezTo>
                  <a:pt x="7345" y="3316"/>
                  <a:pt x="7338" y="3325"/>
                  <a:pt x="7329" y="3334"/>
                </a:cubicBezTo>
                <a:cubicBezTo>
                  <a:pt x="7320" y="3342"/>
                  <a:pt x="7311" y="3350"/>
                  <a:pt x="7301" y="3357"/>
                </a:cubicBezTo>
                <a:cubicBezTo>
                  <a:pt x="7291" y="3364"/>
                  <a:pt x="7280" y="3369"/>
                  <a:pt x="7269" y="3374"/>
                </a:cubicBezTo>
                <a:cubicBezTo>
                  <a:pt x="7258" y="3379"/>
                  <a:pt x="7246" y="3382"/>
                  <a:pt x="7234" y="3385"/>
                </a:cubicBezTo>
                <a:cubicBezTo>
                  <a:pt x="7222" y="3387"/>
                  <a:pt x="7210" y="3388"/>
                  <a:pt x="7198" y="3388"/>
                </a:cubicBezTo>
                <a:lnTo>
                  <a:pt x="185" y="3388"/>
                </a:lnTo>
                <a:cubicBezTo>
                  <a:pt x="173" y="3388"/>
                  <a:pt x="161" y="3387"/>
                  <a:pt x="149" y="3385"/>
                </a:cubicBezTo>
                <a:cubicBezTo>
                  <a:pt x="137" y="3382"/>
                  <a:pt x="126" y="3379"/>
                  <a:pt x="115" y="3374"/>
                </a:cubicBezTo>
                <a:cubicBezTo>
                  <a:pt x="103" y="3369"/>
                  <a:pt x="93" y="3364"/>
                  <a:pt x="83" y="3357"/>
                </a:cubicBezTo>
                <a:cubicBezTo>
                  <a:pt x="72" y="3350"/>
                  <a:pt x="63" y="3342"/>
                  <a:pt x="55" y="3334"/>
                </a:cubicBezTo>
                <a:cubicBezTo>
                  <a:pt x="46" y="3325"/>
                  <a:pt x="38" y="3316"/>
                  <a:pt x="32" y="3306"/>
                </a:cubicBezTo>
                <a:cubicBezTo>
                  <a:pt x="25" y="3296"/>
                  <a:pt x="19" y="3285"/>
                  <a:pt x="14" y="3274"/>
                </a:cubicBezTo>
                <a:cubicBezTo>
                  <a:pt x="10" y="3263"/>
                  <a:pt x="6" y="3251"/>
                  <a:pt x="4" y="3239"/>
                </a:cubicBezTo>
                <a:cubicBezTo>
                  <a:pt x="1" y="3227"/>
                  <a:pt x="0" y="3215"/>
                  <a:pt x="0" y="3203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73920" y="2319840"/>
            <a:ext cx="239652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時間方向に深い計算グラフ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03080" y="1887120"/>
            <a:ext cx="77328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逆伝播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6171840" y="1723680"/>
            <a:ext cx="2667600" cy="1219680"/>
          </a:xfrm>
          <a:custGeom>
            <a:avLst/>
            <a:gdLst/>
            <a:ahLst/>
            <a:rect l="0" t="0" r="r" b="b"/>
            <a:pathLst>
              <a:path w="7410" h="3388">
                <a:moveTo>
                  <a:pt x="0" y="3203"/>
                </a:moveTo>
                <a:lnTo>
                  <a:pt x="0" y="186"/>
                </a:lnTo>
                <a:cubicBezTo>
                  <a:pt x="0" y="174"/>
                  <a:pt x="2" y="161"/>
                  <a:pt x="4" y="150"/>
                </a:cubicBezTo>
                <a:cubicBezTo>
                  <a:pt x="6" y="138"/>
                  <a:pt x="10" y="126"/>
                  <a:pt x="15" y="115"/>
                </a:cubicBezTo>
                <a:cubicBezTo>
                  <a:pt x="19" y="104"/>
                  <a:pt x="25" y="93"/>
                  <a:pt x="32" y="83"/>
                </a:cubicBezTo>
                <a:cubicBezTo>
                  <a:pt x="38" y="73"/>
                  <a:pt x="46" y="63"/>
                  <a:pt x="55" y="55"/>
                </a:cubicBezTo>
                <a:cubicBezTo>
                  <a:pt x="63" y="46"/>
                  <a:pt x="73" y="38"/>
                  <a:pt x="83" y="32"/>
                </a:cubicBezTo>
                <a:cubicBezTo>
                  <a:pt x="93" y="25"/>
                  <a:pt x="104" y="19"/>
                  <a:pt x="115" y="15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2"/>
                  <a:pt x="174" y="0"/>
                  <a:pt x="186" y="0"/>
                </a:cubicBezTo>
                <a:lnTo>
                  <a:pt x="7225" y="0"/>
                </a:lnTo>
                <a:cubicBezTo>
                  <a:pt x="7237" y="0"/>
                  <a:pt x="7249" y="2"/>
                  <a:pt x="7261" y="4"/>
                </a:cubicBezTo>
                <a:cubicBezTo>
                  <a:pt x="7273" y="6"/>
                  <a:pt x="7284" y="10"/>
                  <a:pt x="7295" y="15"/>
                </a:cubicBezTo>
                <a:cubicBezTo>
                  <a:pt x="7307" y="19"/>
                  <a:pt x="7317" y="25"/>
                  <a:pt x="7328" y="32"/>
                </a:cubicBezTo>
                <a:cubicBezTo>
                  <a:pt x="7338" y="38"/>
                  <a:pt x="7347" y="46"/>
                  <a:pt x="7356" y="55"/>
                </a:cubicBezTo>
                <a:cubicBezTo>
                  <a:pt x="7364" y="63"/>
                  <a:pt x="7372" y="73"/>
                  <a:pt x="7379" y="83"/>
                </a:cubicBezTo>
                <a:cubicBezTo>
                  <a:pt x="7385" y="93"/>
                  <a:pt x="7391" y="104"/>
                  <a:pt x="7396" y="115"/>
                </a:cubicBezTo>
                <a:cubicBezTo>
                  <a:pt x="7400" y="126"/>
                  <a:pt x="7404" y="138"/>
                  <a:pt x="7406" y="150"/>
                </a:cubicBezTo>
                <a:cubicBezTo>
                  <a:pt x="7409" y="161"/>
                  <a:pt x="7410" y="174"/>
                  <a:pt x="7410" y="186"/>
                </a:cubicBezTo>
                <a:lnTo>
                  <a:pt x="7410" y="3203"/>
                </a:lnTo>
                <a:cubicBezTo>
                  <a:pt x="7410" y="3215"/>
                  <a:pt x="7409" y="3227"/>
                  <a:pt x="7406" y="3239"/>
                </a:cubicBezTo>
                <a:cubicBezTo>
                  <a:pt x="7404" y="3251"/>
                  <a:pt x="7400" y="3263"/>
                  <a:pt x="7396" y="3274"/>
                </a:cubicBezTo>
                <a:cubicBezTo>
                  <a:pt x="7391" y="3285"/>
                  <a:pt x="7385" y="3296"/>
                  <a:pt x="7379" y="3306"/>
                </a:cubicBezTo>
                <a:cubicBezTo>
                  <a:pt x="7372" y="3316"/>
                  <a:pt x="7364" y="3325"/>
                  <a:pt x="7356" y="3334"/>
                </a:cubicBezTo>
                <a:cubicBezTo>
                  <a:pt x="7347" y="3342"/>
                  <a:pt x="7338" y="3350"/>
                  <a:pt x="7328" y="3357"/>
                </a:cubicBezTo>
                <a:cubicBezTo>
                  <a:pt x="7317" y="3364"/>
                  <a:pt x="7307" y="3369"/>
                  <a:pt x="7295" y="3374"/>
                </a:cubicBezTo>
                <a:cubicBezTo>
                  <a:pt x="7284" y="3379"/>
                  <a:pt x="7273" y="3382"/>
                  <a:pt x="7261" y="3385"/>
                </a:cubicBezTo>
                <a:cubicBezTo>
                  <a:pt x="7249" y="3387"/>
                  <a:pt x="7237" y="3388"/>
                  <a:pt x="7225" y="3388"/>
                </a:cubicBezTo>
                <a:lnTo>
                  <a:pt x="186" y="3388"/>
                </a:lnTo>
                <a:cubicBezTo>
                  <a:pt x="174" y="3388"/>
                  <a:pt x="162" y="3387"/>
                  <a:pt x="150" y="3385"/>
                </a:cubicBezTo>
                <a:cubicBezTo>
                  <a:pt x="138" y="3382"/>
                  <a:pt x="126" y="3379"/>
                  <a:pt x="115" y="3374"/>
                </a:cubicBezTo>
                <a:cubicBezTo>
                  <a:pt x="104" y="3369"/>
                  <a:pt x="93" y="3364"/>
                  <a:pt x="83" y="3357"/>
                </a:cubicBezTo>
                <a:cubicBezTo>
                  <a:pt x="73" y="3350"/>
                  <a:pt x="63" y="3342"/>
                  <a:pt x="55" y="3334"/>
                </a:cubicBezTo>
                <a:cubicBezTo>
                  <a:pt x="46" y="3325"/>
                  <a:pt x="38" y="3316"/>
                  <a:pt x="32" y="3306"/>
                </a:cubicBezTo>
                <a:cubicBezTo>
                  <a:pt x="25" y="3296"/>
                  <a:pt x="19" y="3285"/>
                  <a:pt x="15" y="3274"/>
                </a:cubicBezTo>
                <a:cubicBezTo>
                  <a:pt x="10" y="3263"/>
                  <a:pt x="6" y="3251"/>
                  <a:pt x="4" y="3239"/>
                </a:cubicBezTo>
                <a:cubicBezTo>
                  <a:pt x="2" y="3227"/>
                  <a:pt x="0" y="3215"/>
                  <a:pt x="0" y="320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6171840" y="1723680"/>
            <a:ext cx="2667600" cy="1219680"/>
          </a:xfrm>
          <a:custGeom>
            <a:avLst/>
            <a:gdLst/>
            <a:ahLst/>
            <a:rect l="0" t="0" r="r" b="b"/>
            <a:pathLst>
              <a:path w="7410" h="3388">
                <a:moveTo>
                  <a:pt x="0" y="3203"/>
                </a:moveTo>
                <a:lnTo>
                  <a:pt x="0" y="186"/>
                </a:lnTo>
                <a:cubicBezTo>
                  <a:pt x="0" y="174"/>
                  <a:pt x="2" y="161"/>
                  <a:pt x="4" y="150"/>
                </a:cubicBezTo>
                <a:cubicBezTo>
                  <a:pt x="6" y="138"/>
                  <a:pt x="10" y="126"/>
                  <a:pt x="15" y="115"/>
                </a:cubicBezTo>
                <a:cubicBezTo>
                  <a:pt x="19" y="104"/>
                  <a:pt x="25" y="93"/>
                  <a:pt x="32" y="83"/>
                </a:cubicBezTo>
                <a:cubicBezTo>
                  <a:pt x="38" y="73"/>
                  <a:pt x="46" y="63"/>
                  <a:pt x="55" y="55"/>
                </a:cubicBezTo>
                <a:cubicBezTo>
                  <a:pt x="63" y="46"/>
                  <a:pt x="73" y="38"/>
                  <a:pt x="83" y="32"/>
                </a:cubicBezTo>
                <a:cubicBezTo>
                  <a:pt x="93" y="25"/>
                  <a:pt x="104" y="19"/>
                  <a:pt x="115" y="15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2"/>
                  <a:pt x="174" y="0"/>
                  <a:pt x="186" y="0"/>
                </a:cubicBezTo>
                <a:lnTo>
                  <a:pt x="7225" y="0"/>
                </a:lnTo>
                <a:cubicBezTo>
                  <a:pt x="7237" y="0"/>
                  <a:pt x="7249" y="2"/>
                  <a:pt x="7261" y="4"/>
                </a:cubicBezTo>
                <a:cubicBezTo>
                  <a:pt x="7273" y="6"/>
                  <a:pt x="7284" y="10"/>
                  <a:pt x="7295" y="15"/>
                </a:cubicBezTo>
                <a:cubicBezTo>
                  <a:pt x="7307" y="19"/>
                  <a:pt x="7317" y="25"/>
                  <a:pt x="7328" y="32"/>
                </a:cubicBezTo>
                <a:cubicBezTo>
                  <a:pt x="7338" y="38"/>
                  <a:pt x="7347" y="46"/>
                  <a:pt x="7356" y="55"/>
                </a:cubicBezTo>
                <a:cubicBezTo>
                  <a:pt x="7364" y="63"/>
                  <a:pt x="7372" y="73"/>
                  <a:pt x="7379" y="83"/>
                </a:cubicBezTo>
                <a:cubicBezTo>
                  <a:pt x="7385" y="93"/>
                  <a:pt x="7391" y="104"/>
                  <a:pt x="7396" y="115"/>
                </a:cubicBezTo>
                <a:cubicBezTo>
                  <a:pt x="7400" y="126"/>
                  <a:pt x="7404" y="138"/>
                  <a:pt x="7406" y="150"/>
                </a:cubicBezTo>
                <a:cubicBezTo>
                  <a:pt x="7409" y="161"/>
                  <a:pt x="7410" y="174"/>
                  <a:pt x="7410" y="186"/>
                </a:cubicBezTo>
                <a:lnTo>
                  <a:pt x="7410" y="3203"/>
                </a:lnTo>
                <a:cubicBezTo>
                  <a:pt x="7410" y="3215"/>
                  <a:pt x="7409" y="3227"/>
                  <a:pt x="7406" y="3239"/>
                </a:cubicBezTo>
                <a:cubicBezTo>
                  <a:pt x="7404" y="3251"/>
                  <a:pt x="7400" y="3263"/>
                  <a:pt x="7396" y="3274"/>
                </a:cubicBezTo>
                <a:cubicBezTo>
                  <a:pt x="7391" y="3285"/>
                  <a:pt x="7385" y="3296"/>
                  <a:pt x="7379" y="3306"/>
                </a:cubicBezTo>
                <a:cubicBezTo>
                  <a:pt x="7372" y="3316"/>
                  <a:pt x="7364" y="3325"/>
                  <a:pt x="7356" y="3334"/>
                </a:cubicBezTo>
                <a:cubicBezTo>
                  <a:pt x="7347" y="3342"/>
                  <a:pt x="7338" y="3350"/>
                  <a:pt x="7328" y="3357"/>
                </a:cubicBezTo>
                <a:cubicBezTo>
                  <a:pt x="7317" y="3364"/>
                  <a:pt x="7307" y="3369"/>
                  <a:pt x="7295" y="3374"/>
                </a:cubicBezTo>
                <a:cubicBezTo>
                  <a:pt x="7284" y="3379"/>
                  <a:pt x="7273" y="3382"/>
                  <a:pt x="7261" y="3385"/>
                </a:cubicBezTo>
                <a:cubicBezTo>
                  <a:pt x="7249" y="3387"/>
                  <a:pt x="7237" y="3388"/>
                  <a:pt x="7225" y="3388"/>
                </a:cubicBezTo>
                <a:lnTo>
                  <a:pt x="186" y="3388"/>
                </a:lnTo>
                <a:cubicBezTo>
                  <a:pt x="174" y="3388"/>
                  <a:pt x="162" y="3387"/>
                  <a:pt x="150" y="3385"/>
                </a:cubicBezTo>
                <a:cubicBezTo>
                  <a:pt x="138" y="3382"/>
                  <a:pt x="126" y="3379"/>
                  <a:pt x="115" y="3374"/>
                </a:cubicBezTo>
                <a:cubicBezTo>
                  <a:pt x="104" y="3369"/>
                  <a:pt x="93" y="3364"/>
                  <a:pt x="83" y="3357"/>
                </a:cubicBezTo>
                <a:cubicBezTo>
                  <a:pt x="73" y="3350"/>
                  <a:pt x="63" y="3342"/>
                  <a:pt x="55" y="3334"/>
                </a:cubicBezTo>
                <a:cubicBezTo>
                  <a:pt x="46" y="3325"/>
                  <a:pt x="38" y="3316"/>
                  <a:pt x="32" y="3306"/>
                </a:cubicBezTo>
                <a:cubicBezTo>
                  <a:pt x="25" y="3296"/>
                  <a:pt x="19" y="3285"/>
                  <a:pt x="15" y="3274"/>
                </a:cubicBezTo>
                <a:cubicBezTo>
                  <a:pt x="10" y="3263"/>
                  <a:pt x="6" y="3251"/>
                  <a:pt x="4" y="3239"/>
                </a:cubicBezTo>
                <a:cubicBezTo>
                  <a:pt x="2" y="3227"/>
                  <a:pt x="0" y="3215"/>
                  <a:pt x="0" y="3203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3888720" y="2319840"/>
            <a:ext cx="159804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過去へ誤差を戻す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989040" y="1887120"/>
            <a:ext cx="103104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勾配消失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8991360" y="1723680"/>
            <a:ext cx="2657880" cy="1219680"/>
          </a:xfrm>
          <a:custGeom>
            <a:avLst/>
            <a:gdLst/>
            <a:ahLst/>
            <a:rect l="0" t="0" r="r" b="b"/>
            <a:pathLst>
              <a:path w="7383" h="3388">
                <a:moveTo>
                  <a:pt x="0" y="3203"/>
                </a:moveTo>
                <a:lnTo>
                  <a:pt x="0" y="186"/>
                </a:lnTo>
                <a:cubicBezTo>
                  <a:pt x="0" y="174"/>
                  <a:pt x="1" y="161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5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2"/>
                  <a:pt x="7234" y="4"/>
                </a:cubicBezTo>
                <a:cubicBezTo>
                  <a:pt x="7246" y="6"/>
                  <a:pt x="7257" y="10"/>
                  <a:pt x="7269" y="15"/>
                </a:cubicBezTo>
                <a:cubicBezTo>
                  <a:pt x="7280" y="19"/>
                  <a:pt x="7291" y="25"/>
                  <a:pt x="7301" y="32"/>
                </a:cubicBezTo>
                <a:cubicBezTo>
                  <a:pt x="7311" y="38"/>
                  <a:pt x="7320" y="46"/>
                  <a:pt x="7329" y="55"/>
                </a:cubicBezTo>
                <a:cubicBezTo>
                  <a:pt x="7337" y="63"/>
                  <a:pt x="7345" y="73"/>
                  <a:pt x="7352" y="83"/>
                </a:cubicBezTo>
                <a:cubicBezTo>
                  <a:pt x="7359" y="93"/>
                  <a:pt x="7364" y="104"/>
                  <a:pt x="7369" y="115"/>
                </a:cubicBezTo>
                <a:cubicBezTo>
                  <a:pt x="7374" y="126"/>
                  <a:pt x="7377" y="138"/>
                  <a:pt x="7379" y="150"/>
                </a:cubicBezTo>
                <a:cubicBezTo>
                  <a:pt x="7382" y="161"/>
                  <a:pt x="7383" y="174"/>
                  <a:pt x="7383" y="186"/>
                </a:cubicBezTo>
                <a:lnTo>
                  <a:pt x="7383" y="3203"/>
                </a:lnTo>
                <a:cubicBezTo>
                  <a:pt x="7383" y="3215"/>
                  <a:pt x="7382" y="3227"/>
                  <a:pt x="7379" y="3239"/>
                </a:cubicBezTo>
                <a:cubicBezTo>
                  <a:pt x="7377" y="3251"/>
                  <a:pt x="7374" y="3263"/>
                  <a:pt x="7369" y="3274"/>
                </a:cubicBezTo>
                <a:cubicBezTo>
                  <a:pt x="7364" y="3285"/>
                  <a:pt x="7359" y="3296"/>
                  <a:pt x="7352" y="3306"/>
                </a:cubicBezTo>
                <a:cubicBezTo>
                  <a:pt x="7345" y="3316"/>
                  <a:pt x="7337" y="3325"/>
                  <a:pt x="7329" y="3334"/>
                </a:cubicBezTo>
                <a:cubicBezTo>
                  <a:pt x="7320" y="3342"/>
                  <a:pt x="7311" y="3350"/>
                  <a:pt x="7301" y="3357"/>
                </a:cubicBezTo>
                <a:cubicBezTo>
                  <a:pt x="7291" y="3364"/>
                  <a:pt x="7280" y="3369"/>
                  <a:pt x="7269" y="3374"/>
                </a:cubicBezTo>
                <a:cubicBezTo>
                  <a:pt x="7257" y="3379"/>
                  <a:pt x="7246" y="3382"/>
                  <a:pt x="7234" y="3385"/>
                </a:cubicBezTo>
                <a:cubicBezTo>
                  <a:pt x="7222" y="3387"/>
                  <a:pt x="7210" y="3388"/>
                  <a:pt x="7198" y="3388"/>
                </a:cubicBezTo>
                <a:lnTo>
                  <a:pt x="185" y="3388"/>
                </a:lnTo>
                <a:cubicBezTo>
                  <a:pt x="173" y="3388"/>
                  <a:pt x="161" y="3387"/>
                  <a:pt x="149" y="3385"/>
                </a:cubicBezTo>
                <a:cubicBezTo>
                  <a:pt x="137" y="3382"/>
                  <a:pt x="126" y="3379"/>
                  <a:pt x="114" y="3374"/>
                </a:cubicBezTo>
                <a:cubicBezTo>
                  <a:pt x="103" y="3369"/>
                  <a:pt x="93" y="3364"/>
                  <a:pt x="82" y="3357"/>
                </a:cubicBezTo>
                <a:cubicBezTo>
                  <a:pt x="72" y="3350"/>
                  <a:pt x="63" y="3342"/>
                  <a:pt x="54" y="3334"/>
                </a:cubicBezTo>
                <a:cubicBezTo>
                  <a:pt x="46" y="3325"/>
                  <a:pt x="38" y="3316"/>
                  <a:pt x="31" y="3306"/>
                </a:cubicBezTo>
                <a:cubicBezTo>
                  <a:pt x="25" y="3296"/>
                  <a:pt x="19" y="3285"/>
                  <a:pt x="14" y="3274"/>
                </a:cubicBezTo>
                <a:cubicBezTo>
                  <a:pt x="10" y="3263"/>
                  <a:pt x="6" y="3251"/>
                  <a:pt x="4" y="3239"/>
                </a:cubicBezTo>
                <a:cubicBezTo>
                  <a:pt x="1" y="3227"/>
                  <a:pt x="0" y="3215"/>
                  <a:pt x="0" y="320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8991360" y="1723680"/>
            <a:ext cx="2657880" cy="1219680"/>
          </a:xfrm>
          <a:custGeom>
            <a:avLst/>
            <a:gdLst/>
            <a:ahLst/>
            <a:rect l="0" t="0" r="r" b="b"/>
            <a:pathLst>
              <a:path w="7383" h="3388">
                <a:moveTo>
                  <a:pt x="0" y="3203"/>
                </a:moveTo>
                <a:lnTo>
                  <a:pt x="0" y="186"/>
                </a:lnTo>
                <a:cubicBezTo>
                  <a:pt x="0" y="174"/>
                  <a:pt x="1" y="161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5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2"/>
                  <a:pt x="7234" y="4"/>
                </a:cubicBezTo>
                <a:cubicBezTo>
                  <a:pt x="7246" y="6"/>
                  <a:pt x="7257" y="10"/>
                  <a:pt x="7269" y="15"/>
                </a:cubicBezTo>
                <a:cubicBezTo>
                  <a:pt x="7280" y="19"/>
                  <a:pt x="7291" y="25"/>
                  <a:pt x="7301" y="32"/>
                </a:cubicBezTo>
                <a:cubicBezTo>
                  <a:pt x="7311" y="38"/>
                  <a:pt x="7320" y="46"/>
                  <a:pt x="7329" y="55"/>
                </a:cubicBezTo>
                <a:cubicBezTo>
                  <a:pt x="7337" y="63"/>
                  <a:pt x="7345" y="73"/>
                  <a:pt x="7352" y="83"/>
                </a:cubicBezTo>
                <a:cubicBezTo>
                  <a:pt x="7359" y="93"/>
                  <a:pt x="7364" y="104"/>
                  <a:pt x="7369" y="115"/>
                </a:cubicBezTo>
                <a:cubicBezTo>
                  <a:pt x="7374" y="126"/>
                  <a:pt x="7377" y="138"/>
                  <a:pt x="7379" y="150"/>
                </a:cubicBezTo>
                <a:cubicBezTo>
                  <a:pt x="7382" y="161"/>
                  <a:pt x="7383" y="174"/>
                  <a:pt x="7383" y="186"/>
                </a:cubicBezTo>
                <a:lnTo>
                  <a:pt x="7383" y="3203"/>
                </a:lnTo>
                <a:cubicBezTo>
                  <a:pt x="7383" y="3215"/>
                  <a:pt x="7382" y="3227"/>
                  <a:pt x="7379" y="3239"/>
                </a:cubicBezTo>
                <a:cubicBezTo>
                  <a:pt x="7377" y="3251"/>
                  <a:pt x="7374" y="3263"/>
                  <a:pt x="7369" y="3274"/>
                </a:cubicBezTo>
                <a:cubicBezTo>
                  <a:pt x="7364" y="3285"/>
                  <a:pt x="7359" y="3296"/>
                  <a:pt x="7352" y="3306"/>
                </a:cubicBezTo>
                <a:cubicBezTo>
                  <a:pt x="7345" y="3316"/>
                  <a:pt x="7337" y="3325"/>
                  <a:pt x="7329" y="3334"/>
                </a:cubicBezTo>
                <a:cubicBezTo>
                  <a:pt x="7320" y="3342"/>
                  <a:pt x="7311" y="3350"/>
                  <a:pt x="7301" y="3357"/>
                </a:cubicBezTo>
                <a:cubicBezTo>
                  <a:pt x="7291" y="3364"/>
                  <a:pt x="7280" y="3369"/>
                  <a:pt x="7269" y="3374"/>
                </a:cubicBezTo>
                <a:cubicBezTo>
                  <a:pt x="7257" y="3379"/>
                  <a:pt x="7246" y="3382"/>
                  <a:pt x="7234" y="3385"/>
                </a:cubicBezTo>
                <a:cubicBezTo>
                  <a:pt x="7222" y="3387"/>
                  <a:pt x="7210" y="3388"/>
                  <a:pt x="7198" y="3388"/>
                </a:cubicBezTo>
                <a:lnTo>
                  <a:pt x="185" y="3388"/>
                </a:lnTo>
                <a:cubicBezTo>
                  <a:pt x="173" y="3388"/>
                  <a:pt x="161" y="3387"/>
                  <a:pt x="149" y="3385"/>
                </a:cubicBezTo>
                <a:cubicBezTo>
                  <a:pt x="137" y="3382"/>
                  <a:pt x="126" y="3379"/>
                  <a:pt x="114" y="3374"/>
                </a:cubicBezTo>
                <a:cubicBezTo>
                  <a:pt x="103" y="3369"/>
                  <a:pt x="93" y="3364"/>
                  <a:pt x="82" y="3357"/>
                </a:cubicBezTo>
                <a:cubicBezTo>
                  <a:pt x="72" y="3350"/>
                  <a:pt x="63" y="3342"/>
                  <a:pt x="54" y="3334"/>
                </a:cubicBezTo>
                <a:cubicBezTo>
                  <a:pt x="46" y="3325"/>
                  <a:pt x="38" y="3316"/>
                  <a:pt x="31" y="3306"/>
                </a:cubicBezTo>
                <a:cubicBezTo>
                  <a:pt x="25" y="3296"/>
                  <a:pt x="19" y="3285"/>
                  <a:pt x="14" y="3274"/>
                </a:cubicBezTo>
                <a:cubicBezTo>
                  <a:pt x="10" y="3263"/>
                  <a:pt x="6" y="3251"/>
                  <a:pt x="4" y="3239"/>
                </a:cubicBezTo>
                <a:cubicBezTo>
                  <a:pt x="1" y="3227"/>
                  <a:pt x="0" y="3215"/>
                  <a:pt x="0" y="3203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603120" y="2319840"/>
            <a:ext cx="179748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更新量が小さくなる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9803520" y="1887120"/>
            <a:ext cx="103104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長期依存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542880" y="3114360"/>
            <a:ext cx="5410440" cy="3143880"/>
          </a:xfrm>
          <a:custGeom>
            <a:avLst/>
            <a:gdLst/>
            <a:ahLst/>
            <a:rect l="0" t="0" r="r" b="b"/>
            <a:pathLst>
              <a:path w="15029" h="8733">
                <a:moveTo>
                  <a:pt x="0" y="8547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4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3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47"/>
                </a:lnTo>
                <a:cubicBezTo>
                  <a:pt x="15029" y="8560"/>
                  <a:pt x="15028" y="8572"/>
                  <a:pt x="15025" y="8584"/>
                </a:cubicBezTo>
                <a:cubicBezTo>
                  <a:pt x="15023" y="8595"/>
                  <a:pt x="15020" y="8607"/>
                  <a:pt x="15015" y="8618"/>
                </a:cubicBezTo>
                <a:cubicBezTo>
                  <a:pt x="15010" y="8630"/>
                  <a:pt x="15005" y="8640"/>
                  <a:pt x="14998" y="8650"/>
                </a:cubicBezTo>
                <a:cubicBezTo>
                  <a:pt x="14991" y="8660"/>
                  <a:pt x="14983" y="8670"/>
                  <a:pt x="14975" y="8678"/>
                </a:cubicBezTo>
                <a:cubicBezTo>
                  <a:pt x="14966" y="8687"/>
                  <a:pt x="14957" y="8695"/>
                  <a:pt x="14947" y="8701"/>
                </a:cubicBezTo>
                <a:cubicBezTo>
                  <a:pt x="14937" y="8708"/>
                  <a:pt x="14926" y="8714"/>
                  <a:pt x="14915" y="8719"/>
                </a:cubicBezTo>
                <a:cubicBezTo>
                  <a:pt x="14903" y="8723"/>
                  <a:pt x="14892" y="8727"/>
                  <a:pt x="14880" y="8729"/>
                </a:cubicBezTo>
                <a:cubicBezTo>
                  <a:pt x="14868" y="8731"/>
                  <a:pt x="14856" y="8733"/>
                  <a:pt x="14844" y="8733"/>
                </a:cubicBezTo>
                <a:lnTo>
                  <a:pt x="185" y="8733"/>
                </a:lnTo>
                <a:cubicBezTo>
                  <a:pt x="173" y="8733"/>
                  <a:pt x="161" y="8731"/>
                  <a:pt x="149" y="8729"/>
                </a:cubicBezTo>
                <a:cubicBezTo>
                  <a:pt x="137" y="8727"/>
                  <a:pt x="125" y="8723"/>
                  <a:pt x="114" y="8719"/>
                </a:cubicBezTo>
                <a:cubicBezTo>
                  <a:pt x="103" y="8714"/>
                  <a:pt x="92" y="8708"/>
                  <a:pt x="82" y="8701"/>
                </a:cubicBezTo>
                <a:cubicBezTo>
                  <a:pt x="72" y="8695"/>
                  <a:pt x="62" y="8687"/>
                  <a:pt x="54" y="8678"/>
                </a:cubicBezTo>
                <a:cubicBezTo>
                  <a:pt x="45" y="8670"/>
                  <a:pt x="38" y="8660"/>
                  <a:pt x="31" y="8650"/>
                </a:cubicBezTo>
                <a:cubicBezTo>
                  <a:pt x="24" y="8640"/>
                  <a:pt x="18" y="8630"/>
                  <a:pt x="14" y="8618"/>
                </a:cubicBezTo>
                <a:cubicBezTo>
                  <a:pt x="9" y="8607"/>
                  <a:pt x="6" y="8595"/>
                  <a:pt x="3" y="8584"/>
                </a:cubicBezTo>
                <a:cubicBezTo>
                  <a:pt x="1" y="8572"/>
                  <a:pt x="0" y="8560"/>
                  <a:pt x="0" y="8547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542880" y="3114360"/>
            <a:ext cx="5410440" cy="3143880"/>
          </a:xfrm>
          <a:custGeom>
            <a:avLst/>
            <a:gdLst/>
            <a:ahLst/>
            <a:rect l="0" t="0" r="r" b="b"/>
            <a:pathLst>
              <a:path w="15029" h="8733">
                <a:moveTo>
                  <a:pt x="0" y="8547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4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3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47"/>
                </a:lnTo>
                <a:cubicBezTo>
                  <a:pt x="15029" y="8560"/>
                  <a:pt x="15028" y="8572"/>
                  <a:pt x="15025" y="8584"/>
                </a:cubicBezTo>
                <a:cubicBezTo>
                  <a:pt x="15023" y="8595"/>
                  <a:pt x="15020" y="8607"/>
                  <a:pt x="15015" y="8618"/>
                </a:cubicBezTo>
                <a:cubicBezTo>
                  <a:pt x="15010" y="8630"/>
                  <a:pt x="15005" y="8640"/>
                  <a:pt x="14998" y="8650"/>
                </a:cubicBezTo>
                <a:cubicBezTo>
                  <a:pt x="14991" y="8660"/>
                  <a:pt x="14983" y="8670"/>
                  <a:pt x="14975" y="8678"/>
                </a:cubicBezTo>
                <a:cubicBezTo>
                  <a:pt x="14966" y="8687"/>
                  <a:pt x="14957" y="8695"/>
                  <a:pt x="14947" y="8701"/>
                </a:cubicBezTo>
                <a:cubicBezTo>
                  <a:pt x="14937" y="8708"/>
                  <a:pt x="14926" y="8714"/>
                  <a:pt x="14915" y="8719"/>
                </a:cubicBezTo>
                <a:cubicBezTo>
                  <a:pt x="14903" y="8723"/>
                  <a:pt x="14892" y="8727"/>
                  <a:pt x="14880" y="8729"/>
                </a:cubicBezTo>
                <a:cubicBezTo>
                  <a:pt x="14868" y="8731"/>
                  <a:pt x="14856" y="8733"/>
                  <a:pt x="14844" y="8733"/>
                </a:cubicBezTo>
                <a:lnTo>
                  <a:pt x="185" y="8733"/>
                </a:lnTo>
                <a:cubicBezTo>
                  <a:pt x="173" y="8733"/>
                  <a:pt x="161" y="8731"/>
                  <a:pt x="149" y="8729"/>
                </a:cubicBezTo>
                <a:cubicBezTo>
                  <a:pt x="137" y="8727"/>
                  <a:pt x="125" y="8723"/>
                  <a:pt x="114" y="8719"/>
                </a:cubicBezTo>
                <a:cubicBezTo>
                  <a:pt x="103" y="8714"/>
                  <a:pt x="92" y="8708"/>
                  <a:pt x="82" y="8701"/>
                </a:cubicBezTo>
                <a:cubicBezTo>
                  <a:pt x="72" y="8695"/>
                  <a:pt x="62" y="8687"/>
                  <a:pt x="54" y="8678"/>
                </a:cubicBezTo>
                <a:cubicBezTo>
                  <a:pt x="45" y="8670"/>
                  <a:pt x="38" y="8660"/>
                  <a:pt x="31" y="8650"/>
                </a:cubicBezTo>
                <a:cubicBezTo>
                  <a:pt x="24" y="8640"/>
                  <a:pt x="18" y="8630"/>
                  <a:pt x="14" y="8618"/>
                </a:cubicBezTo>
                <a:cubicBezTo>
                  <a:pt x="9" y="8607"/>
                  <a:pt x="6" y="8595"/>
                  <a:pt x="3" y="8584"/>
                </a:cubicBezTo>
                <a:cubicBezTo>
                  <a:pt x="1" y="8572"/>
                  <a:pt x="0" y="8560"/>
                  <a:pt x="0" y="8547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9319680" y="2319840"/>
            <a:ext cx="199728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遠い情報を使いにくい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09280" y="390492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1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1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8"/>
                  <a:pt x="11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3" y="98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62120" y="329616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問題の本質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059480" y="378396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過去の情報を保持したい時刻と忘れたい時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809280" y="470520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3"/>
                  <a:pt x="226" y="226"/>
                </a:cubicBezTo>
                <a:cubicBezTo>
                  <a:pt x="214" y="238"/>
                  <a:pt x="200" y="248"/>
                  <a:pt x="183" y="254"/>
                </a:cubicBezTo>
                <a:cubicBezTo>
                  <a:pt x="167" y="261"/>
                  <a:pt x="150" y="265"/>
                  <a:pt x="133" y="265"/>
                </a:cubicBezTo>
                <a:cubicBezTo>
                  <a:pt x="115" y="265"/>
                  <a:pt x="98" y="261"/>
                  <a:pt x="82" y="254"/>
                </a:cubicBezTo>
                <a:cubicBezTo>
                  <a:pt x="66" y="248"/>
                  <a:pt x="52" y="238"/>
                  <a:pt x="39" y="226"/>
                </a:cubicBezTo>
                <a:cubicBezTo>
                  <a:pt x="27" y="213"/>
                  <a:pt x="17" y="199"/>
                  <a:pt x="11" y="183"/>
                </a:cubicBezTo>
                <a:cubicBezTo>
                  <a:pt x="4" y="167"/>
                  <a:pt x="0" y="150"/>
                  <a:pt x="0" y="132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3" y="98"/>
                  <a:pt x="266" y="115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059480" y="4146120"/>
            <a:ext cx="14270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刻が混在する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059480" y="458424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単純な隠れ状態更新では、重要な情報も上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809280" y="550512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8"/>
                  <a:pt x="255" y="184"/>
                </a:cubicBezTo>
                <a:cubicBezTo>
                  <a:pt x="248" y="201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1"/>
                  <a:pt x="11" y="184"/>
                </a:cubicBezTo>
                <a:cubicBezTo>
                  <a:pt x="4" y="168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059480" y="4946040"/>
            <a:ext cx="1665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書きされやすい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059480" y="538416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長期依存を扱うには、記憶の保持を明示的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6238800" y="3114360"/>
            <a:ext cx="5410440" cy="3143880"/>
          </a:xfrm>
          <a:custGeom>
            <a:avLst/>
            <a:gdLst/>
            <a:ahLst/>
            <a:rect l="0" t="0" r="r" b="b"/>
            <a:pathLst>
              <a:path w="15029" h="8733">
                <a:moveTo>
                  <a:pt x="0" y="8547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4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3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47"/>
                </a:lnTo>
                <a:cubicBezTo>
                  <a:pt x="15029" y="8560"/>
                  <a:pt x="15028" y="8572"/>
                  <a:pt x="15025" y="8584"/>
                </a:cubicBezTo>
                <a:cubicBezTo>
                  <a:pt x="15023" y="8595"/>
                  <a:pt x="15020" y="8607"/>
                  <a:pt x="15015" y="8618"/>
                </a:cubicBezTo>
                <a:cubicBezTo>
                  <a:pt x="15010" y="8630"/>
                  <a:pt x="15005" y="8640"/>
                  <a:pt x="14998" y="8650"/>
                </a:cubicBezTo>
                <a:cubicBezTo>
                  <a:pt x="14991" y="8660"/>
                  <a:pt x="14983" y="8670"/>
                  <a:pt x="14975" y="8678"/>
                </a:cubicBezTo>
                <a:cubicBezTo>
                  <a:pt x="14966" y="8687"/>
                  <a:pt x="14957" y="8695"/>
                  <a:pt x="14947" y="8701"/>
                </a:cubicBezTo>
                <a:cubicBezTo>
                  <a:pt x="14937" y="8708"/>
                  <a:pt x="14926" y="8714"/>
                  <a:pt x="14915" y="8719"/>
                </a:cubicBezTo>
                <a:cubicBezTo>
                  <a:pt x="14903" y="8723"/>
                  <a:pt x="14892" y="8727"/>
                  <a:pt x="14880" y="8729"/>
                </a:cubicBezTo>
                <a:cubicBezTo>
                  <a:pt x="14868" y="8731"/>
                  <a:pt x="14856" y="8733"/>
                  <a:pt x="14844" y="8733"/>
                </a:cubicBezTo>
                <a:lnTo>
                  <a:pt x="185" y="8733"/>
                </a:lnTo>
                <a:cubicBezTo>
                  <a:pt x="173" y="8733"/>
                  <a:pt x="161" y="8731"/>
                  <a:pt x="149" y="8729"/>
                </a:cubicBezTo>
                <a:cubicBezTo>
                  <a:pt x="137" y="8727"/>
                  <a:pt x="125" y="8723"/>
                  <a:pt x="114" y="8719"/>
                </a:cubicBezTo>
                <a:cubicBezTo>
                  <a:pt x="103" y="8714"/>
                  <a:pt x="92" y="8708"/>
                  <a:pt x="82" y="8701"/>
                </a:cubicBezTo>
                <a:cubicBezTo>
                  <a:pt x="72" y="8695"/>
                  <a:pt x="63" y="8687"/>
                  <a:pt x="54" y="8678"/>
                </a:cubicBezTo>
                <a:cubicBezTo>
                  <a:pt x="45" y="8670"/>
                  <a:pt x="38" y="8660"/>
                  <a:pt x="31" y="8650"/>
                </a:cubicBezTo>
                <a:cubicBezTo>
                  <a:pt x="24" y="8640"/>
                  <a:pt x="18" y="8630"/>
                  <a:pt x="14" y="8618"/>
                </a:cubicBezTo>
                <a:cubicBezTo>
                  <a:pt x="9" y="8607"/>
                  <a:pt x="6" y="8595"/>
                  <a:pt x="3" y="8584"/>
                </a:cubicBezTo>
                <a:cubicBezTo>
                  <a:pt x="1" y="8572"/>
                  <a:pt x="0" y="8560"/>
                  <a:pt x="0" y="854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6238800" y="3114360"/>
            <a:ext cx="5410440" cy="3143880"/>
          </a:xfrm>
          <a:custGeom>
            <a:avLst/>
            <a:gdLst/>
            <a:ahLst/>
            <a:rect l="0" t="0" r="r" b="b"/>
            <a:pathLst>
              <a:path w="15029" h="8733">
                <a:moveTo>
                  <a:pt x="0" y="8547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4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3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47"/>
                </a:lnTo>
                <a:cubicBezTo>
                  <a:pt x="15029" y="8560"/>
                  <a:pt x="15028" y="8572"/>
                  <a:pt x="15025" y="8584"/>
                </a:cubicBezTo>
                <a:cubicBezTo>
                  <a:pt x="15023" y="8595"/>
                  <a:pt x="15020" y="8607"/>
                  <a:pt x="15015" y="8618"/>
                </a:cubicBezTo>
                <a:cubicBezTo>
                  <a:pt x="15010" y="8630"/>
                  <a:pt x="15005" y="8640"/>
                  <a:pt x="14998" y="8650"/>
                </a:cubicBezTo>
                <a:cubicBezTo>
                  <a:pt x="14991" y="8660"/>
                  <a:pt x="14983" y="8670"/>
                  <a:pt x="14975" y="8678"/>
                </a:cubicBezTo>
                <a:cubicBezTo>
                  <a:pt x="14966" y="8687"/>
                  <a:pt x="14957" y="8695"/>
                  <a:pt x="14947" y="8701"/>
                </a:cubicBezTo>
                <a:cubicBezTo>
                  <a:pt x="14937" y="8708"/>
                  <a:pt x="14926" y="8714"/>
                  <a:pt x="14915" y="8719"/>
                </a:cubicBezTo>
                <a:cubicBezTo>
                  <a:pt x="14903" y="8723"/>
                  <a:pt x="14892" y="8727"/>
                  <a:pt x="14880" y="8729"/>
                </a:cubicBezTo>
                <a:cubicBezTo>
                  <a:pt x="14868" y="8731"/>
                  <a:pt x="14856" y="8733"/>
                  <a:pt x="14844" y="8733"/>
                </a:cubicBezTo>
                <a:lnTo>
                  <a:pt x="185" y="8733"/>
                </a:lnTo>
                <a:cubicBezTo>
                  <a:pt x="173" y="8733"/>
                  <a:pt x="161" y="8731"/>
                  <a:pt x="149" y="8729"/>
                </a:cubicBezTo>
                <a:cubicBezTo>
                  <a:pt x="137" y="8727"/>
                  <a:pt x="125" y="8723"/>
                  <a:pt x="114" y="8719"/>
                </a:cubicBezTo>
                <a:cubicBezTo>
                  <a:pt x="103" y="8714"/>
                  <a:pt x="92" y="8708"/>
                  <a:pt x="82" y="8701"/>
                </a:cubicBezTo>
                <a:cubicBezTo>
                  <a:pt x="72" y="8695"/>
                  <a:pt x="63" y="8687"/>
                  <a:pt x="54" y="8678"/>
                </a:cubicBezTo>
                <a:cubicBezTo>
                  <a:pt x="45" y="8670"/>
                  <a:pt x="38" y="8660"/>
                  <a:pt x="31" y="8650"/>
                </a:cubicBezTo>
                <a:cubicBezTo>
                  <a:pt x="24" y="8640"/>
                  <a:pt x="18" y="8630"/>
                  <a:pt x="14" y="8618"/>
                </a:cubicBezTo>
                <a:cubicBezTo>
                  <a:pt x="9" y="8607"/>
                  <a:pt x="6" y="8595"/>
                  <a:pt x="3" y="8584"/>
                </a:cubicBezTo>
                <a:cubicBezTo>
                  <a:pt x="1" y="8572"/>
                  <a:pt x="0" y="8560"/>
                  <a:pt x="0" y="8547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059480" y="5746320"/>
            <a:ext cx="14270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に制御したい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6505560" y="39049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1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8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8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458040" y="329616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必要な性質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6505560" y="43527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6755760" y="3783960"/>
            <a:ext cx="214056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不要な情報を忘れる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6505560" y="47908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6"/>
                  <a:pt x="27" y="52"/>
                  <a:pt x="39" y="40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7"/>
                  <a:pt x="226" y="40"/>
                </a:cubicBezTo>
                <a:cubicBezTo>
                  <a:pt x="239" y="52"/>
                  <a:pt x="248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6755760" y="4231800"/>
            <a:ext cx="237816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必要な情報を追加する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755760" y="4669920"/>
            <a:ext cx="3091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保持した記憶から出力を作る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914400" y="392400"/>
            <a:ext cx="1739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解決したい課題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19" name=""/>
          <p:cNvSpPr/>
          <p:nvPr/>
        </p:nvSpPr>
        <p:spPr>
          <a:xfrm>
            <a:off x="54288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2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54288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2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33520" y="924480"/>
            <a:ext cx="741132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は、セル状態と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つのゲートで情報の流れを制御する。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62120" y="1848600"/>
            <a:ext cx="106740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セル状態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09280" y="29048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059480" y="2336400"/>
            <a:ext cx="28537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長期記憶を運ぶ主要な経路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809280" y="334296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059480" y="278388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重要な情報を比較的そのまま次時刻へ渡す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623880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3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623880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3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059480" y="3222000"/>
            <a:ext cx="3329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勾配が流れやすい道として働く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458040" y="1848600"/>
            <a:ext cx="155736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3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つのゲート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755760" y="2336400"/>
            <a:ext cx="45262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忘却ゲート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過去の記憶をどれだけ残すか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755760" y="2783880"/>
            <a:ext cx="47642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入力ゲート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新しい候補記憶をどれだけ加え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6505560" y="37051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7"/>
                  <a:pt x="0" y="151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755760" y="3136320"/>
            <a:ext cx="476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るか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533160" y="4314600"/>
            <a:ext cx="11125440" cy="857520"/>
          </a:xfrm>
          <a:custGeom>
            <a:avLst/>
            <a:gdLst/>
            <a:ahLst/>
            <a:rect l="0" t="0" r="r" b="b"/>
            <a:pathLst>
              <a:path w="30904" h="2382">
                <a:moveTo>
                  <a:pt x="0" y="0"/>
                </a:moveTo>
                <a:lnTo>
                  <a:pt x="30904" y="0"/>
                </a:lnTo>
                <a:lnTo>
                  <a:pt x="30904" y="2382"/>
                </a:lnTo>
                <a:lnTo>
                  <a:pt x="0" y="2382"/>
                </a:lnTo>
                <a:lnTo>
                  <a:pt x="0" y="0"/>
                </a:lnTo>
                <a:close/>
              </a:path>
            </a:pathLst>
          </a:custGeom>
          <a:solidFill>
            <a:srgbClr val="f8f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521640" y="430308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0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80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5"/>
                </a:moveTo>
                <a:lnTo>
                  <a:pt x="30968" y="1585"/>
                </a:lnTo>
                <a:lnTo>
                  <a:pt x="30852" y="1585"/>
                </a:lnTo>
                <a:lnTo>
                  <a:pt x="30852" y="1425"/>
                </a:lnTo>
                <a:lnTo>
                  <a:pt x="30968" y="1425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3"/>
                </a:moveTo>
                <a:cubicBezTo>
                  <a:pt x="30961" y="2298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3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30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7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3"/>
                </a:moveTo>
                <a:lnTo>
                  <a:pt x="0" y="1664"/>
                </a:lnTo>
                <a:lnTo>
                  <a:pt x="117" y="1664"/>
                </a:lnTo>
                <a:lnTo>
                  <a:pt x="117" y="1823"/>
                </a:lnTo>
                <a:lnTo>
                  <a:pt x="0" y="1823"/>
                </a:lnTo>
                <a:moveTo>
                  <a:pt x="0" y="1559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9"/>
                </a:lnTo>
                <a:lnTo>
                  <a:pt x="0" y="1559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29"/>
                </a:moveTo>
                <a:lnTo>
                  <a:pt x="0" y="871"/>
                </a:lnTo>
                <a:lnTo>
                  <a:pt x="117" y="871"/>
                </a:lnTo>
                <a:lnTo>
                  <a:pt x="117" y="1029"/>
                </a:lnTo>
                <a:lnTo>
                  <a:pt x="0" y="1029"/>
                </a:lnTo>
                <a:moveTo>
                  <a:pt x="0" y="765"/>
                </a:moveTo>
                <a:lnTo>
                  <a:pt x="0" y="607"/>
                </a:lnTo>
                <a:lnTo>
                  <a:pt x="117" y="607"/>
                </a:lnTo>
                <a:lnTo>
                  <a:pt x="117" y="765"/>
                </a:lnTo>
                <a:lnTo>
                  <a:pt x="0" y="765"/>
                </a:lnTo>
                <a:moveTo>
                  <a:pt x="0" y="501"/>
                </a:moveTo>
                <a:lnTo>
                  <a:pt x="0" y="343"/>
                </a:lnTo>
                <a:lnTo>
                  <a:pt x="117" y="343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521640" y="430308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0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80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5"/>
                </a:moveTo>
                <a:lnTo>
                  <a:pt x="30968" y="1585"/>
                </a:lnTo>
                <a:lnTo>
                  <a:pt x="30852" y="1585"/>
                </a:lnTo>
                <a:lnTo>
                  <a:pt x="30852" y="1425"/>
                </a:lnTo>
                <a:lnTo>
                  <a:pt x="30968" y="1425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3"/>
                </a:moveTo>
                <a:cubicBezTo>
                  <a:pt x="30961" y="2298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3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30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7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3"/>
                </a:moveTo>
                <a:lnTo>
                  <a:pt x="0" y="1664"/>
                </a:lnTo>
                <a:lnTo>
                  <a:pt x="117" y="1664"/>
                </a:lnTo>
                <a:lnTo>
                  <a:pt x="117" y="1823"/>
                </a:lnTo>
                <a:lnTo>
                  <a:pt x="0" y="1823"/>
                </a:lnTo>
                <a:moveTo>
                  <a:pt x="0" y="1559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9"/>
                </a:lnTo>
                <a:lnTo>
                  <a:pt x="0" y="1559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29"/>
                </a:moveTo>
                <a:lnTo>
                  <a:pt x="0" y="871"/>
                </a:lnTo>
                <a:lnTo>
                  <a:pt x="117" y="871"/>
                </a:lnTo>
                <a:lnTo>
                  <a:pt x="117" y="1029"/>
                </a:lnTo>
                <a:lnTo>
                  <a:pt x="0" y="1029"/>
                </a:lnTo>
                <a:moveTo>
                  <a:pt x="0" y="765"/>
                </a:moveTo>
                <a:lnTo>
                  <a:pt x="0" y="607"/>
                </a:lnTo>
                <a:lnTo>
                  <a:pt x="117" y="607"/>
                </a:lnTo>
                <a:lnTo>
                  <a:pt x="117" y="765"/>
                </a:lnTo>
                <a:lnTo>
                  <a:pt x="0" y="765"/>
                </a:lnTo>
                <a:moveTo>
                  <a:pt x="0" y="501"/>
                </a:moveTo>
                <a:lnTo>
                  <a:pt x="0" y="343"/>
                </a:lnTo>
                <a:lnTo>
                  <a:pt x="117" y="343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521640" y="430308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0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80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5"/>
                </a:moveTo>
                <a:lnTo>
                  <a:pt x="30968" y="1585"/>
                </a:lnTo>
                <a:lnTo>
                  <a:pt x="30852" y="1585"/>
                </a:lnTo>
                <a:lnTo>
                  <a:pt x="30852" y="1425"/>
                </a:lnTo>
                <a:lnTo>
                  <a:pt x="30968" y="1425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3"/>
                </a:moveTo>
                <a:cubicBezTo>
                  <a:pt x="30961" y="2298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3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30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7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3"/>
                </a:moveTo>
                <a:lnTo>
                  <a:pt x="0" y="1664"/>
                </a:lnTo>
                <a:lnTo>
                  <a:pt x="117" y="1664"/>
                </a:lnTo>
                <a:lnTo>
                  <a:pt x="117" y="1823"/>
                </a:lnTo>
                <a:lnTo>
                  <a:pt x="0" y="1823"/>
                </a:lnTo>
                <a:moveTo>
                  <a:pt x="0" y="1559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9"/>
                </a:lnTo>
                <a:lnTo>
                  <a:pt x="0" y="1559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29"/>
                </a:moveTo>
                <a:lnTo>
                  <a:pt x="0" y="871"/>
                </a:lnTo>
                <a:lnTo>
                  <a:pt x="117" y="871"/>
                </a:lnTo>
                <a:lnTo>
                  <a:pt x="117" y="1029"/>
                </a:lnTo>
                <a:lnTo>
                  <a:pt x="0" y="1029"/>
                </a:lnTo>
                <a:moveTo>
                  <a:pt x="0" y="765"/>
                </a:moveTo>
                <a:lnTo>
                  <a:pt x="0" y="607"/>
                </a:lnTo>
                <a:lnTo>
                  <a:pt x="117" y="607"/>
                </a:lnTo>
                <a:lnTo>
                  <a:pt x="117" y="765"/>
                </a:lnTo>
                <a:lnTo>
                  <a:pt x="0" y="765"/>
                </a:lnTo>
                <a:moveTo>
                  <a:pt x="0" y="501"/>
                </a:moveTo>
                <a:lnTo>
                  <a:pt x="0" y="343"/>
                </a:lnTo>
                <a:lnTo>
                  <a:pt x="117" y="343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521640" y="430308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7"/>
                </a:lnTo>
                <a:lnTo>
                  <a:pt x="772" y="117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7"/>
                </a:lnTo>
                <a:lnTo>
                  <a:pt x="1036" y="117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7"/>
                </a:lnTo>
                <a:lnTo>
                  <a:pt x="1300" y="117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7"/>
                </a:lnTo>
                <a:lnTo>
                  <a:pt x="1564" y="117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7"/>
                </a:lnTo>
                <a:lnTo>
                  <a:pt x="1828" y="117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7"/>
                </a:lnTo>
                <a:lnTo>
                  <a:pt x="2092" y="117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7"/>
                </a:lnTo>
                <a:lnTo>
                  <a:pt x="2356" y="117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7"/>
                </a:lnTo>
                <a:lnTo>
                  <a:pt x="2620" y="117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7"/>
                </a:lnTo>
                <a:lnTo>
                  <a:pt x="2884" y="117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7"/>
                </a:lnTo>
                <a:lnTo>
                  <a:pt x="3148" y="117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7"/>
                </a:lnTo>
                <a:lnTo>
                  <a:pt x="3412" y="117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7"/>
                </a:lnTo>
                <a:lnTo>
                  <a:pt x="3677" y="117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7"/>
                </a:lnTo>
                <a:lnTo>
                  <a:pt x="3941" y="117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7"/>
                </a:lnTo>
                <a:lnTo>
                  <a:pt x="4205" y="117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7"/>
                </a:lnTo>
                <a:lnTo>
                  <a:pt x="4469" y="117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7"/>
                </a:lnTo>
                <a:lnTo>
                  <a:pt x="4733" y="117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7"/>
                </a:lnTo>
                <a:lnTo>
                  <a:pt x="4997" y="117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7"/>
                </a:lnTo>
                <a:lnTo>
                  <a:pt x="5261" y="117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7"/>
                </a:lnTo>
                <a:lnTo>
                  <a:pt x="5525" y="117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7"/>
                </a:lnTo>
                <a:lnTo>
                  <a:pt x="5789" y="117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7"/>
                </a:lnTo>
                <a:lnTo>
                  <a:pt x="6053" y="117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7"/>
                </a:lnTo>
                <a:lnTo>
                  <a:pt x="6317" y="117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7"/>
                </a:lnTo>
                <a:lnTo>
                  <a:pt x="6581" y="117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7"/>
                </a:lnTo>
                <a:lnTo>
                  <a:pt x="6845" y="117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7"/>
                </a:lnTo>
                <a:lnTo>
                  <a:pt x="7109" y="117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7"/>
                </a:lnTo>
                <a:lnTo>
                  <a:pt x="7373" y="117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7"/>
                </a:lnTo>
                <a:lnTo>
                  <a:pt x="7637" y="117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7"/>
                </a:lnTo>
                <a:lnTo>
                  <a:pt x="7901" y="117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7"/>
                </a:lnTo>
                <a:lnTo>
                  <a:pt x="8165" y="117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7"/>
                </a:lnTo>
                <a:lnTo>
                  <a:pt x="8430" y="117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7"/>
                </a:lnTo>
                <a:lnTo>
                  <a:pt x="8694" y="117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7"/>
                </a:lnTo>
                <a:lnTo>
                  <a:pt x="8958" y="117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7"/>
                </a:lnTo>
                <a:lnTo>
                  <a:pt x="9222" y="117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7"/>
                </a:lnTo>
                <a:lnTo>
                  <a:pt x="9486" y="117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7"/>
                </a:lnTo>
                <a:lnTo>
                  <a:pt x="9750" y="117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7"/>
                </a:lnTo>
                <a:lnTo>
                  <a:pt x="10014" y="117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7"/>
                </a:lnTo>
                <a:lnTo>
                  <a:pt x="10278" y="117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7"/>
                </a:lnTo>
                <a:lnTo>
                  <a:pt x="10542" y="117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7"/>
                </a:lnTo>
                <a:lnTo>
                  <a:pt x="10806" y="117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7"/>
                </a:lnTo>
                <a:lnTo>
                  <a:pt x="11070" y="117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7"/>
                </a:lnTo>
                <a:lnTo>
                  <a:pt x="11334" y="117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7"/>
                </a:lnTo>
                <a:lnTo>
                  <a:pt x="11598" y="117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7"/>
                </a:lnTo>
                <a:lnTo>
                  <a:pt x="11862" y="117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7"/>
                </a:lnTo>
                <a:lnTo>
                  <a:pt x="12126" y="117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7"/>
                </a:lnTo>
                <a:lnTo>
                  <a:pt x="12390" y="117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7"/>
                </a:lnTo>
                <a:lnTo>
                  <a:pt x="12654" y="117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7"/>
                </a:lnTo>
                <a:lnTo>
                  <a:pt x="12918" y="117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7"/>
                </a:lnTo>
                <a:lnTo>
                  <a:pt x="13182" y="117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7"/>
                </a:lnTo>
                <a:lnTo>
                  <a:pt x="13447" y="117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7"/>
                </a:lnTo>
                <a:lnTo>
                  <a:pt x="13711" y="117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7"/>
                </a:lnTo>
                <a:lnTo>
                  <a:pt x="13975" y="117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7"/>
                </a:lnTo>
                <a:lnTo>
                  <a:pt x="14240" y="117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7"/>
                </a:lnTo>
                <a:lnTo>
                  <a:pt x="14504" y="117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7"/>
                </a:lnTo>
                <a:lnTo>
                  <a:pt x="14768" y="117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7"/>
                </a:lnTo>
                <a:lnTo>
                  <a:pt x="15032" y="117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7"/>
                </a:lnTo>
                <a:lnTo>
                  <a:pt x="15296" y="117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7"/>
                </a:lnTo>
                <a:lnTo>
                  <a:pt x="15560" y="117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7"/>
                </a:lnTo>
                <a:lnTo>
                  <a:pt x="15824" y="117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7"/>
                </a:lnTo>
                <a:lnTo>
                  <a:pt x="16088" y="117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7"/>
                </a:lnTo>
                <a:lnTo>
                  <a:pt x="16352" y="117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7"/>
                </a:lnTo>
                <a:lnTo>
                  <a:pt x="16616" y="117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7"/>
                </a:lnTo>
                <a:lnTo>
                  <a:pt x="16880" y="117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7"/>
                </a:lnTo>
                <a:lnTo>
                  <a:pt x="17144" y="117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7"/>
                </a:lnTo>
                <a:lnTo>
                  <a:pt x="17408" y="117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7"/>
                </a:lnTo>
                <a:lnTo>
                  <a:pt x="17672" y="117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7"/>
                </a:lnTo>
                <a:lnTo>
                  <a:pt x="17936" y="117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7"/>
                </a:lnTo>
                <a:lnTo>
                  <a:pt x="18201" y="117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7"/>
                </a:lnTo>
                <a:lnTo>
                  <a:pt x="18465" y="117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7"/>
                </a:lnTo>
                <a:lnTo>
                  <a:pt x="18729" y="117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7"/>
                </a:lnTo>
                <a:lnTo>
                  <a:pt x="18993" y="117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7"/>
                </a:lnTo>
                <a:lnTo>
                  <a:pt x="19257" y="117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7"/>
                </a:lnTo>
                <a:lnTo>
                  <a:pt x="19521" y="117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7"/>
                </a:lnTo>
                <a:lnTo>
                  <a:pt x="19785" y="117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7"/>
                </a:lnTo>
                <a:lnTo>
                  <a:pt x="20049" y="117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7"/>
                </a:lnTo>
                <a:lnTo>
                  <a:pt x="20313" y="117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7"/>
                </a:lnTo>
                <a:lnTo>
                  <a:pt x="20577" y="117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7"/>
                </a:lnTo>
                <a:lnTo>
                  <a:pt x="20841" y="117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7"/>
                </a:lnTo>
                <a:lnTo>
                  <a:pt x="21105" y="117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7"/>
                </a:lnTo>
                <a:lnTo>
                  <a:pt x="21369" y="117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7"/>
                </a:lnTo>
                <a:lnTo>
                  <a:pt x="21633" y="117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7"/>
                </a:lnTo>
                <a:lnTo>
                  <a:pt x="21897" y="117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7"/>
                </a:lnTo>
                <a:lnTo>
                  <a:pt x="22161" y="117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7"/>
                </a:lnTo>
                <a:lnTo>
                  <a:pt x="22425" y="117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7"/>
                </a:lnTo>
                <a:lnTo>
                  <a:pt x="22689" y="117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7"/>
                </a:lnTo>
                <a:lnTo>
                  <a:pt x="22953" y="117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7"/>
                </a:lnTo>
                <a:lnTo>
                  <a:pt x="23218" y="117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7"/>
                </a:lnTo>
                <a:lnTo>
                  <a:pt x="23482" y="117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7"/>
                </a:lnTo>
                <a:lnTo>
                  <a:pt x="23746" y="117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7"/>
                </a:lnTo>
                <a:lnTo>
                  <a:pt x="24010" y="117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7"/>
                </a:lnTo>
                <a:lnTo>
                  <a:pt x="24274" y="117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7"/>
                </a:lnTo>
                <a:lnTo>
                  <a:pt x="24538" y="117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7"/>
                </a:lnTo>
                <a:lnTo>
                  <a:pt x="24802" y="117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7"/>
                </a:lnTo>
                <a:lnTo>
                  <a:pt x="25066" y="117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7"/>
                </a:lnTo>
                <a:lnTo>
                  <a:pt x="25330" y="117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7"/>
                </a:lnTo>
                <a:lnTo>
                  <a:pt x="25594" y="117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7"/>
                </a:lnTo>
                <a:lnTo>
                  <a:pt x="25858" y="117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7"/>
                </a:lnTo>
                <a:lnTo>
                  <a:pt x="26122" y="117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7"/>
                </a:lnTo>
                <a:lnTo>
                  <a:pt x="26386" y="117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7"/>
                </a:lnTo>
                <a:lnTo>
                  <a:pt x="26650" y="117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7"/>
                </a:lnTo>
                <a:lnTo>
                  <a:pt x="26914" y="117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7"/>
                </a:lnTo>
                <a:lnTo>
                  <a:pt x="27178" y="117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7"/>
                </a:lnTo>
                <a:lnTo>
                  <a:pt x="27442" y="117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7"/>
                </a:lnTo>
                <a:lnTo>
                  <a:pt x="27706" y="117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7"/>
                </a:lnTo>
                <a:lnTo>
                  <a:pt x="27971" y="117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7"/>
                </a:lnTo>
                <a:lnTo>
                  <a:pt x="28235" y="117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7"/>
                </a:lnTo>
                <a:lnTo>
                  <a:pt x="28499" y="117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7"/>
                </a:lnTo>
                <a:lnTo>
                  <a:pt x="28763" y="117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7"/>
                </a:lnTo>
                <a:lnTo>
                  <a:pt x="29027" y="117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7"/>
                </a:lnTo>
                <a:lnTo>
                  <a:pt x="29291" y="117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7"/>
                </a:lnTo>
                <a:lnTo>
                  <a:pt x="29555" y="117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7"/>
                </a:lnTo>
                <a:lnTo>
                  <a:pt x="29819" y="117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7"/>
                </a:lnTo>
                <a:lnTo>
                  <a:pt x="30083" y="117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7"/>
                </a:lnTo>
                <a:lnTo>
                  <a:pt x="30347" y="117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3"/>
                  <a:pt x="30783" y="7"/>
                </a:cubicBezTo>
                <a:lnTo>
                  <a:pt x="30755" y="120"/>
                </a:lnTo>
                <a:cubicBezTo>
                  <a:pt x="30745" y="118"/>
                  <a:pt x="30735" y="117"/>
                  <a:pt x="30725" y="117"/>
                </a:cubicBezTo>
                <a:lnTo>
                  <a:pt x="30611" y="117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4"/>
                  <a:pt x="30968" y="180"/>
                  <a:pt x="30968" y="244"/>
                </a:cubicBezTo>
                <a:lnTo>
                  <a:pt x="30968" y="264"/>
                </a:lnTo>
                <a:lnTo>
                  <a:pt x="30852" y="264"/>
                </a:lnTo>
                <a:lnTo>
                  <a:pt x="30852" y="244"/>
                </a:lnTo>
                <a:cubicBezTo>
                  <a:pt x="30852" y="210"/>
                  <a:pt x="30840" y="181"/>
                  <a:pt x="30817" y="157"/>
                </a:cubicBezTo>
                <a:lnTo>
                  <a:pt x="30902" y="77"/>
                </a:lnTo>
                <a:moveTo>
                  <a:pt x="30968" y="369"/>
                </a:moveTo>
                <a:lnTo>
                  <a:pt x="30968" y="528"/>
                </a:lnTo>
                <a:lnTo>
                  <a:pt x="30852" y="528"/>
                </a:lnTo>
                <a:lnTo>
                  <a:pt x="30852" y="369"/>
                </a:lnTo>
                <a:lnTo>
                  <a:pt x="30968" y="369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7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7"/>
                </a:lnTo>
                <a:lnTo>
                  <a:pt x="30968" y="897"/>
                </a:lnTo>
                <a:moveTo>
                  <a:pt x="30968" y="1161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1"/>
                </a:lnTo>
                <a:lnTo>
                  <a:pt x="30968" y="1161"/>
                </a:lnTo>
                <a:moveTo>
                  <a:pt x="30968" y="1425"/>
                </a:moveTo>
                <a:lnTo>
                  <a:pt x="30968" y="1585"/>
                </a:lnTo>
                <a:lnTo>
                  <a:pt x="30852" y="1585"/>
                </a:lnTo>
                <a:lnTo>
                  <a:pt x="30852" y="1425"/>
                </a:lnTo>
                <a:lnTo>
                  <a:pt x="30968" y="1425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3"/>
                </a:moveTo>
                <a:cubicBezTo>
                  <a:pt x="30961" y="2298"/>
                  <a:pt x="30928" y="2357"/>
                  <a:pt x="30866" y="2401"/>
                </a:cubicBezTo>
                <a:lnTo>
                  <a:pt x="30799" y="2306"/>
                </a:lnTo>
                <a:cubicBezTo>
                  <a:pt x="30831" y="2283"/>
                  <a:pt x="30848" y="2252"/>
                  <a:pt x="30851" y="2213"/>
                </a:cubicBezTo>
                <a:lnTo>
                  <a:pt x="30967" y="2223"/>
                </a:lnTo>
                <a:moveTo>
                  <a:pt x="30736" y="2446"/>
                </a:moveTo>
                <a:cubicBezTo>
                  <a:pt x="30733" y="2446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30"/>
                </a:lnTo>
                <a:lnTo>
                  <a:pt x="30725" y="2330"/>
                </a:lnTo>
                <a:cubicBezTo>
                  <a:pt x="30727" y="2330"/>
                  <a:pt x="30729" y="2330"/>
                  <a:pt x="30731" y="2330"/>
                </a:cubicBezTo>
                <a:lnTo>
                  <a:pt x="30736" y="2446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30"/>
                </a:lnTo>
                <a:lnTo>
                  <a:pt x="30470" y="2330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30"/>
                </a:lnTo>
                <a:lnTo>
                  <a:pt x="30206" y="2330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30"/>
                </a:lnTo>
                <a:lnTo>
                  <a:pt x="29942" y="2330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30"/>
                </a:lnTo>
                <a:lnTo>
                  <a:pt x="29678" y="2330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30"/>
                </a:lnTo>
                <a:lnTo>
                  <a:pt x="29414" y="2330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30"/>
                </a:lnTo>
                <a:lnTo>
                  <a:pt x="29150" y="2330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30"/>
                </a:lnTo>
                <a:lnTo>
                  <a:pt x="28886" y="2330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30"/>
                </a:lnTo>
                <a:lnTo>
                  <a:pt x="28622" y="2330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30"/>
                </a:lnTo>
                <a:lnTo>
                  <a:pt x="28358" y="2330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30"/>
                </a:lnTo>
                <a:lnTo>
                  <a:pt x="28094" y="2330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30"/>
                </a:lnTo>
                <a:lnTo>
                  <a:pt x="27829" y="2330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30"/>
                </a:lnTo>
                <a:lnTo>
                  <a:pt x="27565" y="2330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30"/>
                </a:lnTo>
                <a:lnTo>
                  <a:pt x="27301" y="2330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30"/>
                </a:lnTo>
                <a:lnTo>
                  <a:pt x="27037" y="2330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30"/>
                </a:lnTo>
                <a:lnTo>
                  <a:pt x="26773" y="2330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30"/>
                </a:lnTo>
                <a:lnTo>
                  <a:pt x="26509" y="2330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30"/>
                </a:lnTo>
                <a:lnTo>
                  <a:pt x="26245" y="2330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30"/>
                </a:lnTo>
                <a:lnTo>
                  <a:pt x="25981" y="2330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30"/>
                </a:lnTo>
                <a:lnTo>
                  <a:pt x="25717" y="2330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30"/>
                </a:lnTo>
                <a:lnTo>
                  <a:pt x="25453" y="2330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30"/>
                </a:lnTo>
                <a:lnTo>
                  <a:pt x="25189" y="2330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30"/>
                </a:lnTo>
                <a:lnTo>
                  <a:pt x="24925" y="2330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30"/>
                </a:lnTo>
                <a:lnTo>
                  <a:pt x="24661" y="2330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30"/>
                </a:lnTo>
                <a:lnTo>
                  <a:pt x="24397" y="2330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30"/>
                </a:lnTo>
                <a:lnTo>
                  <a:pt x="24133" y="2330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30"/>
                </a:lnTo>
                <a:lnTo>
                  <a:pt x="23869" y="2330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30"/>
                </a:lnTo>
                <a:lnTo>
                  <a:pt x="23605" y="2330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30"/>
                </a:lnTo>
                <a:lnTo>
                  <a:pt x="23341" y="2330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30"/>
                </a:lnTo>
                <a:lnTo>
                  <a:pt x="23077" y="2330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30"/>
                </a:lnTo>
                <a:lnTo>
                  <a:pt x="22812" y="2330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30"/>
                </a:lnTo>
                <a:lnTo>
                  <a:pt x="22548" y="2330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30"/>
                </a:lnTo>
                <a:lnTo>
                  <a:pt x="22284" y="2330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30"/>
                </a:lnTo>
                <a:lnTo>
                  <a:pt x="22020" y="2330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30"/>
                </a:lnTo>
                <a:lnTo>
                  <a:pt x="21756" y="2330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30"/>
                </a:lnTo>
                <a:lnTo>
                  <a:pt x="21492" y="2330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30"/>
                </a:lnTo>
                <a:lnTo>
                  <a:pt x="21228" y="2330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30"/>
                </a:lnTo>
                <a:lnTo>
                  <a:pt x="20964" y="2330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30"/>
                </a:lnTo>
                <a:lnTo>
                  <a:pt x="20700" y="2330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30"/>
                </a:lnTo>
                <a:lnTo>
                  <a:pt x="20436" y="2330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30"/>
                </a:lnTo>
                <a:lnTo>
                  <a:pt x="20172" y="2330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30"/>
                </a:lnTo>
                <a:lnTo>
                  <a:pt x="19908" y="2330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30"/>
                </a:lnTo>
                <a:lnTo>
                  <a:pt x="19644" y="2330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30"/>
                </a:lnTo>
                <a:lnTo>
                  <a:pt x="19380" y="2330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30"/>
                </a:lnTo>
                <a:lnTo>
                  <a:pt x="19116" y="2330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30"/>
                </a:lnTo>
                <a:lnTo>
                  <a:pt x="18852" y="2330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30"/>
                </a:lnTo>
                <a:lnTo>
                  <a:pt x="18588" y="2330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30"/>
                </a:lnTo>
                <a:lnTo>
                  <a:pt x="18324" y="2330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30"/>
                </a:lnTo>
                <a:lnTo>
                  <a:pt x="18059" y="2330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30"/>
                </a:lnTo>
                <a:lnTo>
                  <a:pt x="17795" y="2330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30"/>
                </a:lnTo>
                <a:lnTo>
                  <a:pt x="17531" y="2330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30"/>
                </a:lnTo>
                <a:lnTo>
                  <a:pt x="17267" y="2330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30"/>
                </a:lnTo>
                <a:lnTo>
                  <a:pt x="17003" y="2330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30"/>
                </a:lnTo>
                <a:lnTo>
                  <a:pt x="16739" y="2330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30"/>
                </a:lnTo>
                <a:lnTo>
                  <a:pt x="16475" y="2330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30"/>
                </a:lnTo>
                <a:lnTo>
                  <a:pt x="16211" y="2330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30"/>
                </a:lnTo>
                <a:lnTo>
                  <a:pt x="15947" y="2330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30"/>
                </a:lnTo>
                <a:lnTo>
                  <a:pt x="15683" y="2330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30"/>
                </a:lnTo>
                <a:lnTo>
                  <a:pt x="15419" y="2330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30"/>
                </a:lnTo>
                <a:lnTo>
                  <a:pt x="15155" y="2330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30"/>
                </a:lnTo>
                <a:lnTo>
                  <a:pt x="14891" y="2330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30"/>
                </a:lnTo>
                <a:lnTo>
                  <a:pt x="14627" y="2330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30"/>
                </a:lnTo>
                <a:lnTo>
                  <a:pt x="14363" y="2330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30"/>
                </a:lnTo>
                <a:lnTo>
                  <a:pt x="14099" y="2330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30"/>
                </a:lnTo>
                <a:lnTo>
                  <a:pt x="13834" y="2330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30"/>
                </a:lnTo>
                <a:lnTo>
                  <a:pt x="13570" y="2330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30"/>
                </a:lnTo>
                <a:lnTo>
                  <a:pt x="13306" y="2330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30"/>
                </a:lnTo>
                <a:lnTo>
                  <a:pt x="13041" y="2330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30"/>
                </a:lnTo>
                <a:lnTo>
                  <a:pt x="12777" y="2330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30"/>
                </a:lnTo>
                <a:lnTo>
                  <a:pt x="12513" y="2330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30"/>
                </a:lnTo>
                <a:lnTo>
                  <a:pt x="12249" y="2330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30"/>
                </a:lnTo>
                <a:lnTo>
                  <a:pt x="11985" y="2330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30"/>
                </a:lnTo>
                <a:lnTo>
                  <a:pt x="11721" y="2330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30"/>
                </a:lnTo>
                <a:lnTo>
                  <a:pt x="11457" y="2330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30"/>
                </a:lnTo>
                <a:lnTo>
                  <a:pt x="11193" y="2330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30"/>
                </a:lnTo>
                <a:lnTo>
                  <a:pt x="10929" y="2330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30"/>
                </a:lnTo>
                <a:lnTo>
                  <a:pt x="10665" y="2330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30"/>
                </a:lnTo>
                <a:lnTo>
                  <a:pt x="10401" y="2330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30"/>
                </a:lnTo>
                <a:lnTo>
                  <a:pt x="10137" y="2330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30"/>
                </a:lnTo>
                <a:lnTo>
                  <a:pt x="9873" y="2330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30"/>
                </a:lnTo>
                <a:lnTo>
                  <a:pt x="9609" y="2330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30"/>
                </a:lnTo>
                <a:lnTo>
                  <a:pt x="9345" y="2330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30"/>
                </a:lnTo>
                <a:lnTo>
                  <a:pt x="9081" y="2330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30"/>
                </a:lnTo>
                <a:lnTo>
                  <a:pt x="8817" y="2330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30"/>
                </a:lnTo>
                <a:lnTo>
                  <a:pt x="8553" y="2330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30"/>
                </a:lnTo>
                <a:lnTo>
                  <a:pt x="8288" y="2330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30"/>
                </a:lnTo>
                <a:lnTo>
                  <a:pt x="8024" y="2330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30"/>
                </a:lnTo>
                <a:lnTo>
                  <a:pt x="7760" y="2330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30"/>
                </a:lnTo>
                <a:lnTo>
                  <a:pt x="7496" y="2330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30"/>
                </a:lnTo>
                <a:lnTo>
                  <a:pt x="7232" y="2330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30"/>
                </a:lnTo>
                <a:lnTo>
                  <a:pt x="6968" y="2330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30"/>
                </a:lnTo>
                <a:lnTo>
                  <a:pt x="6704" y="2330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30"/>
                </a:lnTo>
                <a:lnTo>
                  <a:pt x="6440" y="2330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30"/>
                </a:lnTo>
                <a:lnTo>
                  <a:pt x="6176" y="2330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30"/>
                </a:lnTo>
                <a:lnTo>
                  <a:pt x="5912" y="2330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30"/>
                </a:lnTo>
                <a:lnTo>
                  <a:pt x="5648" y="2330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30"/>
                </a:lnTo>
                <a:lnTo>
                  <a:pt x="5384" y="2330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30"/>
                </a:lnTo>
                <a:lnTo>
                  <a:pt x="5120" y="2330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30"/>
                </a:lnTo>
                <a:lnTo>
                  <a:pt x="4856" y="2330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30"/>
                </a:lnTo>
                <a:lnTo>
                  <a:pt x="4592" y="2330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30"/>
                </a:lnTo>
                <a:lnTo>
                  <a:pt x="4328" y="2330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30"/>
                </a:lnTo>
                <a:lnTo>
                  <a:pt x="4064" y="2330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30"/>
                </a:lnTo>
                <a:lnTo>
                  <a:pt x="3800" y="2330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30"/>
                </a:lnTo>
                <a:lnTo>
                  <a:pt x="3536" y="2330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30"/>
                </a:lnTo>
                <a:lnTo>
                  <a:pt x="3271" y="2330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30"/>
                </a:lnTo>
                <a:lnTo>
                  <a:pt x="3007" y="2330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30"/>
                </a:lnTo>
                <a:lnTo>
                  <a:pt x="2743" y="2330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30"/>
                </a:lnTo>
                <a:lnTo>
                  <a:pt x="2479" y="2330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30"/>
                </a:lnTo>
                <a:lnTo>
                  <a:pt x="2215" y="2330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30"/>
                </a:lnTo>
                <a:lnTo>
                  <a:pt x="1951" y="2330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30"/>
                </a:lnTo>
                <a:lnTo>
                  <a:pt x="1687" y="2330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30"/>
                </a:lnTo>
                <a:lnTo>
                  <a:pt x="1423" y="2330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30"/>
                </a:lnTo>
                <a:lnTo>
                  <a:pt x="1159" y="2330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30"/>
                </a:lnTo>
                <a:lnTo>
                  <a:pt x="895" y="2330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30"/>
                </a:lnTo>
                <a:lnTo>
                  <a:pt x="631" y="2330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5"/>
                  <a:pt x="198" y="2442"/>
                </a:cubicBezTo>
                <a:lnTo>
                  <a:pt x="220" y="2327"/>
                </a:lnTo>
                <a:cubicBezTo>
                  <a:pt x="228" y="2329"/>
                  <a:pt x="236" y="2330"/>
                  <a:pt x="244" y="2330"/>
                </a:cubicBezTo>
                <a:lnTo>
                  <a:pt x="367" y="2330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2"/>
                  <a:pt x="0" y="2203"/>
                </a:cubicBezTo>
                <a:lnTo>
                  <a:pt x="0" y="2192"/>
                </a:lnTo>
                <a:lnTo>
                  <a:pt x="117" y="2192"/>
                </a:lnTo>
                <a:lnTo>
                  <a:pt x="117" y="2203"/>
                </a:lnTo>
                <a:cubicBezTo>
                  <a:pt x="117" y="2239"/>
                  <a:pt x="130" y="2269"/>
                  <a:pt x="156" y="2294"/>
                </a:cubicBezTo>
                <a:lnTo>
                  <a:pt x="75" y="2378"/>
                </a:lnTo>
                <a:moveTo>
                  <a:pt x="0" y="2087"/>
                </a:moveTo>
                <a:lnTo>
                  <a:pt x="0" y="1928"/>
                </a:lnTo>
                <a:lnTo>
                  <a:pt x="117" y="1928"/>
                </a:lnTo>
                <a:lnTo>
                  <a:pt x="117" y="2087"/>
                </a:lnTo>
                <a:lnTo>
                  <a:pt x="0" y="2087"/>
                </a:lnTo>
                <a:moveTo>
                  <a:pt x="0" y="1823"/>
                </a:moveTo>
                <a:lnTo>
                  <a:pt x="0" y="1664"/>
                </a:lnTo>
                <a:lnTo>
                  <a:pt x="117" y="1664"/>
                </a:lnTo>
                <a:lnTo>
                  <a:pt x="117" y="1823"/>
                </a:lnTo>
                <a:lnTo>
                  <a:pt x="0" y="1823"/>
                </a:lnTo>
                <a:moveTo>
                  <a:pt x="0" y="1559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9"/>
                </a:lnTo>
                <a:lnTo>
                  <a:pt x="0" y="1559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29"/>
                </a:moveTo>
                <a:lnTo>
                  <a:pt x="0" y="871"/>
                </a:lnTo>
                <a:lnTo>
                  <a:pt x="117" y="871"/>
                </a:lnTo>
                <a:lnTo>
                  <a:pt x="117" y="1029"/>
                </a:lnTo>
                <a:lnTo>
                  <a:pt x="0" y="1029"/>
                </a:lnTo>
                <a:moveTo>
                  <a:pt x="0" y="765"/>
                </a:moveTo>
                <a:lnTo>
                  <a:pt x="0" y="607"/>
                </a:lnTo>
                <a:lnTo>
                  <a:pt x="117" y="607"/>
                </a:lnTo>
                <a:lnTo>
                  <a:pt x="117" y="765"/>
                </a:lnTo>
                <a:lnTo>
                  <a:pt x="0" y="765"/>
                </a:lnTo>
                <a:moveTo>
                  <a:pt x="0" y="501"/>
                </a:moveTo>
                <a:lnTo>
                  <a:pt x="0" y="343"/>
                </a:lnTo>
                <a:lnTo>
                  <a:pt x="117" y="343"/>
                </a:lnTo>
                <a:lnTo>
                  <a:pt x="117" y="501"/>
                </a:lnTo>
                <a:lnTo>
                  <a:pt x="0" y="501"/>
                </a:lnTo>
                <a:moveTo>
                  <a:pt x="1" y="236"/>
                </a:moveTo>
                <a:cubicBezTo>
                  <a:pt x="3" y="161"/>
                  <a:pt x="34" y="100"/>
                  <a:pt x="92" y="53"/>
                </a:cubicBezTo>
                <a:lnTo>
                  <a:pt x="165" y="144"/>
                </a:lnTo>
                <a:cubicBezTo>
                  <a:pt x="134" y="169"/>
                  <a:pt x="118" y="200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6755760" y="3584160"/>
            <a:ext cx="42886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出力ゲート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隠れ状態として何を出すか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2149200" y="4572720"/>
            <a:ext cx="764244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[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ここに論文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Figure 3: The Architecture of a LSTM Cell 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を入れる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]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914400" y="3924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提案手法の全体像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53" name=""/>
          <p:cNvSpPr/>
          <p:nvPr/>
        </p:nvSpPr>
        <p:spPr>
          <a:xfrm>
            <a:off x="542880" y="1666800"/>
            <a:ext cx="5410440" cy="2324520"/>
          </a:xfrm>
          <a:custGeom>
            <a:avLst/>
            <a:gdLst/>
            <a:ahLst/>
            <a:rect l="0" t="0" r="r" b="b"/>
            <a:pathLst>
              <a:path w="15029" h="6457">
                <a:moveTo>
                  <a:pt x="0" y="6271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271"/>
                </a:lnTo>
                <a:cubicBezTo>
                  <a:pt x="15029" y="6283"/>
                  <a:pt x="15028" y="6296"/>
                  <a:pt x="15025" y="6307"/>
                </a:cubicBezTo>
                <a:cubicBezTo>
                  <a:pt x="15023" y="6319"/>
                  <a:pt x="15020" y="6331"/>
                  <a:pt x="15015" y="6342"/>
                </a:cubicBezTo>
                <a:cubicBezTo>
                  <a:pt x="15010" y="6353"/>
                  <a:pt x="15005" y="6364"/>
                  <a:pt x="14998" y="6374"/>
                </a:cubicBezTo>
                <a:cubicBezTo>
                  <a:pt x="14991" y="6384"/>
                  <a:pt x="14983" y="6394"/>
                  <a:pt x="14975" y="6402"/>
                </a:cubicBezTo>
                <a:cubicBezTo>
                  <a:pt x="14966" y="6411"/>
                  <a:pt x="14957" y="6419"/>
                  <a:pt x="14947" y="6425"/>
                </a:cubicBezTo>
                <a:cubicBezTo>
                  <a:pt x="14937" y="6432"/>
                  <a:pt x="14926" y="6438"/>
                  <a:pt x="14915" y="6442"/>
                </a:cubicBezTo>
                <a:cubicBezTo>
                  <a:pt x="14903" y="6447"/>
                  <a:pt x="14892" y="6451"/>
                  <a:pt x="14880" y="6453"/>
                </a:cubicBezTo>
                <a:cubicBezTo>
                  <a:pt x="14868" y="6455"/>
                  <a:pt x="14856" y="6457"/>
                  <a:pt x="14844" y="6457"/>
                </a:cubicBezTo>
                <a:lnTo>
                  <a:pt x="185" y="6457"/>
                </a:lnTo>
                <a:cubicBezTo>
                  <a:pt x="173" y="6457"/>
                  <a:pt x="161" y="6455"/>
                  <a:pt x="149" y="6453"/>
                </a:cubicBezTo>
                <a:cubicBezTo>
                  <a:pt x="137" y="6451"/>
                  <a:pt x="125" y="6447"/>
                  <a:pt x="114" y="6442"/>
                </a:cubicBezTo>
                <a:cubicBezTo>
                  <a:pt x="103" y="6438"/>
                  <a:pt x="92" y="6432"/>
                  <a:pt x="82" y="6425"/>
                </a:cubicBezTo>
                <a:cubicBezTo>
                  <a:pt x="72" y="6419"/>
                  <a:pt x="62" y="6411"/>
                  <a:pt x="54" y="6402"/>
                </a:cubicBezTo>
                <a:cubicBezTo>
                  <a:pt x="45" y="6394"/>
                  <a:pt x="38" y="6384"/>
                  <a:pt x="31" y="6374"/>
                </a:cubicBezTo>
                <a:cubicBezTo>
                  <a:pt x="24" y="6364"/>
                  <a:pt x="18" y="6353"/>
                  <a:pt x="14" y="6342"/>
                </a:cubicBezTo>
                <a:cubicBezTo>
                  <a:pt x="9" y="6331"/>
                  <a:pt x="6" y="6319"/>
                  <a:pt x="3" y="6307"/>
                </a:cubicBezTo>
                <a:cubicBezTo>
                  <a:pt x="1" y="6296"/>
                  <a:pt x="0" y="6283"/>
                  <a:pt x="0" y="62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542880" y="1666800"/>
            <a:ext cx="5410440" cy="2324520"/>
          </a:xfrm>
          <a:custGeom>
            <a:avLst/>
            <a:gdLst/>
            <a:ahLst/>
            <a:rect l="0" t="0" r="r" b="b"/>
            <a:pathLst>
              <a:path w="15029" h="6457">
                <a:moveTo>
                  <a:pt x="0" y="6271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271"/>
                </a:lnTo>
                <a:cubicBezTo>
                  <a:pt x="15029" y="6283"/>
                  <a:pt x="15028" y="6296"/>
                  <a:pt x="15025" y="6307"/>
                </a:cubicBezTo>
                <a:cubicBezTo>
                  <a:pt x="15023" y="6319"/>
                  <a:pt x="15020" y="6331"/>
                  <a:pt x="15015" y="6342"/>
                </a:cubicBezTo>
                <a:cubicBezTo>
                  <a:pt x="15010" y="6353"/>
                  <a:pt x="15005" y="6364"/>
                  <a:pt x="14998" y="6374"/>
                </a:cubicBezTo>
                <a:cubicBezTo>
                  <a:pt x="14991" y="6384"/>
                  <a:pt x="14983" y="6394"/>
                  <a:pt x="14975" y="6402"/>
                </a:cubicBezTo>
                <a:cubicBezTo>
                  <a:pt x="14966" y="6411"/>
                  <a:pt x="14957" y="6419"/>
                  <a:pt x="14947" y="6425"/>
                </a:cubicBezTo>
                <a:cubicBezTo>
                  <a:pt x="14937" y="6432"/>
                  <a:pt x="14926" y="6438"/>
                  <a:pt x="14915" y="6442"/>
                </a:cubicBezTo>
                <a:cubicBezTo>
                  <a:pt x="14903" y="6447"/>
                  <a:pt x="14892" y="6451"/>
                  <a:pt x="14880" y="6453"/>
                </a:cubicBezTo>
                <a:cubicBezTo>
                  <a:pt x="14868" y="6455"/>
                  <a:pt x="14856" y="6457"/>
                  <a:pt x="14844" y="6457"/>
                </a:cubicBezTo>
                <a:lnTo>
                  <a:pt x="185" y="6457"/>
                </a:lnTo>
                <a:cubicBezTo>
                  <a:pt x="173" y="6457"/>
                  <a:pt x="161" y="6455"/>
                  <a:pt x="149" y="6453"/>
                </a:cubicBezTo>
                <a:cubicBezTo>
                  <a:pt x="137" y="6451"/>
                  <a:pt x="125" y="6447"/>
                  <a:pt x="114" y="6442"/>
                </a:cubicBezTo>
                <a:cubicBezTo>
                  <a:pt x="103" y="6438"/>
                  <a:pt x="92" y="6432"/>
                  <a:pt x="82" y="6425"/>
                </a:cubicBezTo>
                <a:cubicBezTo>
                  <a:pt x="72" y="6419"/>
                  <a:pt x="62" y="6411"/>
                  <a:pt x="54" y="6402"/>
                </a:cubicBezTo>
                <a:cubicBezTo>
                  <a:pt x="45" y="6394"/>
                  <a:pt x="38" y="6384"/>
                  <a:pt x="31" y="6374"/>
                </a:cubicBezTo>
                <a:cubicBezTo>
                  <a:pt x="24" y="6364"/>
                  <a:pt x="18" y="6353"/>
                  <a:pt x="14" y="6342"/>
                </a:cubicBezTo>
                <a:cubicBezTo>
                  <a:pt x="9" y="6331"/>
                  <a:pt x="6" y="6319"/>
                  <a:pt x="3" y="6307"/>
                </a:cubicBezTo>
                <a:cubicBezTo>
                  <a:pt x="1" y="6296"/>
                  <a:pt x="0" y="6283"/>
                  <a:pt x="0" y="6271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533520" y="924480"/>
            <a:ext cx="746820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各ゲートは、前時刻の隠れ状態と現在の入力から計算される。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62120" y="184860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忘却ゲート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809280" y="29048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059480" y="2336400"/>
            <a:ext cx="42800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古いセル状態をどれだけ残すかを決める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059480" y="2783880"/>
            <a:ext cx="41328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値は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0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から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で、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0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に近いほど忘れる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853280" y="323244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f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2111400" y="323244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=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945080" y="336096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346120" y="3206880"/>
            <a:ext cx="28152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CJKjp"/>
                <a:ea typeface="NotoSansCJKjp"/>
              </a:rPr>
              <a:t>σ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2527560" y="3232440"/>
            <a:ext cx="63936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(W [h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3543120" y="3232440"/>
            <a:ext cx="6559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, x ] 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2870280" y="336096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f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3236040" y="3360960"/>
            <a:ext cx="342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t−1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808800" y="336096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4273920" y="3232440"/>
            <a:ext cx="30996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b )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6238800" y="1666800"/>
            <a:ext cx="5410440" cy="2324520"/>
          </a:xfrm>
          <a:custGeom>
            <a:avLst/>
            <a:gdLst/>
            <a:ahLst/>
            <a:rect l="0" t="0" r="r" b="b"/>
            <a:pathLst>
              <a:path w="15029" h="6457">
                <a:moveTo>
                  <a:pt x="0" y="6271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271"/>
                </a:lnTo>
                <a:cubicBezTo>
                  <a:pt x="15029" y="6283"/>
                  <a:pt x="15028" y="6296"/>
                  <a:pt x="15025" y="6307"/>
                </a:cubicBezTo>
                <a:cubicBezTo>
                  <a:pt x="15023" y="6319"/>
                  <a:pt x="15020" y="6331"/>
                  <a:pt x="15015" y="6342"/>
                </a:cubicBezTo>
                <a:cubicBezTo>
                  <a:pt x="15010" y="6353"/>
                  <a:pt x="15005" y="6364"/>
                  <a:pt x="14998" y="6374"/>
                </a:cubicBezTo>
                <a:cubicBezTo>
                  <a:pt x="14991" y="6384"/>
                  <a:pt x="14983" y="6394"/>
                  <a:pt x="14975" y="6402"/>
                </a:cubicBezTo>
                <a:cubicBezTo>
                  <a:pt x="14966" y="6411"/>
                  <a:pt x="14957" y="6419"/>
                  <a:pt x="14947" y="6425"/>
                </a:cubicBezTo>
                <a:cubicBezTo>
                  <a:pt x="14937" y="6432"/>
                  <a:pt x="14926" y="6438"/>
                  <a:pt x="14915" y="6442"/>
                </a:cubicBezTo>
                <a:cubicBezTo>
                  <a:pt x="14903" y="6447"/>
                  <a:pt x="14892" y="6451"/>
                  <a:pt x="14880" y="6453"/>
                </a:cubicBezTo>
                <a:cubicBezTo>
                  <a:pt x="14868" y="6455"/>
                  <a:pt x="14856" y="6457"/>
                  <a:pt x="14844" y="6457"/>
                </a:cubicBezTo>
                <a:lnTo>
                  <a:pt x="185" y="6457"/>
                </a:lnTo>
                <a:cubicBezTo>
                  <a:pt x="173" y="6457"/>
                  <a:pt x="161" y="6455"/>
                  <a:pt x="149" y="6453"/>
                </a:cubicBezTo>
                <a:cubicBezTo>
                  <a:pt x="137" y="6451"/>
                  <a:pt x="125" y="6447"/>
                  <a:pt x="114" y="6442"/>
                </a:cubicBezTo>
                <a:cubicBezTo>
                  <a:pt x="103" y="6438"/>
                  <a:pt x="92" y="6432"/>
                  <a:pt x="82" y="6425"/>
                </a:cubicBezTo>
                <a:cubicBezTo>
                  <a:pt x="72" y="6419"/>
                  <a:pt x="63" y="6411"/>
                  <a:pt x="54" y="6402"/>
                </a:cubicBezTo>
                <a:cubicBezTo>
                  <a:pt x="45" y="6394"/>
                  <a:pt x="38" y="6384"/>
                  <a:pt x="31" y="6374"/>
                </a:cubicBezTo>
                <a:cubicBezTo>
                  <a:pt x="24" y="6364"/>
                  <a:pt x="18" y="6353"/>
                  <a:pt x="14" y="6342"/>
                </a:cubicBezTo>
                <a:cubicBezTo>
                  <a:pt x="9" y="6331"/>
                  <a:pt x="6" y="6319"/>
                  <a:pt x="3" y="6307"/>
                </a:cubicBezTo>
                <a:cubicBezTo>
                  <a:pt x="1" y="6296"/>
                  <a:pt x="0" y="6283"/>
                  <a:pt x="0" y="6271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6238800" y="1666800"/>
            <a:ext cx="5410440" cy="2324520"/>
          </a:xfrm>
          <a:custGeom>
            <a:avLst/>
            <a:gdLst/>
            <a:ahLst/>
            <a:rect l="0" t="0" r="r" b="b"/>
            <a:pathLst>
              <a:path w="15029" h="6457">
                <a:moveTo>
                  <a:pt x="0" y="6271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271"/>
                </a:lnTo>
                <a:cubicBezTo>
                  <a:pt x="15029" y="6283"/>
                  <a:pt x="15028" y="6296"/>
                  <a:pt x="15025" y="6307"/>
                </a:cubicBezTo>
                <a:cubicBezTo>
                  <a:pt x="15023" y="6319"/>
                  <a:pt x="15020" y="6331"/>
                  <a:pt x="15015" y="6342"/>
                </a:cubicBezTo>
                <a:cubicBezTo>
                  <a:pt x="15010" y="6353"/>
                  <a:pt x="15005" y="6364"/>
                  <a:pt x="14998" y="6374"/>
                </a:cubicBezTo>
                <a:cubicBezTo>
                  <a:pt x="14991" y="6384"/>
                  <a:pt x="14983" y="6394"/>
                  <a:pt x="14975" y="6402"/>
                </a:cubicBezTo>
                <a:cubicBezTo>
                  <a:pt x="14966" y="6411"/>
                  <a:pt x="14957" y="6419"/>
                  <a:pt x="14947" y="6425"/>
                </a:cubicBezTo>
                <a:cubicBezTo>
                  <a:pt x="14937" y="6432"/>
                  <a:pt x="14926" y="6438"/>
                  <a:pt x="14915" y="6442"/>
                </a:cubicBezTo>
                <a:cubicBezTo>
                  <a:pt x="14903" y="6447"/>
                  <a:pt x="14892" y="6451"/>
                  <a:pt x="14880" y="6453"/>
                </a:cubicBezTo>
                <a:cubicBezTo>
                  <a:pt x="14868" y="6455"/>
                  <a:pt x="14856" y="6457"/>
                  <a:pt x="14844" y="6457"/>
                </a:cubicBezTo>
                <a:lnTo>
                  <a:pt x="185" y="6457"/>
                </a:lnTo>
                <a:cubicBezTo>
                  <a:pt x="173" y="6457"/>
                  <a:pt x="161" y="6455"/>
                  <a:pt x="149" y="6453"/>
                </a:cubicBezTo>
                <a:cubicBezTo>
                  <a:pt x="137" y="6451"/>
                  <a:pt x="125" y="6447"/>
                  <a:pt x="114" y="6442"/>
                </a:cubicBezTo>
                <a:cubicBezTo>
                  <a:pt x="103" y="6438"/>
                  <a:pt x="92" y="6432"/>
                  <a:pt x="82" y="6425"/>
                </a:cubicBezTo>
                <a:cubicBezTo>
                  <a:pt x="72" y="6419"/>
                  <a:pt x="63" y="6411"/>
                  <a:pt x="54" y="6402"/>
                </a:cubicBezTo>
                <a:cubicBezTo>
                  <a:pt x="45" y="6394"/>
                  <a:pt x="38" y="6384"/>
                  <a:pt x="31" y="6374"/>
                </a:cubicBezTo>
                <a:cubicBezTo>
                  <a:pt x="24" y="6364"/>
                  <a:pt x="18" y="6353"/>
                  <a:pt x="14" y="6342"/>
                </a:cubicBezTo>
                <a:cubicBezTo>
                  <a:pt x="9" y="6331"/>
                  <a:pt x="6" y="6319"/>
                  <a:pt x="3" y="6307"/>
                </a:cubicBezTo>
                <a:cubicBezTo>
                  <a:pt x="1" y="6296"/>
                  <a:pt x="0" y="6283"/>
                  <a:pt x="0" y="6271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448160" y="336096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f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6458040" y="184860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入力ゲート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6755760" y="2336400"/>
            <a:ext cx="3329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現在の入力から候補記憶を作る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6755760" y="2783880"/>
            <a:ext cx="42800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その候補をどれだけ採用するかを決める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7367400" y="3232440"/>
            <a:ext cx="47484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m =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7628040" y="336096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8029440" y="3206880"/>
            <a:ext cx="28152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CJKjp"/>
                <a:ea typeface="NotoSansCJKjp"/>
              </a:rPr>
              <a:t>σ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8210880" y="3232440"/>
            <a:ext cx="63936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(W [h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9323640" y="3232440"/>
            <a:ext cx="6559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, x ] 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8553600" y="336096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m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9016560" y="3360960"/>
            <a:ext cx="342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t−1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9589320" y="336096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0054440" y="3232440"/>
            <a:ext cx="30996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b )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533160" y="4076640"/>
            <a:ext cx="11125440" cy="486000"/>
          </a:xfrm>
          <a:custGeom>
            <a:avLst/>
            <a:gdLst/>
            <a:ahLst/>
            <a:rect l="0" t="0" r="r" b="b"/>
            <a:pathLst>
              <a:path w="30904" h="1350">
                <a:moveTo>
                  <a:pt x="0" y="0"/>
                </a:moveTo>
                <a:lnTo>
                  <a:pt x="30904" y="0"/>
                </a:lnTo>
                <a:lnTo>
                  <a:pt x="3090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533160" y="4076640"/>
            <a:ext cx="76680" cy="486000"/>
          </a:xfrm>
          <a:custGeom>
            <a:avLst/>
            <a:gdLst/>
            <a:ahLst/>
            <a:rect l="0" t="0" r="r" b="b"/>
            <a:pathLst>
              <a:path w="213" h="1350">
                <a:moveTo>
                  <a:pt x="0" y="0"/>
                </a:moveTo>
                <a:lnTo>
                  <a:pt x="213" y="0"/>
                </a:lnTo>
                <a:lnTo>
                  <a:pt x="213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0228680" y="336096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m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533160" y="4638600"/>
            <a:ext cx="11125440" cy="486000"/>
          </a:xfrm>
          <a:custGeom>
            <a:avLst/>
            <a:gdLst/>
            <a:ahLst/>
            <a:rect l="0" t="0" r="r" b="b"/>
            <a:pathLst>
              <a:path w="30904" h="1350">
                <a:moveTo>
                  <a:pt x="0" y="0"/>
                </a:moveTo>
                <a:lnTo>
                  <a:pt x="30904" y="0"/>
                </a:lnTo>
                <a:lnTo>
                  <a:pt x="3090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533160" y="4638600"/>
            <a:ext cx="76680" cy="486000"/>
          </a:xfrm>
          <a:custGeom>
            <a:avLst/>
            <a:gdLst/>
            <a:ahLst/>
            <a:rect l="0" t="0" r="r" b="b"/>
            <a:pathLst>
              <a:path w="213" h="1350">
                <a:moveTo>
                  <a:pt x="0" y="0"/>
                </a:moveTo>
                <a:lnTo>
                  <a:pt x="213" y="0"/>
                </a:lnTo>
                <a:lnTo>
                  <a:pt x="213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43040" y="4176000"/>
            <a:ext cx="8836200" cy="31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シグモイド関数は</a:t>
            </a:r>
            <a:r>
              <a:rPr b="0" lang="en-US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0</a:t>
            </a:r>
            <a:r>
              <a:rPr b="0" lang="zh-CN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から</a:t>
            </a:r>
            <a:r>
              <a:rPr b="0" lang="en-US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の値を返すため、ゲートは「情報をどれだけ通すか」を表す。</a:t>
            </a:r>
            <a:endParaRPr b="0" lang="en-US" sz="172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743040" y="4737960"/>
            <a:ext cx="9819720" cy="31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記号</a:t>
            </a:r>
            <a:r>
              <a:rPr b="0" lang="en-US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: x_t </a:t>
            </a:r>
            <a:r>
              <a:rPr b="0" lang="zh-CN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は時刻</a:t>
            </a:r>
            <a:r>
              <a:rPr b="0" lang="en-US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r>
              <a:rPr b="0" lang="zh-CN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の入力、</a:t>
            </a:r>
            <a:r>
              <a:rPr b="0" lang="en-US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h_{t-1} </a:t>
            </a:r>
            <a:r>
              <a:rPr b="0" lang="zh-CN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は前時刻の隠れ状態、</a:t>
            </a:r>
            <a:r>
              <a:rPr b="0" lang="en-US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W_f,W_m </a:t>
            </a:r>
            <a:r>
              <a:rPr b="0" lang="zh-CN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は重み、</a:t>
            </a:r>
            <a:r>
              <a:rPr b="0" lang="en-US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b_f,b_m </a:t>
            </a:r>
            <a:r>
              <a:rPr b="0" lang="zh-CN" sz="1729" spc="-1" strike="noStrike">
                <a:solidFill>
                  <a:srgbClr val="111111"/>
                </a:solidFill>
                <a:latin typeface="NotoSansJP"/>
                <a:ea typeface="NotoSansJP"/>
              </a:rPr>
              <a:t>はバイアス。</a:t>
            </a:r>
            <a:endParaRPr b="0" lang="en-US" sz="172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914400" y="392400"/>
            <a:ext cx="14544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手法の詳細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0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03" name=""/>
          <p:cNvSpPr txBox="1"/>
          <p:nvPr/>
        </p:nvSpPr>
        <p:spPr>
          <a:xfrm>
            <a:off x="533520" y="924480"/>
            <a:ext cx="826848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セル状態を更新し、更新後の記憶から次時刻へ渡す隠れ状態を作る。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4761000" y="161316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=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450680" y="161316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c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67600" y="151812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~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594320" y="17416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995360" y="1613160"/>
            <a:ext cx="119700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tanh(W [h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626520" y="1613160"/>
            <a:ext cx="6559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, x ] 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5938560" y="17416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c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319440" y="1741680"/>
            <a:ext cx="342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t−1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6892200" y="17416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7357320" y="1613160"/>
            <a:ext cx="30996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b )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531560" y="17416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c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4843800" y="2385000"/>
            <a:ext cx="36648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c =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987440" y="251352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388480" y="23850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f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631120" y="2385000"/>
            <a:ext cx="281520" cy="42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Math"/>
                <a:ea typeface="NotoSansMath"/>
              </a:rPr>
              <a:t>∘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5480280" y="251352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5801400" y="23850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c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6314760" y="23850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945400" y="2513520"/>
            <a:ext cx="342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t−1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6534000" y="2385000"/>
            <a:ext cx="420120" cy="42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m</a:t>
            </a:r>
            <a:r>
              <a:rPr b="0" lang="en-US" sz="2220" spc="-1" strike="noStrike">
                <a:solidFill>
                  <a:srgbClr val="111111"/>
                </a:solidFill>
                <a:latin typeface="NotoSansMath"/>
                <a:ea typeface="NotoSansMath"/>
              </a:rPr>
              <a:t> ∘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6794640" y="251352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7115760" y="23850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c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133040" y="22896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~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7259760" y="251352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380400" y="3146760"/>
            <a:ext cx="39528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o =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3551040" y="32752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952440" y="3121200"/>
            <a:ext cx="28152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CJKjp"/>
                <a:ea typeface="NotoSansCJKjp"/>
              </a:rPr>
              <a:t>σ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133880" y="3146760"/>
            <a:ext cx="63936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(W [h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183640" y="3146760"/>
            <a:ext cx="6559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, x ] 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476600" y="32752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o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4876560" y="3275280"/>
            <a:ext cx="342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t−1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449320" y="32752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5914440" y="3146760"/>
            <a:ext cx="36036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b ),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6724440" y="3146760"/>
            <a:ext cx="39528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h =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6088680" y="32752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o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895440" y="32752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7296480" y="3146760"/>
            <a:ext cx="342360" cy="42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o</a:t>
            </a:r>
            <a:r>
              <a:rPr b="0" lang="en-US" sz="2220" spc="-1" strike="noStrike">
                <a:solidFill>
                  <a:srgbClr val="111111"/>
                </a:solidFill>
                <a:latin typeface="NotoSansMath"/>
                <a:ea typeface="NotoSansMath"/>
              </a:rPr>
              <a:t> ∘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467480" y="32752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788600" y="3146760"/>
            <a:ext cx="90756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tanh(c )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542880" y="3981240"/>
            <a:ext cx="5410440" cy="2438640"/>
          </a:xfrm>
          <a:custGeom>
            <a:avLst/>
            <a:gdLst/>
            <a:ahLst/>
            <a:rect l="0" t="0" r="r" b="b"/>
            <a:pathLst>
              <a:path w="15029" h="6774">
                <a:moveTo>
                  <a:pt x="0" y="6589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4"/>
                </a:cubicBezTo>
                <a:cubicBezTo>
                  <a:pt x="14892" y="6"/>
                  <a:pt x="14903" y="10"/>
                  <a:pt x="14915" y="14"/>
                </a:cubicBezTo>
                <a:cubicBezTo>
                  <a:pt x="14926" y="19"/>
                  <a:pt x="14937" y="25"/>
                  <a:pt x="14947" y="31"/>
                </a:cubicBezTo>
                <a:cubicBezTo>
                  <a:pt x="14957" y="38"/>
                  <a:pt x="14966" y="46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3"/>
                  <a:pt x="15010" y="103"/>
                  <a:pt x="15015" y="114"/>
                </a:cubicBezTo>
                <a:cubicBezTo>
                  <a:pt x="15020" y="126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89"/>
                </a:lnTo>
                <a:cubicBezTo>
                  <a:pt x="15029" y="6601"/>
                  <a:pt x="15028" y="6613"/>
                  <a:pt x="15025" y="6625"/>
                </a:cubicBezTo>
                <a:cubicBezTo>
                  <a:pt x="15023" y="6637"/>
                  <a:pt x="15020" y="6649"/>
                  <a:pt x="15015" y="6660"/>
                </a:cubicBezTo>
                <a:cubicBezTo>
                  <a:pt x="15010" y="6671"/>
                  <a:pt x="15005" y="6682"/>
                  <a:pt x="14998" y="6692"/>
                </a:cubicBezTo>
                <a:cubicBezTo>
                  <a:pt x="14991" y="6702"/>
                  <a:pt x="14983" y="6712"/>
                  <a:pt x="14975" y="6720"/>
                </a:cubicBezTo>
                <a:cubicBezTo>
                  <a:pt x="14966" y="6729"/>
                  <a:pt x="14957" y="6736"/>
                  <a:pt x="14947" y="6743"/>
                </a:cubicBezTo>
                <a:cubicBezTo>
                  <a:pt x="14937" y="6750"/>
                  <a:pt x="14926" y="6756"/>
                  <a:pt x="14915" y="6760"/>
                </a:cubicBezTo>
                <a:cubicBezTo>
                  <a:pt x="14903" y="6765"/>
                  <a:pt x="14892" y="6768"/>
                  <a:pt x="14880" y="6771"/>
                </a:cubicBezTo>
                <a:cubicBezTo>
                  <a:pt x="14868" y="6773"/>
                  <a:pt x="14856" y="6774"/>
                  <a:pt x="14844" y="6774"/>
                </a:cubicBezTo>
                <a:lnTo>
                  <a:pt x="185" y="6774"/>
                </a:lnTo>
                <a:cubicBezTo>
                  <a:pt x="173" y="6774"/>
                  <a:pt x="161" y="6773"/>
                  <a:pt x="149" y="6771"/>
                </a:cubicBezTo>
                <a:cubicBezTo>
                  <a:pt x="137" y="6768"/>
                  <a:pt x="125" y="6765"/>
                  <a:pt x="114" y="6760"/>
                </a:cubicBezTo>
                <a:cubicBezTo>
                  <a:pt x="103" y="6756"/>
                  <a:pt x="92" y="6750"/>
                  <a:pt x="82" y="6743"/>
                </a:cubicBezTo>
                <a:cubicBezTo>
                  <a:pt x="72" y="6736"/>
                  <a:pt x="62" y="6729"/>
                  <a:pt x="54" y="6720"/>
                </a:cubicBezTo>
                <a:cubicBezTo>
                  <a:pt x="45" y="6712"/>
                  <a:pt x="38" y="6702"/>
                  <a:pt x="31" y="6692"/>
                </a:cubicBezTo>
                <a:cubicBezTo>
                  <a:pt x="24" y="6682"/>
                  <a:pt x="18" y="6671"/>
                  <a:pt x="14" y="6660"/>
                </a:cubicBezTo>
                <a:cubicBezTo>
                  <a:pt x="9" y="6649"/>
                  <a:pt x="6" y="6637"/>
                  <a:pt x="3" y="6625"/>
                </a:cubicBezTo>
                <a:cubicBezTo>
                  <a:pt x="1" y="6613"/>
                  <a:pt x="0" y="6601"/>
                  <a:pt x="0" y="658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542880" y="3981240"/>
            <a:ext cx="5410440" cy="2438640"/>
          </a:xfrm>
          <a:custGeom>
            <a:avLst/>
            <a:gdLst/>
            <a:ahLst/>
            <a:rect l="0" t="0" r="r" b="b"/>
            <a:pathLst>
              <a:path w="15029" h="6774">
                <a:moveTo>
                  <a:pt x="0" y="6589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4"/>
                </a:cubicBezTo>
                <a:cubicBezTo>
                  <a:pt x="14892" y="6"/>
                  <a:pt x="14903" y="10"/>
                  <a:pt x="14915" y="14"/>
                </a:cubicBezTo>
                <a:cubicBezTo>
                  <a:pt x="14926" y="19"/>
                  <a:pt x="14937" y="25"/>
                  <a:pt x="14947" y="31"/>
                </a:cubicBezTo>
                <a:cubicBezTo>
                  <a:pt x="14957" y="38"/>
                  <a:pt x="14966" y="46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3"/>
                  <a:pt x="15010" y="103"/>
                  <a:pt x="15015" y="114"/>
                </a:cubicBezTo>
                <a:cubicBezTo>
                  <a:pt x="15020" y="126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89"/>
                </a:lnTo>
                <a:cubicBezTo>
                  <a:pt x="15029" y="6601"/>
                  <a:pt x="15028" y="6613"/>
                  <a:pt x="15025" y="6625"/>
                </a:cubicBezTo>
                <a:cubicBezTo>
                  <a:pt x="15023" y="6637"/>
                  <a:pt x="15020" y="6649"/>
                  <a:pt x="15015" y="6660"/>
                </a:cubicBezTo>
                <a:cubicBezTo>
                  <a:pt x="15010" y="6671"/>
                  <a:pt x="15005" y="6682"/>
                  <a:pt x="14998" y="6692"/>
                </a:cubicBezTo>
                <a:cubicBezTo>
                  <a:pt x="14991" y="6702"/>
                  <a:pt x="14983" y="6712"/>
                  <a:pt x="14975" y="6720"/>
                </a:cubicBezTo>
                <a:cubicBezTo>
                  <a:pt x="14966" y="6729"/>
                  <a:pt x="14957" y="6736"/>
                  <a:pt x="14947" y="6743"/>
                </a:cubicBezTo>
                <a:cubicBezTo>
                  <a:pt x="14937" y="6750"/>
                  <a:pt x="14926" y="6756"/>
                  <a:pt x="14915" y="6760"/>
                </a:cubicBezTo>
                <a:cubicBezTo>
                  <a:pt x="14903" y="6765"/>
                  <a:pt x="14892" y="6768"/>
                  <a:pt x="14880" y="6771"/>
                </a:cubicBezTo>
                <a:cubicBezTo>
                  <a:pt x="14868" y="6773"/>
                  <a:pt x="14856" y="6774"/>
                  <a:pt x="14844" y="6774"/>
                </a:cubicBezTo>
                <a:lnTo>
                  <a:pt x="185" y="6774"/>
                </a:lnTo>
                <a:cubicBezTo>
                  <a:pt x="173" y="6774"/>
                  <a:pt x="161" y="6773"/>
                  <a:pt x="149" y="6771"/>
                </a:cubicBezTo>
                <a:cubicBezTo>
                  <a:pt x="137" y="6768"/>
                  <a:pt x="125" y="6765"/>
                  <a:pt x="114" y="6760"/>
                </a:cubicBezTo>
                <a:cubicBezTo>
                  <a:pt x="103" y="6756"/>
                  <a:pt x="92" y="6750"/>
                  <a:pt x="82" y="6743"/>
                </a:cubicBezTo>
                <a:cubicBezTo>
                  <a:pt x="72" y="6736"/>
                  <a:pt x="62" y="6729"/>
                  <a:pt x="54" y="6720"/>
                </a:cubicBezTo>
                <a:cubicBezTo>
                  <a:pt x="45" y="6712"/>
                  <a:pt x="38" y="6702"/>
                  <a:pt x="31" y="6692"/>
                </a:cubicBezTo>
                <a:cubicBezTo>
                  <a:pt x="24" y="6682"/>
                  <a:pt x="18" y="6671"/>
                  <a:pt x="14" y="6660"/>
                </a:cubicBezTo>
                <a:cubicBezTo>
                  <a:pt x="9" y="6649"/>
                  <a:pt x="6" y="6637"/>
                  <a:pt x="3" y="6625"/>
                </a:cubicBezTo>
                <a:cubicBezTo>
                  <a:pt x="1" y="6613"/>
                  <a:pt x="0" y="6601"/>
                  <a:pt x="0" y="6589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8627760" y="3275280"/>
            <a:ext cx="196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60" spc="-1" strike="noStrike">
                <a:solidFill>
                  <a:srgbClr val="111111"/>
                </a:solidFill>
                <a:latin typeface="NotoSansJP"/>
                <a:ea typeface="NotoSansJP"/>
              </a:rPr>
              <a:t>t</a:t>
            </a:r>
            <a:endParaRPr b="0" lang="en-US" sz="15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809280" y="478152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200"/>
                  <a:pt x="239" y="214"/>
                  <a:pt x="226" y="226"/>
                </a:cubicBezTo>
                <a:cubicBezTo>
                  <a:pt x="214" y="239"/>
                  <a:pt x="200" y="248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8"/>
                  <a:pt x="52" y="239"/>
                  <a:pt x="39" y="226"/>
                </a:cubicBezTo>
                <a:cubicBezTo>
                  <a:pt x="27" y="214"/>
                  <a:pt x="17" y="200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2"/>
                  <a:pt x="39" y="38"/>
                </a:cubicBezTo>
                <a:cubicBezTo>
                  <a:pt x="52" y="26"/>
                  <a:pt x="66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762120" y="416304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状態の意味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809280" y="521964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8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8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7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059480" y="4660200"/>
            <a:ext cx="35506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c_t: 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更新後のセル状態、長期記憶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809280" y="566712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2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7"/>
                  <a:pt x="0" y="150"/>
                  <a:pt x="0" y="132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5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059480" y="5098320"/>
            <a:ext cx="35751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h_t: 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次時刻や予測に渡す隠れ状態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6238800" y="3981240"/>
            <a:ext cx="5410440" cy="2438640"/>
          </a:xfrm>
          <a:custGeom>
            <a:avLst/>
            <a:gdLst/>
            <a:ahLst/>
            <a:rect l="0" t="0" r="r" b="b"/>
            <a:pathLst>
              <a:path w="15029" h="6774">
                <a:moveTo>
                  <a:pt x="0" y="6589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4"/>
                </a:cubicBezTo>
                <a:cubicBezTo>
                  <a:pt x="14892" y="6"/>
                  <a:pt x="14903" y="10"/>
                  <a:pt x="14915" y="14"/>
                </a:cubicBezTo>
                <a:cubicBezTo>
                  <a:pt x="14926" y="19"/>
                  <a:pt x="14937" y="25"/>
                  <a:pt x="14947" y="31"/>
                </a:cubicBezTo>
                <a:cubicBezTo>
                  <a:pt x="14957" y="38"/>
                  <a:pt x="14966" y="46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3"/>
                  <a:pt x="15010" y="103"/>
                  <a:pt x="15015" y="114"/>
                </a:cubicBezTo>
                <a:cubicBezTo>
                  <a:pt x="15020" y="126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89"/>
                </a:lnTo>
                <a:cubicBezTo>
                  <a:pt x="15029" y="6601"/>
                  <a:pt x="15028" y="6613"/>
                  <a:pt x="15025" y="6625"/>
                </a:cubicBezTo>
                <a:cubicBezTo>
                  <a:pt x="15023" y="6637"/>
                  <a:pt x="15020" y="6649"/>
                  <a:pt x="15015" y="6660"/>
                </a:cubicBezTo>
                <a:cubicBezTo>
                  <a:pt x="15010" y="6671"/>
                  <a:pt x="15005" y="6682"/>
                  <a:pt x="14998" y="6692"/>
                </a:cubicBezTo>
                <a:cubicBezTo>
                  <a:pt x="14991" y="6702"/>
                  <a:pt x="14983" y="6712"/>
                  <a:pt x="14975" y="6720"/>
                </a:cubicBezTo>
                <a:cubicBezTo>
                  <a:pt x="14966" y="6729"/>
                  <a:pt x="14957" y="6736"/>
                  <a:pt x="14947" y="6743"/>
                </a:cubicBezTo>
                <a:cubicBezTo>
                  <a:pt x="14937" y="6750"/>
                  <a:pt x="14926" y="6756"/>
                  <a:pt x="14915" y="6760"/>
                </a:cubicBezTo>
                <a:cubicBezTo>
                  <a:pt x="14903" y="6765"/>
                  <a:pt x="14892" y="6768"/>
                  <a:pt x="14880" y="6771"/>
                </a:cubicBezTo>
                <a:cubicBezTo>
                  <a:pt x="14868" y="6773"/>
                  <a:pt x="14856" y="6774"/>
                  <a:pt x="14844" y="6774"/>
                </a:cubicBezTo>
                <a:lnTo>
                  <a:pt x="185" y="6774"/>
                </a:lnTo>
                <a:cubicBezTo>
                  <a:pt x="173" y="6774"/>
                  <a:pt x="161" y="6773"/>
                  <a:pt x="149" y="6771"/>
                </a:cubicBezTo>
                <a:cubicBezTo>
                  <a:pt x="137" y="6768"/>
                  <a:pt x="125" y="6765"/>
                  <a:pt x="114" y="6760"/>
                </a:cubicBezTo>
                <a:cubicBezTo>
                  <a:pt x="103" y="6756"/>
                  <a:pt x="92" y="6750"/>
                  <a:pt x="82" y="6743"/>
                </a:cubicBezTo>
                <a:cubicBezTo>
                  <a:pt x="72" y="6736"/>
                  <a:pt x="63" y="6729"/>
                  <a:pt x="54" y="6720"/>
                </a:cubicBezTo>
                <a:cubicBezTo>
                  <a:pt x="45" y="6712"/>
                  <a:pt x="38" y="6702"/>
                  <a:pt x="31" y="6692"/>
                </a:cubicBezTo>
                <a:cubicBezTo>
                  <a:pt x="24" y="6682"/>
                  <a:pt x="18" y="6671"/>
                  <a:pt x="14" y="6660"/>
                </a:cubicBezTo>
                <a:cubicBezTo>
                  <a:pt x="9" y="6649"/>
                  <a:pt x="6" y="6637"/>
                  <a:pt x="3" y="6625"/>
                </a:cubicBezTo>
                <a:cubicBezTo>
                  <a:pt x="1" y="6613"/>
                  <a:pt x="0" y="6601"/>
                  <a:pt x="0" y="6589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6238800" y="3981240"/>
            <a:ext cx="5410440" cy="2438640"/>
          </a:xfrm>
          <a:custGeom>
            <a:avLst/>
            <a:gdLst/>
            <a:ahLst/>
            <a:rect l="0" t="0" r="r" b="b"/>
            <a:pathLst>
              <a:path w="15029" h="6774">
                <a:moveTo>
                  <a:pt x="0" y="6589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4"/>
                </a:cubicBezTo>
                <a:cubicBezTo>
                  <a:pt x="14892" y="6"/>
                  <a:pt x="14903" y="10"/>
                  <a:pt x="14915" y="14"/>
                </a:cubicBezTo>
                <a:cubicBezTo>
                  <a:pt x="14926" y="19"/>
                  <a:pt x="14937" y="25"/>
                  <a:pt x="14947" y="31"/>
                </a:cubicBezTo>
                <a:cubicBezTo>
                  <a:pt x="14957" y="38"/>
                  <a:pt x="14966" y="46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3"/>
                  <a:pt x="15010" y="103"/>
                  <a:pt x="15015" y="114"/>
                </a:cubicBezTo>
                <a:cubicBezTo>
                  <a:pt x="15020" y="126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89"/>
                </a:lnTo>
                <a:cubicBezTo>
                  <a:pt x="15029" y="6601"/>
                  <a:pt x="15028" y="6613"/>
                  <a:pt x="15025" y="6625"/>
                </a:cubicBezTo>
                <a:cubicBezTo>
                  <a:pt x="15023" y="6637"/>
                  <a:pt x="15020" y="6649"/>
                  <a:pt x="15015" y="6660"/>
                </a:cubicBezTo>
                <a:cubicBezTo>
                  <a:pt x="15010" y="6671"/>
                  <a:pt x="15005" y="6682"/>
                  <a:pt x="14998" y="6692"/>
                </a:cubicBezTo>
                <a:cubicBezTo>
                  <a:pt x="14991" y="6702"/>
                  <a:pt x="14983" y="6712"/>
                  <a:pt x="14975" y="6720"/>
                </a:cubicBezTo>
                <a:cubicBezTo>
                  <a:pt x="14966" y="6729"/>
                  <a:pt x="14957" y="6736"/>
                  <a:pt x="14947" y="6743"/>
                </a:cubicBezTo>
                <a:cubicBezTo>
                  <a:pt x="14937" y="6750"/>
                  <a:pt x="14926" y="6756"/>
                  <a:pt x="14915" y="6760"/>
                </a:cubicBezTo>
                <a:cubicBezTo>
                  <a:pt x="14903" y="6765"/>
                  <a:pt x="14892" y="6768"/>
                  <a:pt x="14880" y="6771"/>
                </a:cubicBezTo>
                <a:cubicBezTo>
                  <a:pt x="14868" y="6773"/>
                  <a:pt x="14856" y="6774"/>
                  <a:pt x="14844" y="6774"/>
                </a:cubicBezTo>
                <a:lnTo>
                  <a:pt x="185" y="6774"/>
                </a:lnTo>
                <a:cubicBezTo>
                  <a:pt x="173" y="6774"/>
                  <a:pt x="161" y="6773"/>
                  <a:pt x="149" y="6771"/>
                </a:cubicBezTo>
                <a:cubicBezTo>
                  <a:pt x="137" y="6768"/>
                  <a:pt x="125" y="6765"/>
                  <a:pt x="114" y="6760"/>
                </a:cubicBezTo>
                <a:cubicBezTo>
                  <a:pt x="103" y="6756"/>
                  <a:pt x="92" y="6750"/>
                  <a:pt x="82" y="6743"/>
                </a:cubicBezTo>
                <a:cubicBezTo>
                  <a:pt x="72" y="6736"/>
                  <a:pt x="63" y="6729"/>
                  <a:pt x="54" y="6720"/>
                </a:cubicBezTo>
                <a:cubicBezTo>
                  <a:pt x="45" y="6712"/>
                  <a:pt x="38" y="6702"/>
                  <a:pt x="31" y="6692"/>
                </a:cubicBezTo>
                <a:cubicBezTo>
                  <a:pt x="24" y="6682"/>
                  <a:pt x="18" y="6671"/>
                  <a:pt x="14" y="6660"/>
                </a:cubicBezTo>
                <a:cubicBezTo>
                  <a:pt x="9" y="6649"/>
                  <a:pt x="6" y="6637"/>
                  <a:pt x="3" y="6625"/>
                </a:cubicBezTo>
                <a:cubicBezTo>
                  <a:pt x="1" y="6613"/>
                  <a:pt x="0" y="6601"/>
                  <a:pt x="0" y="6589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059480" y="5546160"/>
            <a:ext cx="34488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c~_t: 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現在入力から作る候補記憶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6505560" y="47815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200"/>
                  <a:pt x="239" y="214"/>
                  <a:pt x="226" y="226"/>
                </a:cubicBezTo>
                <a:cubicBezTo>
                  <a:pt x="214" y="239"/>
                  <a:pt x="200" y="248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8"/>
                  <a:pt x="52" y="239"/>
                  <a:pt x="39" y="226"/>
                </a:cubicBezTo>
                <a:cubicBezTo>
                  <a:pt x="27" y="214"/>
                  <a:pt x="17" y="200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2"/>
                  <a:pt x="39" y="38"/>
                </a:cubicBezTo>
                <a:cubicBezTo>
                  <a:pt x="52" y="26"/>
                  <a:pt x="66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6458040" y="4163040"/>
            <a:ext cx="160092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ゲートと演算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6505560" y="521964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8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8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755760" y="4660200"/>
            <a:ext cx="37915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f_t,m_t,o_t: 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忘却‧入力‧出力ゲート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755760" y="5098320"/>
            <a:ext cx="42472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W_c,W_o,b_c,b_o: 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学習される重みとバイ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6505560" y="60195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7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755760" y="5460480"/>
            <a:ext cx="476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アス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755760" y="5898600"/>
            <a:ext cx="42163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○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要素ごとの積、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sigma: sigmoid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関数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14400" y="392400"/>
            <a:ext cx="28846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手法の詳細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2: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数式の要点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7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71" name=""/>
          <p:cNvSpPr/>
          <p:nvPr/>
        </p:nvSpPr>
        <p:spPr>
          <a:xfrm>
            <a:off x="54288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2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54288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2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533520" y="924480"/>
            <a:ext cx="844452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は、長期依存が重要な時系列予測や自然言語処理で評価される。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762120" y="1848600"/>
            <a:ext cx="213444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太陽光発電量予測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809280" y="29048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1059480" y="233640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過去の気象データから将来の発電量を予測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059480" y="278388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複数発電所‧複数日分の時系列データを扱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809280" y="370512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1"/>
                  <a:pt x="263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7"/>
                  <a:pt x="0" y="151"/>
                  <a:pt x="0" y="132"/>
                </a:cubicBezTo>
                <a:cubicBezTo>
                  <a:pt x="0" y="115"/>
                  <a:pt x="4" y="98"/>
                  <a:pt x="11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5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059480" y="313632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う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623880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3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623880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3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059480" y="3584160"/>
            <a:ext cx="42800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物理法則ベースの予測モデルと比較する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6458040" y="1848600"/>
            <a:ext cx="160092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自然言語処理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6755760" y="2336400"/>
            <a:ext cx="35542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双方向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で前後の文脈を扱う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6505560" y="33429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6755760" y="2783880"/>
            <a:ext cx="3091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文脈に応じた単語表現を作る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533160" y="4276440"/>
            <a:ext cx="11125440" cy="1019520"/>
          </a:xfrm>
          <a:custGeom>
            <a:avLst/>
            <a:gdLst/>
            <a:ahLst/>
            <a:rect l="0" t="0" r="r" b="b"/>
            <a:pathLst>
              <a:path w="30904" h="2832">
                <a:moveTo>
                  <a:pt x="0" y="0"/>
                </a:moveTo>
                <a:lnTo>
                  <a:pt x="30904" y="0"/>
                </a:lnTo>
                <a:lnTo>
                  <a:pt x="30904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533160" y="4276440"/>
            <a:ext cx="76680" cy="1019520"/>
          </a:xfrm>
          <a:custGeom>
            <a:avLst/>
            <a:gdLst/>
            <a:ahLst/>
            <a:rect l="0" t="0" r="r" b="b"/>
            <a:pathLst>
              <a:path w="213" h="2832">
                <a:moveTo>
                  <a:pt x="0" y="0"/>
                </a:moveTo>
                <a:lnTo>
                  <a:pt x="213" y="0"/>
                </a:lnTo>
                <a:lnTo>
                  <a:pt x="213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6755760" y="3222000"/>
            <a:ext cx="43768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SQuAD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などのベンチマークで評価される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81200" y="4430520"/>
            <a:ext cx="1056060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評価の見どころは、長い文脈や複数時系列の情報を、単純な統計モデルよりうまく使えるか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781200" y="4811400"/>
            <a:ext cx="103104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である。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914400" y="3924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実験設定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0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03" name=""/>
          <p:cNvSpPr/>
          <p:nvPr/>
        </p:nvSpPr>
        <p:spPr>
          <a:xfrm>
            <a:off x="542880" y="1514160"/>
            <a:ext cx="3571920" cy="2029320"/>
          </a:xfrm>
          <a:custGeom>
            <a:avLst/>
            <a:gdLst/>
            <a:ahLst/>
            <a:rect l="0" t="0" r="r" b="b"/>
            <a:pathLst>
              <a:path w="9922" h="5637">
                <a:moveTo>
                  <a:pt x="0" y="5452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2"/>
                  <a:pt x="9773" y="4"/>
                </a:cubicBezTo>
                <a:cubicBezTo>
                  <a:pt x="9785" y="6"/>
                  <a:pt x="9797" y="10"/>
                  <a:pt x="9808" y="14"/>
                </a:cubicBezTo>
                <a:cubicBezTo>
                  <a:pt x="9819" y="19"/>
                  <a:pt x="9830" y="25"/>
                  <a:pt x="9840" y="32"/>
                </a:cubicBezTo>
                <a:cubicBezTo>
                  <a:pt x="9850" y="38"/>
                  <a:pt x="9860" y="46"/>
                  <a:pt x="9868" y="55"/>
                </a:cubicBezTo>
                <a:cubicBezTo>
                  <a:pt x="9877" y="63"/>
                  <a:pt x="9885" y="73"/>
                  <a:pt x="9891" y="83"/>
                </a:cubicBezTo>
                <a:cubicBezTo>
                  <a:pt x="9898" y="93"/>
                  <a:pt x="9904" y="103"/>
                  <a:pt x="9908" y="115"/>
                </a:cubicBezTo>
                <a:cubicBezTo>
                  <a:pt x="9913" y="126"/>
                  <a:pt x="9917" y="138"/>
                  <a:pt x="9919" y="149"/>
                </a:cubicBezTo>
                <a:cubicBezTo>
                  <a:pt x="9921" y="161"/>
                  <a:pt x="9922" y="173"/>
                  <a:pt x="9922" y="186"/>
                </a:cubicBezTo>
                <a:lnTo>
                  <a:pt x="9922" y="5452"/>
                </a:lnTo>
                <a:cubicBezTo>
                  <a:pt x="9922" y="5464"/>
                  <a:pt x="9921" y="5476"/>
                  <a:pt x="9919" y="5488"/>
                </a:cubicBezTo>
                <a:cubicBezTo>
                  <a:pt x="9917" y="5500"/>
                  <a:pt x="9913" y="5511"/>
                  <a:pt x="9908" y="5523"/>
                </a:cubicBezTo>
                <a:cubicBezTo>
                  <a:pt x="9904" y="5534"/>
                  <a:pt x="9898" y="5545"/>
                  <a:pt x="9891" y="5555"/>
                </a:cubicBezTo>
                <a:cubicBezTo>
                  <a:pt x="9885" y="5565"/>
                  <a:pt x="9877" y="5574"/>
                  <a:pt x="9868" y="5583"/>
                </a:cubicBezTo>
                <a:cubicBezTo>
                  <a:pt x="9860" y="5591"/>
                  <a:pt x="9850" y="5599"/>
                  <a:pt x="9840" y="5606"/>
                </a:cubicBezTo>
                <a:cubicBezTo>
                  <a:pt x="9830" y="5613"/>
                  <a:pt x="9819" y="5618"/>
                  <a:pt x="9808" y="5623"/>
                </a:cubicBezTo>
                <a:cubicBezTo>
                  <a:pt x="9797" y="5628"/>
                  <a:pt x="9785" y="5631"/>
                  <a:pt x="9773" y="5633"/>
                </a:cubicBezTo>
                <a:cubicBezTo>
                  <a:pt x="9761" y="5636"/>
                  <a:pt x="9749" y="5637"/>
                  <a:pt x="9737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3"/>
                </a:cubicBezTo>
                <a:cubicBezTo>
                  <a:pt x="137" y="5631"/>
                  <a:pt x="125" y="5628"/>
                  <a:pt x="114" y="5623"/>
                </a:cubicBezTo>
                <a:cubicBezTo>
                  <a:pt x="103" y="5618"/>
                  <a:pt x="92" y="5613"/>
                  <a:pt x="82" y="5606"/>
                </a:cubicBezTo>
                <a:cubicBezTo>
                  <a:pt x="72" y="5599"/>
                  <a:pt x="62" y="5591"/>
                  <a:pt x="54" y="5583"/>
                </a:cubicBezTo>
                <a:cubicBezTo>
                  <a:pt x="45" y="5574"/>
                  <a:pt x="38" y="5565"/>
                  <a:pt x="31" y="5555"/>
                </a:cubicBezTo>
                <a:cubicBezTo>
                  <a:pt x="24" y="5545"/>
                  <a:pt x="18" y="5534"/>
                  <a:pt x="14" y="5523"/>
                </a:cubicBezTo>
                <a:cubicBezTo>
                  <a:pt x="9" y="5511"/>
                  <a:pt x="6" y="5500"/>
                  <a:pt x="3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542880" y="1514160"/>
            <a:ext cx="3571920" cy="2029320"/>
          </a:xfrm>
          <a:custGeom>
            <a:avLst/>
            <a:gdLst/>
            <a:ahLst/>
            <a:rect l="0" t="0" r="r" b="b"/>
            <a:pathLst>
              <a:path w="9922" h="5637">
                <a:moveTo>
                  <a:pt x="0" y="5452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2"/>
                  <a:pt x="9773" y="4"/>
                </a:cubicBezTo>
                <a:cubicBezTo>
                  <a:pt x="9785" y="6"/>
                  <a:pt x="9797" y="10"/>
                  <a:pt x="9808" y="14"/>
                </a:cubicBezTo>
                <a:cubicBezTo>
                  <a:pt x="9819" y="19"/>
                  <a:pt x="9830" y="25"/>
                  <a:pt x="9840" y="32"/>
                </a:cubicBezTo>
                <a:cubicBezTo>
                  <a:pt x="9850" y="38"/>
                  <a:pt x="9860" y="46"/>
                  <a:pt x="9868" y="55"/>
                </a:cubicBezTo>
                <a:cubicBezTo>
                  <a:pt x="9877" y="63"/>
                  <a:pt x="9885" y="73"/>
                  <a:pt x="9891" y="83"/>
                </a:cubicBezTo>
                <a:cubicBezTo>
                  <a:pt x="9898" y="93"/>
                  <a:pt x="9904" y="103"/>
                  <a:pt x="9908" y="115"/>
                </a:cubicBezTo>
                <a:cubicBezTo>
                  <a:pt x="9913" y="126"/>
                  <a:pt x="9917" y="138"/>
                  <a:pt x="9919" y="149"/>
                </a:cubicBezTo>
                <a:cubicBezTo>
                  <a:pt x="9921" y="161"/>
                  <a:pt x="9922" y="173"/>
                  <a:pt x="9922" y="186"/>
                </a:cubicBezTo>
                <a:lnTo>
                  <a:pt x="9922" y="5452"/>
                </a:lnTo>
                <a:cubicBezTo>
                  <a:pt x="9922" y="5464"/>
                  <a:pt x="9921" y="5476"/>
                  <a:pt x="9919" y="5488"/>
                </a:cubicBezTo>
                <a:cubicBezTo>
                  <a:pt x="9917" y="5500"/>
                  <a:pt x="9913" y="5511"/>
                  <a:pt x="9908" y="5523"/>
                </a:cubicBezTo>
                <a:cubicBezTo>
                  <a:pt x="9904" y="5534"/>
                  <a:pt x="9898" y="5545"/>
                  <a:pt x="9891" y="5555"/>
                </a:cubicBezTo>
                <a:cubicBezTo>
                  <a:pt x="9885" y="5565"/>
                  <a:pt x="9877" y="5574"/>
                  <a:pt x="9868" y="5583"/>
                </a:cubicBezTo>
                <a:cubicBezTo>
                  <a:pt x="9860" y="5591"/>
                  <a:pt x="9850" y="5599"/>
                  <a:pt x="9840" y="5606"/>
                </a:cubicBezTo>
                <a:cubicBezTo>
                  <a:pt x="9830" y="5613"/>
                  <a:pt x="9819" y="5618"/>
                  <a:pt x="9808" y="5623"/>
                </a:cubicBezTo>
                <a:cubicBezTo>
                  <a:pt x="9797" y="5628"/>
                  <a:pt x="9785" y="5631"/>
                  <a:pt x="9773" y="5633"/>
                </a:cubicBezTo>
                <a:cubicBezTo>
                  <a:pt x="9761" y="5636"/>
                  <a:pt x="9749" y="5637"/>
                  <a:pt x="9737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3"/>
                </a:cubicBezTo>
                <a:cubicBezTo>
                  <a:pt x="137" y="5631"/>
                  <a:pt x="125" y="5628"/>
                  <a:pt x="114" y="5623"/>
                </a:cubicBezTo>
                <a:cubicBezTo>
                  <a:pt x="103" y="5618"/>
                  <a:pt x="92" y="5613"/>
                  <a:pt x="82" y="5606"/>
                </a:cubicBezTo>
                <a:cubicBezTo>
                  <a:pt x="72" y="5599"/>
                  <a:pt x="62" y="5591"/>
                  <a:pt x="54" y="5583"/>
                </a:cubicBezTo>
                <a:cubicBezTo>
                  <a:pt x="45" y="5574"/>
                  <a:pt x="38" y="5565"/>
                  <a:pt x="31" y="5555"/>
                </a:cubicBezTo>
                <a:cubicBezTo>
                  <a:pt x="24" y="5545"/>
                  <a:pt x="18" y="5534"/>
                  <a:pt x="14" y="5523"/>
                </a:cubicBezTo>
                <a:cubicBezTo>
                  <a:pt x="9" y="5511"/>
                  <a:pt x="6" y="5500"/>
                  <a:pt x="3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33520" y="924480"/>
            <a:ext cx="76446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は、長期依存や文脈情報が効くタスクで性能向上を示す。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723960" y="1681560"/>
            <a:ext cx="99900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時系列予測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23960" y="20667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複数の入力系列から非線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723960" y="24861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形な変化を学習し、発電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4305240" y="1514160"/>
            <a:ext cx="3581640" cy="2029320"/>
          </a:xfrm>
          <a:custGeom>
            <a:avLst/>
            <a:gdLst/>
            <a:ahLst/>
            <a:rect l="0" t="0" r="r" b="b"/>
            <a:pathLst>
              <a:path w="9949" h="5637">
                <a:moveTo>
                  <a:pt x="0" y="5452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2"/>
                  <a:pt x="9800" y="4"/>
                </a:cubicBezTo>
                <a:cubicBezTo>
                  <a:pt x="9812" y="6"/>
                  <a:pt x="9823" y="10"/>
                  <a:pt x="9835" y="14"/>
                </a:cubicBezTo>
                <a:cubicBezTo>
                  <a:pt x="9846" y="19"/>
                  <a:pt x="9857" y="25"/>
                  <a:pt x="9867" y="32"/>
                </a:cubicBezTo>
                <a:cubicBezTo>
                  <a:pt x="9877" y="38"/>
                  <a:pt x="9886" y="46"/>
                  <a:pt x="9895" y="55"/>
                </a:cubicBezTo>
                <a:cubicBezTo>
                  <a:pt x="9903" y="63"/>
                  <a:pt x="9911" y="73"/>
                  <a:pt x="9918" y="83"/>
                </a:cubicBezTo>
                <a:cubicBezTo>
                  <a:pt x="9925" y="93"/>
                  <a:pt x="9930" y="103"/>
                  <a:pt x="9935" y="115"/>
                </a:cubicBezTo>
                <a:cubicBezTo>
                  <a:pt x="9940" y="126"/>
                  <a:pt x="9943" y="138"/>
                  <a:pt x="9945" y="149"/>
                </a:cubicBezTo>
                <a:cubicBezTo>
                  <a:pt x="9948" y="161"/>
                  <a:pt x="9949" y="173"/>
                  <a:pt x="9949" y="186"/>
                </a:cubicBezTo>
                <a:lnTo>
                  <a:pt x="9949" y="5452"/>
                </a:lnTo>
                <a:cubicBezTo>
                  <a:pt x="9949" y="5464"/>
                  <a:pt x="9948" y="5476"/>
                  <a:pt x="9945" y="5488"/>
                </a:cubicBezTo>
                <a:cubicBezTo>
                  <a:pt x="9943" y="5500"/>
                  <a:pt x="9940" y="5511"/>
                  <a:pt x="9935" y="5523"/>
                </a:cubicBezTo>
                <a:cubicBezTo>
                  <a:pt x="9930" y="5534"/>
                  <a:pt x="9925" y="5545"/>
                  <a:pt x="9918" y="5555"/>
                </a:cubicBezTo>
                <a:cubicBezTo>
                  <a:pt x="9911" y="5565"/>
                  <a:pt x="9903" y="5574"/>
                  <a:pt x="9895" y="5583"/>
                </a:cubicBezTo>
                <a:cubicBezTo>
                  <a:pt x="9886" y="5591"/>
                  <a:pt x="9877" y="5599"/>
                  <a:pt x="9867" y="5606"/>
                </a:cubicBezTo>
                <a:cubicBezTo>
                  <a:pt x="9857" y="5613"/>
                  <a:pt x="9846" y="5618"/>
                  <a:pt x="9835" y="5623"/>
                </a:cubicBezTo>
                <a:cubicBezTo>
                  <a:pt x="9823" y="5628"/>
                  <a:pt x="9812" y="5631"/>
                  <a:pt x="9800" y="5633"/>
                </a:cubicBezTo>
                <a:cubicBezTo>
                  <a:pt x="9788" y="5636"/>
                  <a:pt x="9776" y="5637"/>
                  <a:pt x="9764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3"/>
                </a:cubicBezTo>
                <a:cubicBezTo>
                  <a:pt x="137" y="5631"/>
                  <a:pt x="125" y="5628"/>
                  <a:pt x="114" y="5623"/>
                </a:cubicBezTo>
                <a:cubicBezTo>
                  <a:pt x="103" y="5618"/>
                  <a:pt x="92" y="5613"/>
                  <a:pt x="82" y="5606"/>
                </a:cubicBezTo>
                <a:cubicBezTo>
                  <a:pt x="72" y="5599"/>
                  <a:pt x="63" y="5591"/>
                  <a:pt x="54" y="5583"/>
                </a:cubicBezTo>
                <a:cubicBezTo>
                  <a:pt x="45" y="5574"/>
                  <a:pt x="38" y="5565"/>
                  <a:pt x="31" y="5555"/>
                </a:cubicBezTo>
                <a:cubicBezTo>
                  <a:pt x="24" y="5545"/>
                  <a:pt x="18" y="5534"/>
                  <a:pt x="14" y="5523"/>
                </a:cubicBezTo>
                <a:cubicBezTo>
                  <a:pt x="9" y="5511"/>
                  <a:pt x="6" y="5500"/>
                  <a:pt x="3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4305240" y="1514160"/>
            <a:ext cx="3581640" cy="2029320"/>
          </a:xfrm>
          <a:custGeom>
            <a:avLst/>
            <a:gdLst/>
            <a:ahLst/>
            <a:rect l="0" t="0" r="r" b="b"/>
            <a:pathLst>
              <a:path w="9949" h="5637">
                <a:moveTo>
                  <a:pt x="0" y="5452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2"/>
                  <a:pt x="9800" y="4"/>
                </a:cubicBezTo>
                <a:cubicBezTo>
                  <a:pt x="9812" y="6"/>
                  <a:pt x="9823" y="10"/>
                  <a:pt x="9835" y="14"/>
                </a:cubicBezTo>
                <a:cubicBezTo>
                  <a:pt x="9846" y="19"/>
                  <a:pt x="9857" y="25"/>
                  <a:pt x="9867" y="32"/>
                </a:cubicBezTo>
                <a:cubicBezTo>
                  <a:pt x="9877" y="38"/>
                  <a:pt x="9886" y="46"/>
                  <a:pt x="9895" y="55"/>
                </a:cubicBezTo>
                <a:cubicBezTo>
                  <a:pt x="9903" y="63"/>
                  <a:pt x="9911" y="73"/>
                  <a:pt x="9918" y="83"/>
                </a:cubicBezTo>
                <a:cubicBezTo>
                  <a:pt x="9925" y="93"/>
                  <a:pt x="9930" y="103"/>
                  <a:pt x="9935" y="115"/>
                </a:cubicBezTo>
                <a:cubicBezTo>
                  <a:pt x="9940" y="126"/>
                  <a:pt x="9943" y="138"/>
                  <a:pt x="9945" y="149"/>
                </a:cubicBezTo>
                <a:cubicBezTo>
                  <a:pt x="9948" y="161"/>
                  <a:pt x="9949" y="173"/>
                  <a:pt x="9949" y="186"/>
                </a:cubicBezTo>
                <a:lnTo>
                  <a:pt x="9949" y="5452"/>
                </a:lnTo>
                <a:cubicBezTo>
                  <a:pt x="9949" y="5464"/>
                  <a:pt x="9948" y="5476"/>
                  <a:pt x="9945" y="5488"/>
                </a:cubicBezTo>
                <a:cubicBezTo>
                  <a:pt x="9943" y="5500"/>
                  <a:pt x="9940" y="5511"/>
                  <a:pt x="9935" y="5523"/>
                </a:cubicBezTo>
                <a:cubicBezTo>
                  <a:pt x="9930" y="5534"/>
                  <a:pt x="9925" y="5545"/>
                  <a:pt x="9918" y="5555"/>
                </a:cubicBezTo>
                <a:cubicBezTo>
                  <a:pt x="9911" y="5565"/>
                  <a:pt x="9903" y="5574"/>
                  <a:pt x="9895" y="5583"/>
                </a:cubicBezTo>
                <a:cubicBezTo>
                  <a:pt x="9886" y="5591"/>
                  <a:pt x="9877" y="5599"/>
                  <a:pt x="9867" y="5606"/>
                </a:cubicBezTo>
                <a:cubicBezTo>
                  <a:pt x="9857" y="5613"/>
                  <a:pt x="9846" y="5618"/>
                  <a:pt x="9835" y="5623"/>
                </a:cubicBezTo>
                <a:cubicBezTo>
                  <a:pt x="9823" y="5628"/>
                  <a:pt x="9812" y="5631"/>
                  <a:pt x="9800" y="5633"/>
                </a:cubicBezTo>
                <a:cubicBezTo>
                  <a:pt x="9788" y="5636"/>
                  <a:pt x="9776" y="5637"/>
                  <a:pt x="9764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3"/>
                </a:cubicBezTo>
                <a:cubicBezTo>
                  <a:pt x="137" y="5631"/>
                  <a:pt x="125" y="5628"/>
                  <a:pt x="114" y="5623"/>
                </a:cubicBezTo>
                <a:cubicBezTo>
                  <a:pt x="103" y="5618"/>
                  <a:pt x="92" y="5613"/>
                  <a:pt x="82" y="5606"/>
                </a:cubicBezTo>
                <a:cubicBezTo>
                  <a:pt x="72" y="5599"/>
                  <a:pt x="63" y="5591"/>
                  <a:pt x="54" y="5583"/>
                </a:cubicBezTo>
                <a:cubicBezTo>
                  <a:pt x="45" y="5574"/>
                  <a:pt x="38" y="5565"/>
                  <a:pt x="31" y="5555"/>
                </a:cubicBezTo>
                <a:cubicBezTo>
                  <a:pt x="24" y="5545"/>
                  <a:pt x="18" y="5534"/>
                  <a:pt x="14" y="5523"/>
                </a:cubicBezTo>
                <a:cubicBezTo>
                  <a:pt x="9" y="5511"/>
                  <a:pt x="6" y="5500"/>
                  <a:pt x="3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723960" y="28954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量予測に利用できる。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4489560" y="1681560"/>
            <a:ext cx="79920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文脈表現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489560" y="2066760"/>
            <a:ext cx="32961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双方向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により、単語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4489560" y="24861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の意味を前後文脈に応じ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8076960" y="1514160"/>
            <a:ext cx="3572280" cy="2029320"/>
          </a:xfrm>
          <a:custGeom>
            <a:avLst/>
            <a:gdLst/>
            <a:ahLst/>
            <a:rect l="0" t="0" r="r" b="b"/>
            <a:pathLst>
              <a:path w="9923" h="5637">
                <a:moveTo>
                  <a:pt x="0" y="5452"/>
                </a:moveTo>
                <a:lnTo>
                  <a:pt x="0" y="186"/>
                </a:lnTo>
                <a:cubicBezTo>
                  <a:pt x="0" y="173"/>
                  <a:pt x="1" y="161"/>
                  <a:pt x="4" y="149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3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2"/>
                  <a:pt x="9774" y="4"/>
                </a:cubicBezTo>
                <a:cubicBezTo>
                  <a:pt x="9786" y="6"/>
                  <a:pt x="9797" y="10"/>
                  <a:pt x="9809" y="14"/>
                </a:cubicBezTo>
                <a:cubicBezTo>
                  <a:pt x="9820" y="19"/>
                  <a:pt x="9831" y="25"/>
                  <a:pt x="9841" y="32"/>
                </a:cubicBezTo>
                <a:cubicBezTo>
                  <a:pt x="9851" y="38"/>
                  <a:pt x="9860" y="46"/>
                  <a:pt x="9869" y="55"/>
                </a:cubicBezTo>
                <a:cubicBezTo>
                  <a:pt x="9877" y="63"/>
                  <a:pt x="9885" y="73"/>
                  <a:pt x="9892" y="83"/>
                </a:cubicBezTo>
                <a:cubicBezTo>
                  <a:pt x="9899" y="93"/>
                  <a:pt x="9904" y="103"/>
                  <a:pt x="9909" y="115"/>
                </a:cubicBezTo>
                <a:cubicBezTo>
                  <a:pt x="9914" y="126"/>
                  <a:pt x="9917" y="138"/>
                  <a:pt x="9919" y="149"/>
                </a:cubicBezTo>
                <a:cubicBezTo>
                  <a:pt x="9922" y="161"/>
                  <a:pt x="9923" y="173"/>
                  <a:pt x="9923" y="186"/>
                </a:cubicBezTo>
                <a:lnTo>
                  <a:pt x="9923" y="5452"/>
                </a:lnTo>
                <a:cubicBezTo>
                  <a:pt x="9923" y="5464"/>
                  <a:pt x="9922" y="5476"/>
                  <a:pt x="9919" y="5488"/>
                </a:cubicBezTo>
                <a:cubicBezTo>
                  <a:pt x="9917" y="5500"/>
                  <a:pt x="9914" y="5511"/>
                  <a:pt x="9909" y="5523"/>
                </a:cubicBezTo>
                <a:cubicBezTo>
                  <a:pt x="9904" y="5534"/>
                  <a:pt x="9899" y="5545"/>
                  <a:pt x="9892" y="5555"/>
                </a:cubicBezTo>
                <a:cubicBezTo>
                  <a:pt x="9885" y="5565"/>
                  <a:pt x="9877" y="5574"/>
                  <a:pt x="9869" y="5583"/>
                </a:cubicBezTo>
                <a:cubicBezTo>
                  <a:pt x="9860" y="5591"/>
                  <a:pt x="9851" y="5599"/>
                  <a:pt x="9841" y="5606"/>
                </a:cubicBezTo>
                <a:cubicBezTo>
                  <a:pt x="9831" y="5613"/>
                  <a:pt x="9820" y="5618"/>
                  <a:pt x="9809" y="5623"/>
                </a:cubicBezTo>
                <a:cubicBezTo>
                  <a:pt x="9797" y="5628"/>
                  <a:pt x="9786" y="5631"/>
                  <a:pt x="9774" y="5633"/>
                </a:cubicBezTo>
                <a:cubicBezTo>
                  <a:pt x="9762" y="5636"/>
                  <a:pt x="9750" y="5637"/>
                  <a:pt x="9738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3"/>
                </a:cubicBezTo>
                <a:cubicBezTo>
                  <a:pt x="137" y="5631"/>
                  <a:pt x="126" y="5628"/>
                  <a:pt x="114" y="5623"/>
                </a:cubicBezTo>
                <a:cubicBezTo>
                  <a:pt x="103" y="5618"/>
                  <a:pt x="93" y="5613"/>
                  <a:pt x="82" y="5606"/>
                </a:cubicBezTo>
                <a:cubicBezTo>
                  <a:pt x="72" y="5599"/>
                  <a:pt x="63" y="5591"/>
                  <a:pt x="54" y="5583"/>
                </a:cubicBezTo>
                <a:cubicBezTo>
                  <a:pt x="46" y="5574"/>
                  <a:pt x="38" y="5565"/>
                  <a:pt x="31" y="5555"/>
                </a:cubicBezTo>
                <a:cubicBezTo>
                  <a:pt x="25" y="5545"/>
                  <a:pt x="19" y="5534"/>
                  <a:pt x="14" y="5523"/>
                </a:cubicBezTo>
                <a:cubicBezTo>
                  <a:pt x="10" y="5511"/>
                  <a:pt x="6" y="5500"/>
                  <a:pt x="4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8076960" y="1514160"/>
            <a:ext cx="3572280" cy="2029320"/>
          </a:xfrm>
          <a:custGeom>
            <a:avLst/>
            <a:gdLst/>
            <a:ahLst/>
            <a:rect l="0" t="0" r="r" b="b"/>
            <a:pathLst>
              <a:path w="9923" h="5637">
                <a:moveTo>
                  <a:pt x="0" y="5452"/>
                </a:moveTo>
                <a:lnTo>
                  <a:pt x="0" y="186"/>
                </a:lnTo>
                <a:cubicBezTo>
                  <a:pt x="0" y="173"/>
                  <a:pt x="1" y="161"/>
                  <a:pt x="4" y="149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3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2"/>
                  <a:pt x="9774" y="4"/>
                </a:cubicBezTo>
                <a:cubicBezTo>
                  <a:pt x="9786" y="6"/>
                  <a:pt x="9797" y="10"/>
                  <a:pt x="9809" y="14"/>
                </a:cubicBezTo>
                <a:cubicBezTo>
                  <a:pt x="9820" y="19"/>
                  <a:pt x="9831" y="25"/>
                  <a:pt x="9841" y="32"/>
                </a:cubicBezTo>
                <a:cubicBezTo>
                  <a:pt x="9851" y="38"/>
                  <a:pt x="9860" y="46"/>
                  <a:pt x="9869" y="55"/>
                </a:cubicBezTo>
                <a:cubicBezTo>
                  <a:pt x="9877" y="63"/>
                  <a:pt x="9885" y="73"/>
                  <a:pt x="9892" y="83"/>
                </a:cubicBezTo>
                <a:cubicBezTo>
                  <a:pt x="9899" y="93"/>
                  <a:pt x="9904" y="103"/>
                  <a:pt x="9909" y="115"/>
                </a:cubicBezTo>
                <a:cubicBezTo>
                  <a:pt x="9914" y="126"/>
                  <a:pt x="9917" y="138"/>
                  <a:pt x="9919" y="149"/>
                </a:cubicBezTo>
                <a:cubicBezTo>
                  <a:pt x="9922" y="161"/>
                  <a:pt x="9923" y="173"/>
                  <a:pt x="9923" y="186"/>
                </a:cubicBezTo>
                <a:lnTo>
                  <a:pt x="9923" y="5452"/>
                </a:lnTo>
                <a:cubicBezTo>
                  <a:pt x="9923" y="5464"/>
                  <a:pt x="9922" y="5476"/>
                  <a:pt x="9919" y="5488"/>
                </a:cubicBezTo>
                <a:cubicBezTo>
                  <a:pt x="9917" y="5500"/>
                  <a:pt x="9914" y="5511"/>
                  <a:pt x="9909" y="5523"/>
                </a:cubicBezTo>
                <a:cubicBezTo>
                  <a:pt x="9904" y="5534"/>
                  <a:pt x="9899" y="5545"/>
                  <a:pt x="9892" y="5555"/>
                </a:cubicBezTo>
                <a:cubicBezTo>
                  <a:pt x="9885" y="5565"/>
                  <a:pt x="9877" y="5574"/>
                  <a:pt x="9869" y="5583"/>
                </a:cubicBezTo>
                <a:cubicBezTo>
                  <a:pt x="9860" y="5591"/>
                  <a:pt x="9851" y="5599"/>
                  <a:pt x="9841" y="5606"/>
                </a:cubicBezTo>
                <a:cubicBezTo>
                  <a:pt x="9831" y="5613"/>
                  <a:pt x="9820" y="5618"/>
                  <a:pt x="9809" y="5623"/>
                </a:cubicBezTo>
                <a:cubicBezTo>
                  <a:pt x="9797" y="5628"/>
                  <a:pt x="9786" y="5631"/>
                  <a:pt x="9774" y="5633"/>
                </a:cubicBezTo>
                <a:cubicBezTo>
                  <a:pt x="9762" y="5636"/>
                  <a:pt x="9750" y="5637"/>
                  <a:pt x="9738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3"/>
                </a:cubicBezTo>
                <a:cubicBezTo>
                  <a:pt x="137" y="5631"/>
                  <a:pt x="126" y="5628"/>
                  <a:pt x="114" y="5623"/>
                </a:cubicBezTo>
                <a:cubicBezTo>
                  <a:pt x="103" y="5618"/>
                  <a:pt x="93" y="5613"/>
                  <a:pt x="82" y="5606"/>
                </a:cubicBezTo>
                <a:cubicBezTo>
                  <a:pt x="72" y="5599"/>
                  <a:pt x="63" y="5591"/>
                  <a:pt x="54" y="5583"/>
                </a:cubicBezTo>
                <a:cubicBezTo>
                  <a:pt x="46" y="5574"/>
                  <a:pt x="38" y="5565"/>
                  <a:pt x="31" y="5555"/>
                </a:cubicBezTo>
                <a:cubicBezTo>
                  <a:pt x="25" y="5545"/>
                  <a:pt x="19" y="5534"/>
                  <a:pt x="14" y="5523"/>
                </a:cubicBezTo>
                <a:cubicBezTo>
                  <a:pt x="10" y="5511"/>
                  <a:pt x="6" y="5500"/>
                  <a:pt x="4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4489560" y="289548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て変化させられる。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8254800" y="1681560"/>
            <a:ext cx="79920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比較結果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8254800" y="20667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長期情報が必要な場面で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8254800" y="2486160"/>
            <a:ext cx="31816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は、単純な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や固定表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533160" y="3762360"/>
            <a:ext cx="11125440" cy="857520"/>
          </a:xfrm>
          <a:custGeom>
            <a:avLst/>
            <a:gdLst/>
            <a:ahLst/>
            <a:rect l="0" t="0" r="r" b="b"/>
            <a:pathLst>
              <a:path w="30904" h="2382">
                <a:moveTo>
                  <a:pt x="0" y="0"/>
                </a:moveTo>
                <a:lnTo>
                  <a:pt x="30904" y="0"/>
                </a:lnTo>
                <a:lnTo>
                  <a:pt x="30904" y="2382"/>
                </a:lnTo>
                <a:lnTo>
                  <a:pt x="0" y="2382"/>
                </a:lnTo>
                <a:lnTo>
                  <a:pt x="0" y="0"/>
                </a:lnTo>
                <a:close/>
              </a:path>
            </a:pathLst>
          </a:custGeom>
          <a:solidFill>
            <a:srgbClr val="f8f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521640" y="375084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6"/>
                </a:lnTo>
                <a:lnTo>
                  <a:pt x="772" y="116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6"/>
                </a:lnTo>
                <a:lnTo>
                  <a:pt x="1036" y="116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6"/>
                </a:lnTo>
                <a:lnTo>
                  <a:pt x="1300" y="116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6"/>
                </a:lnTo>
                <a:lnTo>
                  <a:pt x="1564" y="116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6"/>
                </a:lnTo>
                <a:lnTo>
                  <a:pt x="1828" y="116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6"/>
                </a:lnTo>
                <a:lnTo>
                  <a:pt x="2092" y="116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6"/>
                </a:lnTo>
                <a:lnTo>
                  <a:pt x="2356" y="116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6"/>
                </a:lnTo>
                <a:lnTo>
                  <a:pt x="2620" y="116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6"/>
                </a:lnTo>
                <a:lnTo>
                  <a:pt x="2884" y="116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6"/>
                </a:lnTo>
                <a:lnTo>
                  <a:pt x="3148" y="116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6"/>
                </a:lnTo>
                <a:lnTo>
                  <a:pt x="3412" y="116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6"/>
                </a:lnTo>
                <a:lnTo>
                  <a:pt x="3677" y="116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6"/>
                </a:lnTo>
                <a:lnTo>
                  <a:pt x="3941" y="116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6"/>
                </a:lnTo>
                <a:lnTo>
                  <a:pt x="4205" y="116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6"/>
                </a:lnTo>
                <a:lnTo>
                  <a:pt x="4469" y="116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6"/>
                </a:lnTo>
                <a:lnTo>
                  <a:pt x="4733" y="116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6"/>
                </a:lnTo>
                <a:lnTo>
                  <a:pt x="4997" y="116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6"/>
                </a:lnTo>
                <a:lnTo>
                  <a:pt x="5261" y="116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6"/>
                </a:lnTo>
                <a:lnTo>
                  <a:pt x="5525" y="116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6"/>
                </a:lnTo>
                <a:lnTo>
                  <a:pt x="5789" y="116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6"/>
                </a:lnTo>
                <a:lnTo>
                  <a:pt x="6053" y="116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6"/>
                </a:lnTo>
                <a:lnTo>
                  <a:pt x="6317" y="116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6"/>
                </a:lnTo>
                <a:lnTo>
                  <a:pt x="6581" y="116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6"/>
                </a:lnTo>
                <a:lnTo>
                  <a:pt x="6845" y="116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6"/>
                </a:lnTo>
                <a:lnTo>
                  <a:pt x="7109" y="116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6"/>
                </a:lnTo>
                <a:lnTo>
                  <a:pt x="7373" y="116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6"/>
                </a:lnTo>
                <a:lnTo>
                  <a:pt x="7637" y="116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6"/>
                </a:lnTo>
                <a:lnTo>
                  <a:pt x="7901" y="116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6"/>
                </a:lnTo>
                <a:lnTo>
                  <a:pt x="8165" y="116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6"/>
                </a:lnTo>
                <a:lnTo>
                  <a:pt x="8430" y="116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6"/>
                </a:lnTo>
                <a:lnTo>
                  <a:pt x="8694" y="116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6"/>
                </a:lnTo>
                <a:lnTo>
                  <a:pt x="8958" y="116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6"/>
                </a:lnTo>
                <a:lnTo>
                  <a:pt x="9222" y="116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6"/>
                </a:lnTo>
                <a:lnTo>
                  <a:pt x="9486" y="116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6"/>
                </a:lnTo>
                <a:lnTo>
                  <a:pt x="9750" y="116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6"/>
                </a:lnTo>
                <a:lnTo>
                  <a:pt x="10014" y="116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6"/>
                </a:lnTo>
                <a:lnTo>
                  <a:pt x="10278" y="116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6"/>
                </a:lnTo>
                <a:lnTo>
                  <a:pt x="10542" y="116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6"/>
                </a:lnTo>
                <a:lnTo>
                  <a:pt x="10806" y="116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6"/>
                </a:lnTo>
                <a:lnTo>
                  <a:pt x="11070" y="116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6"/>
                </a:lnTo>
                <a:lnTo>
                  <a:pt x="11334" y="116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6"/>
                </a:lnTo>
                <a:lnTo>
                  <a:pt x="11598" y="116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6"/>
                </a:lnTo>
                <a:lnTo>
                  <a:pt x="11862" y="116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6"/>
                </a:lnTo>
                <a:lnTo>
                  <a:pt x="12126" y="116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6"/>
                </a:lnTo>
                <a:lnTo>
                  <a:pt x="12390" y="116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6"/>
                </a:lnTo>
                <a:lnTo>
                  <a:pt x="12654" y="116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6"/>
                </a:lnTo>
                <a:lnTo>
                  <a:pt x="12918" y="116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6"/>
                </a:lnTo>
                <a:lnTo>
                  <a:pt x="13182" y="116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6"/>
                </a:lnTo>
                <a:lnTo>
                  <a:pt x="13447" y="116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6"/>
                </a:lnTo>
                <a:lnTo>
                  <a:pt x="13711" y="116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6"/>
                </a:lnTo>
                <a:lnTo>
                  <a:pt x="13975" y="116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6"/>
                </a:lnTo>
                <a:lnTo>
                  <a:pt x="14240" y="116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6"/>
                </a:lnTo>
                <a:lnTo>
                  <a:pt x="14504" y="116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6"/>
                </a:lnTo>
                <a:lnTo>
                  <a:pt x="14768" y="116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6"/>
                </a:lnTo>
                <a:lnTo>
                  <a:pt x="15032" y="116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6"/>
                </a:lnTo>
                <a:lnTo>
                  <a:pt x="15296" y="116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6"/>
                </a:lnTo>
                <a:lnTo>
                  <a:pt x="15560" y="116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6"/>
                </a:lnTo>
                <a:lnTo>
                  <a:pt x="15824" y="116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6"/>
                </a:lnTo>
                <a:lnTo>
                  <a:pt x="16088" y="116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6"/>
                </a:lnTo>
                <a:lnTo>
                  <a:pt x="16352" y="116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6"/>
                </a:lnTo>
                <a:lnTo>
                  <a:pt x="16616" y="116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6"/>
                </a:lnTo>
                <a:lnTo>
                  <a:pt x="16880" y="116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6"/>
                </a:lnTo>
                <a:lnTo>
                  <a:pt x="17144" y="116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6"/>
                </a:lnTo>
                <a:lnTo>
                  <a:pt x="17408" y="116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6"/>
                </a:lnTo>
                <a:lnTo>
                  <a:pt x="17672" y="116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6"/>
                </a:lnTo>
                <a:lnTo>
                  <a:pt x="17936" y="116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6"/>
                </a:lnTo>
                <a:lnTo>
                  <a:pt x="18201" y="116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6"/>
                </a:lnTo>
                <a:lnTo>
                  <a:pt x="18465" y="116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6"/>
                </a:lnTo>
                <a:lnTo>
                  <a:pt x="18729" y="116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6"/>
                </a:lnTo>
                <a:lnTo>
                  <a:pt x="18993" y="116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6"/>
                </a:lnTo>
                <a:lnTo>
                  <a:pt x="19257" y="116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6"/>
                </a:lnTo>
                <a:lnTo>
                  <a:pt x="19521" y="116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6"/>
                </a:lnTo>
                <a:lnTo>
                  <a:pt x="19785" y="116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6"/>
                </a:lnTo>
                <a:lnTo>
                  <a:pt x="20049" y="116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6"/>
                </a:lnTo>
                <a:lnTo>
                  <a:pt x="20313" y="116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6"/>
                </a:lnTo>
                <a:lnTo>
                  <a:pt x="20577" y="116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6"/>
                </a:lnTo>
                <a:lnTo>
                  <a:pt x="20841" y="116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6"/>
                </a:lnTo>
                <a:lnTo>
                  <a:pt x="21105" y="116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6"/>
                </a:lnTo>
                <a:lnTo>
                  <a:pt x="21369" y="116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6"/>
                </a:lnTo>
                <a:lnTo>
                  <a:pt x="21633" y="116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6"/>
                </a:lnTo>
                <a:lnTo>
                  <a:pt x="21897" y="116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6"/>
                </a:lnTo>
                <a:lnTo>
                  <a:pt x="22161" y="116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6"/>
                </a:lnTo>
                <a:lnTo>
                  <a:pt x="22425" y="116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6"/>
                </a:lnTo>
                <a:lnTo>
                  <a:pt x="22689" y="116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6"/>
                </a:lnTo>
                <a:lnTo>
                  <a:pt x="22953" y="116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6"/>
                </a:lnTo>
                <a:lnTo>
                  <a:pt x="23218" y="116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6"/>
                </a:lnTo>
                <a:lnTo>
                  <a:pt x="23482" y="116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6"/>
                </a:lnTo>
                <a:lnTo>
                  <a:pt x="23746" y="116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6"/>
                </a:lnTo>
                <a:lnTo>
                  <a:pt x="24010" y="116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6"/>
                </a:lnTo>
                <a:lnTo>
                  <a:pt x="24274" y="116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6"/>
                </a:lnTo>
                <a:lnTo>
                  <a:pt x="24538" y="116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6"/>
                </a:lnTo>
                <a:lnTo>
                  <a:pt x="24802" y="116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6"/>
                </a:lnTo>
                <a:lnTo>
                  <a:pt x="25066" y="116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6"/>
                </a:lnTo>
                <a:lnTo>
                  <a:pt x="25330" y="116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6"/>
                </a:lnTo>
                <a:lnTo>
                  <a:pt x="25594" y="116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6"/>
                </a:lnTo>
                <a:lnTo>
                  <a:pt x="25858" y="116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6"/>
                </a:lnTo>
                <a:lnTo>
                  <a:pt x="26122" y="116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6"/>
                </a:lnTo>
                <a:lnTo>
                  <a:pt x="26386" y="116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6"/>
                </a:lnTo>
                <a:lnTo>
                  <a:pt x="26650" y="116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6"/>
                </a:lnTo>
                <a:lnTo>
                  <a:pt x="26914" y="116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6"/>
                </a:lnTo>
                <a:lnTo>
                  <a:pt x="27178" y="116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6"/>
                </a:lnTo>
                <a:lnTo>
                  <a:pt x="27442" y="116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6"/>
                </a:lnTo>
                <a:lnTo>
                  <a:pt x="27706" y="116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6"/>
                </a:lnTo>
                <a:lnTo>
                  <a:pt x="27971" y="116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6"/>
                </a:lnTo>
                <a:lnTo>
                  <a:pt x="28235" y="116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6"/>
                </a:lnTo>
                <a:lnTo>
                  <a:pt x="28499" y="116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6"/>
                </a:lnTo>
                <a:lnTo>
                  <a:pt x="28763" y="116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6"/>
                </a:lnTo>
                <a:lnTo>
                  <a:pt x="29027" y="116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6"/>
                </a:lnTo>
                <a:lnTo>
                  <a:pt x="29291" y="116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6"/>
                </a:lnTo>
                <a:lnTo>
                  <a:pt x="29555" y="116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6"/>
                </a:lnTo>
                <a:lnTo>
                  <a:pt x="29819" y="116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6"/>
                </a:lnTo>
                <a:lnTo>
                  <a:pt x="30083" y="116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6"/>
                </a:lnTo>
                <a:lnTo>
                  <a:pt x="30347" y="116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2"/>
                  <a:pt x="30783" y="7"/>
                </a:cubicBezTo>
                <a:lnTo>
                  <a:pt x="30755" y="120"/>
                </a:lnTo>
                <a:cubicBezTo>
                  <a:pt x="30745" y="117"/>
                  <a:pt x="30735" y="116"/>
                  <a:pt x="30725" y="116"/>
                </a:cubicBezTo>
                <a:lnTo>
                  <a:pt x="30611" y="116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3"/>
                  <a:pt x="30968" y="179"/>
                  <a:pt x="30968" y="243"/>
                </a:cubicBezTo>
                <a:lnTo>
                  <a:pt x="30968" y="263"/>
                </a:lnTo>
                <a:lnTo>
                  <a:pt x="30852" y="263"/>
                </a:lnTo>
                <a:lnTo>
                  <a:pt x="30852" y="243"/>
                </a:lnTo>
                <a:cubicBezTo>
                  <a:pt x="30852" y="210"/>
                  <a:pt x="30840" y="181"/>
                  <a:pt x="30817" y="156"/>
                </a:cubicBezTo>
                <a:lnTo>
                  <a:pt x="30902" y="77"/>
                </a:lnTo>
                <a:moveTo>
                  <a:pt x="30968" y="368"/>
                </a:moveTo>
                <a:lnTo>
                  <a:pt x="30968" y="527"/>
                </a:lnTo>
                <a:lnTo>
                  <a:pt x="30852" y="527"/>
                </a:lnTo>
                <a:lnTo>
                  <a:pt x="30852" y="368"/>
                </a:lnTo>
                <a:lnTo>
                  <a:pt x="30968" y="368"/>
                </a:lnTo>
                <a:moveTo>
                  <a:pt x="30968" y="634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4"/>
                </a:lnTo>
                <a:lnTo>
                  <a:pt x="30968" y="634"/>
                </a:lnTo>
                <a:moveTo>
                  <a:pt x="30968" y="898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8"/>
                </a:lnTo>
                <a:lnTo>
                  <a:pt x="30968" y="898"/>
                </a:lnTo>
                <a:moveTo>
                  <a:pt x="30968" y="1162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2"/>
                </a:lnTo>
                <a:lnTo>
                  <a:pt x="30968" y="1162"/>
                </a:lnTo>
                <a:moveTo>
                  <a:pt x="30968" y="1426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6"/>
                  <a:pt x="30866" y="2400"/>
                </a:cubicBezTo>
                <a:lnTo>
                  <a:pt x="30799" y="2305"/>
                </a:lnTo>
                <a:cubicBezTo>
                  <a:pt x="30831" y="2283"/>
                  <a:pt x="30848" y="2252"/>
                  <a:pt x="30851" y="2212"/>
                </a:cubicBezTo>
                <a:lnTo>
                  <a:pt x="30967" y="2222"/>
                </a:lnTo>
                <a:moveTo>
                  <a:pt x="30736" y="2445"/>
                </a:moveTo>
                <a:cubicBezTo>
                  <a:pt x="30733" y="2445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29"/>
                </a:lnTo>
                <a:lnTo>
                  <a:pt x="30725" y="2329"/>
                </a:lnTo>
                <a:cubicBezTo>
                  <a:pt x="30727" y="2329"/>
                  <a:pt x="30729" y="2329"/>
                  <a:pt x="30731" y="2329"/>
                </a:cubicBezTo>
                <a:lnTo>
                  <a:pt x="30736" y="2445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29"/>
                </a:lnTo>
                <a:lnTo>
                  <a:pt x="30470" y="2329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29"/>
                </a:lnTo>
                <a:lnTo>
                  <a:pt x="30206" y="2329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29"/>
                </a:lnTo>
                <a:lnTo>
                  <a:pt x="29942" y="2329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29"/>
                </a:lnTo>
                <a:lnTo>
                  <a:pt x="29678" y="2329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29"/>
                </a:lnTo>
                <a:lnTo>
                  <a:pt x="29414" y="2329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29"/>
                </a:lnTo>
                <a:lnTo>
                  <a:pt x="29150" y="2329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29"/>
                </a:lnTo>
                <a:lnTo>
                  <a:pt x="28886" y="2329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29"/>
                </a:lnTo>
                <a:lnTo>
                  <a:pt x="28622" y="2329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29"/>
                </a:lnTo>
                <a:lnTo>
                  <a:pt x="28358" y="2329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29"/>
                </a:lnTo>
                <a:lnTo>
                  <a:pt x="28094" y="2329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29"/>
                </a:lnTo>
                <a:lnTo>
                  <a:pt x="27829" y="2329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29"/>
                </a:lnTo>
                <a:lnTo>
                  <a:pt x="27565" y="2329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29"/>
                </a:lnTo>
                <a:lnTo>
                  <a:pt x="27301" y="2329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29"/>
                </a:lnTo>
                <a:lnTo>
                  <a:pt x="27037" y="2329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29"/>
                </a:lnTo>
                <a:lnTo>
                  <a:pt x="26773" y="2329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29"/>
                </a:lnTo>
                <a:lnTo>
                  <a:pt x="26509" y="2329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29"/>
                </a:lnTo>
                <a:lnTo>
                  <a:pt x="26245" y="2329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29"/>
                </a:lnTo>
                <a:lnTo>
                  <a:pt x="25981" y="2329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29"/>
                </a:lnTo>
                <a:lnTo>
                  <a:pt x="25717" y="2329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29"/>
                </a:lnTo>
                <a:lnTo>
                  <a:pt x="25453" y="2329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29"/>
                </a:lnTo>
                <a:lnTo>
                  <a:pt x="25189" y="2329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29"/>
                </a:lnTo>
                <a:lnTo>
                  <a:pt x="24925" y="2329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29"/>
                </a:lnTo>
                <a:lnTo>
                  <a:pt x="24661" y="2329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29"/>
                </a:lnTo>
                <a:lnTo>
                  <a:pt x="24397" y="2329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29"/>
                </a:lnTo>
                <a:lnTo>
                  <a:pt x="24133" y="2329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29"/>
                </a:lnTo>
                <a:lnTo>
                  <a:pt x="23869" y="2329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29"/>
                </a:lnTo>
                <a:lnTo>
                  <a:pt x="23605" y="2329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29"/>
                </a:lnTo>
                <a:lnTo>
                  <a:pt x="23341" y="2329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29"/>
                </a:lnTo>
                <a:lnTo>
                  <a:pt x="23077" y="2329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29"/>
                </a:lnTo>
                <a:lnTo>
                  <a:pt x="22812" y="2329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29"/>
                </a:lnTo>
                <a:lnTo>
                  <a:pt x="22548" y="2329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29"/>
                </a:lnTo>
                <a:lnTo>
                  <a:pt x="22284" y="2329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29"/>
                </a:lnTo>
                <a:lnTo>
                  <a:pt x="22020" y="2329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29"/>
                </a:lnTo>
                <a:lnTo>
                  <a:pt x="21756" y="2329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29"/>
                </a:lnTo>
                <a:lnTo>
                  <a:pt x="21492" y="2329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29"/>
                </a:lnTo>
                <a:lnTo>
                  <a:pt x="21228" y="2329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29"/>
                </a:lnTo>
                <a:lnTo>
                  <a:pt x="20964" y="2329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29"/>
                </a:lnTo>
                <a:lnTo>
                  <a:pt x="20700" y="2329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29"/>
                </a:lnTo>
                <a:lnTo>
                  <a:pt x="20436" y="2329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29"/>
                </a:lnTo>
                <a:lnTo>
                  <a:pt x="20172" y="2329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29"/>
                </a:lnTo>
                <a:lnTo>
                  <a:pt x="19908" y="2329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29"/>
                </a:lnTo>
                <a:lnTo>
                  <a:pt x="19644" y="2329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29"/>
                </a:lnTo>
                <a:lnTo>
                  <a:pt x="19380" y="2329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29"/>
                </a:lnTo>
                <a:lnTo>
                  <a:pt x="19116" y="2329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29"/>
                </a:lnTo>
                <a:lnTo>
                  <a:pt x="18852" y="2329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29"/>
                </a:lnTo>
                <a:lnTo>
                  <a:pt x="18588" y="2329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29"/>
                </a:lnTo>
                <a:lnTo>
                  <a:pt x="18324" y="2329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29"/>
                </a:lnTo>
                <a:lnTo>
                  <a:pt x="18059" y="2329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29"/>
                </a:lnTo>
                <a:lnTo>
                  <a:pt x="17795" y="2329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29"/>
                </a:lnTo>
                <a:lnTo>
                  <a:pt x="17531" y="2329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29"/>
                </a:lnTo>
                <a:lnTo>
                  <a:pt x="17267" y="2329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29"/>
                </a:lnTo>
                <a:lnTo>
                  <a:pt x="17003" y="2329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29"/>
                </a:lnTo>
                <a:lnTo>
                  <a:pt x="16739" y="2329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29"/>
                </a:lnTo>
                <a:lnTo>
                  <a:pt x="16475" y="2329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29"/>
                </a:lnTo>
                <a:lnTo>
                  <a:pt x="16211" y="2329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29"/>
                </a:lnTo>
                <a:lnTo>
                  <a:pt x="15947" y="2329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29"/>
                </a:lnTo>
                <a:lnTo>
                  <a:pt x="15683" y="2329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29"/>
                </a:lnTo>
                <a:lnTo>
                  <a:pt x="15419" y="2329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29"/>
                </a:lnTo>
                <a:lnTo>
                  <a:pt x="15155" y="2329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29"/>
                </a:lnTo>
                <a:lnTo>
                  <a:pt x="14891" y="2329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29"/>
                </a:lnTo>
                <a:lnTo>
                  <a:pt x="14627" y="2329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29"/>
                </a:lnTo>
                <a:lnTo>
                  <a:pt x="14363" y="2329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29"/>
                </a:lnTo>
                <a:lnTo>
                  <a:pt x="14099" y="2329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29"/>
                </a:lnTo>
                <a:lnTo>
                  <a:pt x="13834" y="2329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29"/>
                </a:lnTo>
                <a:lnTo>
                  <a:pt x="13570" y="2329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29"/>
                </a:lnTo>
                <a:lnTo>
                  <a:pt x="13306" y="2329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29"/>
                </a:lnTo>
                <a:lnTo>
                  <a:pt x="13041" y="2329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29"/>
                </a:lnTo>
                <a:lnTo>
                  <a:pt x="12777" y="2329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29"/>
                </a:lnTo>
                <a:lnTo>
                  <a:pt x="12513" y="2329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29"/>
                </a:lnTo>
                <a:lnTo>
                  <a:pt x="12249" y="2329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29"/>
                </a:lnTo>
                <a:lnTo>
                  <a:pt x="11985" y="2329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29"/>
                </a:lnTo>
                <a:lnTo>
                  <a:pt x="11721" y="2329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29"/>
                </a:lnTo>
                <a:lnTo>
                  <a:pt x="11457" y="2329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29"/>
                </a:lnTo>
                <a:lnTo>
                  <a:pt x="11193" y="2329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29"/>
                </a:lnTo>
                <a:lnTo>
                  <a:pt x="10929" y="2329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29"/>
                </a:lnTo>
                <a:lnTo>
                  <a:pt x="10665" y="2329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29"/>
                </a:lnTo>
                <a:lnTo>
                  <a:pt x="10401" y="2329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29"/>
                </a:lnTo>
                <a:lnTo>
                  <a:pt x="10137" y="2329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29"/>
                </a:lnTo>
                <a:lnTo>
                  <a:pt x="9873" y="2329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29"/>
                </a:lnTo>
                <a:lnTo>
                  <a:pt x="9609" y="2329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29"/>
                </a:lnTo>
                <a:lnTo>
                  <a:pt x="9345" y="2329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29"/>
                </a:lnTo>
                <a:lnTo>
                  <a:pt x="9081" y="2329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29"/>
                </a:lnTo>
                <a:lnTo>
                  <a:pt x="8817" y="2329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29"/>
                </a:lnTo>
                <a:lnTo>
                  <a:pt x="8553" y="2329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29"/>
                </a:lnTo>
                <a:lnTo>
                  <a:pt x="8288" y="2329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29"/>
                </a:lnTo>
                <a:lnTo>
                  <a:pt x="8024" y="2329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29"/>
                </a:lnTo>
                <a:lnTo>
                  <a:pt x="7760" y="2329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29"/>
                </a:lnTo>
                <a:lnTo>
                  <a:pt x="7496" y="2329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29"/>
                </a:lnTo>
                <a:lnTo>
                  <a:pt x="7232" y="2329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29"/>
                </a:lnTo>
                <a:lnTo>
                  <a:pt x="6968" y="2329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29"/>
                </a:lnTo>
                <a:lnTo>
                  <a:pt x="6704" y="2329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29"/>
                </a:lnTo>
                <a:lnTo>
                  <a:pt x="6440" y="2329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29"/>
                </a:lnTo>
                <a:lnTo>
                  <a:pt x="6176" y="2329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29"/>
                </a:lnTo>
                <a:lnTo>
                  <a:pt x="5912" y="2329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29"/>
                </a:lnTo>
                <a:lnTo>
                  <a:pt x="5648" y="2329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29"/>
                </a:lnTo>
                <a:lnTo>
                  <a:pt x="5384" y="2329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29"/>
                </a:lnTo>
                <a:lnTo>
                  <a:pt x="5120" y="2329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29"/>
                </a:lnTo>
                <a:lnTo>
                  <a:pt x="4856" y="2329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29"/>
                </a:lnTo>
                <a:lnTo>
                  <a:pt x="4592" y="2329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29"/>
                </a:lnTo>
                <a:lnTo>
                  <a:pt x="4328" y="2329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29"/>
                </a:lnTo>
                <a:lnTo>
                  <a:pt x="4064" y="2329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29"/>
                </a:lnTo>
                <a:lnTo>
                  <a:pt x="3800" y="2329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29"/>
                </a:lnTo>
                <a:lnTo>
                  <a:pt x="3536" y="2329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29"/>
                </a:lnTo>
                <a:lnTo>
                  <a:pt x="3271" y="2329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29"/>
                </a:lnTo>
                <a:lnTo>
                  <a:pt x="3007" y="2329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29"/>
                </a:lnTo>
                <a:lnTo>
                  <a:pt x="2743" y="2329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29"/>
                </a:lnTo>
                <a:lnTo>
                  <a:pt x="2479" y="2329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29"/>
                </a:lnTo>
                <a:lnTo>
                  <a:pt x="2215" y="2329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29"/>
                </a:lnTo>
                <a:lnTo>
                  <a:pt x="1951" y="2329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29"/>
                </a:lnTo>
                <a:lnTo>
                  <a:pt x="1687" y="2329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29"/>
                </a:lnTo>
                <a:lnTo>
                  <a:pt x="1423" y="2329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29"/>
                </a:lnTo>
                <a:lnTo>
                  <a:pt x="1159" y="2329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29"/>
                </a:lnTo>
                <a:lnTo>
                  <a:pt x="895" y="2329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29"/>
                </a:lnTo>
                <a:lnTo>
                  <a:pt x="631" y="2329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4"/>
                  <a:pt x="198" y="2441"/>
                </a:cubicBezTo>
                <a:lnTo>
                  <a:pt x="220" y="2327"/>
                </a:lnTo>
                <a:cubicBezTo>
                  <a:pt x="228" y="2328"/>
                  <a:pt x="236" y="2329"/>
                  <a:pt x="244" y="2329"/>
                </a:cubicBezTo>
                <a:lnTo>
                  <a:pt x="367" y="2329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1"/>
                  <a:pt x="0" y="2202"/>
                </a:cubicBezTo>
                <a:lnTo>
                  <a:pt x="0" y="2191"/>
                </a:lnTo>
                <a:lnTo>
                  <a:pt x="117" y="2191"/>
                </a:lnTo>
                <a:lnTo>
                  <a:pt x="117" y="2202"/>
                </a:lnTo>
                <a:cubicBezTo>
                  <a:pt x="117" y="2238"/>
                  <a:pt x="130" y="2269"/>
                  <a:pt x="156" y="2294"/>
                </a:cubicBezTo>
                <a:lnTo>
                  <a:pt x="75" y="2378"/>
                </a:lnTo>
                <a:moveTo>
                  <a:pt x="0" y="2086"/>
                </a:moveTo>
                <a:lnTo>
                  <a:pt x="0" y="1927"/>
                </a:lnTo>
                <a:lnTo>
                  <a:pt x="117" y="1927"/>
                </a:lnTo>
                <a:lnTo>
                  <a:pt x="117" y="2086"/>
                </a:lnTo>
                <a:lnTo>
                  <a:pt x="0" y="2086"/>
                </a:lnTo>
                <a:moveTo>
                  <a:pt x="0" y="1822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5"/>
                </a:moveTo>
                <a:cubicBezTo>
                  <a:pt x="3" y="160"/>
                  <a:pt x="34" y="99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5"/>
                </a:lnTo>
                <a:moveTo>
                  <a:pt x="220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521640" y="375084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6"/>
                </a:lnTo>
                <a:lnTo>
                  <a:pt x="772" y="116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6"/>
                </a:lnTo>
                <a:lnTo>
                  <a:pt x="1036" y="116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6"/>
                </a:lnTo>
                <a:lnTo>
                  <a:pt x="1300" y="116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6"/>
                </a:lnTo>
                <a:lnTo>
                  <a:pt x="1564" y="116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6"/>
                </a:lnTo>
                <a:lnTo>
                  <a:pt x="1828" y="116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6"/>
                </a:lnTo>
                <a:lnTo>
                  <a:pt x="2092" y="116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6"/>
                </a:lnTo>
                <a:lnTo>
                  <a:pt x="2356" y="116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6"/>
                </a:lnTo>
                <a:lnTo>
                  <a:pt x="2620" y="116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6"/>
                </a:lnTo>
                <a:lnTo>
                  <a:pt x="2884" y="116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6"/>
                </a:lnTo>
                <a:lnTo>
                  <a:pt x="3148" y="116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6"/>
                </a:lnTo>
                <a:lnTo>
                  <a:pt x="3412" y="116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6"/>
                </a:lnTo>
                <a:lnTo>
                  <a:pt x="3677" y="116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6"/>
                </a:lnTo>
                <a:lnTo>
                  <a:pt x="3941" y="116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6"/>
                </a:lnTo>
                <a:lnTo>
                  <a:pt x="4205" y="116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6"/>
                </a:lnTo>
                <a:lnTo>
                  <a:pt x="4469" y="116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6"/>
                </a:lnTo>
                <a:lnTo>
                  <a:pt x="4733" y="116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6"/>
                </a:lnTo>
                <a:lnTo>
                  <a:pt x="4997" y="116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6"/>
                </a:lnTo>
                <a:lnTo>
                  <a:pt x="5261" y="116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6"/>
                </a:lnTo>
                <a:lnTo>
                  <a:pt x="5525" y="116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6"/>
                </a:lnTo>
                <a:lnTo>
                  <a:pt x="5789" y="116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6"/>
                </a:lnTo>
                <a:lnTo>
                  <a:pt x="6053" y="116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6"/>
                </a:lnTo>
                <a:lnTo>
                  <a:pt x="6317" y="116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6"/>
                </a:lnTo>
                <a:lnTo>
                  <a:pt x="6581" y="116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6"/>
                </a:lnTo>
                <a:lnTo>
                  <a:pt x="6845" y="116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6"/>
                </a:lnTo>
                <a:lnTo>
                  <a:pt x="7109" y="116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6"/>
                </a:lnTo>
                <a:lnTo>
                  <a:pt x="7373" y="116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6"/>
                </a:lnTo>
                <a:lnTo>
                  <a:pt x="7637" y="116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6"/>
                </a:lnTo>
                <a:lnTo>
                  <a:pt x="7901" y="116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6"/>
                </a:lnTo>
                <a:lnTo>
                  <a:pt x="8165" y="116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6"/>
                </a:lnTo>
                <a:lnTo>
                  <a:pt x="8430" y="116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6"/>
                </a:lnTo>
                <a:lnTo>
                  <a:pt x="8694" y="116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6"/>
                </a:lnTo>
                <a:lnTo>
                  <a:pt x="8958" y="116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6"/>
                </a:lnTo>
                <a:lnTo>
                  <a:pt x="9222" y="116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6"/>
                </a:lnTo>
                <a:lnTo>
                  <a:pt x="9486" y="116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6"/>
                </a:lnTo>
                <a:lnTo>
                  <a:pt x="9750" y="116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6"/>
                </a:lnTo>
                <a:lnTo>
                  <a:pt x="10014" y="116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6"/>
                </a:lnTo>
                <a:lnTo>
                  <a:pt x="10278" y="116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6"/>
                </a:lnTo>
                <a:lnTo>
                  <a:pt x="10542" y="116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6"/>
                </a:lnTo>
                <a:lnTo>
                  <a:pt x="10806" y="116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6"/>
                </a:lnTo>
                <a:lnTo>
                  <a:pt x="11070" y="116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6"/>
                </a:lnTo>
                <a:lnTo>
                  <a:pt x="11334" y="116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6"/>
                </a:lnTo>
                <a:lnTo>
                  <a:pt x="11598" y="116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6"/>
                </a:lnTo>
                <a:lnTo>
                  <a:pt x="11862" y="116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6"/>
                </a:lnTo>
                <a:lnTo>
                  <a:pt x="12126" y="116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6"/>
                </a:lnTo>
                <a:lnTo>
                  <a:pt x="12390" y="116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6"/>
                </a:lnTo>
                <a:lnTo>
                  <a:pt x="12654" y="116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6"/>
                </a:lnTo>
                <a:lnTo>
                  <a:pt x="12918" y="116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6"/>
                </a:lnTo>
                <a:lnTo>
                  <a:pt x="13182" y="116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6"/>
                </a:lnTo>
                <a:lnTo>
                  <a:pt x="13447" y="116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6"/>
                </a:lnTo>
                <a:lnTo>
                  <a:pt x="13711" y="116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6"/>
                </a:lnTo>
                <a:lnTo>
                  <a:pt x="13975" y="116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6"/>
                </a:lnTo>
                <a:lnTo>
                  <a:pt x="14240" y="116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6"/>
                </a:lnTo>
                <a:lnTo>
                  <a:pt x="14504" y="116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6"/>
                </a:lnTo>
                <a:lnTo>
                  <a:pt x="14768" y="116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6"/>
                </a:lnTo>
                <a:lnTo>
                  <a:pt x="15032" y="116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6"/>
                </a:lnTo>
                <a:lnTo>
                  <a:pt x="15296" y="116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6"/>
                </a:lnTo>
                <a:lnTo>
                  <a:pt x="15560" y="116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6"/>
                </a:lnTo>
                <a:lnTo>
                  <a:pt x="15824" y="116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6"/>
                </a:lnTo>
                <a:lnTo>
                  <a:pt x="16088" y="116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6"/>
                </a:lnTo>
                <a:lnTo>
                  <a:pt x="16352" y="116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6"/>
                </a:lnTo>
                <a:lnTo>
                  <a:pt x="16616" y="116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6"/>
                </a:lnTo>
                <a:lnTo>
                  <a:pt x="16880" y="116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6"/>
                </a:lnTo>
                <a:lnTo>
                  <a:pt x="17144" y="116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6"/>
                </a:lnTo>
                <a:lnTo>
                  <a:pt x="17408" y="116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6"/>
                </a:lnTo>
                <a:lnTo>
                  <a:pt x="17672" y="116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6"/>
                </a:lnTo>
                <a:lnTo>
                  <a:pt x="17936" y="116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6"/>
                </a:lnTo>
                <a:lnTo>
                  <a:pt x="18201" y="116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6"/>
                </a:lnTo>
                <a:lnTo>
                  <a:pt x="18465" y="116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6"/>
                </a:lnTo>
                <a:lnTo>
                  <a:pt x="18729" y="116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6"/>
                </a:lnTo>
                <a:lnTo>
                  <a:pt x="18993" y="116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6"/>
                </a:lnTo>
                <a:lnTo>
                  <a:pt x="19257" y="116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6"/>
                </a:lnTo>
                <a:lnTo>
                  <a:pt x="19521" y="116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6"/>
                </a:lnTo>
                <a:lnTo>
                  <a:pt x="19785" y="116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6"/>
                </a:lnTo>
                <a:lnTo>
                  <a:pt x="20049" y="116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6"/>
                </a:lnTo>
                <a:lnTo>
                  <a:pt x="20313" y="116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6"/>
                </a:lnTo>
                <a:lnTo>
                  <a:pt x="20577" y="116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6"/>
                </a:lnTo>
                <a:lnTo>
                  <a:pt x="20841" y="116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6"/>
                </a:lnTo>
                <a:lnTo>
                  <a:pt x="21105" y="116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6"/>
                </a:lnTo>
                <a:lnTo>
                  <a:pt x="21369" y="116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6"/>
                </a:lnTo>
                <a:lnTo>
                  <a:pt x="21633" y="116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6"/>
                </a:lnTo>
                <a:lnTo>
                  <a:pt x="21897" y="116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6"/>
                </a:lnTo>
                <a:lnTo>
                  <a:pt x="22161" y="116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6"/>
                </a:lnTo>
                <a:lnTo>
                  <a:pt x="22425" y="116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6"/>
                </a:lnTo>
                <a:lnTo>
                  <a:pt x="22689" y="116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6"/>
                </a:lnTo>
                <a:lnTo>
                  <a:pt x="22953" y="116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6"/>
                </a:lnTo>
                <a:lnTo>
                  <a:pt x="23218" y="116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6"/>
                </a:lnTo>
                <a:lnTo>
                  <a:pt x="23482" y="116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6"/>
                </a:lnTo>
                <a:lnTo>
                  <a:pt x="23746" y="116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6"/>
                </a:lnTo>
                <a:lnTo>
                  <a:pt x="24010" y="116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6"/>
                </a:lnTo>
                <a:lnTo>
                  <a:pt x="24274" y="116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6"/>
                </a:lnTo>
                <a:lnTo>
                  <a:pt x="24538" y="116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6"/>
                </a:lnTo>
                <a:lnTo>
                  <a:pt x="24802" y="116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6"/>
                </a:lnTo>
                <a:lnTo>
                  <a:pt x="25066" y="116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6"/>
                </a:lnTo>
                <a:lnTo>
                  <a:pt x="25330" y="116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6"/>
                </a:lnTo>
                <a:lnTo>
                  <a:pt x="25594" y="116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6"/>
                </a:lnTo>
                <a:lnTo>
                  <a:pt x="25858" y="116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6"/>
                </a:lnTo>
                <a:lnTo>
                  <a:pt x="26122" y="116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6"/>
                </a:lnTo>
                <a:lnTo>
                  <a:pt x="26386" y="116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6"/>
                </a:lnTo>
                <a:lnTo>
                  <a:pt x="26650" y="116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6"/>
                </a:lnTo>
                <a:lnTo>
                  <a:pt x="26914" y="116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6"/>
                </a:lnTo>
                <a:lnTo>
                  <a:pt x="27178" y="116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6"/>
                </a:lnTo>
                <a:lnTo>
                  <a:pt x="27442" y="116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6"/>
                </a:lnTo>
                <a:lnTo>
                  <a:pt x="27706" y="116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6"/>
                </a:lnTo>
                <a:lnTo>
                  <a:pt x="27971" y="116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6"/>
                </a:lnTo>
                <a:lnTo>
                  <a:pt x="28235" y="116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6"/>
                </a:lnTo>
                <a:lnTo>
                  <a:pt x="28499" y="116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6"/>
                </a:lnTo>
                <a:lnTo>
                  <a:pt x="28763" y="116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6"/>
                </a:lnTo>
                <a:lnTo>
                  <a:pt x="29027" y="116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6"/>
                </a:lnTo>
                <a:lnTo>
                  <a:pt x="29291" y="116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6"/>
                </a:lnTo>
                <a:lnTo>
                  <a:pt x="29555" y="116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6"/>
                </a:lnTo>
                <a:lnTo>
                  <a:pt x="29819" y="116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6"/>
                </a:lnTo>
                <a:lnTo>
                  <a:pt x="30083" y="116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6"/>
                </a:lnTo>
                <a:lnTo>
                  <a:pt x="30347" y="116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2"/>
                  <a:pt x="30783" y="7"/>
                </a:cubicBezTo>
                <a:lnTo>
                  <a:pt x="30755" y="120"/>
                </a:lnTo>
                <a:cubicBezTo>
                  <a:pt x="30745" y="117"/>
                  <a:pt x="30735" y="116"/>
                  <a:pt x="30725" y="116"/>
                </a:cubicBezTo>
                <a:lnTo>
                  <a:pt x="30611" y="116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3"/>
                  <a:pt x="30968" y="179"/>
                  <a:pt x="30968" y="243"/>
                </a:cubicBezTo>
                <a:lnTo>
                  <a:pt x="30968" y="263"/>
                </a:lnTo>
                <a:lnTo>
                  <a:pt x="30852" y="263"/>
                </a:lnTo>
                <a:lnTo>
                  <a:pt x="30852" y="243"/>
                </a:lnTo>
                <a:cubicBezTo>
                  <a:pt x="30852" y="210"/>
                  <a:pt x="30840" y="181"/>
                  <a:pt x="30817" y="156"/>
                </a:cubicBezTo>
                <a:lnTo>
                  <a:pt x="30902" y="77"/>
                </a:lnTo>
                <a:moveTo>
                  <a:pt x="30968" y="368"/>
                </a:moveTo>
                <a:lnTo>
                  <a:pt x="30968" y="527"/>
                </a:lnTo>
                <a:lnTo>
                  <a:pt x="30852" y="527"/>
                </a:lnTo>
                <a:lnTo>
                  <a:pt x="30852" y="368"/>
                </a:lnTo>
                <a:lnTo>
                  <a:pt x="30968" y="368"/>
                </a:lnTo>
                <a:moveTo>
                  <a:pt x="30968" y="634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4"/>
                </a:lnTo>
                <a:lnTo>
                  <a:pt x="30968" y="634"/>
                </a:lnTo>
                <a:moveTo>
                  <a:pt x="30968" y="898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8"/>
                </a:lnTo>
                <a:lnTo>
                  <a:pt x="30968" y="898"/>
                </a:lnTo>
                <a:moveTo>
                  <a:pt x="30968" y="1162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2"/>
                </a:lnTo>
                <a:lnTo>
                  <a:pt x="30968" y="1162"/>
                </a:lnTo>
                <a:moveTo>
                  <a:pt x="30968" y="1426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6"/>
                  <a:pt x="30866" y="2400"/>
                </a:cubicBezTo>
                <a:lnTo>
                  <a:pt x="30799" y="2305"/>
                </a:lnTo>
                <a:cubicBezTo>
                  <a:pt x="30831" y="2283"/>
                  <a:pt x="30848" y="2252"/>
                  <a:pt x="30851" y="2212"/>
                </a:cubicBezTo>
                <a:lnTo>
                  <a:pt x="30967" y="2222"/>
                </a:lnTo>
                <a:moveTo>
                  <a:pt x="30736" y="2445"/>
                </a:moveTo>
                <a:cubicBezTo>
                  <a:pt x="30733" y="2445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29"/>
                </a:lnTo>
                <a:lnTo>
                  <a:pt x="30725" y="2329"/>
                </a:lnTo>
                <a:cubicBezTo>
                  <a:pt x="30727" y="2329"/>
                  <a:pt x="30729" y="2329"/>
                  <a:pt x="30731" y="2329"/>
                </a:cubicBezTo>
                <a:lnTo>
                  <a:pt x="30736" y="2445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29"/>
                </a:lnTo>
                <a:lnTo>
                  <a:pt x="30470" y="2329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29"/>
                </a:lnTo>
                <a:lnTo>
                  <a:pt x="30206" y="2329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29"/>
                </a:lnTo>
                <a:lnTo>
                  <a:pt x="29942" y="2329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29"/>
                </a:lnTo>
                <a:lnTo>
                  <a:pt x="29678" y="2329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29"/>
                </a:lnTo>
                <a:lnTo>
                  <a:pt x="29414" y="2329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29"/>
                </a:lnTo>
                <a:lnTo>
                  <a:pt x="29150" y="2329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29"/>
                </a:lnTo>
                <a:lnTo>
                  <a:pt x="28886" y="2329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29"/>
                </a:lnTo>
                <a:lnTo>
                  <a:pt x="28622" y="2329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29"/>
                </a:lnTo>
                <a:lnTo>
                  <a:pt x="28358" y="2329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29"/>
                </a:lnTo>
                <a:lnTo>
                  <a:pt x="28094" y="2329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29"/>
                </a:lnTo>
                <a:lnTo>
                  <a:pt x="27829" y="2329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29"/>
                </a:lnTo>
                <a:lnTo>
                  <a:pt x="27565" y="2329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29"/>
                </a:lnTo>
                <a:lnTo>
                  <a:pt x="27301" y="2329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29"/>
                </a:lnTo>
                <a:lnTo>
                  <a:pt x="27037" y="2329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29"/>
                </a:lnTo>
                <a:lnTo>
                  <a:pt x="26773" y="2329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29"/>
                </a:lnTo>
                <a:lnTo>
                  <a:pt x="26509" y="2329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29"/>
                </a:lnTo>
                <a:lnTo>
                  <a:pt x="26245" y="2329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29"/>
                </a:lnTo>
                <a:lnTo>
                  <a:pt x="25981" y="2329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29"/>
                </a:lnTo>
                <a:lnTo>
                  <a:pt x="25717" y="2329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29"/>
                </a:lnTo>
                <a:lnTo>
                  <a:pt x="25453" y="2329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29"/>
                </a:lnTo>
                <a:lnTo>
                  <a:pt x="25189" y="2329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29"/>
                </a:lnTo>
                <a:lnTo>
                  <a:pt x="24925" y="2329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29"/>
                </a:lnTo>
                <a:lnTo>
                  <a:pt x="24661" y="2329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29"/>
                </a:lnTo>
                <a:lnTo>
                  <a:pt x="24397" y="2329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29"/>
                </a:lnTo>
                <a:lnTo>
                  <a:pt x="24133" y="2329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29"/>
                </a:lnTo>
                <a:lnTo>
                  <a:pt x="23869" y="2329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29"/>
                </a:lnTo>
                <a:lnTo>
                  <a:pt x="23605" y="2329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29"/>
                </a:lnTo>
                <a:lnTo>
                  <a:pt x="23341" y="2329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29"/>
                </a:lnTo>
                <a:lnTo>
                  <a:pt x="23077" y="2329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29"/>
                </a:lnTo>
                <a:lnTo>
                  <a:pt x="22812" y="2329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29"/>
                </a:lnTo>
                <a:lnTo>
                  <a:pt x="22548" y="2329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29"/>
                </a:lnTo>
                <a:lnTo>
                  <a:pt x="22284" y="2329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29"/>
                </a:lnTo>
                <a:lnTo>
                  <a:pt x="22020" y="2329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29"/>
                </a:lnTo>
                <a:lnTo>
                  <a:pt x="21756" y="2329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29"/>
                </a:lnTo>
                <a:lnTo>
                  <a:pt x="21492" y="2329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29"/>
                </a:lnTo>
                <a:lnTo>
                  <a:pt x="21228" y="2329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29"/>
                </a:lnTo>
                <a:lnTo>
                  <a:pt x="20964" y="2329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29"/>
                </a:lnTo>
                <a:lnTo>
                  <a:pt x="20700" y="2329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29"/>
                </a:lnTo>
                <a:lnTo>
                  <a:pt x="20436" y="2329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29"/>
                </a:lnTo>
                <a:lnTo>
                  <a:pt x="20172" y="2329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29"/>
                </a:lnTo>
                <a:lnTo>
                  <a:pt x="19908" y="2329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29"/>
                </a:lnTo>
                <a:lnTo>
                  <a:pt x="19644" y="2329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29"/>
                </a:lnTo>
                <a:lnTo>
                  <a:pt x="19380" y="2329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29"/>
                </a:lnTo>
                <a:lnTo>
                  <a:pt x="19116" y="2329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29"/>
                </a:lnTo>
                <a:lnTo>
                  <a:pt x="18852" y="2329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29"/>
                </a:lnTo>
                <a:lnTo>
                  <a:pt x="18588" y="2329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29"/>
                </a:lnTo>
                <a:lnTo>
                  <a:pt x="18324" y="2329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29"/>
                </a:lnTo>
                <a:lnTo>
                  <a:pt x="18059" y="2329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29"/>
                </a:lnTo>
                <a:lnTo>
                  <a:pt x="17795" y="2329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29"/>
                </a:lnTo>
                <a:lnTo>
                  <a:pt x="17531" y="2329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29"/>
                </a:lnTo>
                <a:lnTo>
                  <a:pt x="17267" y="2329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29"/>
                </a:lnTo>
                <a:lnTo>
                  <a:pt x="17003" y="2329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29"/>
                </a:lnTo>
                <a:lnTo>
                  <a:pt x="16739" y="2329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29"/>
                </a:lnTo>
                <a:lnTo>
                  <a:pt x="16475" y="2329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29"/>
                </a:lnTo>
                <a:lnTo>
                  <a:pt x="16211" y="2329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29"/>
                </a:lnTo>
                <a:lnTo>
                  <a:pt x="15947" y="2329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29"/>
                </a:lnTo>
                <a:lnTo>
                  <a:pt x="15683" y="2329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29"/>
                </a:lnTo>
                <a:lnTo>
                  <a:pt x="15419" y="2329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29"/>
                </a:lnTo>
                <a:lnTo>
                  <a:pt x="15155" y="2329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29"/>
                </a:lnTo>
                <a:lnTo>
                  <a:pt x="14891" y="2329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29"/>
                </a:lnTo>
                <a:lnTo>
                  <a:pt x="14627" y="2329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29"/>
                </a:lnTo>
                <a:lnTo>
                  <a:pt x="14363" y="2329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29"/>
                </a:lnTo>
                <a:lnTo>
                  <a:pt x="14099" y="2329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29"/>
                </a:lnTo>
                <a:lnTo>
                  <a:pt x="13834" y="2329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29"/>
                </a:lnTo>
                <a:lnTo>
                  <a:pt x="13570" y="2329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29"/>
                </a:lnTo>
                <a:lnTo>
                  <a:pt x="13306" y="2329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29"/>
                </a:lnTo>
                <a:lnTo>
                  <a:pt x="13041" y="2329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29"/>
                </a:lnTo>
                <a:lnTo>
                  <a:pt x="12777" y="2329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29"/>
                </a:lnTo>
                <a:lnTo>
                  <a:pt x="12513" y="2329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29"/>
                </a:lnTo>
                <a:lnTo>
                  <a:pt x="12249" y="2329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29"/>
                </a:lnTo>
                <a:lnTo>
                  <a:pt x="11985" y="2329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29"/>
                </a:lnTo>
                <a:lnTo>
                  <a:pt x="11721" y="2329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29"/>
                </a:lnTo>
                <a:lnTo>
                  <a:pt x="11457" y="2329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29"/>
                </a:lnTo>
                <a:lnTo>
                  <a:pt x="11193" y="2329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29"/>
                </a:lnTo>
                <a:lnTo>
                  <a:pt x="10929" y="2329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29"/>
                </a:lnTo>
                <a:lnTo>
                  <a:pt x="10665" y="2329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29"/>
                </a:lnTo>
                <a:lnTo>
                  <a:pt x="10401" y="2329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29"/>
                </a:lnTo>
                <a:lnTo>
                  <a:pt x="10137" y="2329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29"/>
                </a:lnTo>
                <a:lnTo>
                  <a:pt x="9873" y="2329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29"/>
                </a:lnTo>
                <a:lnTo>
                  <a:pt x="9609" y="2329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29"/>
                </a:lnTo>
                <a:lnTo>
                  <a:pt x="9345" y="2329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29"/>
                </a:lnTo>
                <a:lnTo>
                  <a:pt x="9081" y="2329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29"/>
                </a:lnTo>
                <a:lnTo>
                  <a:pt x="8817" y="2329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29"/>
                </a:lnTo>
                <a:lnTo>
                  <a:pt x="8553" y="2329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29"/>
                </a:lnTo>
                <a:lnTo>
                  <a:pt x="8288" y="2329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29"/>
                </a:lnTo>
                <a:lnTo>
                  <a:pt x="8024" y="2329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29"/>
                </a:lnTo>
                <a:lnTo>
                  <a:pt x="7760" y="2329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29"/>
                </a:lnTo>
                <a:lnTo>
                  <a:pt x="7496" y="2329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29"/>
                </a:lnTo>
                <a:lnTo>
                  <a:pt x="7232" y="2329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29"/>
                </a:lnTo>
                <a:lnTo>
                  <a:pt x="6968" y="2329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29"/>
                </a:lnTo>
                <a:lnTo>
                  <a:pt x="6704" y="2329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29"/>
                </a:lnTo>
                <a:lnTo>
                  <a:pt x="6440" y="2329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29"/>
                </a:lnTo>
                <a:lnTo>
                  <a:pt x="6176" y="2329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29"/>
                </a:lnTo>
                <a:lnTo>
                  <a:pt x="5912" y="2329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29"/>
                </a:lnTo>
                <a:lnTo>
                  <a:pt x="5648" y="2329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29"/>
                </a:lnTo>
                <a:lnTo>
                  <a:pt x="5384" y="2329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29"/>
                </a:lnTo>
                <a:lnTo>
                  <a:pt x="5120" y="2329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29"/>
                </a:lnTo>
                <a:lnTo>
                  <a:pt x="4856" y="2329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29"/>
                </a:lnTo>
                <a:lnTo>
                  <a:pt x="4592" y="2329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29"/>
                </a:lnTo>
                <a:lnTo>
                  <a:pt x="4328" y="2329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29"/>
                </a:lnTo>
                <a:lnTo>
                  <a:pt x="4064" y="2329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29"/>
                </a:lnTo>
                <a:lnTo>
                  <a:pt x="3800" y="2329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29"/>
                </a:lnTo>
                <a:lnTo>
                  <a:pt x="3536" y="2329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29"/>
                </a:lnTo>
                <a:lnTo>
                  <a:pt x="3271" y="2329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29"/>
                </a:lnTo>
                <a:lnTo>
                  <a:pt x="3007" y="2329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29"/>
                </a:lnTo>
                <a:lnTo>
                  <a:pt x="2743" y="2329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29"/>
                </a:lnTo>
                <a:lnTo>
                  <a:pt x="2479" y="2329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29"/>
                </a:lnTo>
                <a:lnTo>
                  <a:pt x="2215" y="2329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29"/>
                </a:lnTo>
                <a:lnTo>
                  <a:pt x="1951" y="2329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29"/>
                </a:lnTo>
                <a:lnTo>
                  <a:pt x="1687" y="2329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29"/>
                </a:lnTo>
                <a:lnTo>
                  <a:pt x="1423" y="2329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29"/>
                </a:lnTo>
                <a:lnTo>
                  <a:pt x="1159" y="2329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29"/>
                </a:lnTo>
                <a:lnTo>
                  <a:pt x="895" y="2329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29"/>
                </a:lnTo>
                <a:lnTo>
                  <a:pt x="631" y="2329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4"/>
                  <a:pt x="198" y="2441"/>
                </a:cubicBezTo>
                <a:lnTo>
                  <a:pt x="220" y="2327"/>
                </a:lnTo>
                <a:cubicBezTo>
                  <a:pt x="228" y="2328"/>
                  <a:pt x="236" y="2329"/>
                  <a:pt x="244" y="2329"/>
                </a:cubicBezTo>
                <a:lnTo>
                  <a:pt x="367" y="2329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1"/>
                  <a:pt x="0" y="2202"/>
                </a:cubicBezTo>
                <a:lnTo>
                  <a:pt x="0" y="2191"/>
                </a:lnTo>
                <a:lnTo>
                  <a:pt x="117" y="2191"/>
                </a:lnTo>
                <a:lnTo>
                  <a:pt x="117" y="2202"/>
                </a:lnTo>
                <a:cubicBezTo>
                  <a:pt x="117" y="2238"/>
                  <a:pt x="130" y="2269"/>
                  <a:pt x="156" y="2294"/>
                </a:cubicBezTo>
                <a:lnTo>
                  <a:pt x="75" y="2378"/>
                </a:lnTo>
                <a:moveTo>
                  <a:pt x="0" y="2086"/>
                </a:moveTo>
                <a:lnTo>
                  <a:pt x="0" y="1927"/>
                </a:lnTo>
                <a:lnTo>
                  <a:pt x="117" y="1927"/>
                </a:lnTo>
                <a:lnTo>
                  <a:pt x="117" y="2086"/>
                </a:lnTo>
                <a:lnTo>
                  <a:pt x="0" y="2086"/>
                </a:lnTo>
                <a:moveTo>
                  <a:pt x="0" y="1822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5"/>
                </a:moveTo>
                <a:cubicBezTo>
                  <a:pt x="3" y="160"/>
                  <a:pt x="34" y="99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5"/>
                </a:lnTo>
                <a:moveTo>
                  <a:pt x="220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521640" y="375084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6"/>
                </a:lnTo>
                <a:lnTo>
                  <a:pt x="772" y="116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6"/>
                </a:lnTo>
                <a:lnTo>
                  <a:pt x="1036" y="116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6"/>
                </a:lnTo>
                <a:lnTo>
                  <a:pt x="1300" y="116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6"/>
                </a:lnTo>
                <a:lnTo>
                  <a:pt x="1564" y="116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6"/>
                </a:lnTo>
                <a:lnTo>
                  <a:pt x="1828" y="116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6"/>
                </a:lnTo>
                <a:lnTo>
                  <a:pt x="2092" y="116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6"/>
                </a:lnTo>
                <a:lnTo>
                  <a:pt x="2356" y="116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6"/>
                </a:lnTo>
                <a:lnTo>
                  <a:pt x="2620" y="116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6"/>
                </a:lnTo>
                <a:lnTo>
                  <a:pt x="2884" y="116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6"/>
                </a:lnTo>
                <a:lnTo>
                  <a:pt x="3148" y="116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6"/>
                </a:lnTo>
                <a:lnTo>
                  <a:pt x="3412" y="116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6"/>
                </a:lnTo>
                <a:lnTo>
                  <a:pt x="3677" y="116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6"/>
                </a:lnTo>
                <a:lnTo>
                  <a:pt x="3941" y="116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6"/>
                </a:lnTo>
                <a:lnTo>
                  <a:pt x="4205" y="116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6"/>
                </a:lnTo>
                <a:lnTo>
                  <a:pt x="4469" y="116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6"/>
                </a:lnTo>
                <a:lnTo>
                  <a:pt x="4733" y="116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6"/>
                </a:lnTo>
                <a:lnTo>
                  <a:pt x="4997" y="116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6"/>
                </a:lnTo>
                <a:lnTo>
                  <a:pt x="5261" y="116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6"/>
                </a:lnTo>
                <a:lnTo>
                  <a:pt x="5525" y="116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6"/>
                </a:lnTo>
                <a:lnTo>
                  <a:pt x="5789" y="116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6"/>
                </a:lnTo>
                <a:lnTo>
                  <a:pt x="6053" y="116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6"/>
                </a:lnTo>
                <a:lnTo>
                  <a:pt x="6317" y="116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6"/>
                </a:lnTo>
                <a:lnTo>
                  <a:pt x="6581" y="116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6"/>
                </a:lnTo>
                <a:lnTo>
                  <a:pt x="6845" y="116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6"/>
                </a:lnTo>
                <a:lnTo>
                  <a:pt x="7109" y="116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6"/>
                </a:lnTo>
                <a:lnTo>
                  <a:pt x="7373" y="116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6"/>
                </a:lnTo>
                <a:lnTo>
                  <a:pt x="7637" y="116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6"/>
                </a:lnTo>
                <a:lnTo>
                  <a:pt x="7901" y="116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6"/>
                </a:lnTo>
                <a:lnTo>
                  <a:pt x="8165" y="116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6"/>
                </a:lnTo>
                <a:lnTo>
                  <a:pt x="8430" y="116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6"/>
                </a:lnTo>
                <a:lnTo>
                  <a:pt x="8694" y="116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6"/>
                </a:lnTo>
                <a:lnTo>
                  <a:pt x="8958" y="116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6"/>
                </a:lnTo>
                <a:lnTo>
                  <a:pt x="9222" y="116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6"/>
                </a:lnTo>
                <a:lnTo>
                  <a:pt x="9486" y="116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6"/>
                </a:lnTo>
                <a:lnTo>
                  <a:pt x="9750" y="116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6"/>
                </a:lnTo>
                <a:lnTo>
                  <a:pt x="10014" y="116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6"/>
                </a:lnTo>
                <a:lnTo>
                  <a:pt x="10278" y="116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6"/>
                </a:lnTo>
                <a:lnTo>
                  <a:pt x="10542" y="116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6"/>
                </a:lnTo>
                <a:lnTo>
                  <a:pt x="10806" y="116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6"/>
                </a:lnTo>
                <a:lnTo>
                  <a:pt x="11070" y="116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6"/>
                </a:lnTo>
                <a:lnTo>
                  <a:pt x="11334" y="116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6"/>
                </a:lnTo>
                <a:lnTo>
                  <a:pt x="11598" y="116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6"/>
                </a:lnTo>
                <a:lnTo>
                  <a:pt x="11862" y="116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6"/>
                </a:lnTo>
                <a:lnTo>
                  <a:pt x="12126" y="116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6"/>
                </a:lnTo>
                <a:lnTo>
                  <a:pt x="12390" y="116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6"/>
                </a:lnTo>
                <a:lnTo>
                  <a:pt x="12654" y="116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6"/>
                </a:lnTo>
                <a:lnTo>
                  <a:pt x="12918" y="116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6"/>
                </a:lnTo>
                <a:lnTo>
                  <a:pt x="13182" y="116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6"/>
                </a:lnTo>
                <a:lnTo>
                  <a:pt x="13447" y="116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6"/>
                </a:lnTo>
                <a:lnTo>
                  <a:pt x="13711" y="116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6"/>
                </a:lnTo>
                <a:lnTo>
                  <a:pt x="13975" y="116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6"/>
                </a:lnTo>
                <a:lnTo>
                  <a:pt x="14240" y="116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6"/>
                </a:lnTo>
                <a:lnTo>
                  <a:pt x="14504" y="116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6"/>
                </a:lnTo>
                <a:lnTo>
                  <a:pt x="14768" y="116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6"/>
                </a:lnTo>
                <a:lnTo>
                  <a:pt x="15032" y="116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6"/>
                </a:lnTo>
                <a:lnTo>
                  <a:pt x="15296" y="116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6"/>
                </a:lnTo>
                <a:lnTo>
                  <a:pt x="15560" y="116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6"/>
                </a:lnTo>
                <a:lnTo>
                  <a:pt x="15824" y="116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6"/>
                </a:lnTo>
                <a:lnTo>
                  <a:pt x="16088" y="116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6"/>
                </a:lnTo>
                <a:lnTo>
                  <a:pt x="16352" y="116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6"/>
                </a:lnTo>
                <a:lnTo>
                  <a:pt x="16616" y="116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6"/>
                </a:lnTo>
                <a:lnTo>
                  <a:pt x="16880" y="116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6"/>
                </a:lnTo>
                <a:lnTo>
                  <a:pt x="17144" y="116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6"/>
                </a:lnTo>
                <a:lnTo>
                  <a:pt x="17408" y="116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6"/>
                </a:lnTo>
                <a:lnTo>
                  <a:pt x="17672" y="116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6"/>
                </a:lnTo>
                <a:lnTo>
                  <a:pt x="17936" y="116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6"/>
                </a:lnTo>
                <a:lnTo>
                  <a:pt x="18201" y="116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6"/>
                </a:lnTo>
                <a:lnTo>
                  <a:pt x="18465" y="116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6"/>
                </a:lnTo>
                <a:lnTo>
                  <a:pt x="18729" y="116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6"/>
                </a:lnTo>
                <a:lnTo>
                  <a:pt x="18993" y="116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6"/>
                </a:lnTo>
                <a:lnTo>
                  <a:pt x="19257" y="116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6"/>
                </a:lnTo>
                <a:lnTo>
                  <a:pt x="19521" y="116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6"/>
                </a:lnTo>
                <a:lnTo>
                  <a:pt x="19785" y="116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6"/>
                </a:lnTo>
                <a:lnTo>
                  <a:pt x="20049" y="116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6"/>
                </a:lnTo>
                <a:lnTo>
                  <a:pt x="20313" y="116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6"/>
                </a:lnTo>
                <a:lnTo>
                  <a:pt x="20577" y="116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6"/>
                </a:lnTo>
                <a:lnTo>
                  <a:pt x="20841" y="116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6"/>
                </a:lnTo>
                <a:lnTo>
                  <a:pt x="21105" y="116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6"/>
                </a:lnTo>
                <a:lnTo>
                  <a:pt x="21369" y="116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6"/>
                </a:lnTo>
                <a:lnTo>
                  <a:pt x="21633" y="116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6"/>
                </a:lnTo>
                <a:lnTo>
                  <a:pt x="21897" y="116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6"/>
                </a:lnTo>
                <a:lnTo>
                  <a:pt x="22161" y="116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6"/>
                </a:lnTo>
                <a:lnTo>
                  <a:pt x="22425" y="116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6"/>
                </a:lnTo>
                <a:lnTo>
                  <a:pt x="22689" y="116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6"/>
                </a:lnTo>
                <a:lnTo>
                  <a:pt x="22953" y="116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6"/>
                </a:lnTo>
                <a:lnTo>
                  <a:pt x="23218" y="116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6"/>
                </a:lnTo>
                <a:lnTo>
                  <a:pt x="23482" y="116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6"/>
                </a:lnTo>
                <a:lnTo>
                  <a:pt x="23746" y="116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6"/>
                </a:lnTo>
                <a:lnTo>
                  <a:pt x="24010" y="116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6"/>
                </a:lnTo>
                <a:lnTo>
                  <a:pt x="24274" y="116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6"/>
                </a:lnTo>
                <a:lnTo>
                  <a:pt x="24538" y="116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6"/>
                </a:lnTo>
                <a:lnTo>
                  <a:pt x="24802" y="116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6"/>
                </a:lnTo>
                <a:lnTo>
                  <a:pt x="25066" y="116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6"/>
                </a:lnTo>
                <a:lnTo>
                  <a:pt x="25330" y="116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6"/>
                </a:lnTo>
                <a:lnTo>
                  <a:pt x="25594" y="116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6"/>
                </a:lnTo>
                <a:lnTo>
                  <a:pt x="25858" y="116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6"/>
                </a:lnTo>
                <a:lnTo>
                  <a:pt x="26122" y="116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6"/>
                </a:lnTo>
                <a:lnTo>
                  <a:pt x="26386" y="116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6"/>
                </a:lnTo>
                <a:lnTo>
                  <a:pt x="26650" y="116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6"/>
                </a:lnTo>
                <a:lnTo>
                  <a:pt x="26914" y="116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6"/>
                </a:lnTo>
                <a:lnTo>
                  <a:pt x="27178" y="116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6"/>
                </a:lnTo>
                <a:lnTo>
                  <a:pt x="27442" y="116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6"/>
                </a:lnTo>
                <a:lnTo>
                  <a:pt x="27706" y="116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6"/>
                </a:lnTo>
                <a:lnTo>
                  <a:pt x="27971" y="116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6"/>
                </a:lnTo>
                <a:lnTo>
                  <a:pt x="28235" y="116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6"/>
                </a:lnTo>
                <a:lnTo>
                  <a:pt x="28499" y="116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6"/>
                </a:lnTo>
                <a:lnTo>
                  <a:pt x="28763" y="116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6"/>
                </a:lnTo>
                <a:lnTo>
                  <a:pt x="29027" y="116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6"/>
                </a:lnTo>
                <a:lnTo>
                  <a:pt x="29291" y="116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6"/>
                </a:lnTo>
                <a:lnTo>
                  <a:pt x="29555" y="116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6"/>
                </a:lnTo>
                <a:lnTo>
                  <a:pt x="29819" y="116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6"/>
                </a:lnTo>
                <a:lnTo>
                  <a:pt x="30083" y="116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6"/>
                </a:lnTo>
                <a:lnTo>
                  <a:pt x="30347" y="116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2"/>
                  <a:pt x="30783" y="7"/>
                </a:cubicBezTo>
                <a:lnTo>
                  <a:pt x="30755" y="120"/>
                </a:lnTo>
                <a:cubicBezTo>
                  <a:pt x="30745" y="117"/>
                  <a:pt x="30735" y="116"/>
                  <a:pt x="30725" y="116"/>
                </a:cubicBezTo>
                <a:lnTo>
                  <a:pt x="30611" y="116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3"/>
                  <a:pt x="30968" y="179"/>
                  <a:pt x="30968" y="243"/>
                </a:cubicBezTo>
                <a:lnTo>
                  <a:pt x="30968" y="263"/>
                </a:lnTo>
                <a:lnTo>
                  <a:pt x="30852" y="263"/>
                </a:lnTo>
                <a:lnTo>
                  <a:pt x="30852" y="243"/>
                </a:lnTo>
                <a:cubicBezTo>
                  <a:pt x="30852" y="210"/>
                  <a:pt x="30840" y="181"/>
                  <a:pt x="30817" y="156"/>
                </a:cubicBezTo>
                <a:lnTo>
                  <a:pt x="30902" y="77"/>
                </a:lnTo>
                <a:moveTo>
                  <a:pt x="30968" y="368"/>
                </a:moveTo>
                <a:lnTo>
                  <a:pt x="30968" y="527"/>
                </a:lnTo>
                <a:lnTo>
                  <a:pt x="30852" y="527"/>
                </a:lnTo>
                <a:lnTo>
                  <a:pt x="30852" y="368"/>
                </a:lnTo>
                <a:lnTo>
                  <a:pt x="30968" y="368"/>
                </a:lnTo>
                <a:moveTo>
                  <a:pt x="30968" y="634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4"/>
                </a:lnTo>
                <a:lnTo>
                  <a:pt x="30968" y="634"/>
                </a:lnTo>
                <a:moveTo>
                  <a:pt x="30968" y="898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8"/>
                </a:lnTo>
                <a:lnTo>
                  <a:pt x="30968" y="898"/>
                </a:lnTo>
                <a:moveTo>
                  <a:pt x="30968" y="1162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2"/>
                </a:lnTo>
                <a:lnTo>
                  <a:pt x="30968" y="1162"/>
                </a:lnTo>
                <a:moveTo>
                  <a:pt x="30968" y="1426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6"/>
                  <a:pt x="30866" y="2400"/>
                </a:cubicBezTo>
                <a:lnTo>
                  <a:pt x="30799" y="2305"/>
                </a:lnTo>
                <a:cubicBezTo>
                  <a:pt x="30831" y="2283"/>
                  <a:pt x="30848" y="2252"/>
                  <a:pt x="30851" y="2212"/>
                </a:cubicBezTo>
                <a:lnTo>
                  <a:pt x="30967" y="2222"/>
                </a:lnTo>
                <a:moveTo>
                  <a:pt x="30736" y="2445"/>
                </a:moveTo>
                <a:cubicBezTo>
                  <a:pt x="30733" y="2445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29"/>
                </a:lnTo>
                <a:lnTo>
                  <a:pt x="30725" y="2329"/>
                </a:lnTo>
                <a:cubicBezTo>
                  <a:pt x="30727" y="2329"/>
                  <a:pt x="30729" y="2329"/>
                  <a:pt x="30731" y="2329"/>
                </a:cubicBezTo>
                <a:lnTo>
                  <a:pt x="30736" y="2445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29"/>
                </a:lnTo>
                <a:lnTo>
                  <a:pt x="30470" y="2329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29"/>
                </a:lnTo>
                <a:lnTo>
                  <a:pt x="30206" y="2329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29"/>
                </a:lnTo>
                <a:lnTo>
                  <a:pt x="29942" y="2329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29"/>
                </a:lnTo>
                <a:lnTo>
                  <a:pt x="29678" y="2329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29"/>
                </a:lnTo>
                <a:lnTo>
                  <a:pt x="29414" y="2329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29"/>
                </a:lnTo>
                <a:lnTo>
                  <a:pt x="29150" y="2329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29"/>
                </a:lnTo>
                <a:lnTo>
                  <a:pt x="28886" y="2329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29"/>
                </a:lnTo>
                <a:lnTo>
                  <a:pt x="28622" y="2329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29"/>
                </a:lnTo>
                <a:lnTo>
                  <a:pt x="28358" y="2329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29"/>
                </a:lnTo>
                <a:lnTo>
                  <a:pt x="28094" y="2329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29"/>
                </a:lnTo>
                <a:lnTo>
                  <a:pt x="27829" y="2329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29"/>
                </a:lnTo>
                <a:lnTo>
                  <a:pt x="27565" y="2329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29"/>
                </a:lnTo>
                <a:lnTo>
                  <a:pt x="27301" y="2329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29"/>
                </a:lnTo>
                <a:lnTo>
                  <a:pt x="27037" y="2329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29"/>
                </a:lnTo>
                <a:lnTo>
                  <a:pt x="26773" y="2329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29"/>
                </a:lnTo>
                <a:lnTo>
                  <a:pt x="26509" y="2329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29"/>
                </a:lnTo>
                <a:lnTo>
                  <a:pt x="26245" y="2329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29"/>
                </a:lnTo>
                <a:lnTo>
                  <a:pt x="25981" y="2329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29"/>
                </a:lnTo>
                <a:lnTo>
                  <a:pt x="25717" y="2329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29"/>
                </a:lnTo>
                <a:lnTo>
                  <a:pt x="25453" y="2329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29"/>
                </a:lnTo>
                <a:lnTo>
                  <a:pt x="25189" y="2329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29"/>
                </a:lnTo>
                <a:lnTo>
                  <a:pt x="24925" y="2329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29"/>
                </a:lnTo>
                <a:lnTo>
                  <a:pt x="24661" y="2329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29"/>
                </a:lnTo>
                <a:lnTo>
                  <a:pt x="24397" y="2329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29"/>
                </a:lnTo>
                <a:lnTo>
                  <a:pt x="24133" y="2329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29"/>
                </a:lnTo>
                <a:lnTo>
                  <a:pt x="23869" y="2329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29"/>
                </a:lnTo>
                <a:lnTo>
                  <a:pt x="23605" y="2329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29"/>
                </a:lnTo>
                <a:lnTo>
                  <a:pt x="23341" y="2329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29"/>
                </a:lnTo>
                <a:lnTo>
                  <a:pt x="23077" y="2329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29"/>
                </a:lnTo>
                <a:lnTo>
                  <a:pt x="22812" y="2329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29"/>
                </a:lnTo>
                <a:lnTo>
                  <a:pt x="22548" y="2329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29"/>
                </a:lnTo>
                <a:lnTo>
                  <a:pt x="22284" y="2329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29"/>
                </a:lnTo>
                <a:lnTo>
                  <a:pt x="22020" y="2329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29"/>
                </a:lnTo>
                <a:lnTo>
                  <a:pt x="21756" y="2329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29"/>
                </a:lnTo>
                <a:lnTo>
                  <a:pt x="21492" y="2329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29"/>
                </a:lnTo>
                <a:lnTo>
                  <a:pt x="21228" y="2329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29"/>
                </a:lnTo>
                <a:lnTo>
                  <a:pt x="20964" y="2329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29"/>
                </a:lnTo>
                <a:lnTo>
                  <a:pt x="20700" y="2329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29"/>
                </a:lnTo>
                <a:lnTo>
                  <a:pt x="20436" y="2329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29"/>
                </a:lnTo>
                <a:lnTo>
                  <a:pt x="20172" y="2329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29"/>
                </a:lnTo>
                <a:lnTo>
                  <a:pt x="19908" y="2329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29"/>
                </a:lnTo>
                <a:lnTo>
                  <a:pt x="19644" y="2329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29"/>
                </a:lnTo>
                <a:lnTo>
                  <a:pt x="19380" y="2329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29"/>
                </a:lnTo>
                <a:lnTo>
                  <a:pt x="19116" y="2329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29"/>
                </a:lnTo>
                <a:lnTo>
                  <a:pt x="18852" y="2329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29"/>
                </a:lnTo>
                <a:lnTo>
                  <a:pt x="18588" y="2329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29"/>
                </a:lnTo>
                <a:lnTo>
                  <a:pt x="18324" y="2329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29"/>
                </a:lnTo>
                <a:lnTo>
                  <a:pt x="18059" y="2329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29"/>
                </a:lnTo>
                <a:lnTo>
                  <a:pt x="17795" y="2329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29"/>
                </a:lnTo>
                <a:lnTo>
                  <a:pt x="17531" y="2329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29"/>
                </a:lnTo>
                <a:lnTo>
                  <a:pt x="17267" y="2329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29"/>
                </a:lnTo>
                <a:lnTo>
                  <a:pt x="17003" y="2329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29"/>
                </a:lnTo>
                <a:lnTo>
                  <a:pt x="16739" y="2329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29"/>
                </a:lnTo>
                <a:lnTo>
                  <a:pt x="16475" y="2329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29"/>
                </a:lnTo>
                <a:lnTo>
                  <a:pt x="16211" y="2329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29"/>
                </a:lnTo>
                <a:lnTo>
                  <a:pt x="15947" y="2329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29"/>
                </a:lnTo>
                <a:lnTo>
                  <a:pt x="15683" y="2329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29"/>
                </a:lnTo>
                <a:lnTo>
                  <a:pt x="15419" y="2329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29"/>
                </a:lnTo>
                <a:lnTo>
                  <a:pt x="15155" y="2329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29"/>
                </a:lnTo>
                <a:lnTo>
                  <a:pt x="14891" y="2329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29"/>
                </a:lnTo>
                <a:lnTo>
                  <a:pt x="14627" y="2329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29"/>
                </a:lnTo>
                <a:lnTo>
                  <a:pt x="14363" y="2329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29"/>
                </a:lnTo>
                <a:lnTo>
                  <a:pt x="14099" y="2329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29"/>
                </a:lnTo>
                <a:lnTo>
                  <a:pt x="13834" y="2329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29"/>
                </a:lnTo>
                <a:lnTo>
                  <a:pt x="13570" y="2329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29"/>
                </a:lnTo>
                <a:lnTo>
                  <a:pt x="13306" y="2329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29"/>
                </a:lnTo>
                <a:lnTo>
                  <a:pt x="13041" y="2329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29"/>
                </a:lnTo>
                <a:lnTo>
                  <a:pt x="12777" y="2329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29"/>
                </a:lnTo>
                <a:lnTo>
                  <a:pt x="12513" y="2329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29"/>
                </a:lnTo>
                <a:lnTo>
                  <a:pt x="12249" y="2329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29"/>
                </a:lnTo>
                <a:lnTo>
                  <a:pt x="11985" y="2329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29"/>
                </a:lnTo>
                <a:lnTo>
                  <a:pt x="11721" y="2329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29"/>
                </a:lnTo>
                <a:lnTo>
                  <a:pt x="11457" y="2329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29"/>
                </a:lnTo>
                <a:lnTo>
                  <a:pt x="11193" y="2329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29"/>
                </a:lnTo>
                <a:lnTo>
                  <a:pt x="10929" y="2329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29"/>
                </a:lnTo>
                <a:lnTo>
                  <a:pt x="10665" y="2329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29"/>
                </a:lnTo>
                <a:lnTo>
                  <a:pt x="10401" y="2329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29"/>
                </a:lnTo>
                <a:lnTo>
                  <a:pt x="10137" y="2329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29"/>
                </a:lnTo>
                <a:lnTo>
                  <a:pt x="9873" y="2329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29"/>
                </a:lnTo>
                <a:lnTo>
                  <a:pt x="9609" y="2329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29"/>
                </a:lnTo>
                <a:lnTo>
                  <a:pt x="9345" y="2329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29"/>
                </a:lnTo>
                <a:lnTo>
                  <a:pt x="9081" y="2329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29"/>
                </a:lnTo>
                <a:lnTo>
                  <a:pt x="8817" y="2329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29"/>
                </a:lnTo>
                <a:lnTo>
                  <a:pt x="8553" y="2329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29"/>
                </a:lnTo>
                <a:lnTo>
                  <a:pt x="8288" y="2329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29"/>
                </a:lnTo>
                <a:lnTo>
                  <a:pt x="8024" y="2329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29"/>
                </a:lnTo>
                <a:lnTo>
                  <a:pt x="7760" y="2329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29"/>
                </a:lnTo>
                <a:lnTo>
                  <a:pt x="7496" y="2329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29"/>
                </a:lnTo>
                <a:lnTo>
                  <a:pt x="7232" y="2329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29"/>
                </a:lnTo>
                <a:lnTo>
                  <a:pt x="6968" y="2329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29"/>
                </a:lnTo>
                <a:lnTo>
                  <a:pt x="6704" y="2329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29"/>
                </a:lnTo>
                <a:lnTo>
                  <a:pt x="6440" y="2329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29"/>
                </a:lnTo>
                <a:lnTo>
                  <a:pt x="6176" y="2329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29"/>
                </a:lnTo>
                <a:lnTo>
                  <a:pt x="5912" y="2329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29"/>
                </a:lnTo>
                <a:lnTo>
                  <a:pt x="5648" y="2329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29"/>
                </a:lnTo>
                <a:lnTo>
                  <a:pt x="5384" y="2329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29"/>
                </a:lnTo>
                <a:lnTo>
                  <a:pt x="5120" y="2329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29"/>
                </a:lnTo>
                <a:lnTo>
                  <a:pt x="4856" y="2329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29"/>
                </a:lnTo>
                <a:lnTo>
                  <a:pt x="4592" y="2329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29"/>
                </a:lnTo>
                <a:lnTo>
                  <a:pt x="4328" y="2329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29"/>
                </a:lnTo>
                <a:lnTo>
                  <a:pt x="4064" y="2329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29"/>
                </a:lnTo>
                <a:lnTo>
                  <a:pt x="3800" y="2329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29"/>
                </a:lnTo>
                <a:lnTo>
                  <a:pt x="3536" y="2329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29"/>
                </a:lnTo>
                <a:lnTo>
                  <a:pt x="3271" y="2329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29"/>
                </a:lnTo>
                <a:lnTo>
                  <a:pt x="3007" y="2329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29"/>
                </a:lnTo>
                <a:lnTo>
                  <a:pt x="2743" y="2329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29"/>
                </a:lnTo>
                <a:lnTo>
                  <a:pt x="2479" y="2329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29"/>
                </a:lnTo>
                <a:lnTo>
                  <a:pt x="2215" y="2329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29"/>
                </a:lnTo>
                <a:lnTo>
                  <a:pt x="1951" y="2329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29"/>
                </a:lnTo>
                <a:lnTo>
                  <a:pt x="1687" y="2329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29"/>
                </a:lnTo>
                <a:lnTo>
                  <a:pt x="1423" y="2329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29"/>
                </a:lnTo>
                <a:lnTo>
                  <a:pt x="1159" y="2329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29"/>
                </a:lnTo>
                <a:lnTo>
                  <a:pt x="895" y="2329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29"/>
                </a:lnTo>
                <a:lnTo>
                  <a:pt x="631" y="2329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4"/>
                  <a:pt x="198" y="2441"/>
                </a:cubicBezTo>
                <a:lnTo>
                  <a:pt x="220" y="2327"/>
                </a:lnTo>
                <a:cubicBezTo>
                  <a:pt x="228" y="2328"/>
                  <a:pt x="236" y="2329"/>
                  <a:pt x="244" y="2329"/>
                </a:cubicBezTo>
                <a:lnTo>
                  <a:pt x="367" y="2329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1"/>
                  <a:pt x="0" y="2202"/>
                </a:cubicBezTo>
                <a:lnTo>
                  <a:pt x="0" y="2191"/>
                </a:lnTo>
                <a:lnTo>
                  <a:pt x="117" y="2191"/>
                </a:lnTo>
                <a:lnTo>
                  <a:pt x="117" y="2202"/>
                </a:lnTo>
                <a:cubicBezTo>
                  <a:pt x="117" y="2238"/>
                  <a:pt x="130" y="2269"/>
                  <a:pt x="156" y="2294"/>
                </a:cubicBezTo>
                <a:lnTo>
                  <a:pt x="75" y="2378"/>
                </a:lnTo>
                <a:moveTo>
                  <a:pt x="0" y="2086"/>
                </a:moveTo>
                <a:lnTo>
                  <a:pt x="0" y="1927"/>
                </a:lnTo>
                <a:lnTo>
                  <a:pt x="117" y="1927"/>
                </a:lnTo>
                <a:lnTo>
                  <a:pt x="117" y="2086"/>
                </a:lnTo>
                <a:lnTo>
                  <a:pt x="0" y="2086"/>
                </a:lnTo>
                <a:moveTo>
                  <a:pt x="0" y="1822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5"/>
                </a:moveTo>
                <a:cubicBezTo>
                  <a:pt x="3" y="160"/>
                  <a:pt x="34" y="99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5"/>
                </a:lnTo>
                <a:moveTo>
                  <a:pt x="220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521640" y="3750840"/>
            <a:ext cx="11148480" cy="880560"/>
          </a:xfrm>
          <a:custGeom>
            <a:avLst/>
            <a:gdLst/>
            <a:ahLst/>
            <a:rect l="0" t="0" r="r" b="b"/>
            <a:pathLst>
              <a:path w="30968" h="2446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6"/>
                </a:lnTo>
                <a:lnTo>
                  <a:pt x="772" y="116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6"/>
                </a:lnTo>
                <a:lnTo>
                  <a:pt x="1036" y="116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6"/>
                </a:lnTo>
                <a:lnTo>
                  <a:pt x="1300" y="116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6"/>
                </a:lnTo>
                <a:lnTo>
                  <a:pt x="1564" y="116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6"/>
                </a:lnTo>
                <a:lnTo>
                  <a:pt x="1828" y="116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6"/>
                </a:lnTo>
                <a:lnTo>
                  <a:pt x="2092" y="116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6"/>
                </a:lnTo>
                <a:lnTo>
                  <a:pt x="2356" y="116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6"/>
                </a:lnTo>
                <a:lnTo>
                  <a:pt x="2620" y="116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6"/>
                </a:lnTo>
                <a:lnTo>
                  <a:pt x="2884" y="116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6"/>
                </a:lnTo>
                <a:lnTo>
                  <a:pt x="3148" y="116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6"/>
                </a:lnTo>
                <a:lnTo>
                  <a:pt x="3412" y="116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6"/>
                </a:lnTo>
                <a:lnTo>
                  <a:pt x="3677" y="116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6"/>
                </a:lnTo>
                <a:lnTo>
                  <a:pt x="3941" y="116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6"/>
                </a:lnTo>
                <a:lnTo>
                  <a:pt x="4205" y="116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6"/>
                </a:lnTo>
                <a:lnTo>
                  <a:pt x="4469" y="116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6"/>
                </a:lnTo>
                <a:lnTo>
                  <a:pt x="4733" y="116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6"/>
                </a:lnTo>
                <a:lnTo>
                  <a:pt x="4997" y="116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6"/>
                </a:lnTo>
                <a:lnTo>
                  <a:pt x="5261" y="116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6"/>
                </a:lnTo>
                <a:lnTo>
                  <a:pt x="5525" y="116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6"/>
                </a:lnTo>
                <a:lnTo>
                  <a:pt x="5789" y="116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6"/>
                </a:lnTo>
                <a:lnTo>
                  <a:pt x="6053" y="116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6"/>
                </a:lnTo>
                <a:lnTo>
                  <a:pt x="6317" y="116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6"/>
                </a:lnTo>
                <a:lnTo>
                  <a:pt x="6581" y="116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6"/>
                </a:lnTo>
                <a:lnTo>
                  <a:pt x="6845" y="116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6"/>
                </a:lnTo>
                <a:lnTo>
                  <a:pt x="7109" y="116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6"/>
                </a:lnTo>
                <a:lnTo>
                  <a:pt x="7373" y="116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6"/>
                </a:lnTo>
                <a:lnTo>
                  <a:pt x="7637" y="116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6"/>
                </a:lnTo>
                <a:lnTo>
                  <a:pt x="7901" y="116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6"/>
                </a:lnTo>
                <a:lnTo>
                  <a:pt x="8165" y="116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6"/>
                </a:lnTo>
                <a:lnTo>
                  <a:pt x="8430" y="116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6"/>
                </a:lnTo>
                <a:lnTo>
                  <a:pt x="8694" y="116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6"/>
                </a:lnTo>
                <a:lnTo>
                  <a:pt x="8958" y="116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6"/>
                </a:lnTo>
                <a:lnTo>
                  <a:pt x="9222" y="116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6"/>
                </a:lnTo>
                <a:lnTo>
                  <a:pt x="9486" y="116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6"/>
                </a:lnTo>
                <a:lnTo>
                  <a:pt x="9750" y="116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6"/>
                </a:lnTo>
                <a:lnTo>
                  <a:pt x="10014" y="116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6"/>
                </a:lnTo>
                <a:lnTo>
                  <a:pt x="10278" y="116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6"/>
                </a:lnTo>
                <a:lnTo>
                  <a:pt x="10542" y="116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6"/>
                </a:lnTo>
                <a:lnTo>
                  <a:pt x="10806" y="116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6"/>
                </a:lnTo>
                <a:lnTo>
                  <a:pt x="11070" y="116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6"/>
                </a:lnTo>
                <a:lnTo>
                  <a:pt x="11334" y="116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6"/>
                </a:lnTo>
                <a:lnTo>
                  <a:pt x="11598" y="116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6"/>
                </a:lnTo>
                <a:lnTo>
                  <a:pt x="11862" y="116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6"/>
                </a:lnTo>
                <a:lnTo>
                  <a:pt x="12126" y="116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6"/>
                </a:lnTo>
                <a:lnTo>
                  <a:pt x="12390" y="116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6"/>
                </a:lnTo>
                <a:lnTo>
                  <a:pt x="12654" y="116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6"/>
                </a:lnTo>
                <a:lnTo>
                  <a:pt x="12918" y="116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6"/>
                </a:lnTo>
                <a:lnTo>
                  <a:pt x="13182" y="116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6"/>
                </a:lnTo>
                <a:lnTo>
                  <a:pt x="13447" y="116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6"/>
                </a:lnTo>
                <a:lnTo>
                  <a:pt x="13711" y="116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6"/>
                </a:lnTo>
                <a:lnTo>
                  <a:pt x="13975" y="116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6"/>
                </a:lnTo>
                <a:lnTo>
                  <a:pt x="14240" y="116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6"/>
                </a:lnTo>
                <a:lnTo>
                  <a:pt x="14504" y="116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6"/>
                </a:lnTo>
                <a:lnTo>
                  <a:pt x="14768" y="116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6"/>
                </a:lnTo>
                <a:lnTo>
                  <a:pt x="15032" y="116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6"/>
                </a:lnTo>
                <a:lnTo>
                  <a:pt x="15296" y="116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6"/>
                </a:lnTo>
                <a:lnTo>
                  <a:pt x="15560" y="116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6"/>
                </a:lnTo>
                <a:lnTo>
                  <a:pt x="15824" y="116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6"/>
                </a:lnTo>
                <a:lnTo>
                  <a:pt x="16088" y="116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6"/>
                </a:lnTo>
                <a:lnTo>
                  <a:pt x="16352" y="116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6"/>
                </a:lnTo>
                <a:lnTo>
                  <a:pt x="16616" y="116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6"/>
                </a:lnTo>
                <a:lnTo>
                  <a:pt x="16880" y="116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6"/>
                </a:lnTo>
                <a:lnTo>
                  <a:pt x="17144" y="116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6"/>
                </a:lnTo>
                <a:lnTo>
                  <a:pt x="17408" y="116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6"/>
                </a:lnTo>
                <a:lnTo>
                  <a:pt x="17672" y="116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6"/>
                </a:lnTo>
                <a:lnTo>
                  <a:pt x="17936" y="116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6"/>
                </a:lnTo>
                <a:lnTo>
                  <a:pt x="18201" y="116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6"/>
                </a:lnTo>
                <a:lnTo>
                  <a:pt x="18465" y="116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6"/>
                </a:lnTo>
                <a:lnTo>
                  <a:pt x="18729" y="116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6"/>
                </a:lnTo>
                <a:lnTo>
                  <a:pt x="18993" y="116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6"/>
                </a:lnTo>
                <a:lnTo>
                  <a:pt x="19257" y="116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6"/>
                </a:lnTo>
                <a:lnTo>
                  <a:pt x="19521" y="116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6"/>
                </a:lnTo>
                <a:lnTo>
                  <a:pt x="19785" y="116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6"/>
                </a:lnTo>
                <a:lnTo>
                  <a:pt x="20049" y="116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6"/>
                </a:lnTo>
                <a:lnTo>
                  <a:pt x="20313" y="116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6"/>
                </a:lnTo>
                <a:lnTo>
                  <a:pt x="20577" y="116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6"/>
                </a:lnTo>
                <a:lnTo>
                  <a:pt x="20841" y="116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6"/>
                </a:lnTo>
                <a:lnTo>
                  <a:pt x="21105" y="116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6"/>
                </a:lnTo>
                <a:lnTo>
                  <a:pt x="21369" y="116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6"/>
                </a:lnTo>
                <a:lnTo>
                  <a:pt x="21633" y="116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6"/>
                </a:lnTo>
                <a:lnTo>
                  <a:pt x="21897" y="116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6"/>
                </a:lnTo>
                <a:lnTo>
                  <a:pt x="22161" y="116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6"/>
                </a:lnTo>
                <a:lnTo>
                  <a:pt x="22425" y="116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6"/>
                </a:lnTo>
                <a:lnTo>
                  <a:pt x="22689" y="116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6"/>
                </a:lnTo>
                <a:lnTo>
                  <a:pt x="22953" y="116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6"/>
                </a:lnTo>
                <a:lnTo>
                  <a:pt x="23218" y="116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6"/>
                </a:lnTo>
                <a:lnTo>
                  <a:pt x="23482" y="116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6"/>
                </a:lnTo>
                <a:lnTo>
                  <a:pt x="23746" y="116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6"/>
                </a:lnTo>
                <a:lnTo>
                  <a:pt x="24010" y="116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6"/>
                </a:lnTo>
                <a:lnTo>
                  <a:pt x="24274" y="116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6"/>
                </a:lnTo>
                <a:lnTo>
                  <a:pt x="24538" y="116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6"/>
                </a:lnTo>
                <a:lnTo>
                  <a:pt x="24802" y="116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6"/>
                </a:lnTo>
                <a:lnTo>
                  <a:pt x="25066" y="116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6"/>
                </a:lnTo>
                <a:lnTo>
                  <a:pt x="25330" y="116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6"/>
                </a:lnTo>
                <a:lnTo>
                  <a:pt x="25594" y="116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6"/>
                </a:lnTo>
                <a:lnTo>
                  <a:pt x="25858" y="116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6"/>
                </a:lnTo>
                <a:lnTo>
                  <a:pt x="26122" y="116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6"/>
                </a:lnTo>
                <a:lnTo>
                  <a:pt x="26386" y="116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6"/>
                </a:lnTo>
                <a:lnTo>
                  <a:pt x="26650" y="116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6"/>
                </a:lnTo>
                <a:lnTo>
                  <a:pt x="26914" y="116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6"/>
                </a:lnTo>
                <a:lnTo>
                  <a:pt x="27178" y="116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6"/>
                </a:lnTo>
                <a:lnTo>
                  <a:pt x="27442" y="116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6"/>
                </a:lnTo>
                <a:lnTo>
                  <a:pt x="27706" y="116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6"/>
                </a:lnTo>
                <a:lnTo>
                  <a:pt x="27971" y="116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6"/>
                </a:lnTo>
                <a:lnTo>
                  <a:pt x="28235" y="116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6"/>
                </a:lnTo>
                <a:lnTo>
                  <a:pt x="28499" y="116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6"/>
                </a:lnTo>
                <a:lnTo>
                  <a:pt x="28763" y="116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6"/>
                </a:lnTo>
                <a:lnTo>
                  <a:pt x="29027" y="116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6"/>
                </a:lnTo>
                <a:lnTo>
                  <a:pt x="29291" y="116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6"/>
                </a:lnTo>
                <a:lnTo>
                  <a:pt x="29555" y="116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6"/>
                </a:lnTo>
                <a:lnTo>
                  <a:pt x="29819" y="116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6"/>
                </a:lnTo>
                <a:lnTo>
                  <a:pt x="30083" y="116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6"/>
                </a:lnTo>
                <a:lnTo>
                  <a:pt x="30347" y="116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2"/>
                  <a:pt x="30783" y="7"/>
                </a:cubicBezTo>
                <a:lnTo>
                  <a:pt x="30755" y="120"/>
                </a:lnTo>
                <a:cubicBezTo>
                  <a:pt x="30745" y="117"/>
                  <a:pt x="30735" y="116"/>
                  <a:pt x="30725" y="116"/>
                </a:cubicBezTo>
                <a:lnTo>
                  <a:pt x="30611" y="116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3"/>
                  <a:pt x="30968" y="179"/>
                  <a:pt x="30968" y="243"/>
                </a:cubicBezTo>
                <a:lnTo>
                  <a:pt x="30968" y="263"/>
                </a:lnTo>
                <a:lnTo>
                  <a:pt x="30852" y="263"/>
                </a:lnTo>
                <a:lnTo>
                  <a:pt x="30852" y="243"/>
                </a:lnTo>
                <a:cubicBezTo>
                  <a:pt x="30852" y="210"/>
                  <a:pt x="30840" y="181"/>
                  <a:pt x="30817" y="156"/>
                </a:cubicBezTo>
                <a:lnTo>
                  <a:pt x="30902" y="77"/>
                </a:lnTo>
                <a:moveTo>
                  <a:pt x="30968" y="368"/>
                </a:moveTo>
                <a:lnTo>
                  <a:pt x="30968" y="527"/>
                </a:lnTo>
                <a:lnTo>
                  <a:pt x="30852" y="527"/>
                </a:lnTo>
                <a:lnTo>
                  <a:pt x="30852" y="368"/>
                </a:lnTo>
                <a:lnTo>
                  <a:pt x="30968" y="368"/>
                </a:lnTo>
                <a:moveTo>
                  <a:pt x="30968" y="634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4"/>
                </a:lnTo>
                <a:lnTo>
                  <a:pt x="30968" y="634"/>
                </a:lnTo>
                <a:moveTo>
                  <a:pt x="30968" y="898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8"/>
                </a:lnTo>
                <a:lnTo>
                  <a:pt x="30968" y="898"/>
                </a:lnTo>
                <a:moveTo>
                  <a:pt x="30968" y="1162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2"/>
                </a:lnTo>
                <a:lnTo>
                  <a:pt x="30968" y="1162"/>
                </a:lnTo>
                <a:moveTo>
                  <a:pt x="30968" y="1426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9"/>
                </a:lnTo>
                <a:lnTo>
                  <a:pt x="30852" y="1849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6"/>
                  <a:pt x="30866" y="2400"/>
                </a:cubicBezTo>
                <a:lnTo>
                  <a:pt x="30799" y="2305"/>
                </a:lnTo>
                <a:cubicBezTo>
                  <a:pt x="30831" y="2283"/>
                  <a:pt x="30848" y="2252"/>
                  <a:pt x="30851" y="2212"/>
                </a:cubicBezTo>
                <a:lnTo>
                  <a:pt x="30967" y="2222"/>
                </a:lnTo>
                <a:moveTo>
                  <a:pt x="30736" y="2445"/>
                </a:moveTo>
                <a:cubicBezTo>
                  <a:pt x="30733" y="2445"/>
                  <a:pt x="30729" y="2446"/>
                  <a:pt x="30725" y="2446"/>
                </a:cubicBezTo>
                <a:lnTo>
                  <a:pt x="30575" y="2446"/>
                </a:lnTo>
                <a:lnTo>
                  <a:pt x="30575" y="2329"/>
                </a:lnTo>
                <a:lnTo>
                  <a:pt x="30725" y="2329"/>
                </a:lnTo>
                <a:cubicBezTo>
                  <a:pt x="30727" y="2329"/>
                  <a:pt x="30729" y="2329"/>
                  <a:pt x="30731" y="2329"/>
                </a:cubicBezTo>
                <a:lnTo>
                  <a:pt x="30736" y="2445"/>
                </a:lnTo>
                <a:moveTo>
                  <a:pt x="30470" y="2446"/>
                </a:moveTo>
                <a:lnTo>
                  <a:pt x="30311" y="2446"/>
                </a:lnTo>
                <a:lnTo>
                  <a:pt x="30311" y="2329"/>
                </a:lnTo>
                <a:lnTo>
                  <a:pt x="30470" y="2329"/>
                </a:lnTo>
                <a:lnTo>
                  <a:pt x="30470" y="2446"/>
                </a:lnTo>
                <a:moveTo>
                  <a:pt x="30206" y="2446"/>
                </a:moveTo>
                <a:lnTo>
                  <a:pt x="30047" y="2446"/>
                </a:lnTo>
                <a:lnTo>
                  <a:pt x="30047" y="2329"/>
                </a:lnTo>
                <a:lnTo>
                  <a:pt x="30206" y="2329"/>
                </a:lnTo>
                <a:lnTo>
                  <a:pt x="30206" y="2446"/>
                </a:lnTo>
                <a:moveTo>
                  <a:pt x="29942" y="2446"/>
                </a:moveTo>
                <a:lnTo>
                  <a:pt x="29783" y="2446"/>
                </a:lnTo>
                <a:lnTo>
                  <a:pt x="29783" y="2329"/>
                </a:lnTo>
                <a:lnTo>
                  <a:pt x="29942" y="2329"/>
                </a:lnTo>
                <a:lnTo>
                  <a:pt x="29942" y="2446"/>
                </a:lnTo>
                <a:moveTo>
                  <a:pt x="29678" y="2446"/>
                </a:moveTo>
                <a:lnTo>
                  <a:pt x="29519" y="2446"/>
                </a:lnTo>
                <a:lnTo>
                  <a:pt x="29519" y="2329"/>
                </a:lnTo>
                <a:lnTo>
                  <a:pt x="29678" y="2329"/>
                </a:lnTo>
                <a:lnTo>
                  <a:pt x="29678" y="2446"/>
                </a:lnTo>
                <a:moveTo>
                  <a:pt x="29414" y="2446"/>
                </a:moveTo>
                <a:lnTo>
                  <a:pt x="29255" y="2446"/>
                </a:lnTo>
                <a:lnTo>
                  <a:pt x="29255" y="2329"/>
                </a:lnTo>
                <a:lnTo>
                  <a:pt x="29414" y="2329"/>
                </a:lnTo>
                <a:lnTo>
                  <a:pt x="29414" y="2446"/>
                </a:lnTo>
                <a:moveTo>
                  <a:pt x="29150" y="2446"/>
                </a:moveTo>
                <a:lnTo>
                  <a:pt x="28991" y="2446"/>
                </a:lnTo>
                <a:lnTo>
                  <a:pt x="28991" y="2329"/>
                </a:lnTo>
                <a:lnTo>
                  <a:pt x="29150" y="2329"/>
                </a:lnTo>
                <a:lnTo>
                  <a:pt x="29150" y="2446"/>
                </a:lnTo>
                <a:moveTo>
                  <a:pt x="28886" y="2446"/>
                </a:moveTo>
                <a:lnTo>
                  <a:pt x="28727" y="2446"/>
                </a:lnTo>
                <a:lnTo>
                  <a:pt x="28727" y="2329"/>
                </a:lnTo>
                <a:lnTo>
                  <a:pt x="28886" y="2329"/>
                </a:lnTo>
                <a:lnTo>
                  <a:pt x="28886" y="2446"/>
                </a:lnTo>
                <a:moveTo>
                  <a:pt x="28622" y="2446"/>
                </a:moveTo>
                <a:lnTo>
                  <a:pt x="28463" y="2446"/>
                </a:lnTo>
                <a:lnTo>
                  <a:pt x="28463" y="2329"/>
                </a:lnTo>
                <a:lnTo>
                  <a:pt x="28622" y="2329"/>
                </a:lnTo>
                <a:lnTo>
                  <a:pt x="28622" y="2446"/>
                </a:lnTo>
                <a:moveTo>
                  <a:pt x="28358" y="2446"/>
                </a:moveTo>
                <a:lnTo>
                  <a:pt x="28199" y="2446"/>
                </a:lnTo>
                <a:lnTo>
                  <a:pt x="28199" y="2329"/>
                </a:lnTo>
                <a:lnTo>
                  <a:pt x="28358" y="2329"/>
                </a:lnTo>
                <a:lnTo>
                  <a:pt x="28358" y="2446"/>
                </a:lnTo>
                <a:moveTo>
                  <a:pt x="28094" y="2446"/>
                </a:moveTo>
                <a:lnTo>
                  <a:pt x="27935" y="2446"/>
                </a:lnTo>
                <a:lnTo>
                  <a:pt x="27935" y="2329"/>
                </a:lnTo>
                <a:lnTo>
                  <a:pt x="28094" y="2329"/>
                </a:lnTo>
                <a:lnTo>
                  <a:pt x="28094" y="2446"/>
                </a:lnTo>
                <a:moveTo>
                  <a:pt x="27829" y="2446"/>
                </a:moveTo>
                <a:lnTo>
                  <a:pt x="27671" y="2446"/>
                </a:lnTo>
                <a:lnTo>
                  <a:pt x="27671" y="2329"/>
                </a:lnTo>
                <a:lnTo>
                  <a:pt x="27829" y="2329"/>
                </a:lnTo>
                <a:lnTo>
                  <a:pt x="27829" y="2446"/>
                </a:lnTo>
                <a:moveTo>
                  <a:pt x="27565" y="2446"/>
                </a:moveTo>
                <a:lnTo>
                  <a:pt x="27407" y="2446"/>
                </a:lnTo>
                <a:lnTo>
                  <a:pt x="27407" y="2329"/>
                </a:lnTo>
                <a:lnTo>
                  <a:pt x="27565" y="2329"/>
                </a:lnTo>
                <a:lnTo>
                  <a:pt x="27565" y="2446"/>
                </a:lnTo>
                <a:moveTo>
                  <a:pt x="27301" y="2446"/>
                </a:moveTo>
                <a:lnTo>
                  <a:pt x="27143" y="2446"/>
                </a:lnTo>
                <a:lnTo>
                  <a:pt x="27143" y="2329"/>
                </a:lnTo>
                <a:lnTo>
                  <a:pt x="27301" y="2329"/>
                </a:lnTo>
                <a:lnTo>
                  <a:pt x="27301" y="2446"/>
                </a:lnTo>
                <a:moveTo>
                  <a:pt x="27037" y="2446"/>
                </a:moveTo>
                <a:lnTo>
                  <a:pt x="26879" y="2446"/>
                </a:lnTo>
                <a:lnTo>
                  <a:pt x="26879" y="2329"/>
                </a:lnTo>
                <a:lnTo>
                  <a:pt x="27037" y="2329"/>
                </a:lnTo>
                <a:lnTo>
                  <a:pt x="27037" y="2446"/>
                </a:lnTo>
                <a:moveTo>
                  <a:pt x="26773" y="2446"/>
                </a:moveTo>
                <a:lnTo>
                  <a:pt x="26615" y="2446"/>
                </a:lnTo>
                <a:lnTo>
                  <a:pt x="26615" y="2329"/>
                </a:lnTo>
                <a:lnTo>
                  <a:pt x="26773" y="2329"/>
                </a:lnTo>
                <a:lnTo>
                  <a:pt x="26773" y="2446"/>
                </a:lnTo>
                <a:moveTo>
                  <a:pt x="26509" y="2446"/>
                </a:moveTo>
                <a:lnTo>
                  <a:pt x="26350" y="2446"/>
                </a:lnTo>
                <a:lnTo>
                  <a:pt x="26350" y="2329"/>
                </a:lnTo>
                <a:lnTo>
                  <a:pt x="26509" y="2329"/>
                </a:lnTo>
                <a:lnTo>
                  <a:pt x="26509" y="2446"/>
                </a:lnTo>
                <a:moveTo>
                  <a:pt x="26245" y="2446"/>
                </a:moveTo>
                <a:lnTo>
                  <a:pt x="26086" y="2446"/>
                </a:lnTo>
                <a:lnTo>
                  <a:pt x="26086" y="2329"/>
                </a:lnTo>
                <a:lnTo>
                  <a:pt x="26245" y="2329"/>
                </a:lnTo>
                <a:lnTo>
                  <a:pt x="26245" y="2446"/>
                </a:lnTo>
                <a:moveTo>
                  <a:pt x="25981" y="2446"/>
                </a:moveTo>
                <a:lnTo>
                  <a:pt x="25822" y="2446"/>
                </a:lnTo>
                <a:lnTo>
                  <a:pt x="25822" y="2329"/>
                </a:lnTo>
                <a:lnTo>
                  <a:pt x="25981" y="2329"/>
                </a:lnTo>
                <a:lnTo>
                  <a:pt x="25981" y="2446"/>
                </a:lnTo>
                <a:moveTo>
                  <a:pt x="25717" y="2446"/>
                </a:moveTo>
                <a:lnTo>
                  <a:pt x="25558" y="2446"/>
                </a:lnTo>
                <a:lnTo>
                  <a:pt x="25558" y="2329"/>
                </a:lnTo>
                <a:lnTo>
                  <a:pt x="25717" y="2329"/>
                </a:lnTo>
                <a:lnTo>
                  <a:pt x="25717" y="2446"/>
                </a:lnTo>
                <a:moveTo>
                  <a:pt x="25453" y="2446"/>
                </a:moveTo>
                <a:lnTo>
                  <a:pt x="25294" y="2446"/>
                </a:lnTo>
                <a:lnTo>
                  <a:pt x="25294" y="2329"/>
                </a:lnTo>
                <a:lnTo>
                  <a:pt x="25453" y="2329"/>
                </a:lnTo>
                <a:lnTo>
                  <a:pt x="25453" y="2446"/>
                </a:lnTo>
                <a:moveTo>
                  <a:pt x="25189" y="2446"/>
                </a:moveTo>
                <a:lnTo>
                  <a:pt x="25030" y="2446"/>
                </a:lnTo>
                <a:lnTo>
                  <a:pt x="25030" y="2329"/>
                </a:lnTo>
                <a:lnTo>
                  <a:pt x="25189" y="2329"/>
                </a:lnTo>
                <a:lnTo>
                  <a:pt x="25189" y="2446"/>
                </a:lnTo>
                <a:moveTo>
                  <a:pt x="24925" y="2446"/>
                </a:moveTo>
                <a:lnTo>
                  <a:pt x="24766" y="2446"/>
                </a:lnTo>
                <a:lnTo>
                  <a:pt x="24766" y="2329"/>
                </a:lnTo>
                <a:lnTo>
                  <a:pt x="24925" y="2329"/>
                </a:lnTo>
                <a:lnTo>
                  <a:pt x="24925" y="2446"/>
                </a:lnTo>
                <a:moveTo>
                  <a:pt x="24661" y="2446"/>
                </a:moveTo>
                <a:lnTo>
                  <a:pt x="24502" y="2446"/>
                </a:lnTo>
                <a:lnTo>
                  <a:pt x="24502" y="2329"/>
                </a:lnTo>
                <a:lnTo>
                  <a:pt x="24661" y="2329"/>
                </a:lnTo>
                <a:lnTo>
                  <a:pt x="24661" y="2446"/>
                </a:lnTo>
                <a:moveTo>
                  <a:pt x="24397" y="2446"/>
                </a:moveTo>
                <a:lnTo>
                  <a:pt x="24238" y="2446"/>
                </a:lnTo>
                <a:lnTo>
                  <a:pt x="24238" y="2329"/>
                </a:lnTo>
                <a:lnTo>
                  <a:pt x="24397" y="2329"/>
                </a:lnTo>
                <a:lnTo>
                  <a:pt x="24397" y="2446"/>
                </a:lnTo>
                <a:moveTo>
                  <a:pt x="24133" y="2446"/>
                </a:moveTo>
                <a:lnTo>
                  <a:pt x="23974" y="2446"/>
                </a:lnTo>
                <a:lnTo>
                  <a:pt x="23974" y="2329"/>
                </a:lnTo>
                <a:lnTo>
                  <a:pt x="24133" y="2329"/>
                </a:lnTo>
                <a:lnTo>
                  <a:pt x="24133" y="2446"/>
                </a:lnTo>
                <a:moveTo>
                  <a:pt x="23869" y="2446"/>
                </a:moveTo>
                <a:lnTo>
                  <a:pt x="23710" y="2446"/>
                </a:lnTo>
                <a:lnTo>
                  <a:pt x="23710" y="2329"/>
                </a:lnTo>
                <a:lnTo>
                  <a:pt x="23869" y="2329"/>
                </a:lnTo>
                <a:lnTo>
                  <a:pt x="23869" y="2446"/>
                </a:lnTo>
                <a:moveTo>
                  <a:pt x="23605" y="2446"/>
                </a:moveTo>
                <a:lnTo>
                  <a:pt x="23446" y="2446"/>
                </a:lnTo>
                <a:lnTo>
                  <a:pt x="23446" y="2329"/>
                </a:lnTo>
                <a:lnTo>
                  <a:pt x="23605" y="2329"/>
                </a:lnTo>
                <a:lnTo>
                  <a:pt x="23605" y="2446"/>
                </a:lnTo>
                <a:moveTo>
                  <a:pt x="23341" y="2446"/>
                </a:moveTo>
                <a:lnTo>
                  <a:pt x="23182" y="2446"/>
                </a:lnTo>
                <a:lnTo>
                  <a:pt x="23182" y="2329"/>
                </a:lnTo>
                <a:lnTo>
                  <a:pt x="23341" y="2329"/>
                </a:lnTo>
                <a:lnTo>
                  <a:pt x="23341" y="2446"/>
                </a:lnTo>
                <a:moveTo>
                  <a:pt x="23077" y="2446"/>
                </a:moveTo>
                <a:lnTo>
                  <a:pt x="22918" y="2446"/>
                </a:lnTo>
                <a:lnTo>
                  <a:pt x="22918" y="2329"/>
                </a:lnTo>
                <a:lnTo>
                  <a:pt x="23077" y="2329"/>
                </a:lnTo>
                <a:lnTo>
                  <a:pt x="23077" y="2446"/>
                </a:lnTo>
                <a:moveTo>
                  <a:pt x="22812" y="2446"/>
                </a:moveTo>
                <a:lnTo>
                  <a:pt x="22654" y="2446"/>
                </a:lnTo>
                <a:lnTo>
                  <a:pt x="22654" y="2329"/>
                </a:lnTo>
                <a:lnTo>
                  <a:pt x="22812" y="2329"/>
                </a:lnTo>
                <a:lnTo>
                  <a:pt x="22812" y="2446"/>
                </a:lnTo>
                <a:moveTo>
                  <a:pt x="22548" y="2446"/>
                </a:moveTo>
                <a:lnTo>
                  <a:pt x="22390" y="2446"/>
                </a:lnTo>
                <a:lnTo>
                  <a:pt x="22390" y="2329"/>
                </a:lnTo>
                <a:lnTo>
                  <a:pt x="22548" y="2329"/>
                </a:lnTo>
                <a:lnTo>
                  <a:pt x="22548" y="2446"/>
                </a:lnTo>
                <a:moveTo>
                  <a:pt x="22284" y="2446"/>
                </a:moveTo>
                <a:lnTo>
                  <a:pt x="22126" y="2446"/>
                </a:lnTo>
                <a:lnTo>
                  <a:pt x="22126" y="2329"/>
                </a:lnTo>
                <a:lnTo>
                  <a:pt x="22284" y="2329"/>
                </a:lnTo>
                <a:lnTo>
                  <a:pt x="22284" y="2446"/>
                </a:lnTo>
                <a:moveTo>
                  <a:pt x="22020" y="2446"/>
                </a:moveTo>
                <a:lnTo>
                  <a:pt x="21862" y="2446"/>
                </a:lnTo>
                <a:lnTo>
                  <a:pt x="21862" y="2329"/>
                </a:lnTo>
                <a:lnTo>
                  <a:pt x="22020" y="2329"/>
                </a:lnTo>
                <a:lnTo>
                  <a:pt x="22020" y="2446"/>
                </a:lnTo>
                <a:moveTo>
                  <a:pt x="21756" y="2446"/>
                </a:moveTo>
                <a:lnTo>
                  <a:pt x="21597" y="2446"/>
                </a:lnTo>
                <a:lnTo>
                  <a:pt x="21597" y="2329"/>
                </a:lnTo>
                <a:lnTo>
                  <a:pt x="21756" y="2329"/>
                </a:lnTo>
                <a:lnTo>
                  <a:pt x="21756" y="2446"/>
                </a:lnTo>
                <a:moveTo>
                  <a:pt x="21492" y="2446"/>
                </a:moveTo>
                <a:lnTo>
                  <a:pt x="21333" y="2446"/>
                </a:lnTo>
                <a:lnTo>
                  <a:pt x="21333" y="2329"/>
                </a:lnTo>
                <a:lnTo>
                  <a:pt x="21492" y="2329"/>
                </a:lnTo>
                <a:lnTo>
                  <a:pt x="21492" y="2446"/>
                </a:lnTo>
                <a:moveTo>
                  <a:pt x="21228" y="2446"/>
                </a:moveTo>
                <a:lnTo>
                  <a:pt x="21069" y="2446"/>
                </a:lnTo>
                <a:lnTo>
                  <a:pt x="21069" y="2329"/>
                </a:lnTo>
                <a:lnTo>
                  <a:pt x="21228" y="2329"/>
                </a:lnTo>
                <a:lnTo>
                  <a:pt x="21228" y="2446"/>
                </a:lnTo>
                <a:moveTo>
                  <a:pt x="20964" y="2446"/>
                </a:moveTo>
                <a:lnTo>
                  <a:pt x="20805" y="2446"/>
                </a:lnTo>
                <a:lnTo>
                  <a:pt x="20805" y="2329"/>
                </a:lnTo>
                <a:lnTo>
                  <a:pt x="20964" y="2329"/>
                </a:lnTo>
                <a:lnTo>
                  <a:pt x="20964" y="2446"/>
                </a:lnTo>
                <a:moveTo>
                  <a:pt x="20700" y="2446"/>
                </a:moveTo>
                <a:lnTo>
                  <a:pt x="20541" y="2446"/>
                </a:lnTo>
                <a:lnTo>
                  <a:pt x="20541" y="2329"/>
                </a:lnTo>
                <a:lnTo>
                  <a:pt x="20700" y="2329"/>
                </a:lnTo>
                <a:lnTo>
                  <a:pt x="20700" y="2446"/>
                </a:lnTo>
                <a:moveTo>
                  <a:pt x="20436" y="2446"/>
                </a:moveTo>
                <a:lnTo>
                  <a:pt x="20277" y="2446"/>
                </a:lnTo>
                <a:lnTo>
                  <a:pt x="20277" y="2329"/>
                </a:lnTo>
                <a:lnTo>
                  <a:pt x="20436" y="2329"/>
                </a:lnTo>
                <a:lnTo>
                  <a:pt x="20436" y="2446"/>
                </a:lnTo>
                <a:moveTo>
                  <a:pt x="20172" y="2446"/>
                </a:moveTo>
                <a:lnTo>
                  <a:pt x="20013" y="2446"/>
                </a:lnTo>
                <a:lnTo>
                  <a:pt x="20013" y="2329"/>
                </a:lnTo>
                <a:lnTo>
                  <a:pt x="20172" y="2329"/>
                </a:lnTo>
                <a:lnTo>
                  <a:pt x="20172" y="2446"/>
                </a:lnTo>
                <a:moveTo>
                  <a:pt x="19908" y="2446"/>
                </a:moveTo>
                <a:lnTo>
                  <a:pt x="19749" y="2446"/>
                </a:lnTo>
                <a:lnTo>
                  <a:pt x="19749" y="2329"/>
                </a:lnTo>
                <a:lnTo>
                  <a:pt x="19908" y="2329"/>
                </a:lnTo>
                <a:lnTo>
                  <a:pt x="19908" y="2446"/>
                </a:lnTo>
                <a:moveTo>
                  <a:pt x="19644" y="2446"/>
                </a:moveTo>
                <a:lnTo>
                  <a:pt x="19485" y="2446"/>
                </a:lnTo>
                <a:lnTo>
                  <a:pt x="19485" y="2329"/>
                </a:lnTo>
                <a:lnTo>
                  <a:pt x="19644" y="2329"/>
                </a:lnTo>
                <a:lnTo>
                  <a:pt x="19644" y="2446"/>
                </a:lnTo>
                <a:moveTo>
                  <a:pt x="19380" y="2446"/>
                </a:moveTo>
                <a:lnTo>
                  <a:pt x="19221" y="2446"/>
                </a:lnTo>
                <a:lnTo>
                  <a:pt x="19221" y="2329"/>
                </a:lnTo>
                <a:lnTo>
                  <a:pt x="19380" y="2329"/>
                </a:lnTo>
                <a:lnTo>
                  <a:pt x="19380" y="2446"/>
                </a:lnTo>
                <a:moveTo>
                  <a:pt x="19116" y="2446"/>
                </a:moveTo>
                <a:lnTo>
                  <a:pt x="18957" y="2446"/>
                </a:lnTo>
                <a:lnTo>
                  <a:pt x="18957" y="2329"/>
                </a:lnTo>
                <a:lnTo>
                  <a:pt x="19116" y="2329"/>
                </a:lnTo>
                <a:lnTo>
                  <a:pt x="19116" y="2446"/>
                </a:lnTo>
                <a:moveTo>
                  <a:pt x="18852" y="2446"/>
                </a:moveTo>
                <a:lnTo>
                  <a:pt x="18693" y="2446"/>
                </a:lnTo>
                <a:lnTo>
                  <a:pt x="18693" y="2329"/>
                </a:lnTo>
                <a:lnTo>
                  <a:pt x="18852" y="2329"/>
                </a:lnTo>
                <a:lnTo>
                  <a:pt x="18852" y="2446"/>
                </a:lnTo>
                <a:moveTo>
                  <a:pt x="18588" y="2446"/>
                </a:moveTo>
                <a:lnTo>
                  <a:pt x="18429" y="2446"/>
                </a:lnTo>
                <a:lnTo>
                  <a:pt x="18429" y="2329"/>
                </a:lnTo>
                <a:lnTo>
                  <a:pt x="18588" y="2329"/>
                </a:lnTo>
                <a:lnTo>
                  <a:pt x="18588" y="2446"/>
                </a:lnTo>
                <a:moveTo>
                  <a:pt x="18324" y="2446"/>
                </a:moveTo>
                <a:lnTo>
                  <a:pt x="18165" y="2446"/>
                </a:lnTo>
                <a:lnTo>
                  <a:pt x="18165" y="2329"/>
                </a:lnTo>
                <a:lnTo>
                  <a:pt x="18324" y="2329"/>
                </a:lnTo>
                <a:lnTo>
                  <a:pt x="18324" y="2446"/>
                </a:lnTo>
                <a:moveTo>
                  <a:pt x="18059" y="2446"/>
                </a:moveTo>
                <a:lnTo>
                  <a:pt x="17901" y="2446"/>
                </a:lnTo>
                <a:lnTo>
                  <a:pt x="17901" y="2329"/>
                </a:lnTo>
                <a:lnTo>
                  <a:pt x="18059" y="2329"/>
                </a:lnTo>
                <a:lnTo>
                  <a:pt x="18059" y="2446"/>
                </a:lnTo>
                <a:moveTo>
                  <a:pt x="17795" y="2446"/>
                </a:moveTo>
                <a:lnTo>
                  <a:pt x="17637" y="2446"/>
                </a:lnTo>
                <a:lnTo>
                  <a:pt x="17637" y="2329"/>
                </a:lnTo>
                <a:lnTo>
                  <a:pt x="17795" y="2329"/>
                </a:lnTo>
                <a:lnTo>
                  <a:pt x="17795" y="2446"/>
                </a:lnTo>
                <a:moveTo>
                  <a:pt x="17531" y="2446"/>
                </a:moveTo>
                <a:lnTo>
                  <a:pt x="17373" y="2446"/>
                </a:lnTo>
                <a:lnTo>
                  <a:pt x="17373" y="2329"/>
                </a:lnTo>
                <a:lnTo>
                  <a:pt x="17531" y="2329"/>
                </a:lnTo>
                <a:lnTo>
                  <a:pt x="17531" y="2446"/>
                </a:lnTo>
                <a:moveTo>
                  <a:pt x="17267" y="2446"/>
                </a:moveTo>
                <a:lnTo>
                  <a:pt x="17109" y="2446"/>
                </a:lnTo>
                <a:lnTo>
                  <a:pt x="17109" y="2329"/>
                </a:lnTo>
                <a:lnTo>
                  <a:pt x="17267" y="2329"/>
                </a:lnTo>
                <a:lnTo>
                  <a:pt x="17267" y="2446"/>
                </a:lnTo>
                <a:moveTo>
                  <a:pt x="17003" y="2446"/>
                </a:moveTo>
                <a:lnTo>
                  <a:pt x="16845" y="2446"/>
                </a:lnTo>
                <a:lnTo>
                  <a:pt x="16845" y="2329"/>
                </a:lnTo>
                <a:lnTo>
                  <a:pt x="17003" y="2329"/>
                </a:lnTo>
                <a:lnTo>
                  <a:pt x="17003" y="2446"/>
                </a:lnTo>
                <a:moveTo>
                  <a:pt x="16739" y="2446"/>
                </a:moveTo>
                <a:lnTo>
                  <a:pt x="16580" y="2446"/>
                </a:lnTo>
                <a:lnTo>
                  <a:pt x="16580" y="2329"/>
                </a:lnTo>
                <a:lnTo>
                  <a:pt x="16739" y="2329"/>
                </a:lnTo>
                <a:lnTo>
                  <a:pt x="16739" y="2446"/>
                </a:lnTo>
                <a:moveTo>
                  <a:pt x="16475" y="2446"/>
                </a:moveTo>
                <a:lnTo>
                  <a:pt x="16316" y="2446"/>
                </a:lnTo>
                <a:lnTo>
                  <a:pt x="16316" y="2329"/>
                </a:lnTo>
                <a:lnTo>
                  <a:pt x="16475" y="2329"/>
                </a:lnTo>
                <a:lnTo>
                  <a:pt x="16475" y="2446"/>
                </a:lnTo>
                <a:moveTo>
                  <a:pt x="16211" y="2446"/>
                </a:moveTo>
                <a:lnTo>
                  <a:pt x="16052" y="2446"/>
                </a:lnTo>
                <a:lnTo>
                  <a:pt x="16052" y="2329"/>
                </a:lnTo>
                <a:lnTo>
                  <a:pt x="16211" y="2329"/>
                </a:lnTo>
                <a:lnTo>
                  <a:pt x="16211" y="2446"/>
                </a:lnTo>
                <a:moveTo>
                  <a:pt x="15947" y="2446"/>
                </a:moveTo>
                <a:lnTo>
                  <a:pt x="15788" y="2446"/>
                </a:lnTo>
                <a:lnTo>
                  <a:pt x="15788" y="2329"/>
                </a:lnTo>
                <a:lnTo>
                  <a:pt x="15947" y="2329"/>
                </a:lnTo>
                <a:lnTo>
                  <a:pt x="15947" y="2446"/>
                </a:lnTo>
                <a:moveTo>
                  <a:pt x="15683" y="2446"/>
                </a:moveTo>
                <a:lnTo>
                  <a:pt x="15524" y="2446"/>
                </a:lnTo>
                <a:lnTo>
                  <a:pt x="15524" y="2329"/>
                </a:lnTo>
                <a:lnTo>
                  <a:pt x="15683" y="2329"/>
                </a:lnTo>
                <a:lnTo>
                  <a:pt x="15683" y="2446"/>
                </a:lnTo>
                <a:moveTo>
                  <a:pt x="15419" y="2446"/>
                </a:moveTo>
                <a:lnTo>
                  <a:pt x="15260" y="2446"/>
                </a:lnTo>
                <a:lnTo>
                  <a:pt x="15260" y="2329"/>
                </a:lnTo>
                <a:lnTo>
                  <a:pt x="15419" y="2329"/>
                </a:lnTo>
                <a:lnTo>
                  <a:pt x="15419" y="2446"/>
                </a:lnTo>
                <a:moveTo>
                  <a:pt x="15155" y="2446"/>
                </a:moveTo>
                <a:lnTo>
                  <a:pt x="14996" y="2446"/>
                </a:lnTo>
                <a:lnTo>
                  <a:pt x="14996" y="2329"/>
                </a:lnTo>
                <a:lnTo>
                  <a:pt x="15155" y="2329"/>
                </a:lnTo>
                <a:lnTo>
                  <a:pt x="15155" y="2446"/>
                </a:lnTo>
                <a:moveTo>
                  <a:pt x="14891" y="2446"/>
                </a:moveTo>
                <a:lnTo>
                  <a:pt x="14732" y="2446"/>
                </a:lnTo>
                <a:lnTo>
                  <a:pt x="14732" y="2329"/>
                </a:lnTo>
                <a:lnTo>
                  <a:pt x="14891" y="2329"/>
                </a:lnTo>
                <a:lnTo>
                  <a:pt x="14891" y="2446"/>
                </a:lnTo>
                <a:moveTo>
                  <a:pt x="14627" y="2446"/>
                </a:moveTo>
                <a:lnTo>
                  <a:pt x="14468" y="2446"/>
                </a:lnTo>
                <a:lnTo>
                  <a:pt x="14468" y="2329"/>
                </a:lnTo>
                <a:lnTo>
                  <a:pt x="14627" y="2329"/>
                </a:lnTo>
                <a:lnTo>
                  <a:pt x="14627" y="2446"/>
                </a:lnTo>
                <a:moveTo>
                  <a:pt x="14363" y="2446"/>
                </a:moveTo>
                <a:lnTo>
                  <a:pt x="14204" y="2446"/>
                </a:lnTo>
                <a:lnTo>
                  <a:pt x="14204" y="2329"/>
                </a:lnTo>
                <a:lnTo>
                  <a:pt x="14363" y="2329"/>
                </a:lnTo>
                <a:lnTo>
                  <a:pt x="14363" y="2446"/>
                </a:lnTo>
                <a:moveTo>
                  <a:pt x="14099" y="2446"/>
                </a:moveTo>
                <a:lnTo>
                  <a:pt x="13939" y="2446"/>
                </a:lnTo>
                <a:lnTo>
                  <a:pt x="13939" y="2329"/>
                </a:lnTo>
                <a:lnTo>
                  <a:pt x="14099" y="2329"/>
                </a:lnTo>
                <a:lnTo>
                  <a:pt x="14099" y="2446"/>
                </a:lnTo>
                <a:moveTo>
                  <a:pt x="13834" y="2446"/>
                </a:moveTo>
                <a:lnTo>
                  <a:pt x="13675" y="2446"/>
                </a:lnTo>
                <a:lnTo>
                  <a:pt x="13675" y="2329"/>
                </a:lnTo>
                <a:lnTo>
                  <a:pt x="13834" y="2329"/>
                </a:lnTo>
                <a:lnTo>
                  <a:pt x="13834" y="2446"/>
                </a:lnTo>
                <a:moveTo>
                  <a:pt x="13570" y="2446"/>
                </a:moveTo>
                <a:lnTo>
                  <a:pt x="13411" y="2446"/>
                </a:lnTo>
                <a:lnTo>
                  <a:pt x="13411" y="2329"/>
                </a:lnTo>
                <a:lnTo>
                  <a:pt x="13570" y="2329"/>
                </a:lnTo>
                <a:lnTo>
                  <a:pt x="13570" y="2446"/>
                </a:lnTo>
                <a:moveTo>
                  <a:pt x="13306" y="2446"/>
                </a:moveTo>
                <a:lnTo>
                  <a:pt x="13147" y="2446"/>
                </a:lnTo>
                <a:lnTo>
                  <a:pt x="13147" y="2329"/>
                </a:lnTo>
                <a:lnTo>
                  <a:pt x="13306" y="2329"/>
                </a:lnTo>
                <a:lnTo>
                  <a:pt x="13306" y="2446"/>
                </a:lnTo>
                <a:moveTo>
                  <a:pt x="13041" y="2446"/>
                </a:moveTo>
                <a:lnTo>
                  <a:pt x="12883" y="2446"/>
                </a:lnTo>
                <a:lnTo>
                  <a:pt x="12883" y="2329"/>
                </a:lnTo>
                <a:lnTo>
                  <a:pt x="13041" y="2329"/>
                </a:lnTo>
                <a:lnTo>
                  <a:pt x="13041" y="2446"/>
                </a:lnTo>
                <a:moveTo>
                  <a:pt x="12777" y="2446"/>
                </a:moveTo>
                <a:lnTo>
                  <a:pt x="12619" y="2446"/>
                </a:lnTo>
                <a:lnTo>
                  <a:pt x="12619" y="2329"/>
                </a:lnTo>
                <a:lnTo>
                  <a:pt x="12777" y="2329"/>
                </a:lnTo>
                <a:lnTo>
                  <a:pt x="12777" y="2446"/>
                </a:lnTo>
                <a:moveTo>
                  <a:pt x="12513" y="2446"/>
                </a:moveTo>
                <a:lnTo>
                  <a:pt x="12355" y="2446"/>
                </a:lnTo>
                <a:lnTo>
                  <a:pt x="12355" y="2329"/>
                </a:lnTo>
                <a:lnTo>
                  <a:pt x="12513" y="2329"/>
                </a:lnTo>
                <a:lnTo>
                  <a:pt x="12513" y="2446"/>
                </a:lnTo>
                <a:moveTo>
                  <a:pt x="12249" y="2446"/>
                </a:moveTo>
                <a:lnTo>
                  <a:pt x="12091" y="2446"/>
                </a:lnTo>
                <a:lnTo>
                  <a:pt x="12091" y="2329"/>
                </a:lnTo>
                <a:lnTo>
                  <a:pt x="12249" y="2329"/>
                </a:lnTo>
                <a:lnTo>
                  <a:pt x="12249" y="2446"/>
                </a:lnTo>
                <a:moveTo>
                  <a:pt x="11985" y="2446"/>
                </a:moveTo>
                <a:lnTo>
                  <a:pt x="11826" y="2446"/>
                </a:lnTo>
                <a:lnTo>
                  <a:pt x="11826" y="2329"/>
                </a:lnTo>
                <a:lnTo>
                  <a:pt x="11985" y="2329"/>
                </a:lnTo>
                <a:lnTo>
                  <a:pt x="11985" y="2446"/>
                </a:lnTo>
                <a:moveTo>
                  <a:pt x="11721" y="2446"/>
                </a:moveTo>
                <a:lnTo>
                  <a:pt x="11562" y="2446"/>
                </a:lnTo>
                <a:lnTo>
                  <a:pt x="11562" y="2329"/>
                </a:lnTo>
                <a:lnTo>
                  <a:pt x="11721" y="2329"/>
                </a:lnTo>
                <a:lnTo>
                  <a:pt x="11721" y="2446"/>
                </a:lnTo>
                <a:moveTo>
                  <a:pt x="11457" y="2446"/>
                </a:moveTo>
                <a:lnTo>
                  <a:pt x="11298" y="2446"/>
                </a:lnTo>
                <a:lnTo>
                  <a:pt x="11298" y="2329"/>
                </a:lnTo>
                <a:lnTo>
                  <a:pt x="11457" y="2329"/>
                </a:lnTo>
                <a:lnTo>
                  <a:pt x="11457" y="2446"/>
                </a:lnTo>
                <a:moveTo>
                  <a:pt x="11193" y="2446"/>
                </a:moveTo>
                <a:lnTo>
                  <a:pt x="11034" y="2446"/>
                </a:lnTo>
                <a:lnTo>
                  <a:pt x="11034" y="2329"/>
                </a:lnTo>
                <a:lnTo>
                  <a:pt x="11193" y="2329"/>
                </a:lnTo>
                <a:lnTo>
                  <a:pt x="11193" y="2446"/>
                </a:lnTo>
                <a:moveTo>
                  <a:pt x="10929" y="2446"/>
                </a:moveTo>
                <a:lnTo>
                  <a:pt x="10770" y="2446"/>
                </a:lnTo>
                <a:lnTo>
                  <a:pt x="10770" y="2329"/>
                </a:lnTo>
                <a:lnTo>
                  <a:pt x="10929" y="2329"/>
                </a:lnTo>
                <a:lnTo>
                  <a:pt x="10929" y="2446"/>
                </a:lnTo>
                <a:moveTo>
                  <a:pt x="10665" y="2446"/>
                </a:moveTo>
                <a:lnTo>
                  <a:pt x="10506" y="2446"/>
                </a:lnTo>
                <a:lnTo>
                  <a:pt x="10506" y="2329"/>
                </a:lnTo>
                <a:lnTo>
                  <a:pt x="10665" y="2329"/>
                </a:lnTo>
                <a:lnTo>
                  <a:pt x="10665" y="2446"/>
                </a:lnTo>
                <a:moveTo>
                  <a:pt x="10401" y="2446"/>
                </a:moveTo>
                <a:lnTo>
                  <a:pt x="10242" y="2446"/>
                </a:lnTo>
                <a:lnTo>
                  <a:pt x="10242" y="2329"/>
                </a:lnTo>
                <a:lnTo>
                  <a:pt x="10401" y="2329"/>
                </a:lnTo>
                <a:lnTo>
                  <a:pt x="10401" y="2446"/>
                </a:lnTo>
                <a:moveTo>
                  <a:pt x="10137" y="2446"/>
                </a:moveTo>
                <a:lnTo>
                  <a:pt x="9978" y="2446"/>
                </a:lnTo>
                <a:lnTo>
                  <a:pt x="9978" y="2329"/>
                </a:lnTo>
                <a:lnTo>
                  <a:pt x="10137" y="2329"/>
                </a:lnTo>
                <a:lnTo>
                  <a:pt x="10137" y="2446"/>
                </a:lnTo>
                <a:moveTo>
                  <a:pt x="9873" y="2446"/>
                </a:moveTo>
                <a:lnTo>
                  <a:pt x="9714" y="2446"/>
                </a:lnTo>
                <a:lnTo>
                  <a:pt x="9714" y="2329"/>
                </a:lnTo>
                <a:lnTo>
                  <a:pt x="9873" y="2329"/>
                </a:lnTo>
                <a:lnTo>
                  <a:pt x="9873" y="2446"/>
                </a:lnTo>
                <a:moveTo>
                  <a:pt x="9609" y="2446"/>
                </a:moveTo>
                <a:lnTo>
                  <a:pt x="9450" y="2446"/>
                </a:lnTo>
                <a:lnTo>
                  <a:pt x="9450" y="2329"/>
                </a:lnTo>
                <a:lnTo>
                  <a:pt x="9609" y="2329"/>
                </a:lnTo>
                <a:lnTo>
                  <a:pt x="9609" y="2446"/>
                </a:lnTo>
                <a:moveTo>
                  <a:pt x="9345" y="2446"/>
                </a:moveTo>
                <a:lnTo>
                  <a:pt x="9186" y="2446"/>
                </a:lnTo>
                <a:lnTo>
                  <a:pt x="9186" y="2329"/>
                </a:lnTo>
                <a:lnTo>
                  <a:pt x="9345" y="2329"/>
                </a:lnTo>
                <a:lnTo>
                  <a:pt x="9345" y="2446"/>
                </a:lnTo>
                <a:moveTo>
                  <a:pt x="9081" y="2446"/>
                </a:moveTo>
                <a:lnTo>
                  <a:pt x="8922" y="2446"/>
                </a:lnTo>
                <a:lnTo>
                  <a:pt x="8922" y="2329"/>
                </a:lnTo>
                <a:lnTo>
                  <a:pt x="9081" y="2329"/>
                </a:lnTo>
                <a:lnTo>
                  <a:pt x="9081" y="2446"/>
                </a:lnTo>
                <a:moveTo>
                  <a:pt x="8817" y="2446"/>
                </a:moveTo>
                <a:lnTo>
                  <a:pt x="8658" y="2446"/>
                </a:lnTo>
                <a:lnTo>
                  <a:pt x="8658" y="2329"/>
                </a:lnTo>
                <a:lnTo>
                  <a:pt x="8817" y="2329"/>
                </a:lnTo>
                <a:lnTo>
                  <a:pt x="8817" y="2446"/>
                </a:lnTo>
                <a:moveTo>
                  <a:pt x="8553" y="2446"/>
                </a:moveTo>
                <a:lnTo>
                  <a:pt x="8394" y="2446"/>
                </a:lnTo>
                <a:lnTo>
                  <a:pt x="8394" y="2329"/>
                </a:lnTo>
                <a:lnTo>
                  <a:pt x="8553" y="2329"/>
                </a:lnTo>
                <a:lnTo>
                  <a:pt x="8553" y="2446"/>
                </a:lnTo>
                <a:moveTo>
                  <a:pt x="8288" y="2446"/>
                </a:moveTo>
                <a:lnTo>
                  <a:pt x="8130" y="2446"/>
                </a:lnTo>
                <a:lnTo>
                  <a:pt x="8130" y="2329"/>
                </a:lnTo>
                <a:lnTo>
                  <a:pt x="8288" y="2329"/>
                </a:lnTo>
                <a:lnTo>
                  <a:pt x="8288" y="2446"/>
                </a:lnTo>
                <a:moveTo>
                  <a:pt x="8024" y="2446"/>
                </a:moveTo>
                <a:lnTo>
                  <a:pt x="7866" y="2446"/>
                </a:lnTo>
                <a:lnTo>
                  <a:pt x="7866" y="2329"/>
                </a:lnTo>
                <a:lnTo>
                  <a:pt x="8024" y="2329"/>
                </a:lnTo>
                <a:lnTo>
                  <a:pt x="8024" y="2446"/>
                </a:lnTo>
                <a:moveTo>
                  <a:pt x="7760" y="2446"/>
                </a:moveTo>
                <a:lnTo>
                  <a:pt x="7602" y="2446"/>
                </a:lnTo>
                <a:lnTo>
                  <a:pt x="7602" y="2329"/>
                </a:lnTo>
                <a:lnTo>
                  <a:pt x="7760" y="2329"/>
                </a:lnTo>
                <a:lnTo>
                  <a:pt x="7760" y="2446"/>
                </a:lnTo>
                <a:moveTo>
                  <a:pt x="7496" y="2446"/>
                </a:moveTo>
                <a:lnTo>
                  <a:pt x="7338" y="2446"/>
                </a:lnTo>
                <a:lnTo>
                  <a:pt x="7338" y="2329"/>
                </a:lnTo>
                <a:lnTo>
                  <a:pt x="7496" y="2329"/>
                </a:lnTo>
                <a:lnTo>
                  <a:pt x="7496" y="2446"/>
                </a:lnTo>
                <a:moveTo>
                  <a:pt x="7232" y="2446"/>
                </a:moveTo>
                <a:lnTo>
                  <a:pt x="7074" y="2446"/>
                </a:lnTo>
                <a:lnTo>
                  <a:pt x="7074" y="2329"/>
                </a:lnTo>
                <a:lnTo>
                  <a:pt x="7232" y="2329"/>
                </a:lnTo>
                <a:lnTo>
                  <a:pt x="7232" y="2446"/>
                </a:lnTo>
                <a:moveTo>
                  <a:pt x="6968" y="2446"/>
                </a:moveTo>
                <a:lnTo>
                  <a:pt x="6809" y="2446"/>
                </a:lnTo>
                <a:lnTo>
                  <a:pt x="6809" y="2329"/>
                </a:lnTo>
                <a:lnTo>
                  <a:pt x="6968" y="2329"/>
                </a:lnTo>
                <a:lnTo>
                  <a:pt x="6968" y="2446"/>
                </a:lnTo>
                <a:moveTo>
                  <a:pt x="6704" y="2446"/>
                </a:moveTo>
                <a:lnTo>
                  <a:pt x="6545" y="2446"/>
                </a:lnTo>
                <a:lnTo>
                  <a:pt x="6545" y="2329"/>
                </a:lnTo>
                <a:lnTo>
                  <a:pt x="6704" y="2329"/>
                </a:lnTo>
                <a:lnTo>
                  <a:pt x="6704" y="2446"/>
                </a:lnTo>
                <a:moveTo>
                  <a:pt x="6440" y="2446"/>
                </a:moveTo>
                <a:lnTo>
                  <a:pt x="6281" y="2446"/>
                </a:lnTo>
                <a:lnTo>
                  <a:pt x="6281" y="2329"/>
                </a:lnTo>
                <a:lnTo>
                  <a:pt x="6440" y="2329"/>
                </a:lnTo>
                <a:lnTo>
                  <a:pt x="6440" y="2446"/>
                </a:lnTo>
                <a:moveTo>
                  <a:pt x="6176" y="2446"/>
                </a:moveTo>
                <a:lnTo>
                  <a:pt x="6017" y="2446"/>
                </a:lnTo>
                <a:lnTo>
                  <a:pt x="6017" y="2329"/>
                </a:lnTo>
                <a:lnTo>
                  <a:pt x="6176" y="2329"/>
                </a:lnTo>
                <a:lnTo>
                  <a:pt x="6176" y="2446"/>
                </a:lnTo>
                <a:moveTo>
                  <a:pt x="5912" y="2446"/>
                </a:moveTo>
                <a:lnTo>
                  <a:pt x="5753" y="2446"/>
                </a:lnTo>
                <a:lnTo>
                  <a:pt x="5753" y="2329"/>
                </a:lnTo>
                <a:lnTo>
                  <a:pt x="5912" y="2329"/>
                </a:lnTo>
                <a:lnTo>
                  <a:pt x="5912" y="2446"/>
                </a:lnTo>
                <a:moveTo>
                  <a:pt x="5648" y="2446"/>
                </a:moveTo>
                <a:lnTo>
                  <a:pt x="5489" y="2446"/>
                </a:lnTo>
                <a:lnTo>
                  <a:pt x="5489" y="2329"/>
                </a:lnTo>
                <a:lnTo>
                  <a:pt x="5648" y="2329"/>
                </a:lnTo>
                <a:lnTo>
                  <a:pt x="5648" y="2446"/>
                </a:lnTo>
                <a:moveTo>
                  <a:pt x="5384" y="2446"/>
                </a:moveTo>
                <a:lnTo>
                  <a:pt x="5225" y="2446"/>
                </a:lnTo>
                <a:lnTo>
                  <a:pt x="5225" y="2329"/>
                </a:lnTo>
                <a:lnTo>
                  <a:pt x="5384" y="2329"/>
                </a:lnTo>
                <a:lnTo>
                  <a:pt x="5384" y="2446"/>
                </a:lnTo>
                <a:moveTo>
                  <a:pt x="5120" y="2446"/>
                </a:moveTo>
                <a:lnTo>
                  <a:pt x="4961" y="2446"/>
                </a:lnTo>
                <a:lnTo>
                  <a:pt x="4961" y="2329"/>
                </a:lnTo>
                <a:lnTo>
                  <a:pt x="5120" y="2329"/>
                </a:lnTo>
                <a:lnTo>
                  <a:pt x="5120" y="2446"/>
                </a:lnTo>
                <a:moveTo>
                  <a:pt x="4856" y="2446"/>
                </a:moveTo>
                <a:lnTo>
                  <a:pt x="4697" y="2446"/>
                </a:lnTo>
                <a:lnTo>
                  <a:pt x="4697" y="2329"/>
                </a:lnTo>
                <a:lnTo>
                  <a:pt x="4856" y="2329"/>
                </a:lnTo>
                <a:lnTo>
                  <a:pt x="4856" y="2446"/>
                </a:lnTo>
                <a:moveTo>
                  <a:pt x="4592" y="2446"/>
                </a:moveTo>
                <a:lnTo>
                  <a:pt x="4433" y="2446"/>
                </a:lnTo>
                <a:lnTo>
                  <a:pt x="4433" y="2329"/>
                </a:lnTo>
                <a:lnTo>
                  <a:pt x="4592" y="2329"/>
                </a:lnTo>
                <a:lnTo>
                  <a:pt x="4592" y="2446"/>
                </a:lnTo>
                <a:moveTo>
                  <a:pt x="4328" y="2446"/>
                </a:moveTo>
                <a:lnTo>
                  <a:pt x="4169" y="2446"/>
                </a:lnTo>
                <a:lnTo>
                  <a:pt x="4169" y="2329"/>
                </a:lnTo>
                <a:lnTo>
                  <a:pt x="4328" y="2329"/>
                </a:lnTo>
                <a:lnTo>
                  <a:pt x="4328" y="2446"/>
                </a:lnTo>
                <a:moveTo>
                  <a:pt x="4064" y="2446"/>
                </a:moveTo>
                <a:lnTo>
                  <a:pt x="3905" y="2446"/>
                </a:lnTo>
                <a:lnTo>
                  <a:pt x="3905" y="2329"/>
                </a:lnTo>
                <a:lnTo>
                  <a:pt x="4064" y="2329"/>
                </a:lnTo>
                <a:lnTo>
                  <a:pt x="4064" y="2446"/>
                </a:lnTo>
                <a:moveTo>
                  <a:pt x="3800" y="2446"/>
                </a:moveTo>
                <a:lnTo>
                  <a:pt x="3641" y="2446"/>
                </a:lnTo>
                <a:lnTo>
                  <a:pt x="3641" y="2329"/>
                </a:lnTo>
                <a:lnTo>
                  <a:pt x="3800" y="2329"/>
                </a:lnTo>
                <a:lnTo>
                  <a:pt x="3800" y="2446"/>
                </a:lnTo>
                <a:moveTo>
                  <a:pt x="3536" y="2446"/>
                </a:moveTo>
                <a:lnTo>
                  <a:pt x="3377" y="2446"/>
                </a:lnTo>
                <a:lnTo>
                  <a:pt x="3377" y="2329"/>
                </a:lnTo>
                <a:lnTo>
                  <a:pt x="3536" y="2329"/>
                </a:lnTo>
                <a:lnTo>
                  <a:pt x="3536" y="2446"/>
                </a:lnTo>
                <a:moveTo>
                  <a:pt x="3271" y="2446"/>
                </a:moveTo>
                <a:lnTo>
                  <a:pt x="3113" y="2446"/>
                </a:lnTo>
                <a:lnTo>
                  <a:pt x="3113" y="2329"/>
                </a:lnTo>
                <a:lnTo>
                  <a:pt x="3271" y="2329"/>
                </a:lnTo>
                <a:lnTo>
                  <a:pt x="3271" y="2446"/>
                </a:lnTo>
                <a:moveTo>
                  <a:pt x="3007" y="2446"/>
                </a:moveTo>
                <a:lnTo>
                  <a:pt x="2849" y="2446"/>
                </a:lnTo>
                <a:lnTo>
                  <a:pt x="2849" y="2329"/>
                </a:lnTo>
                <a:lnTo>
                  <a:pt x="3007" y="2329"/>
                </a:lnTo>
                <a:lnTo>
                  <a:pt x="3007" y="2446"/>
                </a:lnTo>
                <a:moveTo>
                  <a:pt x="2743" y="2446"/>
                </a:moveTo>
                <a:lnTo>
                  <a:pt x="2585" y="2446"/>
                </a:lnTo>
                <a:lnTo>
                  <a:pt x="2585" y="2329"/>
                </a:lnTo>
                <a:lnTo>
                  <a:pt x="2743" y="2329"/>
                </a:lnTo>
                <a:lnTo>
                  <a:pt x="2743" y="2446"/>
                </a:lnTo>
                <a:moveTo>
                  <a:pt x="2479" y="2446"/>
                </a:moveTo>
                <a:lnTo>
                  <a:pt x="2321" y="2446"/>
                </a:lnTo>
                <a:lnTo>
                  <a:pt x="2321" y="2329"/>
                </a:lnTo>
                <a:lnTo>
                  <a:pt x="2479" y="2329"/>
                </a:lnTo>
                <a:lnTo>
                  <a:pt x="2479" y="2446"/>
                </a:lnTo>
                <a:moveTo>
                  <a:pt x="2215" y="2446"/>
                </a:moveTo>
                <a:lnTo>
                  <a:pt x="2056" y="2446"/>
                </a:lnTo>
                <a:lnTo>
                  <a:pt x="2056" y="2329"/>
                </a:lnTo>
                <a:lnTo>
                  <a:pt x="2215" y="2329"/>
                </a:lnTo>
                <a:lnTo>
                  <a:pt x="2215" y="2446"/>
                </a:lnTo>
                <a:moveTo>
                  <a:pt x="1951" y="2446"/>
                </a:moveTo>
                <a:lnTo>
                  <a:pt x="1792" y="2446"/>
                </a:lnTo>
                <a:lnTo>
                  <a:pt x="1792" y="2329"/>
                </a:lnTo>
                <a:lnTo>
                  <a:pt x="1951" y="2329"/>
                </a:lnTo>
                <a:lnTo>
                  <a:pt x="1951" y="2446"/>
                </a:lnTo>
                <a:moveTo>
                  <a:pt x="1687" y="2446"/>
                </a:moveTo>
                <a:lnTo>
                  <a:pt x="1528" y="2446"/>
                </a:lnTo>
                <a:lnTo>
                  <a:pt x="1528" y="2329"/>
                </a:lnTo>
                <a:lnTo>
                  <a:pt x="1687" y="2329"/>
                </a:lnTo>
                <a:lnTo>
                  <a:pt x="1687" y="2446"/>
                </a:lnTo>
                <a:moveTo>
                  <a:pt x="1423" y="2446"/>
                </a:moveTo>
                <a:lnTo>
                  <a:pt x="1264" y="2446"/>
                </a:lnTo>
                <a:lnTo>
                  <a:pt x="1264" y="2329"/>
                </a:lnTo>
                <a:lnTo>
                  <a:pt x="1423" y="2329"/>
                </a:lnTo>
                <a:lnTo>
                  <a:pt x="1423" y="2446"/>
                </a:lnTo>
                <a:moveTo>
                  <a:pt x="1159" y="2446"/>
                </a:moveTo>
                <a:lnTo>
                  <a:pt x="1000" y="2446"/>
                </a:lnTo>
                <a:lnTo>
                  <a:pt x="1000" y="2329"/>
                </a:lnTo>
                <a:lnTo>
                  <a:pt x="1159" y="2329"/>
                </a:lnTo>
                <a:lnTo>
                  <a:pt x="1159" y="2446"/>
                </a:lnTo>
                <a:moveTo>
                  <a:pt x="895" y="2446"/>
                </a:moveTo>
                <a:lnTo>
                  <a:pt x="736" y="2446"/>
                </a:lnTo>
                <a:lnTo>
                  <a:pt x="736" y="2329"/>
                </a:lnTo>
                <a:lnTo>
                  <a:pt x="895" y="2329"/>
                </a:lnTo>
                <a:lnTo>
                  <a:pt x="895" y="2446"/>
                </a:lnTo>
                <a:moveTo>
                  <a:pt x="631" y="2446"/>
                </a:moveTo>
                <a:lnTo>
                  <a:pt x="472" y="2446"/>
                </a:lnTo>
                <a:lnTo>
                  <a:pt x="472" y="2329"/>
                </a:lnTo>
                <a:lnTo>
                  <a:pt x="631" y="2329"/>
                </a:lnTo>
                <a:lnTo>
                  <a:pt x="631" y="2446"/>
                </a:lnTo>
                <a:moveTo>
                  <a:pt x="367" y="2446"/>
                </a:moveTo>
                <a:lnTo>
                  <a:pt x="244" y="2446"/>
                </a:lnTo>
                <a:cubicBezTo>
                  <a:pt x="228" y="2446"/>
                  <a:pt x="213" y="2444"/>
                  <a:pt x="198" y="2441"/>
                </a:cubicBezTo>
                <a:lnTo>
                  <a:pt x="220" y="2327"/>
                </a:lnTo>
                <a:cubicBezTo>
                  <a:pt x="228" y="2328"/>
                  <a:pt x="236" y="2329"/>
                  <a:pt x="244" y="2329"/>
                </a:cubicBezTo>
                <a:lnTo>
                  <a:pt x="367" y="2329"/>
                </a:lnTo>
                <a:lnTo>
                  <a:pt x="367" y="2446"/>
                </a:lnTo>
                <a:moveTo>
                  <a:pt x="75" y="2378"/>
                </a:moveTo>
                <a:cubicBezTo>
                  <a:pt x="25" y="2330"/>
                  <a:pt x="0" y="2271"/>
                  <a:pt x="0" y="2202"/>
                </a:cubicBezTo>
                <a:lnTo>
                  <a:pt x="0" y="2191"/>
                </a:lnTo>
                <a:lnTo>
                  <a:pt x="117" y="2191"/>
                </a:lnTo>
                <a:lnTo>
                  <a:pt x="117" y="2202"/>
                </a:lnTo>
                <a:cubicBezTo>
                  <a:pt x="117" y="2238"/>
                  <a:pt x="130" y="2269"/>
                  <a:pt x="156" y="2294"/>
                </a:cubicBezTo>
                <a:lnTo>
                  <a:pt x="75" y="2378"/>
                </a:lnTo>
                <a:moveTo>
                  <a:pt x="0" y="2086"/>
                </a:moveTo>
                <a:lnTo>
                  <a:pt x="0" y="1927"/>
                </a:lnTo>
                <a:lnTo>
                  <a:pt x="117" y="1927"/>
                </a:lnTo>
                <a:lnTo>
                  <a:pt x="117" y="2086"/>
                </a:lnTo>
                <a:lnTo>
                  <a:pt x="0" y="2086"/>
                </a:lnTo>
                <a:moveTo>
                  <a:pt x="0" y="1822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5"/>
                </a:moveTo>
                <a:cubicBezTo>
                  <a:pt x="3" y="160"/>
                  <a:pt x="34" y="99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5"/>
                </a:lnTo>
                <a:moveTo>
                  <a:pt x="220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8254800" y="289548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現より有利になる。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2988720" y="4020120"/>
            <a:ext cx="65484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[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表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: 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太陽光発電予測‧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NLP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ベンチマークの比較結果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]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914400" y="3924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35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36" name=""/>
          <p:cNvSpPr/>
          <p:nvPr/>
        </p:nvSpPr>
        <p:spPr>
          <a:xfrm>
            <a:off x="54288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2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54288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2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533520" y="924480"/>
            <a:ext cx="1004472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の強さは、記憶をそのまま上書きせず、ゲートで情報量を調整する点にある。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762120" y="1848600"/>
            <a:ext cx="160092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効いている点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809280" y="29048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059480" y="2336400"/>
            <a:ext cx="35668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セル状態が長期記憶の経路を作る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809280" y="334296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1059480" y="2783880"/>
            <a:ext cx="40424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忘却‧入力‧出力を別々に学習できる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623880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3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623880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3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059480" y="322200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遠い過去の情報を必要な分だけ残しやすい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6458040" y="184860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読み取り方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6755760" y="233640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単純な短期パターンなら統計モデルで十分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6505560" y="32572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6755760" y="2698200"/>
            <a:ext cx="14270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な場合がある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6755760" y="3136320"/>
            <a:ext cx="4743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複数要因や文脈依存があるほど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の利点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6505560" y="40575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3"/>
                </a:cubicBezTo>
                <a:cubicBezTo>
                  <a:pt x="248" y="199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755760" y="3498120"/>
            <a:ext cx="11894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が出やすい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533160" y="4638600"/>
            <a:ext cx="11125440" cy="638280"/>
          </a:xfrm>
          <a:custGeom>
            <a:avLst/>
            <a:gdLst/>
            <a:ahLst/>
            <a:rect l="0" t="0" r="r" b="b"/>
            <a:pathLst>
              <a:path w="30904" h="1773">
                <a:moveTo>
                  <a:pt x="0" y="0"/>
                </a:moveTo>
                <a:lnTo>
                  <a:pt x="30904" y="0"/>
                </a:lnTo>
                <a:lnTo>
                  <a:pt x="30904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533160" y="4638600"/>
            <a:ext cx="76680" cy="638280"/>
          </a:xfrm>
          <a:custGeom>
            <a:avLst/>
            <a:gdLst/>
            <a:ahLst/>
            <a:rect l="0" t="0" r="r" b="b"/>
            <a:pathLst>
              <a:path w="213" h="1773">
                <a:moveTo>
                  <a:pt x="0" y="0"/>
                </a:moveTo>
                <a:lnTo>
                  <a:pt x="213" y="0"/>
                </a:lnTo>
                <a:lnTo>
                  <a:pt x="21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6755760" y="3936600"/>
            <a:ext cx="3091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ゲートは解釈の入口にもなる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533160" y="5486040"/>
            <a:ext cx="11125440" cy="857880"/>
          </a:xfrm>
          <a:custGeom>
            <a:avLst/>
            <a:gdLst/>
            <a:ahLst/>
            <a:rect l="0" t="0" r="r" b="b"/>
            <a:pathLst>
              <a:path w="30904" h="2383">
                <a:moveTo>
                  <a:pt x="0" y="0"/>
                </a:moveTo>
                <a:lnTo>
                  <a:pt x="30904" y="0"/>
                </a:lnTo>
                <a:lnTo>
                  <a:pt x="30904" y="2383"/>
                </a:lnTo>
                <a:lnTo>
                  <a:pt x="0" y="2383"/>
                </a:lnTo>
                <a:lnTo>
                  <a:pt x="0" y="0"/>
                </a:lnTo>
                <a:close/>
              </a:path>
            </a:pathLst>
          </a:custGeom>
          <a:solidFill>
            <a:srgbClr val="f8f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521640" y="5474880"/>
            <a:ext cx="11148480" cy="880200"/>
          </a:xfrm>
          <a:custGeom>
            <a:avLst/>
            <a:gdLst/>
            <a:ahLst/>
            <a:rect l="0" t="0" r="r" b="b"/>
            <a:pathLst>
              <a:path w="30968" h="2445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6"/>
                </a:lnTo>
                <a:lnTo>
                  <a:pt x="772" y="116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6"/>
                </a:lnTo>
                <a:lnTo>
                  <a:pt x="1036" y="116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6"/>
                </a:lnTo>
                <a:lnTo>
                  <a:pt x="1300" y="116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6"/>
                </a:lnTo>
                <a:lnTo>
                  <a:pt x="1564" y="116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6"/>
                </a:lnTo>
                <a:lnTo>
                  <a:pt x="1828" y="116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6"/>
                </a:lnTo>
                <a:lnTo>
                  <a:pt x="2092" y="116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6"/>
                </a:lnTo>
                <a:lnTo>
                  <a:pt x="2356" y="116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6"/>
                </a:lnTo>
                <a:lnTo>
                  <a:pt x="2620" y="116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6"/>
                </a:lnTo>
                <a:lnTo>
                  <a:pt x="2884" y="116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6"/>
                </a:lnTo>
                <a:lnTo>
                  <a:pt x="3148" y="116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6"/>
                </a:lnTo>
                <a:lnTo>
                  <a:pt x="3412" y="116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6"/>
                </a:lnTo>
                <a:lnTo>
                  <a:pt x="3677" y="116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6"/>
                </a:lnTo>
                <a:lnTo>
                  <a:pt x="3941" y="116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6"/>
                </a:lnTo>
                <a:lnTo>
                  <a:pt x="4205" y="116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6"/>
                </a:lnTo>
                <a:lnTo>
                  <a:pt x="4469" y="116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6"/>
                </a:lnTo>
                <a:lnTo>
                  <a:pt x="4733" y="116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6"/>
                </a:lnTo>
                <a:lnTo>
                  <a:pt x="4997" y="116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6"/>
                </a:lnTo>
                <a:lnTo>
                  <a:pt x="5261" y="116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6"/>
                </a:lnTo>
                <a:lnTo>
                  <a:pt x="5525" y="116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6"/>
                </a:lnTo>
                <a:lnTo>
                  <a:pt x="5789" y="116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6"/>
                </a:lnTo>
                <a:lnTo>
                  <a:pt x="6053" y="116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6"/>
                </a:lnTo>
                <a:lnTo>
                  <a:pt x="6317" y="116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6"/>
                </a:lnTo>
                <a:lnTo>
                  <a:pt x="6581" y="116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6"/>
                </a:lnTo>
                <a:lnTo>
                  <a:pt x="6845" y="116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6"/>
                </a:lnTo>
                <a:lnTo>
                  <a:pt x="7109" y="116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6"/>
                </a:lnTo>
                <a:lnTo>
                  <a:pt x="7373" y="116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6"/>
                </a:lnTo>
                <a:lnTo>
                  <a:pt x="7637" y="116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6"/>
                </a:lnTo>
                <a:lnTo>
                  <a:pt x="7901" y="116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6"/>
                </a:lnTo>
                <a:lnTo>
                  <a:pt x="8165" y="116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6"/>
                </a:lnTo>
                <a:lnTo>
                  <a:pt x="8430" y="116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6"/>
                </a:lnTo>
                <a:lnTo>
                  <a:pt x="8694" y="116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6"/>
                </a:lnTo>
                <a:lnTo>
                  <a:pt x="8958" y="116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6"/>
                </a:lnTo>
                <a:lnTo>
                  <a:pt x="9222" y="116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6"/>
                </a:lnTo>
                <a:lnTo>
                  <a:pt x="9486" y="116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6"/>
                </a:lnTo>
                <a:lnTo>
                  <a:pt x="9750" y="116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6"/>
                </a:lnTo>
                <a:lnTo>
                  <a:pt x="10014" y="116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6"/>
                </a:lnTo>
                <a:lnTo>
                  <a:pt x="10278" y="116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6"/>
                </a:lnTo>
                <a:lnTo>
                  <a:pt x="10542" y="116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6"/>
                </a:lnTo>
                <a:lnTo>
                  <a:pt x="10806" y="116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6"/>
                </a:lnTo>
                <a:lnTo>
                  <a:pt x="11070" y="116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6"/>
                </a:lnTo>
                <a:lnTo>
                  <a:pt x="11334" y="116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6"/>
                </a:lnTo>
                <a:lnTo>
                  <a:pt x="11598" y="116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6"/>
                </a:lnTo>
                <a:lnTo>
                  <a:pt x="11862" y="116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6"/>
                </a:lnTo>
                <a:lnTo>
                  <a:pt x="12126" y="116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6"/>
                </a:lnTo>
                <a:lnTo>
                  <a:pt x="12390" y="116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6"/>
                </a:lnTo>
                <a:lnTo>
                  <a:pt x="12654" y="116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6"/>
                </a:lnTo>
                <a:lnTo>
                  <a:pt x="12918" y="116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6"/>
                </a:lnTo>
                <a:lnTo>
                  <a:pt x="13182" y="116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6"/>
                </a:lnTo>
                <a:lnTo>
                  <a:pt x="13447" y="116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6"/>
                </a:lnTo>
                <a:lnTo>
                  <a:pt x="13711" y="116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6"/>
                </a:lnTo>
                <a:lnTo>
                  <a:pt x="13975" y="116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6"/>
                </a:lnTo>
                <a:lnTo>
                  <a:pt x="14240" y="116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6"/>
                </a:lnTo>
                <a:lnTo>
                  <a:pt x="14504" y="116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6"/>
                </a:lnTo>
                <a:lnTo>
                  <a:pt x="14768" y="116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6"/>
                </a:lnTo>
                <a:lnTo>
                  <a:pt x="15032" y="116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6"/>
                </a:lnTo>
                <a:lnTo>
                  <a:pt x="15296" y="116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6"/>
                </a:lnTo>
                <a:lnTo>
                  <a:pt x="15560" y="116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6"/>
                </a:lnTo>
                <a:lnTo>
                  <a:pt x="15824" y="116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6"/>
                </a:lnTo>
                <a:lnTo>
                  <a:pt x="16088" y="116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6"/>
                </a:lnTo>
                <a:lnTo>
                  <a:pt x="16352" y="116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6"/>
                </a:lnTo>
                <a:lnTo>
                  <a:pt x="16616" y="116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6"/>
                </a:lnTo>
                <a:lnTo>
                  <a:pt x="16880" y="116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6"/>
                </a:lnTo>
                <a:lnTo>
                  <a:pt x="17144" y="116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6"/>
                </a:lnTo>
                <a:lnTo>
                  <a:pt x="17408" y="116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6"/>
                </a:lnTo>
                <a:lnTo>
                  <a:pt x="17672" y="116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6"/>
                </a:lnTo>
                <a:lnTo>
                  <a:pt x="17936" y="116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6"/>
                </a:lnTo>
                <a:lnTo>
                  <a:pt x="18201" y="116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6"/>
                </a:lnTo>
                <a:lnTo>
                  <a:pt x="18465" y="116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6"/>
                </a:lnTo>
                <a:lnTo>
                  <a:pt x="18729" y="116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6"/>
                </a:lnTo>
                <a:lnTo>
                  <a:pt x="18993" y="116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6"/>
                </a:lnTo>
                <a:lnTo>
                  <a:pt x="19257" y="116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6"/>
                </a:lnTo>
                <a:lnTo>
                  <a:pt x="19521" y="116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6"/>
                </a:lnTo>
                <a:lnTo>
                  <a:pt x="19785" y="116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6"/>
                </a:lnTo>
                <a:lnTo>
                  <a:pt x="20049" y="116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6"/>
                </a:lnTo>
                <a:lnTo>
                  <a:pt x="20313" y="116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6"/>
                </a:lnTo>
                <a:lnTo>
                  <a:pt x="20577" y="116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6"/>
                </a:lnTo>
                <a:lnTo>
                  <a:pt x="20841" y="116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6"/>
                </a:lnTo>
                <a:lnTo>
                  <a:pt x="21105" y="116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6"/>
                </a:lnTo>
                <a:lnTo>
                  <a:pt x="21369" y="116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6"/>
                </a:lnTo>
                <a:lnTo>
                  <a:pt x="21633" y="116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6"/>
                </a:lnTo>
                <a:lnTo>
                  <a:pt x="21897" y="116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6"/>
                </a:lnTo>
                <a:lnTo>
                  <a:pt x="22161" y="116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6"/>
                </a:lnTo>
                <a:lnTo>
                  <a:pt x="22425" y="116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6"/>
                </a:lnTo>
                <a:lnTo>
                  <a:pt x="22689" y="116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6"/>
                </a:lnTo>
                <a:lnTo>
                  <a:pt x="22953" y="116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6"/>
                </a:lnTo>
                <a:lnTo>
                  <a:pt x="23218" y="116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6"/>
                </a:lnTo>
                <a:lnTo>
                  <a:pt x="23482" y="116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6"/>
                </a:lnTo>
                <a:lnTo>
                  <a:pt x="23746" y="116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6"/>
                </a:lnTo>
                <a:lnTo>
                  <a:pt x="24010" y="116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6"/>
                </a:lnTo>
                <a:lnTo>
                  <a:pt x="24274" y="116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6"/>
                </a:lnTo>
                <a:lnTo>
                  <a:pt x="24538" y="116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6"/>
                </a:lnTo>
                <a:lnTo>
                  <a:pt x="24802" y="116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6"/>
                </a:lnTo>
                <a:lnTo>
                  <a:pt x="25066" y="116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6"/>
                </a:lnTo>
                <a:lnTo>
                  <a:pt x="25330" y="116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6"/>
                </a:lnTo>
                <a:lnTo>
                  <a:pt x="25594" y="116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6"/>
                </a:lnTo>
                <a:lnTo>
                  <a:pt x="25858" y="116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6"/>
                </a:lnTo>
                <a:lnTo>
                  <a:pt x="26122" y="116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6"/>
                </a:lnTo>
                <a:lnTo>
                  <a:pt x="26386" y="116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6"/>
                </a:lnTo>
                <a:lnTo>
                  <a:pt x="26650" y="116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6"/>
                </a:lnTo>
                <a:lnTo>
                  <a:pt x="26914" y="116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6"/>
                </a:lnTo>
                <a:lnTo>
                  <a:pt x="27178" y="116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6"/>
                </a:lnTo>
                <a:lnTo>
                  <a:pt x="27442" y="116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6"/>
                </a:lnTo>
                <a:lnTo>
                  <a:pt x="27706" y="116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6"/>
                </a:lnTo>
                <a:lnTo>
                  <a:pt x="27971" y="116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6"/>
                </a:lnTo>
                <a:lnTo>
                  <a:pt x="28235" y="116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6"/>
                </a:lnTo>
                <a:lnTo>
                  <a:pt x="28499" y="116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6"/>
                </a:lnTo>
                <a:lnTo>
                  <a:pt x="28763" y="116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6"/>
                </a:lnTo>
                <a:lnTo>
                  <a:pt x="29027" y="116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6"/>
                </a:lnTo>
                <a:lnTo>
                  <a:pt x="29291" y="116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6"/>
                </a:lnTo>
                <a:lnTo>
                  <a:pt x="29555" y="116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6"/>
                </a:lnTo>
                <a:lnTo>
                  <a:pt x="29819" y="116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6"/>
                </a:lnTo>
                <a:lnTo>
                  <a:pt x="30083" y="116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6"/>
                </a:lnTo>
                <a:lnTo>
                  <a:pt x="30347" y="116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2"/>
                  <a:pt x="30783" y="7"/>
                </a:cubicBezTo>
                <a:lnTo>
                  <a:pt x="30755" y="120"/>
                </a:lnTo>
                <a:cubicBezTo>
                  <a:pt x="30745" y="117"/>
                  <a:pt x="30735" y="116"/>
                  <a:pt x="30725" y="116"/>
                </a:cubicBezTo>
                <a:lnTo>
                  <a:pt x="30611" y="116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3"/>
                  <a:pt x="30968" y="179"/>
                  <a:pt x="30968" y="243"/>
                </a:cubicBezTo>
                <a:lnTo>
                  <a:pt x="30968" y="263"/>
                </a:lnTo>
                <a:lnTo>
                  <a:pt x="30852" y="263"/>
                </a:lnTo>
                <a:lnTo>
                  <a:pt x="30852" y="243"/>
                </a:lnTo>
                <a:cubicBezTo>
                  <a:pt x="30852" y="210"/>
                  <a:pt x="30840" y="181"/>
                  <a:pt x="30817" y="156"/>
                </a:cubicBezTo>
                <a:lnTo>
                  <a:pt x="30902" y="77"/>
                </a:lnTo>
                <a:moveTo>
                  <a:pt x="30968" y="368"/>
                </a:moveTo>
                <a:lnTo>
                  <a:pt x="30968" y="527"/>
                </a:lnTo>
                <a:lnTo>
                  <a:pt x="30852" y="527"/>
                </a:lnTo>
                <a:lnTo>
                  <a:pt x="30852" y="368"/>
                </a:lnTo>
                <a:lnTo>
                  <a:pt x="30968" y="368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8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8"/>
                </a:lnTo>
                <a:lnTo>
                  <a:pt x="30968" y="898"/>
                </a:lnTo>
                <a:moveTo>
                  <a:pt x="30968" y="1162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2"/>
                </a:lnTo>
                <a:lnTo>
                  <a:pt x="30968" y="1162"/>
                </a:lnTo>
                <a:moveTo>
                  <a:pt x="30968" y="1426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8"/>
                </a:lnTo>
                <a:lnTo>
                  <a:pt x="30852" y="1848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6"/>
                  <a:pt x="30866" y="2400"/>
                </a:cubicBezTo>
                <a:lnTo>
                  <a:pt x="30799" y="2305"/>
                </a:lnTo>
                <a:cubicBezTo>
                  <a:pt x="30831" y="2283"/>
                  <a:pt x="30848" y="2252"/>
                  <a:pt x="30851" y="2212"/>
                </a:cubicBezTo>
                <a:lnTo>
                  <a:pt x="30967" y="2222"/>
                </a:lnTo>
                <a:moveTo>
                  <a:pt x="30736" y="2445"/>
                </a:moveTo>
                <a:cubicBezTo>
                  <a:pt x="30733" y="2445"/>
                  <a:pt x="30729" y="2445"/>
                  <a:pt x="30725" y="2445"/>
                </a:cubicBezTo>
                <a:lnTo>
                  <a:pt x="30575" y="2445"/>
                </a:lnTo>
                <a:lnTo>
                  <a:pt x="30575" y="2329"/>
                </a:lnTo>
                <a:lnTo>
                  <a:pt x="30725" y="2329"/>
                </a:lnTo>
                <a:cubicBezTo>
                  <a:pt x="30727" y="2329"/>
                  <a:pt x="30729" y="2329"/>
                  <a:pt x="30731" y="2329"/>
                </a:cubicBezTo>
                <a:lnTo>
                  <a:pt x="30736" y="2445"/>
                </a:lnTo>
                <a:moveTo>
                  <a:pt x="30470" y="2445"/>
                </a:moveTo>
                <a:lnTo>
                  <a:pt x="30311" y="2445"/>
                </a:lnTo>
                <a:lnTo>
                  <a:pt x="30311" y="2329"/>
                </a:lnTo>
                <a:lnTo>
                  <a:pt x="30470" y="2329"/>
                </a:lnTo>
                <a:lnTo>
                  <a:pt x="30470" y="2445"/>
                </a:lnTo>
                <a:moveTo>
                  <a:pt x="30206" y="2445"/>
                </a:moveTo>
                <a:lnTo>
                  <a:pt x="30047" y="2445"/>
                </a:lnTo>
                <a:lnTo>
                  <a:pt x="30047" y="2329"/>
                </a:lnTo>
                <a:lnTo>
                  <a:pt x="30206" y="2329"/>
                </a:lnTo>
                <a:lnTo>
                  <a:pt x="30206" y="2445"/>
                </a:lnTo>
                <a:moveTo>
                  <a:pt x="29942" y="2445"/>
                </a:moveTo>
                <a:lnTo>
                  <a:pt x="29783" y="2445"/>
                </a:lnTo>
                <a:lnTo>
                  <a:pt x="29783" y="2329"/>
                </a:lnTo>
                <a:lnTo>
                  <a:pt x="29942" y="2329"/>
                </a:lnTo>
                <a:lnTo>
                  <a:pt x="29942" y="2445"/>
                </a:lnTo>
                <a:moveTo>
                  <a:pt x="29678" y="2445"/>
                </a:moveTo>
                <a:lnTo>
                  <a:pt x="29519" y="2445"/>
                </a:lnTo>
                <a:lnTo>
                  <a:pt x="29519" y="2329"/>
                </a:lnTo>
                <a:lnTo>
                  <a:pt x="29678" y="2329"/>
                </a:lnTo>
                <a:lnTo>
                  <a:pt x="29678" y="2445"/>
                </a:lnTo>
                <a:moveTo>
                  <a:pt x="29414" y="2445"/>
                </a:moveTo>
                <a:lnTo>
                  <a:pt x="29255" y="2445"/>
                </a:lnTo>
                <a:lnTo>
                  <a:pt x="29255" y="2329"/>
                </a:lnTo>
                <a:lnTo>
                  <a:pt x="29414" y="2329"/>
                </a:lnTo>
                <a:lnTo>
                  <a:pt x="29414" y="2445"/>
                </a:lnTo>
                <a:moveTo>
                  <a:pt x="29150" y="2445"/>
                </a:moveTo>
                <a:lnTo>
                  <a:pt x="28991" y="2445"/>
                </a:lnTo>
                <a:lnTo>
                  <a:pt x="28991" y="2329"/>
                </a:lnTo>
                <a:lnTo>
                  <a:pt x="29150" y="2329"/>
                </a:lnTo>
                <a:lnTo>
                  <a:pt x="29150" y="2445"/>
                </a:lnTo>
                <a:moveTo>
                  <a:pt x="28886" y="2445"/>
                </a:moveTo>
                <a:lnTo>
                  <a:pt x="28727" y="2445"/>
                </a:lnTo>
                <a:lnTo>
                  <a:pt x="28727" y="2329"/>
                </a:lnTo>
                <a:lnTo>
                  <a:pt x="28886" y="2329"/>
                </a:lnTo>
                <a:lnTo>
                  <a:pt x="28886" y="2445"/>
                </a:lnTo>
                <a:moveTo>
                  <a:pt x="28622" y="2445"/>
                </a:moveTo>
                <a:lnTo>
                  <a:pt x="28463" y="2445"/>
                </a:lnTo>
                <a:lnTo>
                  <a:pt x="28463" y="2329"/>
                </a:lnTo>
                <a:lnTo>
                  <a:pt x="28622" y="2329"/>
                </a:lnTo>
                <a:lnTo>
                  <a:pt x="28622" y="2445"/>
                </a:lnTo>
                <a:moveTo>
                  <a:pt x="28358" y="2445"/>
                </a:moveTo>
                <a:lnTo>
                  <a:pt x="28199" y="2445"/>
                </a:lnTo>
                <a:lnTo>
                  <a:pt x="28199" y="2329"/>
                </a:lnTo>
                <a:lnTo>
                  <a:pt x="28358" y="2329"/>
                </a:lnTo>
                <a:lnTo>
                  <a:pt x="28358" y="2445"/>
                </a:lnTo>
                <a:moveTo>
                  <a:pt x="28094" y="2445"/>
                </a:moveTo>
                <a:lnTo>
                  <a:pt x="27935" y="2445"/>
                </a:lnTo>
                <a:lnTo>
                  <a:pt x="27935" y="2329"/>
                </a:lnTo>
                <a:lnTo>
                  <a:pt x="28094" y="2329"/>
                </a:lnTo>
                <a:lnTo>
                  <a:pt x="28094" y="2445"/>
                </a:lnTo>
                <a:moveTo>
                  <a:pt x="27829" y="2445"/>
                </a:moveTo>
                <a:lnTo>
                  <a:pt x="27671" y="2445"/>
                </a:lnTo>
                <a:lnTo>
                  <a:pt x="27671" y="2329"/>
                </a:lnTo>
                <a:lnTo>
                  <a:pt x="27829" y="2329"/>
                </a:lnTo>
                <a:lnTo>
                  <a:pt x="27829" y="2445"/>
                </a:lnTo>
                <a:moveTo>
                  <a:pt x="27565" y="2445"/>
                </a:moveTo>
                <a:lnTo>
                  <a:pt x="27407" y="2445"/>
                </a:lnTo>
                <a:lnTo>
                  <a:pt x="27407" y="2329"/>
                </a:lnTo>
                <a:lnTo>
                  <a:pt x="27565" y="2329"/>
                </a:lnTo>
                <a:lnTo>
                  <a:pt x="27565" y="2445"/>
                </a:lnTo>
                <a:moveTo>
                  <a:pt x="27301" y="2445"/>
                </a:moveTo>
                <a:lnTo>
                  <a:pt x="27143" y="2445"/>
                </a:lnTo>
                <a:lnTo>
                  <a:pt x="27143" y="2329"/>
                </a:lnTo>
                <a:lnTo>
                  <a:pt x="27301" y="2329"/>
                </a:lnTo>
                <a:lnTo>
                  <a:pt x="27301" y="2445"/>
                </a:lnTo>
                <a:moveTo>
                  <a:pt x="27037" y="2445"/>
                </a:moveTo>
                <a:lnTo>
                  <a:pt x="26879" y="2445"/>
                </a:lnTo>
                <a:lnTo>
                  <a:pt x="26879" y="2329"/>
                </a:lnTo>
                <a:lnTo>
                  <a:pt x="27037" y="2329"/>
                </a:lnTo>
                <a:lnTo>
                  <a:pt x="27037" y="2445"/>
                </a:lnTo>
                <a:moveTo>
                  <a:pt x="26773" y="2445"/>
                </a:moveTo>
                <a:lnTo>
                  <a:pt x="26615" y="2445"/>
                </a:lnTo>
                <a:lnTo>
                  <a:pt x="26615" y="2329"/>
                </a:lnTo>
                <a:lnTo>
                  <a:pt x="26773" y="2329"/>
                </a:lnTo>
                <a:lnTo>
                  <a:pt x="26773" y="2445"/>
                </a:lnTo>
                <a:moveTo>
                  <a:pt x="26509" y="2445"/>
                </a:moveTo>
                <a:lnTo>
                  <a:pt x="26350" y="2445"/>
                </a:lnTo>
                <a:lnTo>
                  <a:pt x="26350" y="2329"/>
                </a:lnTo>
                <a:lnTo>
                  <a:pt x="26509" y="2329"/>
                </a:lnTo>
                <a:lnTo>
                  <a:pt x="26509" y="2445"/>
                </a:lnTo>
                <a:moveTo>
                  <a:pt x="26245" y="2445"/>
                </a:moveTo>
                <a:lnTo>
                  <a:pt x="26086" y="2445"/>
                </a:lnTo>
                <a:lnTo>
                  <a:pt x="26086" y="2329"/>
                </a:lnTo>
                <a:lnTo>
                  <a:pt x="26245" y="2329"/>
                </a:lnTo>
                <a:lnTo>
                  <a:pt x="26245" y="2445"/>
                </a:lnTo>
                <a:moveTo>
                  <a:pt x="25981" y="2445"/>
                </a:moveTo>
                <a:lnTo>
                  <a:pt x="25822" y="2445"/>
                </a:lnTo>
                <a:lnTo>
                  <a:pt x="25822" y="2329"/>
                </a:lnTo>
                <a:lnTo>
                  <a:pt x="25981" y="2329"/>
                </a:lnTo>
                <a:lnTo>
                  <a:pt x="25981" y="2445"/>
                </a:lnTo>
                <a:moveTo>
                  <a:pt x="25717" y="2445"/>
                </a:moveTo>
                <a:lnTo>
                  <a:pt x="25558" y="2445"/>
                </a:lnTo>
                <a:lnTo>
                  <a:pt x="25558" y="2329"/>
                </a:lnTo>
                <a:lnTo>
                  <a:pt x="25717" y="2329"/>
                </a:lnTo>
                <a:lnTo>
                  <a:pt x="25717" y="2445"/>
                </a:lnTo>
                <a:moveTo>
                  <a:pt x="25453" y="2445"/>
                </a:moveTo>
                <a:lnTo>
                  <a:pt x="25294" y="2445"/>
                </a:lnTo>
                <a:lnTo>
                  <a:pt x="25294" y="2329"/>
                </a:lnTo>
                <a:lnTo>
                  <a:pt x="25453" y="2329"/>
                </a:lnTo>
                <a:lnTo>
                  <a:pt x="25453" y="2445"/>
                </a:lnTo>
                <a:moveTo>
                  <a:pt x="25189" y="2445"/>
                </a:moveTo>
                <a:lnTo>
                  <a:pt x="25030" y="2445"/>
                </a:lnTo>
                <a:lnTo>
                  <a:pt x="25030" y="2329"/>
                </a:lnTo>
                <a:lnTo>
                  <a:pt x="25189" y="2329"/>
                </a:lnTo>
                <a:lnTo>
                  <a:pt x="25189" y="2445"/>
                </a:lnTo>
                <a:moveTo>
                  <a:pt x="24925" y="2445"/>
                </a:moveTo>
                <a:lnTo>
                  <a:pt x="24766" y="2445"/>
                </a:lnTo>
                <a:lnTo>
                  <a:pt x="24766" y="2329"/>
                </a:lnTo>
                <a:lnTo>
                  <a:pt x="24925" y="2329"/>
                </a:lnTo>
                <a:lnTo>
                  <a:pt x="24925" y="2445"/>
                </a:lnTo>
                <a:moveTo>
                  <a:pt x="24661" y="2445"/>
                </a:moveTo>
                <a:lnTo>
                  <a:pt x="24502" y="2445"/>
                </a:lnTo>
                <a:lnTo>
                  <a:pt x="24502" y="2329"/>
                </a:lnTo>
                <a:lnTo>
                  <a:pt x="24661" y="2329"/>
                </a:lnTo>
                <a:lnTo>
                  <a:pt x="24661" y="2445"/>
                </a:lnTo>
                <a:moveTo>
                  <a:pt x="24397" y="2445"/>
                </a:moveTo>
                <a:lnTo>
                  <a:pt x="24238" y="2445"/>
                </a:lnTo>
                <a:lnTo>
                  <a:pt x="24238" y="2329"/>
                </a:lnTo>
                <a:lnTo>
                  <a:pt x="24397" y="2329"/>
                </a:lnTo>
                <a:lnTo>
                  <a:pt x="24397" y="2445"/>
                </a:lnTo>
                <a:moveTo>
                  <a:pt x="24133" y="2445"/>
                </a:moveTo>
                <a:lnTo>
                  <a:pt x="23974" y="2445"/>
                </a:lnTo>
                <a:lnTo>
                  <a:pt x="23974" y="2329"/>
                </a:lnTo>
                <a:lnTo>
                  <a:pt x="24133" y="2329"/>
                </a:lnTo>
                <a:lnTo>
                  <a:pt x="24133" y="2445"/>
                </a:lnTo>
                <a:moveTo>
                  <a:pt x="23869" y="2445"/>
                </a:moveTo>
                <a:lnTo>
                  <a:pt x="23710" y="2445"/>
                </a:lnTo>
                <a:lnTo>
                  <a:pt x="23710" y="2329"/>
                </a:lnTo>
                <a:lnTo>
                  <a:pt x="23869" y="2329"/>
                </a:lnTo>
                <a:lnTo>
                  <a:pt x="23869" y="2445"/>
                </a:lnTo>
                <a:moveTo>
                  <a:pt x="23605" y="2445"/>
                </a:moveTo>
                <a:lnTo>
                  <a:pt x="23446" y="2445"/>
                </a:lnTo>
                <a:lnTo>
                  <a:pt x="23446" y="2329"/>
                </a:lnTo>
                <a:lnTo>
                  <a:pt x="23605" y="2329"/>
                </a:lnTo>
                <a:lnTo>
                  <a:pt x="23605" y="2445"/>
                </a:lnTo>
                <a:moveTo>
                  <a:pt x="23341" y="2445"/>
                </a:moveTo>
                <a:lnTo>
                  <a:pt x="23182" y="2445"/>
                </a:lnTo>
                <a:lnTo>
                  <a:pt x="23182" y="2329"/>
                </a:lnTo>
                <a:lnTo>
                  <a:pt x="23341" y="2329"/>
                </a:lnTo>
                <a:lnTo>
                  <a:pt x="23341" y="2445"/>
                </a:lnTo>
                <a:moveTo>
                  <a:pt x="23077" y="2445"/>
                </a:moveTo>
                <a:lnTo>
                  <a:pt x="22918" y="2445"/>
                </a:lnTo>
                <a:lnTo>
                  <a:pt x="22918" y="2329"/>
                </a:lnTo>
                <a:lnTo>
                  <a:pt x="23077" y="2329"/>
                </a:lnTo>
                <a:lnTo>
                  <a:pt x="23077" y="2445"/>
                </a:lnTo>
                <a:moveTo>
                  <a:pt x="22812" y="2445"/>
                </a:moveTo>
                <a:lnTo>
                  <a:pt x="22654" y="2445"/>
                </a:lnTo>
                <a:lnTo>
                  <a:pt x="22654" y="2329"/>
                </a:lnTo>
                <a:lnTo>
                  <a:pt x="22812" y="2329"/>
                </a:lnTo>
                <a:lnTo>
                  <a:pt x="22812" y="2445"/>
                </a:lnTo>
                <a:moveTo>
                  <a:pt x="22548" y="2445"/>
                </a:moveTo>
                <a:lnTo>
                  <a:pt x="22390" y="2445"/>
                </a:lnTo>
                <a:lnTo>
                  <a:pt x="22390" y="2329"/>
                </a:lnTo>
                <a:lnTo>
                  <a:pt x="22548" y="2329"/>
                </a:lnTo>
                <a:lnTo>
                  <a:pt x="22548" y="2445"/>
                </a:lnTo>
                <a:moveTo>
                  <a:pt x="22284" y="2445"/>
                </a:moveTo>
                <a:lnTo>
                  <a:pt x="22126" y="2445"/>
                </a:lnTo>
                <a:lnTo>
                  <a:pt x="22126" y="2329"/>
                </a:lnTo>
                <a:lnTo>
                  <a:pt x="22284" y="2329"/>
                </a:lnTo>
                <a:lnTo>
                  <a:pt x="22284" y="2445"/>
                </a:lnTo>
                <a:moveTo>
                  <a:pt x="22020" y="2445"/>
                </a:moveTo>
                <a:lnTo>
                  <a:pt x="21862" y="2445"/>
                </a:lnTo>
                <a:lnTo>
                  <a:pt x="21862" y="2329"/>
                </a:lnTo>
                <a:lnTo>
                  <a:pt x="22020" y="2329"/>
                </a:lnTo>
                <a:lnTo>
                  <a:pt x="22020" y="2445"/>
                </a:lnTo>
                <a:moveTo>
                  <a:pt x="21756" y="2445"/>
                </a:moveTo>
                <a:lnTo>
                  <a:pt x="21597" y="2445"/>
                </a:lnTo>
                <a:lnTo>
                  <a:pt x="21597" y="2329"/>
                </a:lnTo>
                <a:lnTo>
                  <a:pt x="21756" y="2329"/>
                </a:lnTo>
                <a:lnTo>
                  <a:pt x="21756" y="2445"/>
                </a:lnTo>
                <a:moveTo>
                  <a:pt x="21492" y="2445"/>
                </a:moveTo>
                <a:lnTo>
                  <a:pt x="21333" y="2445"/>
                </a:lnTo>
                <a:lnTo>
                  <a:pt x="21333" y="2329"/>
                </a:lnTo>
                <a:lnTo>
                  <a:pt x="21492" y="2329"/>
                </a:lnTo>
                <a:lnTo>
                  <a:pt x="21492" y="2445"/>
                </a:lnTo>
                <a:moveTo>
                  <a:pt x="21228" y="2445"/>
                </a:moveTo>
                <a:lnTo>
                  <a:pt x="21069" y="2445"/>
                </a:lnTo>
                <a:lnTo>
                  <a:pt x="21069" y="2329"/>
                </a:lnTo>
                <a:lnTo>
                  <a:pt x="21228" y="2329"/>
                </a:lnTo>
                <a:lnTo>
                  <a:pt x="21228" y="2445"/>
                </a:lnTo>
                <a:moveTo>
                  <a:pt x="20964" y="2445"/>
                </a:moveTo>
                <a:lnTo>
                  <a:pt x="20805" y="2445"/>
                </a:lnTo>
                <a:lnTo>
                  <a:pt x="20805" y="2329"/>
                </a:lnTo>
                <a:lnTo>
                  <a:pt x="20964" y="2329"/>
                </a:lnTo>
                <a:lnTo>
                  <a:pt x="20964" y="2445"/>
                </a:lnTo>
                <a:moveTo>
                  <a:pt x="20700" y="2445"/>
                </a:moveTo>
                <a:lnTo>
                  <a:pt x="20541" y="2445"/>
                </a:lnTo>
                <a:lnTo>
                  <a:pt x="20541" y="2329"/>
                </a:lnTo>
                <a:lnTo>
                  <a:pt x="20700" y="2329"/>
                </a:lnTo>
                <a:lnTo>
                  <a:pt x="20700" y="2445"/>
                </a:lnTo>
                <a:moveTo>
                  <a:pt x="20436" y="2445"/>
                </a:moveTo>
                <a:lnTo>
                  <a:pt x="20277" y="2445"/>
                </a:lnTo>
                <a:lnTo>
                  <a:pt x="20277" y="2329"/>
                </a:lnTo>
                <a:lnTo>
                  <a:pt x="20436" y="2329"/>
                </a:lnTo>
                <a:lnTo>
                  <a:pt x="20436" y="2445"/>
                </a:lnTo>
                <a:moveTo>
                  <a:pt x="20172" y="2445"/>
                </a:moveTo>
                <a:lnTo>
                  <a:pt x="20013" y="2445"/>
                </a:lnTo>
                <a:lnTo>
                  <a:pt x="20013" y="2329"/>
                </a:lnTo>
                <a:lnTo>
                  <a:pt x="20172" y="2329"/>
                </a:lnTo>
                <a:lnTo>
                  <a:pt x="20172" y="2445"/>
                </a:lnTo>
                <a:moveTo>
                  <a:pt x="19908" y="2445"/>
                </a:moveTo>
                <a:lnTo>
                  <a:pt x="19749" y="2445"/>
                </a:lnTo>
                <a:lnTo>
                  <a:pt x="19749" y="2329"/>
                </a:lnTo>
                <a:lnTo>
                  <a:pt x="19908" y="2329"/>
                </a:lnTo>
                <a:lnTo>
                  <a:pt x="19908" y="2445"/>
                </a:lnTo>
                <a:moveTo>
                  <a:pt x="19644" y="2445"/>
                </a:moveTo>
                <a:lnTo>
                  <a:pt x="19485" y="2445"/>
                </a:lnTo>
                <a:lnTo>
                  <a:pt x="19485" y="2329"/>
                </a:lnTo>
                <a:lnTo>
                  <a:pt x="19644" y="2329"/>
                </a:lnTo>
                <a:lnTo>
                  <a:pt x="19644" y="2445"/>
                </a:lnTo>
                <a:moveTo>
                  <a:pt x="19380" y="2445"/>
                </a:moveTo>
                <a:lnTo>
                  <a:pt x="19221" y="2445"/>
                </a:lnTo>
                <a:lnTo>
                  <a:pt x="19221" y="2329"/>
                </a:lnTo>
                <a:lnTo>
                  <a:pt x="19380" y="2329"/>
                </a:lnTo>
                <a:lnTo>
                  <a:pt x="19380" y="2445"/>
                </a:lnTo>
                <a:moveTo>
                  <a:pt x="19116" y="2445"/>
                </a:moveTo>
                <a:lnTo>
                  <a:pt x="18957" y="2445"/>
                </a:lnTo>
                <a:lnTo>
                  <a:pt x="18957" y="2329"/>
                </a:lnTo>
                <a:lnTo>
                  <a:pt x="19116" y="2329"/>
                </a:lnTo>
                <a:lnTo>
                  <a:pt x="19116" y="2445"/>
                </a:lnTo>
                <a:moveTo>
                  <a:pt x="18852" y="2445"/>
                </a:moveTo>
                <a:lnTo>
                  <a:pt x="18693" y="2445"/>
                </a:lnTo>
                <a:lnTo>
                  <a:pt x="18693" y="2329"/>
                </a:lnTo>
                <a:lnTo>
                  <a:pt x="18852" y="2329"/>
                </a:lnTo>
                <a:lnTo>
                  <a:pt x="18852" y="2445"/>
                </a:lnTo>
                <a:moveTo>
                  <a:pt x="18588" y="2445"/>
                </a:moveTo>
                <a:lnTo>
                  <a:pt x="18429" y="2445"/>
                </a:lnTo>
                <a:lnTo>
                  <a:pt x="18429" y="2329"/>
                </a:lnTo>
                <a:lnTo>
                  <a:pt x="18588" y="2329"/>
                </a:lnTo>
                <a:lnTo>
                  <a:pt x="18588" y="2445"/>
                </a:lnTo>
                <a:moveTo>
                  <a:pt x="18324" y="2445"/>
                </a:moveTo>
                <a:lnTo>
                  <a:pt x="18165" y="2445"/>
                </a:lnTo>
                <a:lnTo>
                  <a:pt x="18165" y="2329"/>
                </a:lnTo>
                <a:lnTo>
                  <a:pt x="18324" y="2329"/>
                </a:lnTo>
                <a:lnTo>
                  <a:pt x="18324" y="2445"/>
                </a:lnTo>
                <a:moveTo>
                  <a:pt x="18059" y="2445"/>
                </a:moveTo>
                <a:lnTo>
                  <a:pt x="17901" y="2445"/>
                </a:lnTo>
                <a:lnTo>
                  <a:pt x="17901" y="2329"/>
                </a:lnTo>
                <a:lnTo>
                  <a:pt x="18059" y="2329"/>
                </a:lnTo>
                <a:lnTo>
                  <a:pt x="18059" y="2445"/>
                </a:lnTo>
                <a:moveTo>
                  <a:pt x="17795" y="2445"/>
                </a:moveTo>
                <a:lnTo>
                  <a:pt x="17637" y="2445"/>
                </a:lnTo>
                <a:lnTo>
                  <a:pt x="17637" y="2329"/>
                </a:lnTo>
                <a:lnTo>
                  <a:pt x="17795" y="2329"/>
                </a:lnTo>
                <a:lnTo>
                  <a:pt x="17795" y="2445"/>
                </a:lnTo>
                <a:moveTo>
                  <a:pt x="17531" y="2445"/>
                </a:moveTo>
                <a:lnTo>
                  <a:pt x="17373" y="2445"/>
                </a:lnTo>
                <a:lnTo>
                  <a:pt x="17373" y="2329"/>
                </a:lnTo>
                <a:lnTo>
                  <a:pt x="17531" y="2329"/>
                </a:lnTo>
                <a:lnTo>
                  <a:pt x="17531" y="2445"/>
                </a:lnTo>
                <a:moveTo>
                  <a:pt x="17267" y="2445"/>
                </a:moveTo>
                <a:lnTo>
                  <a:pt x="17109" y="2445"/>
                </a:lnTo>
                <a:lnTo>
                  <a:pt x="17109" y="2329"/>
                </a:lnTo>
                <a:lnTo>
                  <a:pt x="17267" y="2329"/>
                </a:lnTo>
                <a:lnTo>
                  <a:pt x="17267" y="2445"/>
                </a:lnTo>
                <a:moveTo>
                  <a:pt x="17003" y="2445"/>
                </a:moveTo>
                <a:lnTo>
                  <a:pt x="16845" y="2445"/>
                </a:lnTo>
                <a:lnTo>
                  <a:pt x="16845" y="2329"/>
                </a:lnTo>
                <a:lnTo>
                  <a:pt x="17003" y="2329"/>
                </a:lnTo>
                <a:lnTo>
                  <a:pt x="17003" y="2445"/>
                </a:lnTo>
                <a:moveTo>
                  <a:pt x="16739" y="2445"/>
                </a:moveTo>
                <a:lnTo>
                  <a:pt x="16580" y="2445"/>
                </a:lnTo>
                <a:lnTo>
                  <a:pt x="16580" y="2329"/>
                </a:lnTo>
                <a:lnTo>
                  <a:pt x="16739" y="2329"/>
                </a:lnTo>
                <a:lnTo>
                  <a:pt x="16739" y="2445"/>
                </a:lnTo>
                <a:moveTo>
                  <a:pt x="16475" y="2445"/>
                </a:moveTo>
                <a:lnTo>
                  <a:pt x="16316" y="2445"/>
                </a:lnTo>
                <a:lnTo>
                  <a:pt x="16316" y="2329"/>
                </a:lnTo>
                <a:lnTo>
                  <a:pt x="16475" y="2329"/>
                </a:lnTo>
                <a:lnTo>
                  <a:pt x="16475" y="2445"/>
                </a:lnTo>
                <a:moveTo>
                  <a:pt x="16211" y="2445"/>
                </a:moveTo>
                <a:lnTo>
                  <a:pt x="16052" y="2445"/>
                </a:lnTo>
                <a:lnTo>
                  <a:pt x="16052" y="2329"/>
                </a:lnTo>
                <a:lnTo>
                  <a:pt x="16211" y="2329"/>
                </a:lnTo>
                <a:lnTo>
                  <a:pt x="16211" y="2445"/>
                </a:lnTo>
                <a:moveTo>
                  <a:pt x="15947" y="2445"/>
                </a:moveTo>
                <a:lnTo>
                  <a:pt x="15788" y="2445"/>
                </a:lnTo>
                <a:lnTo>
                  <a:pt x="15788" y="2329"/>
                </a:lnTo>
                <a:lnTo>
                  <a:pt x="15947" y="2329"/>
                </a:lnTo>
                <a:lnTo>
                  <a:pt x="15947" y="2445"/>
                </a:lnTo>
                <a:moveTo>
                  <a:pt x="15683" y="2445"/>
                </a:moveTo>
                <a:lnTo>
                  <a:pt x="15524" y="2445"/>
                </a:lnTo>
                <a:lnTo>
                  <a:pt x="15524" y="2329"/>
                </a:lnTo>
                <a:lnTo>
                  <a:pt x="15683" y="2329"/>
                </a:lnTo>
                <a:lnTo>
                  <a:pt x="15683" y="2445"/>
                </a:lnTo>
                <a:moveTo>
                  <a:pt x="15419" y="2445"/>
                </a:moveTo>
                <a:lnTo>
                  <a:pt x="15260" y="2445"/>
                </a:lnTo>
                <a:lnTo>
                  <a:pt x="15260" y="2329"/>
                </a:lnTo>
                <a:lnTo>
                  <a:pt x="15419" y="2329"/>
                </a:lnTo>
                <a:lnTo>
                  <a:pt x="15419" y="2445"/>
                </a:lnTo>
                <a:moveTo>
                  <a:pt x="15155" y="2445"/>
                </a:moveTo>
                <a:lnTo>
                  <a:pt x="14996" y="2445"/>
                </a:lnTo>
                <a:lnTo>
                  <a:pt x="14996" y="2329"/>
                </a:lnTo>
                <a:lnTo>
                  <a:pt x="15155" y="2329"/>
                </a:lnTo>
                <a:lnTo>
                  <a:pt x="15155" y="2445"/>
                </a:lnTo>
                <a:moveTo>
                  <a:pt x="14891" y="2445"/>
                </a:moveTo>
                <a:lnTo>
                  <a:pt x="14732" y="2445"/>
                </a:lnTo>
                <a:lnTo>
                  <a:pt x="14732" y="2329"/>
                </a:lnTo>
                <a:lnTo>
                  <a:pt x="14891" y="2329"/>
                </a:lnTo>
                <a:lnTo>
                  <a:pt x="14891" y="2445"/>
                </a:lnTo>
                <a:moveTo>
                  <a:pt x="14627" y="2445"/>
                </a:moveTo>
                <a:lnTo>
                  <a:pt x="14468" y="2445"/>
                </a:lnTo>
                <a:lnTo>
                  <a:pt x="14468" y="2329"/>
                </a:lnTo>
                <a:lnTo>
                  <a:pt x="14627" y="2329"/>
                </a:lnTo>
                <a:lnTo>
                  <a:pt x="14627" y="2445"/>
                </a:lnTo>
                <a:moveTo>
                  <a:pt x="14363" y="2445"/>
                </a:moveTo>
                <a:lnTo>
                  <a:pt x="14204" y="2445"/>
                </a:lnTo>
                <a:lnTo>
                  <a:pt x="14204" y="2329"/>
                </a:lnTo>
                <a:lnTo>
                  <a:pt x="14363" y="2329"/>
                </a:lnTo>
                <a:lnTo>
                  <a:pt x="14363" y="2445"/>
                </a:lnTo>
                <a:moveTo>
                  <a:pt x="14099" y="2445"/>
                </a:moveTo>
                <a:lnTo>
                  <a:pt x="13939" y="2445"/>
                </a:lnTo>
                <a:lnTo>
                  <a:pt x="13939" y="2329"/>
                </a:lnTo>
                <a:lnTo>
                  <a:pt x="14099" y="2329"/>
                </a:lnTo>
                <a:lnTo>
                  <a:pt x="14099" y="2445"/>
                </a:lnTo>
                <a:moveTo>
                  <a:pt x="13834" y="2445"/>
                </a:moveTo>
                <a:lnTo>
                  <a:pt x="13675" y="2445"/>
                </a:lnTo>
                <a:lnTo>
                  <a:pt x="13675" y="2329"/>
                </a:lnTo>
                <a:lnTo>
                  <a:pt x="13834" y="2329"/>
                </a:lnTo>
                <a:lnTo>
                  <a:pt x="13834" y="2445"/>
                </a:lnTo>
                <a:moveTo>
                  <a:pt x="13570" y="2445"/>
                </a:moveTo>
                <a:lnTo>
                  <a:pt x="13411" y="2445"/>
                </a:lnTo>
                <a:lnTo>
                  <a:pt x="13411" y="2329"/>
                </a:lnTo>
                <a:lnTo>
                  <a:pt x="13570" y="2329"/>
                </a:lnTo>
                <a:lnTo>
                  <a:pt x="13570" y="2445"/>
                </a:lnTo>
                <a:moveTo>
                  <a:pt x="13306" y="2445"/>
                </a:moveTo>
                <a:lnTo>
                  <a:pt x="13147" y="2445"/>
                </a:lnTo>
                <a:lnTo>
                  <a:pt x="13147" y="2329"/>
                </a:lnTo>
                <a:lnTo>
                  <a:pt x="13306" y="2329"/>
                </a:lnTo>
                <a:lnTo>
                  <a:pt x="13306" y="2445"/>
                </a:lnTo>
                <a:moveTo>
                  <a:pt x="13041" y="2445"/>
                </a:moveTo>
                <a:lnTo>
                  <a:pt x="12883" y="2445"/>
                </a:lnTo>
                <a:lnTo>
                  <a:pt x="12883" y="2329"/>
                </a:lnTo>
                <a:lnTo>
                  <a:pt x="13041" y="2329"/>
                </a:lnTo>
                <a:lnTo>
                  <a:pt x="13041" y="2445"/>
                </a:lnTo>
                <a:moveTo>
                  <a:pt x="12777" y="2445"/>
                </a:moveTo>
                <a:lnTo>
                  <a:pt x="12619" y="2445"/>
                </a:lnTo>
                <a:lnTo>
                  <a:pt x="12619" y="2329"/>
                </a:lnTo>
                <a:lnTo>
                  <a:pt x="12777" y="2329"/>
                </a:lnTo>
                <a:lnTo>
                  <a:pt x="12777" y="2445"/>
                </a:lnTo>
                <a:moveTo>
                  <a:pt x="12513" y="2445"/>
                </a:moveTo>
                <a:lnTo>
                  <a:pt x="12355" y="2445"/>
                </a:lnTo>
                <a:lnTo>
                  <a:pt x="12355" y="2329"/>
                </a:lnTo>
                <a:lnTo>
                  <a:pt x="12513" y="2329"/>
                </a:lnTo>
                <a:lnTo>
                  <a:pt x="12513" y="2445"/>
                </a:lnTo>
                <a:moveTo>
                  <a:pt x="12249" y="2445"/>
                </a:moveTo>
                <a:lnTo>
                  <a:pt x="12091" y="2445"/>
                </a:lnTo>
                <a:lnTo>
                  <a:pt x="12091" y="2329"/>
                </a:lnTo>
                <a:lnTo>
                  <a:pt x="12249" y="2329"/>
                </a:lnTo>
                <a:lnTo>
                  <a:pt x="12249" y="2445"/>
                </a:lnTo>
                <a:moveTo>
                  <a:pt x="11985" y="2445"/>
                </a:moveTo>
                <a:lnTo>
                  <a:pt x="11826" y="2445"/>
                </a:lnTo>
                <a:lnTo>
                  <a:pt x="11826" y="2329"/>
                </a:lnTo>
                <a:lnTo>
                  <a:pt x="11985" y="2329"/>
                </a:lnTo>
                <a:lnTo>
                  <a:pt x="11985" y="2445"/>
                </a:lnTo>
                <a:moveTo>
                  <a:pt x="11721" y="2445"/>
                </a:moveTo>
                <a:lnTo>
                  <a:pt x="11562" y="2445"/>
                </a:lnTo>
                <a:lnTo>
                  <a:pt x="11562" y="2329"/>
                </a:lnTo>
                <a:lnTo>
                  <a:pt x="11721" y="2329"/>
                </a:lnTo>
                <a:lnTo>
                  <a:pt x="11721" y="2445"/>
                </a:lnTo>
                <a:moveTo>
                  <a:pt x="11457" y="2445"/>
                </a:moveTo>
                <a:lnTo>
                  <a:pt x="11298" y="2445"/>
                </a:lnTo>
                <a:lnTo>
                  <a:pt x="11298" y="2329"/>
                </a:lnTo>
                <a:lnTo>
                  <a:pt x="11457" y="2329"/>
                </a:lnTo>
                <a:lnTo>
                  <a:pt x="11457" y="2445"/>
                </a:lnTo>
                <a:moveTo>
                  <a:pt x="11193" y="2445"/>
                </a:moveTo>
                <a:lnTo>
                  <a:pt x="11034" y="2445"/>
                </a:lnTo>
                <a:lnTo>
                  <a:pt x="11034" y="2329"/>
                </a:lnTo>
                <a:lnTo>
                  <a:pt x="11193" y="2329"/>
                </a:lnTo>
                <a:lnTo>
                  <a:pt x="11193" y="2445"/>
                </a:lnTo>
                <a:moveTo>
                  <a:pt x="10929" y="2445"/>
                </a:moveTo>
                <a:lnTo>
                  <a:pt x="10770" y="2445"/>
                </a:lnTo>
                <a:lnTo>
                  <a:pt x="10770" y="2329"/>
                </a:lnTo>
                <a:lnTo>
                  <a:pt x="10929" y="2329"/>
                </a:lnTo>
                <a:lnTo>
                  <a:pt x="10929" y="2445"/>
                </a:lnTo>
                <a:moveTo>
                  <a:pt x="10665" y="2445"/>
                </a:moveTo>
                <a:lnTo>
                  <a:pt x="10506" y="2445"/>
                </a:lnTo>
                <a:lnTo>
                  <a:pt x="10506" y="2329"/>
                </a:lnTo>
                <a:lnTo>
                  <a:pt x="10665" y="2329"/>
                </a:lnTo>
                <a:lnTo>
                  <a:pt x="10665" y="2445"/>
                </a:lnTo>
                <a:moveTo>
                  <a:pt x="10401" y="2445"/>
                </a:moveTo>
                <a:lnTo>
                  <a:pt x="10242" y="2445"/>
                </a:lnTo>
                <a:lnTo>
                  <a:pt x="10242" y="2329"/>
                </a:lnTo>
                <a:lnTo>
                  <a:pt x="10401" y="2329"/>
                </a:lnTo>
                <a:lnTo>
                  <a:pt x="10401" y="2445"/>
                </a:lnTo>
                <a:moveTo>
                  <a:pt x="10137" y="2445"/>
                </a:moveTo>
                <a:lnTo>
                  <a:pt x="9978" y="2445"/>
                </a:lnTo>
                <a:lnTo>
                  <a:pt x="9978" y="2329"/>
                </a:lnTo>
                <a:lnTo>
                  <a:pt x="10137" y="2329"/>
                </a:lnTo>
                <a:lnTo>
                  <a:pt x="10137" y="2445"/>
                </a:lnTo>
                <a:moveTo>
                  <a:pt x="9873" y="2445"/>
                </a:moveTo>
                <a:lnTo>
                  <a:pt x="9714" y="2445"/>
                </a:lnTo>
                <a:lnTo>
                  <a:pt x="9714" y="2329"/>
                </a:lnTo>
                <a:lnTo>
                  <a:pt x="9873" y="2329"/>
                </a:lnTo>
                <a:lnTo>
                  <a:pt x="9873" y="2445"/>
                </a:lnTo>
                <a:moveTo>
                  <a:pt x="9609" y="2445"/>
                </a:moveTo>
                <a:lnTo>
                  <a:pt x="9450" y="2445"/>
                </a:lnTo>
                <a:lnTo>
                  <a:pt x="9450" y="2329"/>
                </a:lnTo>
                <a:lnTo>
                  <a:pt x="9609" y="2329"/>
                </a:lnTo>
                <a:lnTo>
                  <a:pt x="9609" y="2445"/>
                </a:lnTo>
                <a:moveTo>
                  <a:pt x="9345" y="2445"/>
                </a:moveTo>
                <a:lnTo>
                  <a:pt x="9186" y="2445"/>
                </a:lnTo>
                <a:lnTo>
                  <a:pt x="9186" y="2329"/>
                </a:lnTo>
                <a:lnTo>
                  <a:pt x="9345" y="2329"/>
                </a:lnTo>
                <a:lnTo>
                  <a:pt x="9345" y="2445"/>
                </a:lnTo>
                <a:moveTo>
                  <a:pt x="9081" y="2445"/>
                </a:moveTo>
                <a:lnTo>
                  <a:pt x="8922" y="2445"/>
                </a:lnTo>
                <a:lnTo>
                  <a:pt x="8922" y="2329"/>
                </a:lnTo>
                <a:lnTo>
                  <a:pt x="9081" y="2329"/>
                </a:lnTo>
                <a:lnTo>
                  <a:pt x="9081" y="2445"/>
                </a:lnTo>
                <a:moveTo>
                  <a:pt x="8817" y="2445"/>
                </a:moveTo>
                <a:lnTo>
                  <a:pt x="8658" y="2445"/>
                </a:lnTo>
                <a:lnTo>
                  <a:pt x="8658" y="2329"/>
                </a:lnTo>
                <a:lnTo>
                  <a:pt x="8817" y="2329"/>
                </a:lnTo>
                <a:lnTo>
                  <a:pt x="8817" y="2445"/>
                </a:lnTo>
                <a:moveTo>
                  <a:pt x="8553" y="2445"/>
                </a:moveTo>
                <a:lnTo>
                  <a:pt x="8394" y="2445"/>
                </a:lnTo>
                <a:lnTo>
                  <a:pt x="8394" y="2329"/>
                </a:lnTo>
                <a:lnTo>
                  <a:pt x="8553" y="2329"/>
                </a:lnTo>
                <a:lnTo>
                  <a:pt x="8553" y="2445"/>
                </a:lnTo>
                <a:moveTo>
                  <a:pt x="8288" y="2445"/>
                </a:moveTo>
                <a:lnTo>
                  <a:pt x="8130" y="2445"/>
                </a:lnTo>
                <a:lnTo>
                  <a:pt x="8130" y="2329"/>
                </a:lnTo>
                <a:lnTo>
                  <a:pt x="8288" y="2329"/>
                </a:lnTo>
                <a:lnTo>
                  <a:pt x="8288" y="2445"/>
                </a:lnTo>
                <a:moveTo>
                  <a:pt x="8024" y="2445"/>
                </a:moveTo>
                <a:lnTo>
                  <a:pt x="7866" y="2445"/>
                </a:lnTo>
                <a:lnTo>
                  <a:pt x="7866" y="2329"/>
                </a:lnTo>
                <a:lnTo>
                  <a:pt x="8024" y="2329"/>
                </a:lnTo>
                <a:lnTo>
                  <a:pt x="8024" y="2445"/>
                </a:lnTo>
                <a:moveTo>
                  <a:pt x="7760" y="2445"/>
                </a:moveTo>
                <a:lnTo>
                  <a:pt x="7602" y="2445"/>
                </a:lnTo>
                <a:lnTo>
                  <a:pt x="7602" y="2329"/>
                </a:lnTo>
                <a:lnTo>
                  <a:pt x="7760" y="2329"/>
                </a:lnTo>
                <a:lnTo>
                  <a:pt x="7760" y="2445"/>
                </a:lnTo>
                <a:moveTo>
                  <a:pt x="7496" y="2445"/>
                </a:moveTo>
                <a:lnTo>
                  <a:pt x="7338" y="2445"/>
                </a:lnTo>
                <a:lnTo>
                  <a:pt x="7338" y="2329"/>
                </a:lnTo>
                <a:lnTo>
                  <a:pt x="7496" y="2329"/>
                </a:lnTo>
                <a:lnTo>
                  <a:pt x="7496" y="2445"/>
                </a:lnTo>
                <a:moveTo>
                  <a:pt x="7232" y="2445"/>
                </a:moveTo>
                <a:lnTo>
                  <a:pt x="7074" y="2445"/>
                </a:lnTo>
                <a:lnTo>
                  <a:pt x="7074" y="2329"/>
                </a:lnTo>
                <a:lnTo>
                  <a:pt x="7232" y="2329"/>
                </a:lnTo>
                <a:lnTo>
                  <a:pt x="7232" y="2445"/>
                </a:lnTo>
                <a:moveTo>
                  <a:pt x="6968" y="2445"/>
                </a:moveTo>
                <a:lnTo>
                  <a:pt x="6809" y="2445"/>
                </a:lnTo>
                <a:lnTo>
                  <a:pt x="6809" y="2329"/>
                </a:lnTo>
                <a:lnTo>
                  <a:pt x="6968" y="2329"/>
                </a:lnTo>
                <a:lnTo>
                  <a:pt x="6968" y="2445"/>
                </a:lnTo>
                <a:moveTo>
                  <a:pt x="6704" y="2445"/>
                </a:moveTo>
                <a:lnTo>
                  <a:pt x="6545" y="2445"/>
                </a:lnTo>
                <a:lnTo>
                  <a:pt x="6545" y="2329"/>
                </a:lnTo>
                <a:lnTo>
                  <a:pt x="6704" y="2329"/>
                </a:lnTo>
                <a:lnTo>
                  <a:pt x="6704" y="2445"/>
                </a:lnTo>
                <a:moveTo>
                  <a:pt x="6440" y="2445"/>
                </a:moveTo>
                <a:lnTo>
                  <a:pt x="6281" y="2445"/>
                </a:lnTo>
                <a:lnTo>
                  <a:pt x="6281" y="2329"/>
                </a:lnTo>
                <a:lnTo>
                  <a:pt x="6440" y="2329"/>
                </a:lnTo>
                <a:lnTo>
                  <a:pt x="6440" y="2445"/>
                </a:lnTo>
                <a:moveTo>
                  <a:pt x="6176" y="2445"/>
                </a:moveTo>
                <a:lnTo>
                  <a:pt x="6017" y="2445"/>
                </a:lnTo>
                <a:lnTo>
                  <a:pt x="6017" y="2329"/>
                </a:lnTo>
                <a:lnTo>
                  <a:pt x="6176" y="2329"/>
                </a:lnTo>
                <a:lnTo>
                  <a:pt x="6176" y="2445"/>
                </a:lnTo>
                <a:moveTo>
                  <a:pt x="5912" y="2445"/>
                </a:moveTo>
                <a:lnTo>
                  <a:pt x="5753" y="2445"/>
                </a:lnTo>
                <a:lnTo>
                  <a:pt x="5753" y="2329"/>
                </a:lnTo>
                <a:lnTo>
                  <a:pt x="5912" y="2329"/>
                </a:lnTo>
                <a:lnTo>
                  <a:pt x="5912" y="2445"/>
                </a:lnTo>
                <a:moveTo>
                  <a:pt x="5648" y="2445"/>
                </a:moveTo>
                <a:lnTo>
                  <a:pt x="5489" y="2445"/>
                </a:lnTo>
                <a:lnTo>
                  <a:pt x="5489" y="2329"/>
                </a:lnTo>
                <a:lnTo>
                  <a:pt x="5648" y="2329"/>
                </a:lnTo>
                <a:lnTo>
                  <a:pt x="5648" y="2445"/>
                </a:lnTo>
                <a:moveTo>
                  <a:pt x="5384" y="2445"/>
                </a:moveTo>
                <a:lnTo>
                  <a:pt x="5225" y="2445"/>
                </a:lnTo>
                <a:lnTo>
                  <a:pt x="5225" y="2329"/>
                </a:lnTo>
                <a:lnTo>
                  <a:pt x="5384" y="2329"/>
                </a:lnTo>
                <a:lnTo>
                  <a:pt x="5384" y="2445"/>
                </a:lnTo>
                <a:moveTo>
                  <a:pt x="5120" y="2445"/>
                </a:moveTo>
                <a:lnTo>
                  <a:pt x="4961" y="2445"/>
                </a:lnTo>
                <a:lnTo>
                  <a:pt x="4961" y="2329"/>
                </a:lnTo>
                <a:lnTo>
                  <a:pt x="5120" y="2329"/>
                </a:lnTo>
                <a:lnTo>
                  <a:pt x="5120" y="2445"/>
                </a:lnTo>
                <a:moveTo>
                  <a:pt x="4856" y="2445"/>
                </a:moveTo>
                <a:lnTo>
                  <a:pt x="4697" y="2445"/>
                </a:lnTo>
                <a:lnTo>
                  <a:pt x="4697" y="2329"/>
                </a:lnTo>
                <a:lnTo>
                  <a:pt x="4856" y="2329"/>
                </a:lnTo>
                <a:lnTo>
                  <a:pt x="4856" y="2445"/>
                </a:lnTo>
                <a:moveTo>
                  <a:pt x="4592" y="2445"/>
                </a:moveTo>
                <a:lnTo>
                  <a:pt x="4433" y="2445"/>
                </a:lnTo>
                <a:lnTo>
                  <a:pt x="4433" y="2329"/>
                </a:lnTo>
                <a:lnTo>
                  <a:pt x="4592" y="2329"/>
                </a:lnTo>
                <a:lnTo>
                  <a:pt x="4592" y="2445"/>
                </a:lnTo>
                <a:moveTo>
                  <a:pt x="4328" y="2445"/>
                </a:moveTo>
                <a:lnTo>
                  <a:pt x="4169" y="2445"/>
                </a:lnTo>
                <a:lnTo>
                  <a:pt x="4169" y="2329"/>
                </a:lnTo>
                <a:lnTo>
                  <a:pt x="4328" y="2329"/>
                </a:lnTo>
                <a:lnTo>
                  <a:pt x="4328" y="2445"/>
                </a:lnTo>
                <a:moveTo>
                  <a:pt x="4064" y="2445"/>
                </a:moveTo>
                <a:lnTo>
                  <a:pt x="3905" y="2445"/>
                </a:lnTo>
                <a:lnTo>
                  <a:pt x="3905" y="2329"/>
                </a:lnTo>
                <a:lnTo>
                  <a:pt x="4064" y="2329"/>
                </a:lnTo>
                <a:lnTo>
                  <a:pt x="4064" y="2445"/>
                </a:lnTo>
                <a:moveTo>
                  <a:pt x="3800" y="2445"/>
                </a:moveTo>
                <a:lnTo>
                  <a:pt x="3641" y="2445"/>
                </a:lnTo>
                <a:lnTo>
                  <a:pt x="3641" y="2329"/>
                </a:lnTo>
                <a:lnTo>
                  <a:pt x="3800" y="2329"/>
                </a:lnTo>
                <a:lnTo>
                  <a:pt x="3800" y="2445"/>
                </a:lnTo>
                <a:moveTo>
                  <a:pt x="3536" y="2445"/>
                </a:moveTo>
                <a:lnTo>
                  <a:pt x="3377" y="2445"/>
                </a:lnTo>
                <a:lnTo>
                  <a:pt x="3377" y="2329"/>
                </a:lnTo>
                <a:lnTo>
                  <a:pt x="3536" y="2329"/>
                </a:lnTo>
                <a:lnTo>
                  <a:pt x="3536" y="2445"/>
                </a:lnTo>
                <a:moveTo>
                  <a:pt x="3271" y="2445"/>
                </a:moveTo>
                <a:lnTo>
                  <a:pt x="3113" y="2445"/>
                </a:lnTo>
                <a:lnTo>
                  <a:pt x="3113" y="2329"/>
                </a:lnTo>
                <a:lnTo>
                  <a:pt x="3271" y="2329"/>
                </a:lnTo>
                <a:lnTo>
                  <a:pt x="3271" y="2445"/>
                </a:lnTo>
                <a:moveTo>
                  <a:pt x="3007" y="2445"/>
                </a:moveTo>
                <a:lnTo>
                  <a:pt x="2849" y="2445"/>
                </a:lnTo>
                <a:lnTo>
                  <a:pt x="2849" y="2329"/>
                </a:lnTo>
                <a:lnTo>
                  <a:pt x="3007" y="2329"/>
                </a:lnTo>
                <a:lnTo>
                  <a:pt x="3007" y="2445"/>
                </a:lnTo>
                <a:moveTo>
                  <a:pt x="2743" y="2445"/>
                </a:moveTo>
                <a:lnTo>
                  <a:pt x="2585" y="2445"/>
                </a:lnTo>
                <a:lnTo>
                  <a:pt x="2585" y="2329"/>
                </a:lnTo>
                <a:lnTo>
                  <a:pt x="2743" y="2329"/>
                </a:lnTo>
                <a:lnTo>
                  <a:pt x="2743" y="2445"/>
                </a:lnTo>
                <a:moveTo>
                  <a:pt x="2479" y="2445"/>
                </a:moveTo>
                <a:lnTo>
                  <a:pt x="2321" y="2445"/>
                </a:lnTo>
                <a:lnTo>
                  <a:pt x="2321" y="2329"/>
                </a:lnTo>
                <a:lnTo>
                  <a:pt x="2479" y="2329"/>
                </a:lnTo>
                <a:lnTo>
                  <a:pt x="2479" y="2445"/>
                </a:lnTo>
                <a:moveTo>
                  <a:pt x="2215" y="2445"/>
                </a:moveTo>
                <a:lnTo>
                  <a:pt x="2056" y="2445"/>
                </a:lnTo>
                <a:lnTo>
                  <a:pt x="2056" y="2329"/>
                </a:lnTo>
                <a:lnTo>
                  <a:pt x="2215" y="2329"/>
                </a:lnTo>
                <a:lnTo>
                  <a:pt x="2215" y="2445"/>
                </a:lnTo>
                <a:moveTo>
                  <a:pt x="1951" y="2445"/>
                </a:moveTo>
                <a:lnTo>
                  <a:pt x="1792" y="2445"/>
                </a:lnTo>
                <a:lnTo>
                  <a:pt x="1792" y="2329"/>
                </a:lnTo>
                <a:lnTo>
                  <a:pt x="1951" y="2329"/>
                </a:lnTo>
                <a:lnTo>
                  <a:pt x="1951" y="2445"/>
                </a:lnTo>
                <a:moveTo>
                  <a:pt x="1687" y="2445"/>
                </a:moveTo>
                <a:lnTo>
                  <a:pt x="1528" y="2445"/>
                </a:lnTo>
                <a:lnTo>
                  <a:pt x="1528" y="2329"/>
                </a:lnTo>
                <a:lnTo>
                  <a:pt x="1687" y="2329"/>
                </a:lnTo>
                <a:lnTo>
                  <a:pt x="1687" y="2445"/>
                </a:lnTo>
                <a:moveTo>
                  <a:pt x="1423" y="2445"/>
                </a:moveTo>
                <a:lnTo>
                  <a:pt x="1264" y="2445"/>
                </a:lnTo>
                <a:lnTo>
                  <a:pt x="1264" y="2329"/>
                </a:lnTo>
                <a:lnTo>
                  <a:pt x="1423" y="2329"/>
                </a:lnTo>
                <a:lnTo>
                  <a:pt x="1423" y="2445"/>
                </a:lnTo>
                <a:moveTo>
                  <a:pt x="1159" y="2445"/>
                </a:moveTo>
                <a:lnTo>
                  <a:pt x="1000" y="2445"/>
                </a:lnTo>
                <a:lnTo>
                  <a:pt x="1000" y="2329"/>
                </a:lnTo>
                <a:lnTo>
                  <a:pt x="1159" y="2329"/>
                </a:lnTo>
                <a:lnTo>
                  <a:pt x="1159" y="2445"/>
                </a:lnTo>
                <a:moveTo>
                  <a:pt x="895" y="2445"/>
                </a:moveTo>
                <a:lnTo>
                  <a:pt x="736" y="2445"/>
                </a:lnTo>
                <a:lnTo>
                  <a:pt x="736" y="2329"/>
                </a:lnTo>
                <a:lnTo>
                  <a:pt x="895" y="2329"/>
                </a:lnTo>
                <a:lnTo>
                  <a:pt x="895" y="2445"/>
                </a:lnTo>
                <a:moveTo>
                  <a:pt x="631" y="2445"/>
                </a:moveTo>
                <a:lnTo>
                  <a:pt x="472" y="2445"/>
                </a:lnTo>
                <a:lnTo>
                  <a:pt x="472" y="2329"/>
                </a:lnTo>
                <a:lnTo>
                  <a:pt x="631" y="2329"/>
                </a:lnTo>
                <a:lnTo>
                  <a:pt x="631" y="2445"/>
                </a:lnTo>
                <a:moveTo>
                  <a:pt x="367" y="2445"/>
                </a:moveTo>
                <a:lnTo>
                  <a:pt x="244" y="2445"/>
                </a:lnTo>
                <a:cubicBezTo>
                  <a:pt x="228" y="2445"/>
                  <a:pt x="213" y="2444"/>
                  <a:pt x="198" y="2441"/>
                </a:cubicBezTo>
                <a:lnTo>
                  <a:pt x="220" y="2327"/>
                </a:lnTo>
                <a:cubicBezTo>
                  <a:pt x="228" y="2328"/>
                  <a:pt x="236" y="2329"/>
                  <a:pt x="244" y="2329"/>
                </a:cubicBezTo>
                <a:lnTo>
                  <a:pt x="367" y="2329"/>
                </a:lnTo>
                <a:lnTo>
                  <a:pt x="367" y="2445"/>
                </a:lnTo>
                <a:moveTo>
                  <a:pt x="75" y="2377"/>
                </a:moveTo>
                <a:cubicBezTo>
                  <a:pt x="25" y="2330"/>
                  <a:pt x="0" y="2271"/>
                  <a:pt x="0" y="2202"/>
                </a:cubicBezTo>
                <a:lnTo>
                  <a:pt x="0" y="2191"/>
                </a:lnTo>
                <a:lnTo>
                  <a:pt x="117" y="2191"/>
                </a:lnTo>
                <a:lnTo>
                  <a:pt x="117" y="2202"/>
                </a:lnTo>
                <a:cubicBezTo>
                  <a:pt x="117" y="2238"/>
                  <a:pt x="130" y="2269"/>
                  <a:pt x="156" y="2294"/>
                </a:cubicBezTo>
                <a:lnTo>
                  <a:pt x="75" y="2377"/>
                </a:lnTo>
                <a:moveTo>
                  <a:pt x="0" y="2086"/>
                </a:moveTo>
                <a:lnTo>
                  <a:pt x="0" y="1927"/>
                </a:lnTo>
                <a:lnTo>
                  <a:pt x="117" y="1927"/>
                </a:lnTo>
                <a:lnTo>
                  <a:pt x="117" y="2086"/>
                </a:lnTo>
                <a:lnTo>
                  <a:pt x="0" y="2086"/>
                </a:lnTo>
                <a:moveTo>
                  <a:pt x="0" y="1822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6"/>
                </a:lnTo>
                <a:lnTo>
                  <a:pt x="117" y="606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5"/>
                </a:moveTo>
                <a:cubicBezTo>
                  <a:pt x="3" y="160"/>
                  <a:pt x="34" y="99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5"/>
                </a:lnTo>
                <a:moveTo>
                  <a:pt x="221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521640" y="5474880"/>
            <a:ext cx="11148480" cy="880200"/>
          </a:xfrm>
          <a:custGeom>
            <a:avLst/>
            <a:gdLst/>
            <a:ahLst/>
            <a:rect l="0" t="0" r="r" b="b"/>
            <a:pathLst>
              <a:path w="30968" h="2445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6"/>
                </a:lnTo>
                <a:lnTo>
                  <a:pt x="772" y="116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6"/>
                </a:lnTo>
                <a:lnTo>
                  <a:pt x="1036" y="116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6"/>
                </a:lnTo>
                <a:lnTo>
                  <a:pt x="1300" y="116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6"/>
                </a:lnTo>
                <a:lnTo>
                  <a:pt x="1564" y="116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6"/>
                </a:lnTo>
                <a:lnTo>
                  <a:pt x="1828" y="116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6"/>
                </a:lnTo>
                <a:lnTo>
                  <a:pt x="2092" y="116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6"/>
                </a:lnTo>
                <a:lnTo>
                  <a:pt x="2356" y="116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6"/>
                </a:lnTo>
                <a:lnTo>
                  <a:pt x="2620" y="116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6"/>
                </a:lnTo>
                <a:lnTo>
                  <a:pt x="2884" y="116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6"/>
                </a:lnTo>
                <a:lnTo>
                  <a:pt x="3148" y="116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6"/>
                </a:lnTo>
                <a:lnTo>
                  <a:pt x="3412" y="116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6"/>
                </a:lnTo>
                <a:lnTo>
                  <a:pt x="3677" y="116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6"/>
                </a:lnTo>
                <a:lnTo>
                  <a:pt x="3941" y="116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6"/>
                </a:lnTo>
                <a:lnTo>
                  <a:pt x="4205" y="116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6"/>
                </a:lnTo>
                <a:lnTo>
                  <a:pt x="4469" y="116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6"/>
                </a:lnTo>
                <a:lnTo>
                  <a:pt x="4733" y="116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6"/>
                </a:lnTo>
                <a:lnTo>
                  <a:pt x="4997" y="116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6"/>
                </a:lnTo>
                <a:lnTo>
                  <a:pt x="5261" y="116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6"/>
                </a:lnTo>
                <a:lnTo>
                  <a:pt x="5525" y="116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6"/>
                </a:lnTo>
                <a:lnTo>
                  <a:pt x="5789" y="116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6"/>
                </a:lnTo>
                <a:lnTo>
                  <a:pt x="6053" y="116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6"/>
                </a:lnTo>
                <a:lnTo>
                  <a:pt x="6317" y="116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6"/>
                </a:lnTo>
                <a:lnTo>
                  <a:pt x="6581" y="116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6"/>
                </a:lnTo>
                <a:lnTo>
                  <a:pt x="6845" y="116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6"/>
                </a:lnTo>
                <a:lnTo>
                  <a:pt x="7109" y="116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6"/>
                </a:lnTo>
                <a:lnTo>
                  <a:pt x="7373" y="116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6"/>
                </a:lnTo>
                <a:lnTo>
                  <a:pt x="7637" y="116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6"/>
                </a:lnTo>
                <a:lnTo>
                  <a:pt x="7901" y="116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6"/>
                </a:lnTo>
                <a:lnTo>
                  <a:pt x="8165" y="116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6"/>
                </a:lnTo>
                <a:lnTo>
                  <a:pt x="8430" y="116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6"/>
                </a:lnTo>
                <a:lnTo>
                  <a:pt x="8694" y="116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6"/>
                </a:lnTo>
                <a:lnTo>
                  <a:pt x="8958" y="116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6"/>
                </a:lnTo>
                <a:lnTo>
                  <a:pt x="9222" y="116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6"/>
                </a:lnTo>
                <a:lnTo>
                  <a:pt x="9486" y="116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6"/>
                </a:lnTo>
                <a:lnTo>
                  <a:pt x="9750" y="116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6"/>
                </a:lnTo>
                <a:lnTo>
                  <a:pt x="10014" y="116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6"/>
                </a:lnTo>
                <a:lnTo>
                  <a:pt x="10278" y="116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6"/>
                </a:lnTo>
                <a:lnTo>
                  <a:pt x="10542" y="116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6"/>
                </a:lnTo>
                <a:lnTo>
                  <a:pt x="10806" y="116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6"/>
                </a:lnTo>
                <a:lnTo>
                  <a:pt x="11070" y="116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6"/>
                </a:lnTo>
                <a:lnTo>
                  <a:pt x="11334" y="116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6"/>
                </a:lnTo>
                <a:lnTo>
                  <a:pt x="11598" y="116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6"/>
                </a:lnTo>
                <a:lnTo>
                  <a:pt x="11862" y="116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6"/>
                </a:lnTo>
                <a:lnTo>
                  <a:pt x="12126" y="116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6"/>
                </a:lnTo>
                <a:lnTo>
                  <a:pt x="12390" y="116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6"/>
                </a:lnTo>
                <a:lnTo>
                  <a:pt x="12654" y="116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6"/>
                </a:lnTo>
                <a:lnTo>
                  <a:pt x="12918" y="116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6"/>
                </a:lnTo>
                <a:lnTo>
                  <a:pt x="13182" y="116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6"/>
                </a:lnTo>
                <a:lnTo>
                  <a:pt x="13447" y="116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6"/>
                </a:lnTo>
                <a:lnTo>
                  <a:pt x="13711" y="116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6"/>
                </a:lnTo>
                <a:lnTo>
                  <a:pt x="13975" y="116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6"/>
                </a:lnTo>
                <a:lnTo>
                  <a:pt x="14240" y="116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6"/>
                </a:lnTo>
                <a:lnTo>
                  <a:pt x="14504" y="116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6"/>
                </a:lnTo>
                <a:lnTo>
                  <a:pt x="14768" y="116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6"/>
                </a:lnTo>
                <a:lnTo>
                  <a:pt x="15032" y="116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6"/>
                </a:lnTo>
                <a:lnTo>
                  <a:pt x="15296" y="116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6"/>
                </a:lnTo>
                <a:lnTo>
                  <a:pt x="15560" y="116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6"/>
                </a:lnTo>
                <a:lnTo>
                  <a:pt x="15824" y="116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6"/>
                </a:lnTo>
                <a:lnTo>
                  <a:pt x="16088" y="116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6"/>
                </a:lnTo>
                <a:lnTo>
                  <a:pt x="16352" y="116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6"/>
                </a:lnTo>
                <a:lnTo>
                  <a:pt x="16616" y="116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6"/>
                </a:lnTo>
                <a:lnTo>
                  <a:pt x="16880" y="116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6"/>
                </a:lnTo>
                <a:lnTo>
                  <a:pt x="17144" y="116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6"/>
                </a:lnTo>
                <a:lnTo>
                  <a:pt x="17408" y="116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6"/>
                </a:lnTo>
                <a:lnTo>
                  <a:pt x="17672" y="116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6"/>
                </a:lnTo>
                <a:lnTo>
                  <a:pt x="17936" y="116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6"/>
                </a:lnTo>
                <a:lnTo>
                  <a:pt x="18201" y="116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6"/>
                </a:lnTo>
                <a:lnTo>
                  <a:pt x="18465" y="116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6"/>
                </a:lnTo>
                <a:lnTo>
                  <a:pt x="18729" y="116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6"/>
                </a:lnTo>
                <a:lnTo>
                  <a:pt x="18993" y="116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6"/>
                </a:lnTo>
                <a:lnTo>
                  <a:pt x="19257" y="116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6"/>
                </a:lnTo>
                <a:lnTo>
                  <a:pt x="19521" y="116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6"/>
                </a:lnTo>
                <a:lnTo>
                  <a:pt x="19785" y="116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6"/>
                </a:lnTo>
                <a:lnTo>
                  <a:pt x="20049" y="116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6"/>
                </a:lnTo>
                <a:lnTo>
                  <a:pt x="20313" y="116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6"/>
                </a:lnTo>
                <a:lnTo>
                  <a:pt x="20577" y="116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6"/>
                </a:lnTo>
                <a:lnTo>
                  <a:pt x="20841" y="116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6"/>
                </a:lnTo>
                <a:lnTo>
                  <a:pt x="21105" y="116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6"/>
                </a:lnTo>
                <a:lnTo>
                  <a:pt x="21369" y="116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6"/>
                </a:lnTo>
                <a:lnTo>
                  <a:pt x="21633" y="116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6"/>
                </a:lnTo>
                <a:lnTo>
                  <a:pt x="21897" y="116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6"/>
                </a:lnTo>
                <a:lnTo>
                  <a:pt x="22161" y="116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6"/>
                </a:lnTo>
                <a:lnTo>
                  <a:pt x="22425" y="116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6"/>
                </a:lnTo>
                <a:lnTo>
                  <a:pt x="22689" y="116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6"/>
                </a:lnTo>
                <a:lnTo>
                  <a:pt x="22953" y="116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6"/>
                </a:lnTo>
                <a:lnTo>
                  <a:pt x="23218" y="116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6"/>
                </a:lnTo>
                <a:lnTo>
                  <a:pt x="23482" y="116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6"/>
                </a:lnTo>
                <a:lnTo>
                  <a:pt x="23746" y="116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6"/>
                </a:lnTo>
                <a:lnTo>
                  <a:pt x="24010" y="116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6"/>
                </a:lnTo>
                <a:lnTo>
                  <a:pt x="24274" y="116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6"/>
                </a:lnTo>
                <a:lnTo>
                  <a:pt x="24538" y="116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6"/>
                </a:lnTo>
                <a:lnTo>
                  <a:pt x="24802" y="116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6"/>
                </a:lnTo>
                <a:lnTo>
                  <a:pt x="25066" y="116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6"/>
                </a:lnTo>
                <a:lnTo>
                  <a:pt x="25330" y="116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6"/>
                </a:lnTo>
                <a:lnTo>
                  <a:pt x="25594" y="116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6"/>
                </a:lnTo>
                <a:lnTo>
                  <a:pt x="25858" y="116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6"/>
                </a:lnTo>
                <a:lnTo>
                  <a:pt x="26122" y="116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6"/>
                </a:lnTo>
                <a:lnTo>
                  <a:pt x="26386" y="116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6"/>
                </a:lnTo>
                <a:lnTo>
                  <a:pt x="26650" y="116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6"/>
                </a:lnTo>
                <a:lnTo>
                  <a:pt x="26914" y="116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6"/>
                </a:lnTo>
                <a:lnTo>
                  <a:pt x="27178" y="116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6"/>
                </a:lnTo>
                <a:lnTo>
                  <a:pt x="27442" y="116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6"/>
                </a:lnTo>
                <a:lnTo>
                  <a:pt x="27706" y="116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6"/>
                </a:lnTo>
                <a:lnTo>
                  <a:pt x="27971" y="116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6"/>
                </a:lnTo>
                <a:lnTo>
                  <a:pt x="28235" y="116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6"/>
                </a:lnTo>
                <a:lnTo>
                  <a:pt x="28499" y="116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6"/>
                </a:lnTo>
                <a:lnTo>
                  <a:pt x="28763" y="116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6"/>
                </a:lnTo>
                <a:lnTo>
                  <a:pt x="29027" y="116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6"/>
                </a:lnTo>
                <a:lnTo>
                  <a:pt x="29291" y="116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6"/>
                </a:lnTo>
                <a:lnTo>
                  <a:pt x="29555" y="116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6"/>
                </a:lnTo>
                <a:lnTo>
                  <a:pt x="29819" y="116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6"/>
                </a:lnTo>
                <a:lnTo>
                  <a:pt x="30083" y="116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6"/>
                </a:lnTo>
                <a:lnTo>
                  <a:pt x="30347" y="116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2"/>
                  <a:pt x="30783" y="7"/>
                </a:cubicBezTo>
                <a:lnTo>
                  <a:pt x="30755" y="120"/>
                </a:lnTo>
                <a:cubicBezTo>
                  <a:pt x="30745" y="117"/>
                  <a:pt x="30735" y="116"/>
                  <a:pt x="30725" y="116"/>
                </a:cubicBezTo>
                <a:lnTo>
                  <a:pt x="30611" y="116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3"/>
                  <a:pt x="30968" y="179"/>
                  <a:pt x="30968" y="243"/>
                </a:cubicBezTo>
                <a:lnTo>
                  <a:pt x="30968" y="263"/>
                </a:lnTo>
                <a:lnTo>
                  <a:pt x="30852" y="263"/>
                </a:lnTo>
                <a:lnTo>
                  <a:pt x="30852" y="243"/>
                </a:lnTo>
                <a:cubicBezTo>
                  <a:pt x="30852" y="210"/>
                  <a:pt x="30840" y="181"/>
                  <a:pt x="30817" y="156"/>
                </a:cubicBezTo>
                <a:lnTo>
                  <a:pt x="30902" y="77"/>
                </a:lnTo>
                <a:moveTo>
                  <a:pt x="30968" y="368"/>
                </a:moveTo>
                <a:lnTo>
                  <a:pt x="30968" y="527"/>
                </a:lnTo>
                <a:lnTo>
                  <a:pt x="30852" y="527"/>
                </a:lnTo>
                <a:lnTo>
                  <a:pt x="30852" y="368"/>
                </a:lnTo>
                <a:lnTo>
                  <a:pt x="30968" y="368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8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8"/>
                </a:lnTo>
                <a:lnTo>
                  <a:pt x="30968" y="898"/>
                </a:lnTo>
                <a:moveTo>
                  <a:pt x="30968" y="1162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2"/>
                </a:lnTo>
                <a:lnTo>
                  <a:pt x="30968" y="1162"/>
                </a:lnTo>
                <a:moveTo>
                  <a:pt x="30968" y="1426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8"/>
                </a:lnTo>
                <a:lnTo>
                  <a:pt x="30852" y="1848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6"/>
                  <a:pt x="30866" y="2400"/>
                </a:cubicBezTo>
                <a:lnTo>
                  <a:pt x="30799" y="2305"/>
                </a:lnTo>
                <a:cubicBezTo>
                  <a:pt x="30831" y="2283"/>
                  <a:pt x="30848" y="2252"/>
                  <a:pt x="30851" y="2212"/>
                </a:cubicBezTo>
                <a:lnTo>
                  <a:pt x="30967" y="2222"/>
                </a:lnTo>
                <a:moveTo>
                  <a:pt x="30736" y="2445"/>
                </a:moveTo>
                <a:cubicBezTo>
                  <a:pt x="30733" y="2445"/>
                  <a:pt x="30729" y="2445"/>
                  <a:pt x="30725" y="2445"/>
                </a:cubicBezTo>
                <a:lnTo>
                  <a:pt x="30575" y="2445"/>
                </a:lnTo>
                <a:lnTo>
                  <a:pt x="30575" y="2329"/>
                </a:lnTo>
                <a:lnTo>
                  <a:pt x="30725" y="2329"/>
                </a:lnTo>
                <a:cubicBezTo>
                  <a:pt x="30727" y="2329"/>
                  <a:pt x="30729" y="2329"/>
                  <a:pt x="30731" y="2329"/>
                </a:cubicBezTo>
                <a:lnTo>
                  <a:pt x="30736" y="2445"/>
                </a:lnTo>
                <a:moveTo>
                  <a:pt x="30470" y="2445"/>
                </a:moveTo>
                <a:lnTo>
                  <a:pt x="30311" y="2445"/>
                </a:lnTo>
                <a:lnTo>
                  <a:pt x="30311" y="2329"/>
                </a:lnTo>
                <a:lnTo>
                  <a:pt x="30470" y="2329"/>
                </a:lnTo>
                <a:lnTo>
                  <a:pt x="30470" y="2445"/>
                </a:lnTo>
                <a:moveTo>
                  <a:pt x="30206" y="2445"/>
                </a:moveTo>
                <a:lnTo>
                  <a:pt x="30047" y="2445"/>
                </a:lnTo>
                <a:lnTo>
                  <a:pt x="30047" y="2329"/>
                </a:lnTo>
                <a:lnTo>
                  <a:pt x="30206" y="2329"/>
                </a:lnTo>
                <a:lnTo>
                  <a:pt x="30206" y="2445"/>
                </a:lnTo>
                <a:moveTo>
                  <a:pt x="29942" y="2445"/>
                </a:moveTo>
                <a:lnTo>
                  <a:pt x="29783" y="2445"/>
                </a:lnTo>
                <a:lnTo>
                  <a:pt x="29783" y="2329"/>
                </a:lnTo>
                <a:lnTo>
                  <a:pt x="29942" y="2329"/>
                </a:lnTo>
                <a:lnTo>
                  <a:pt x="29942" y="2445"/>
                </a:lnTo>
                <a:moveTo>
                  <a:pt x="29678" y="2445"/>
                </a:moveTo>
                <a:lnTo>
                  <a:pt x="29519" y="2445"/>
                </a:lnTo>
                <a:lnTo>
                  <a:pt x="29519" y="2329"/>
                </a:lnTo>
                <a:lnTo>
                  <a:pt x="29678" y="2329"/>
                </a:lnTo>
                <a:lnTo>
                  <a:pt x="29678" y="2445"/>
                </a:lnTo>
                <a:moveTo>
                  <a:pt x="29414" y="2445"/>
                </a:moveTo>
                <a:lnTo>
                  <a:pt x="29255" y="2445"/>
                </a:lnTo>
                <a:lnTo>
                  <a:pt x="29255" y="2329"/>
                </a:lnTo>
                <a:lnTo>
                  <a:pt x="29414" y="2329"/>
                </a:lnTo>
                <a:lnTo>
                  <a:pt x="29414" y="2445"/>
                </a:lnTo>
                <a:moveTo>
                  <a:pt x="29150" y="2445"/>
                </a:moveTo>
                <a:lnTo>
                  <a:pt x="28991" y="2445"/>
                </a:lnTo>
                <a:lnTo>
                  <a:pt x="28991" y="2329"/>
                </a:lnTo>
                <a:lnTo>
                  <a:pt x="29150" y="2329"/>
                </a:lnTo>
                <a:lnTo>
                  <a:pt x="29150" y="2445"/>
                </a:lnTo>
                <a:moveTo>
                  <a:pt x="28886" y="2445"/>
                </a:moveTo>
                <a:lnTo>
                  <a:pt x="28727" y="2445"/>
                </a:lnTo>
                <a:lnTo>
                  <a:pt x="28727" y="2329"/>
                </a:lnTo>
                <a:lnTo>
                  <a:pt x="28886" y="2329"/>
                </a:lnTo>
                <a:lnTo>
                  <a:pt x="28886" y="2445"/>
                </a:lnTo>
                <a:moveTo>
                  <a:pt x="28622" y="2445"/>
                </a:moveTo>
                <a:lnTo>
                  <a:pt x="28463" y="2445"/>
                </a:lnTo>
                <a:lnTo>
                  <a:pt x="28463" y="2329"/>
                </a:lnTo>
                <a:lnTo>
                  <a:pt x="28622" y="2329"/>
                </a:lnTo>
                <a:lnTo>
                  <a:pt x="28622" y="2445"/>
                </a:lnTo>
                <a:moveTo>
                  <a:pt x="28358" y="2445"/>
                </a:moveTo>
                <a:lnTo>
                  <a:pt x="28199" y="2445"/>
                </a:lnTo>
                <a:lnTo>
                  <a:pt x="28199" y="2329"/>
                </a:lnTo>
                <a:lnTo>
                  <a:pt x="28358" y="2329"/>
                </a:lnTo>
                <a:lnTo>
                  <a:pt x="28358" y="2445"/>
                </a:lnTo>
                <a:moveTo>
                  <a:pt x="28094" y="2445"/>
                </a:moveTo>
                <a:lnTo>
                  <a:pt x="27935" y="2445"/>
                </a:lnTo>
                <a:lnTo>
                  <a:pt x="27935" y="2329"/>
                </a:lnTo>
                <a:lnTo>
                  <a:pt x="28094" y="2329"/>
                </a:lnTo>
                <a:lnTo>
                  <a:pt x="28094" y="2445"/>
                </a:lnTo>
                <a:moveTo>
                  <a:pt x="27829" y="2445"/>
                </a:moveTo>
                <a:lnTo>
                  <a:pt x="27671" y="2445"/>
                </a:lnTo>
                <a:lnTo>
                  <a:pt x="27671" y="2329"/>
                </a:lnTo>
                <a:lnTo>
                  <a:pt x="27829" y="2329"/>
                </a:lnTo>
                <a:lnTo>
                  <a:pt x="27829" y="2445"/>
                </a:lnTo>
                <a:moveTo>
                  <a:pt x="27565" y="2445"/>
                </a:moveTo>
                <a:lnTo>
                  <a:pt x="27407" y="2445"/>
                </a:lnTo>
                <a:lnTo>
                  <a:pt x="27407" y="2329"/>
                </a:lnTo>
                <a:lnTo>
                  <a:pt x="27565" y="2329"/>
                </a:lnTo>
                <a:lnTo>
                  <a:pt x="27565" y="2445"/>
                </a:lnTo>
                <a:moveTo>
                  <a:pt x="27301" y="2445"/>
                </a:moveTo>
                <a:lnTo>
                  <a:pt x="27143" y="2445"/>
                </a:lnTo>
                <a:lnTo>
                  <a:pt x="27143" y="2329"/>
                </a:lnTo>
                <a:lnTo>
                  <a:pt x="27301" y="2329"/>
                </a:lnTo>
                <a:lnTo>
                  <a:pt x="27301" y="2445"/>
                </a:lnTo>
                <a:moveTo>
                  <a:pt x="27037" y="2445"/>
                </a:moveTo>
                <a:lnTo>
                  <a:pt x="26879" y="2445"/>
                </a:lnTo>
                <a:lnTo>
                  <a:pt x="26879" y="2329"/>
                </a:lnTo>
                <a:lnTo>
                  <a:pt x="27037" y="2329"/>
                </a:lnTo>
                <a:lnTo>
                  <a:pt x="27037" y="2445"/>
                </a:lnTo>
                <a:moveTo>
                  <a:pt x="26773" y="2445"/>
                </a:moveTo>
                <a:lnTo>
                  <a:pt x="26615" y="2445"/>
                </a:lnTo>
                <a:lnTo>
                  <a:pt x="26615" y="2329"/>
                </a:lnTo>
                <a:lnTo>
                  <a:pt x="26773" y="2329"/>
                </a:lnTo>
                <a:lnTo>
                  <a:pt x="26773" y="2445"/>
                </a:lnTo>
                <a:moveTo>
                  <a:pt x="26509" y="2445"/>
                </a:moveTo>
                <a:lnTo>
                  <a:pt x="26350" y="2445"/>
                </a:lnTo>
                <a:lnTo>
                  <a:pt x="26350" y="2329"/>
                </a:lnTo>
                <a:lnTo>
                  <a:pt x="26509" y="2329"/>
                </a:lnTo>
                <a:lnTo>
                  <a:pt x="26509" y="2445"/>
                </a:lnTo>
                <a:moveTo>
                  <a:pt x="26245" y="2445"/>
                </a:moveTo>
                <a:lnTo>
                  <a:pt x="26086" y="2445"/>
                </a:lnTo>
                <a:lnTo>
                  <a:pt x="26086" y="2329"/>
                </a:lnTo>
                <a:lnTo>
                  <a:pt x="26245" y="2329"/>
                </a:lnTo>
                <a:lnTo>
                  <a:pt x="26245" y="2445"/>
                </a:lnTo>
                <a:moveTo>
                  <a:pt x="25981" y="2445"/>
                </a:moveTo>
                <a:lnTo>
                  <a:pt x="25822" y="2445"/>
                </a:lnTo>
                <a:lnTo>
                  <a:pt x="25822" y="2329"/>
                </a:lnTo>
                <a:lnTo>
                  <a:pt x="25981" y="2329"/>
                </a:lnTo>
                <a:lnTo>
                  <a:pt x="25981" y="2445"/>
                </a:lnTo>
                <a:moveTo>
                  <a:pt x="25717" y="2445"/>
                </a:moveTo>
                <a:lnTo>
                  <a:pt x="25558" y="2445"/>
                </a:lnTo>
                <a:lnTo>
                  <a:pt x="25558" y="2329"/>
                </a:lnTo>
                <a:lnTo>
                  <a:pt x="25717" y="2329"/>
                </a:lnTo>
                <a:lnTo>
                  <a:pt x="25717" y="2445"/>
                </a:lnTo>
                <a:moveTo>
                  <a:pt x="25453" y="2445"/>
                </a:moveTo>
                <a:lnTo>
                  <a:pt x="25294" y="2445"/>
                </a:lnTo>
                <a:lnTo>
                  <a:pt x="25294" y="2329"/>
                </a:lnTo>
                <a:lnTo>
                  <a:pt x="25453" y="2329"/>
                </a:lnTo>
                <a:lnTo>
                  <a:pt x="25453" y="2445"/>
                </a:lnTo>
                <a:moveTo>
                  <a:pt x="25189" y="2445"/>
                </a:moveTo>
                <a:lnTo>
                  <a:pt x="25030" y="2445"/>
                </a:lnTo>
                <a:lnTo>
                  <a:pt x="25030" y="2329"/>
                </a:lnTo>
                <a:lnTo>
                  <a:pt x="25189" y="2329"/>
                </a:lnTo>
                <a:lnTo>
                  <a:pt x="25189" y="2445"/>
                </a:lnTo>
                <a:moveTo>
                  <a:pt x="24925" y="2445"/>
                </a:moveTo>
                <a:lnTo>
                  <a:pt x="24766" y="2445"/>
                </a:lnTo>
                <a:lnTo>
                  <a:pt x="24766" y="2329"/>
                </a:lnTo>
                <a:lnTo>
                  <a:pt x="24925" y="2329"/>
                </a:lnTo>
                <a:lnTo>
                  <a:pt x="24925" y="2445"/>
                </a:lnTo>
                <a:moveTo>
                  <a:pt x="24661" y="2445"/>
                </a:moveTo>
                <a:lnTo>
                  <a:pt x="24502" y="2445"/>
                </a:lnTo>
                <a:lnTo>
                  <a:pt x="24502" y="2329"/>
                </a:lnTo>
                <a:lnTo>
                  <a:pt x="24661" y="2329"/>
                </a:lnTo>
                <a:lnTo>
                  <a:pt x="24661" y="2445"/>
                </a:lnTo>
                <a:moveTo>
                  <a:pt x="24397" y="2445"/>
                </a:moveTo>
                <a:lnTo>
                  <a:pt x="24238" y="2445"/>
                </a:lnTo>
                <a:lnTo>
                  <a:pt x="24238" y="2329"/>
                </a:lnTo>
                <a:lnTo>
                  <a:pt x="24397" y="2329"/>
                </a:lnTo>
                <a:lnTo>
                  <a:pt x="24397" y="2445"/>
                </a:lnTo>
                <a:moveTo>
                  <a:pt x="24133" y="2445"/>
                </a:moveTo>
                <a:lnTo>
                  <a:pt x="23974" y="2445"/>
                </a:lnTo>
                <a:lnTo>
                  <a:pt x="23974" y="2329"/>
                </a:lnTo>
                <a:lnTo>
                  <a:pt x="24133" y="2329"/>
                </a:lnTo>
                <a:lnTo>
                  <a:pt x="24133" y="2445"/>
                </a:lnTo>
                <a:moveTo>
                  <a:pt x="23869" y="2445"/>
                </a:moveTo>
                <a:lnTo>
                  <a:pt x="23710" y="2445"/>
                </a:lnTo>
                <a:lnTo>
                  <a:pt x="23710" y="2329"/>
                </a:lnTo>
                <a:lnTo>
                  <a:pt x="23869" y="2329"/>
                </a:lnTo>
                <a:lnTo>
                  <a:pt x="23869" y="2445"/>
                </a:lnTo>
                <a:moveTo>
                  <a:pt x="23605" y="2445"/>
                </a:moveTo>
                <a:lnTo>
                  <a:pt x="23446" y="2445"/>
                </a:lnTo>
                <a:lnTo>
                  <a:pt x="23446" y="2329"/>
                </a:lnTo>
                <a:lnTo>
                  <a:pt x="23605" y="2329"/>
                </a:lnTo>
                <a:lnTo>
                  <a:pt x="23605" y="2445"/>
                </a:lnTo>
                <a:moveTo>
                  <a:pt x="23341" y="2445"/>
                </a:moveTo>
                <a:lnTo>
                  <a:pt x="23182" y="2445"/>
                </a:lnTo>
                <a:lnTo>
                  <a:pt x="23182" y="2329"/>
                </a:lnTo>
                <a:lnTo>
                  <a:pt x="23341" y="2329"/>
                </a:lnTo>
                <a:lnTo>
                  <a:pt x="23341" y="2445"/>
                </a:lnTo>
                <a:moveTo>
                  <a:pt x="23077" y="2445"/>
                </a:moveTo>
                <a:lnTo>
                  <a:pt x="22918" y="2445"/>
                </a:lnTo>
                <a:lnTo>
                  <a:pt x="22918" y="2329"/>
                </a:lnTo>
                <a:lnTo>
                  <a:pt x="23077" y="2329"/>
                </a:lnTo>
                <a:lnTo>
                  <a:pt x="23077" y="2445"/>
                </a:lnTo>
                <a:moveTo>
                  <a:pt x="22812" y="2445"/>
                </a:moveTo>
                <a:lnTo>
                  <a:pt x="22654" y="2445"/>
                </a:lnTo>
                <a:lnTo>
                  <a:pt x="22654" y="2329"/>
                </a:lnTo>
                <a:lnTo>
                  <a:pt x="22812" y="2329"/>
                </a:lnTo>
                <a:lnTo>
                  <a:pt x="22812" y="2445"/>
                </a:lnTo>
                <a:moveTo>
                  <a:pt x="22548" y="2445"/>
                </a:moveTo>
                <a:lnTo>
                  <a:pt x="22390" y="2445"/>
                </a:lnTo>
                <a:lnTo>
                  <a:pt x="22390" y="2329"/>
                </a:lnTo>
                <a:lnTo>
                  <a:pt x="22548" y="2329"/>
                </a:lnTo>
                <a:lnTo>
                  <a:pt x="22548" y="2445"/>
                </a:lnTo>
                <a:moveTo>
                  <a:pt x="22284" y="2445"/>
                </a:moveTo>
                <a:lnTo>
                  <a:pt x="22126" y="2445"/>
                </a:lnTo>
                <a:lnTo>
                  <a:pt x="22126" y="2329"/>
                </a:lnTo>
                <a:lnTo>
                  <a:pt x="22284" y="2329"/>
                </a:lnTo>
                <a:lnTo>
                  <a:pt x="22284" y="2445"/>
                </a:lnTo>
                <a:moveTo>
                  <a:pt x="22020" y="2445"/>
                </a:moveTo>
                <a:lnTo>
                  <a:pt x="21862" y="2445"/>
                </a:lnTo>
                <a:lnTo>
                  <a:pt x="21862" y="2329"/>
                </a:lnTo>
                <a:lnTo>
                  <a:pt x="22020" y="2329"/>
                </a:lnTo>
                <a:lnTo>
                  <a:pt x="22020" y="2445"/>
                </a:lnTo>
                <a:moveTo>
                  <a:pt x="21756" y="2445"/>
                </a:moveTo>
                <a:lnTo>
                  <a:pt x="21597" y="2445"/>
                </a:lnTo>
                <a:lnTo>
                  <a:pt x="21597" y="2329"/>
                </a:lnTo>
                <a:lnTo>
                  <a:pt x="21756" y="2329"/>
                </a:lnTo>
                <a:lnTo>
                  <a:pt x="21756" y="2445"/>
                </a:lnTo>
                <a:moveTo>
                  <a:pt x="21492" y="2445"/>
                </a:moveTo>
                <a:lnTo>
                  <a:pt x="21333" y="2445"/>
                </a:lnTo>
                <a:lnTo>
                  <a:pt x="21333" y="2329"/>
                </a:lnTo>
                <a:lnTo>
                  <a:pt x="21492" y="2329"/>
                </a:lnTo>
                <a:lnTo>
                  <a:pt x="21492" y="2445"/>
                </a:lnTo>
                <a:moveTo>
                  <a:pt x="21228" y="2445"/>
                </a:moveTo>
                <a:lnTo>
                  <a:pt x="21069" y="2445"/>
                </a:lnTo>
                <a:lnTo>
                  <a:pt x="21069" y="2329"/>
                </a:lnTo>
                <a:lnTo>
                  <a:pt x="21228" y="2329"/>
                </a:lnTo>
                <a:lnTo>
                  <a:pt x="21228" y="2445"/>
                </a:lnTo>
                <a:moveTo>
                  <a:pt x="20964" y="2445"/>
                </a:moveTo>
                <a:lnTo>
                  <a:pt x="20805" y="2445"/>
                </a:lnTo>
                <a:lnTo>
                  <a:pt x="20805" y="2329"/>
                </a:lnTo>
                <a:lnTo>
                  <a:pt x="20964" y="2329"/>
                </a:lnTo>
                <a:lnTo>
                  <a:pt x="20964" y="2445"/>
                </a:lnTo>
                <a:moveTo>
                  <a:pt x="20700" y="2445"/>
                </a:moveTo>
                <a:lnTo>
                  <a:pt x="20541" y="2445"/>
                </a:lnTo>
                <a:lnTo>
                  <a:pt x="20541" y="2329"/>
                </a:lnTo>
                <a:lnTo>
                  <a:pt x="20700" y="2329"/>
                </a:lnTo>
                <a:lnTo>
                  <a:pt x="20700" y="2445"/>
                </a:lnTo>
                <a:moveTo>
                  <a:pt x="20436" y="2445"/>
                </a:moveTo>
                <a:lnTo>
                  <a:pt x="20277" y="2445"/>
                </a:lnTo>
                <a:lnTo>
                  <a:pt x="20277" y="2329"/>
                </a:lnTo>
                <a:lnTo>
                  <a:pt x="20436" y="2329"/>
                </a:lnTo>
                <a:lnTo>
                  <a:pt x="20436" y="2445"/>
                </a:lnTo>
                <a:moveTo>
                  <a:pt x="20172" y="2445"/>
                </a:moveTo>
                <a:lnTo>
                  <a:pt x="20013" y="2445"/>
                </a:lnTo>
                <a:lnTo>
                  <a:pt x="20013" y="2329"/>
                </a:lnTo>
                <a:lnTo>
                  <a:pt x="20172" y="2329"/>
                </a:lnTo>
                <a:lnTo>
                  <a:pt x="20172" y="2445"/>
                </a:lnTo>
                <a:moveTo>
                  <a:pt x="19908" y="2445"/>
                </a:moveTo>
                <a:lnTo>
                  <a:pt x="19749" y="2445"/>
                </a:lnTo>
                <a:lnTo>
                  <a:pt x="19749" y="2329"/>
                </a:lnTo>
                <a:lnTo>
                  <a:pt x="19908" y="2329"/>
                </a:lnTo>
                <a:lnTo>
                  <a:pt x="19908" y="2445"/>
                </a:lnTo>
                <a:moveTo>
                  <a:pt x="19644" y="2445"/>
                </a:moveTo>
                <a:lnTo>
                  <a:pt x="19485" y="2445"/>
                </a:lnTo>
                <a:lnTo>
                  <a:pt x="19485" y="2329"/>
                </a:lnTo>
                <a:lnTo>
                  <a:pt x="19644" y="2329"/>
                </a:lnTo>
                <a:lnTo>
                  <a:pt x="19644" y="2445"/>
                </a:lnTo>
                <a:moveTo>
                  <a:pt x="19380" y="2445"/>
                </a:moveTo>
                <a:lnTo>
                  <a:pt x="19221" y="2445"/>
                </a:lnTo>
                <a:lnTo>
                  <a:pt x="19221" y="2329"/>
                </a:lnTo>
                <a:lnTo>
                  <a:pt x="19380" y="2329"/>
                </a:lnTo>
                <a:lnTo>
                  <a:pt x="19380" y="2445"/>
                </a:lnTo>
                <a:moveTo>
                  <a:pt x="19116" y="2445"/>
                </a:moveTo>
                <a:lnTo>
                  <a:pt x="18957" y="2445"/>
                </a:lnTo>
                <a:lnTo>
                  <a:pt x="18957" y="2329"/>
                </a:lnTo>
                <a:lnTo>
                  <a:pt x="19116" y="2329"/>
                </a:lnTo>
                <a:lnTo>
                  <a:pt x="19116" y="2445"/>
                </a:lnTo>
                <a:moveTo>
                  <a:pt x="18852" y="2445"/>
                </a:moveTo>
                <a:lnTo>
                  <a:pt x="18693" y="2445"/>
                </a:lnTo>
                <a:lnTo>
                  <a:pt x="18693" y="2329"/>
                </a:lnTo>
                <a:lnTo>
                  <a:pt x="18852" y="2329"/>
                </a:lnTo>
                <a:lnTo>
                  <a:pt x="18852" y="2445"/>
                </a:lnTo>
                <a:moveTo>
                  <a:pt x="18588" y="2445"/>
                </a:moveTo>
                <a:lnTo>
                  <a:pt x="18429" y="2445"/>
                </a:lnTo>
                <a:lnTo>
                  <a:pt x="18429" y="2329"/>
                </a:lnTo>
                <a:lnTo>
                  <a:pt x="18588" y="2329"/>
                </a:lnTo>
                <a:lnTo>
                  <a:pt x="18588" y="2445"/>
                </a:lnTo>
                <a:moveTo>
                  <a:pt x="18324" y="2445"/>
                </a:moveTo>
                <a:lnTo>
                  <a:pt x="18165" y="2445"/>
                </a:lnTo>
                <a:lnTo>
                  <a:pt x="18165" y="2329"/>
                </a:lnTo>
                <a:lnTo>
                  <a:pt x="18324" y="2329"/>
                </a:lnTo>
                <a:lnTo>
                  <a:pt x="18324" y="2445"/>
                </a:lnTo>
                <a:moveTo>
                  <a:pt x="18059" y="2445"/>
                </a:moveTo>
                <a:lnTo>
                  <a:pt x="17901" y="2445"/>
                </a:lnTo>
                <a:lnTo>
                  <a:pt x="17901" y="2329"/>
                </a:lnTo>
                <a:lnTo>
                  <a:pt x="18059" y="2329"/>
                </a:lnTo>
                <a:lnTo>
                  <a:pt x="18059" y="2445"/>
                </a:lnTo>
                <a:moveTo>
                  <a:pt x="17795" y="2445"/>
                </a:moveTo>
                <a:lnTo>
                  <a:pt x="17637" y="2445"/>
                </a:lnTo>
                <a:lnTo>
                  <a:pt x="17637" y="2329"/>
                </a:lnTo>
                <a:lnTo>
                  <a:pt x="17795" y="2329"/>
                </a:lnTo>
                <a:lnTo>
                  <a:pt x="17795" y="2445"/>
                </a:lnTo>
                <a:moveTo>
                  <a:pt x="17531" y="2445"/>
                </a:moveTo>
                <a:lnTo>
                  <a:pt x="17373" y="2445"/>
                </a:lnTo>
                <a:lnTo>
                  <a:pt x="17373" y="2329"/>
                </a:lnTo>
                <a:lnTo>
                  <a:pt x="17531" y="2329"/>
                </a:lnTo>
                <a:lnTo>
                  <a:pt x="17531" y="2445"/>
                </a:lnTo>
                <a:moveTo>
                  <a:pt x="17267" y="2445"/>
                </a:moveTo>
                <a:lnTo>
                  <a:pt x="17109" y="2445"/>
                </a:lnTo>
                <a:lnTo>
                  <a:pt x="17109" y="2329"/>
                </a:lnTo>
                <a:lnTo>
                  <a:pt x="17267" y="2329"/>
                </a:lnTo>
                <a:lnTo>
                  <a:pt x="17267" y="2445"/>
                </a:lnTo>
                <a:moveTo>
                  <a:pt x="17003" y="2445"/>
                </a:moveTo>
                <a:lnTo>
                  <a:pt x="16845" y="2445"/>
                </a:lnTo>
                <a:lnTo>
                  <a:pt x="16845" y="2329"/>
                </a:lnTo>
                <a:lnTo>
                  <a:pt x="17003" y="2329"/>
                </a:lnTo>
                <a:lnTo>
                  <a:pt x="17003" y="2445"/>
                </a:lnTo>
                <a:moveTo>
                  <a:pt x="16739" y="2445"/>
                </a:moveTo>
                <a:lnTo>
                  <a:pt x="16580" y="2445"/>
                </a:lnTo>
                <a:lnTo>
                  <a:pt x="16580" y="2329"/>
                </a:lnTo>
                <a:lnTo>
                  <a:pt x="16739" y="2329"/>
                </a:lnTo>
                <a:lnTo>
                  <a:pt x="16739" y="2445"/>
                </a:lnTo>
                <a:moveTo>
                  <a:pt x="16475" y="2445"/>
                </a:moveTo>
                <a:lnTo>
                  <a:pt x="16316" y="2445"/>
                </a:lnTo>
                <a:lnTo>
                  <a:pt x="16316" y="2329"/>
                </a:lnTo>
                <a:lnTo>
                  <a:pt x="16475" y="2329"/>
                </a:lnTo>
                <a:lnTo>
                  <a:pt x="16475" y="2445"/>
                </a:lnTo>
                <a:moveTo>
                  <a:pt x="16211" y="2445"/>
                </a:moveTo>
                <a:lnTo>
                  <a:pt x="16052" y="2445"/>
                </a:lnTo>
                <a:lnTo>
                  <a:pt x="16052" y="2329"/>
                </a:lnTo>
                <a:lnTo>
                  <a:pt x="16211" y="2329"/>
                </a:lnTo>
                <a:lnTo>
                  <a:pt x="16211" y="2445"/>
                </a:lnTo>
                <a:moveTo>
                  <a:pt x="15947" y="2445"/>
                </a:moveTo>
                <a:lnTo>
                  <a:pt x="15788" y="2445"/>
                </a:lnTo>
                <a:lnTo>
                  <a:pt x="15788" y="2329"/>
                </a:lnTo>
                <a:lnTo>
                  <a:pt x="15947" y="2329"/>
                </a:lnTo>
                <a:lnTo>
                  <a:pt x="15947" y="2445"/>
                </a:lnTo>
                <a:moveTo>
                  <a:pt x="15683" y="2445"/>
                </a:moveTo>
                <a:lnTo>
                  <a:pt x="15524" y="2445"/>
                </a:lnTo>
                <a:lnTo>
                  <a:pt x="15524" y="2329"/>
                </a:lnTo>
                <a:lnTo>
                  <a:pt x="15683" y="2329"/>
                </a:lnTo>
                <a:lnTo>
                  <a:pt x="15683" y="2445"/>
                </a:lnTo>
                <a:moveTo>
                  <a:pt x="15419" y="2445"/>
                </a:moveTo>
                <a:lnTo>
                  <a:pt x="15260" y="2445"/>
                </a:lnTo>
                <a:lnTo>
                  <a:pt x="15260" y="2329"/>
                </a:lnTo>
                <a:lnTo>
                  <a:pt x="15419" y="2329"/>
                </a:lnTo>
                <a:lnTo>
                  <a:pt x="15419" y="2445"/>
                </a:lnTo>
                <a:moveTo>
                  <a:pt x="15155" y="2445"/>
                </a:moveTo>
                <a:lnTo>
                  <a:pt x="14996" y="2445"/>
                </a:lnTo>
                <a:lnTo>
                  <a:pt x="14996" y="2329"/>
                </a:lnTo>
                <a:lnTo>
                  <a:pt x="15155" y="2329"/>
                </a:lnTo>
                <a:lnTo>
                  <a:pt x="15155" y="2445"/>
                </a:lnTo>
                <a:moveTo>
                  <a:pt x="14891" y="2445"/>
                </a:moveTo>
                <a:lnTo>
                  <a:pt x="14732" y="2445"/>
                </a:lnTo>
                <a:lnTo>
                  <a:pt x="14732" y="2329"/>
                </a:lnTo>
                <a:lnTo>
                  <a:pt x="14891" y="2329"/>
                </a:lnTo>
                <a:lnTo>
                  <a:pt x="14891" y="2445"/>
                </a:lnTo>
                <a:moveTo>
                  <a:pt x="14627" y="2445"/>
                </a:moveTo>
                <a:lnTo>
                  <a:pt x="14468" y="2445"/>
                </a:lnTo>
                <a:lnTo>
                  <a:pt x="14468" y="2329"/>
                </a:lnTo>
                <a:lnTo>
                  <a:pt x="14627" y="2329"/>
                </a:lnTo>
                <a:lnTo>
                  <a:pt x="14627" y="2445"/>
                </a:lnTo>
                <a:moveTo>
                  <a:pt x="14363" y="2445"/>
                </a:moveTo>
                <a:lnTo>
                  <a:pt x="14204" y="2445"/>
                </a:lnTo>
                <a:lnTo>
                  <a:pt x="14204" y="2329"/>
                </a:lnTo>
                <a:lnTo>
                  <a:pt x="14363" y="2329"/>
                </a:lnTo>
                <a:lnTo>
                  <a:pt x="14363" y="2445"/>
                </a:lnTo>
                <a:moveTo>
                  <a:pt x="14099" y="2445"/>
                </a:moveTo>
                <a:lnTo>
                  <a:pt x="13939" y="2445"/>
                </a:lnTo>
                <a:lnTo>
                  <a:pt x="13939" y="2329"/>
                </a:lnTo>
                <a:lnTo>
                  <a:pt x="14099" y="2329"/>
                </a:lnTo>
                <a:lnTo>
                  <a:pt x="14099" y="2445"/>
                </a:lnTo>
                <a:moveTo>
                  <a:pt x="13834" y="2445"/>
                </a:moveTo>
                <a:lnTo>
                  <a:pt x="13675" y="2445"/>
                </a:lnTo>
                <a:lnTo>
                  <a:pt x="13675" y="2329"/>
                </a:lnTo>
                <a:lnTo>
                  <a:pt x="13834" y="2329"/>
                </a:lnTo>
                <a:lnTo>
                  <a:pt x="13834" y="2445"/>
                </a:lnTo>
                <a:moveTo>
                  <a:pt x="13570" y="2445"/>
                </a:moveTo>
                <a:lnTo>
                  <a:pt x="13411" y="2445"/>
                </a:lnTo>
                <a:lnTo>
                  <a:pt x="13411" y="2329"/>
                </a:lnTo>
                <a:lnTo>
                  <a:pt x="13570" y="2329"/>
                </a:lnTo>
                <a:lnTo>
                  <a:pt x="13570" y="2445"/>
                </a:lnTo>
                <a:moveTo>
                  <a:pt x="13306" y="2445"/>
                </a:moveTo>
                <a:lnTo>
                  <a:pt x="13147" y="2445"/>
                </a:lnTo>
                <a:lnTo>
                  <a:pt x="13147" y="2329"/>
                </a:lnTo>
                <a:lnTo>
                  <a:pt x="13306" y="2329"/>
                </a:lnTo>
                <a:lnTo>
                  <a:pt x="13306" y="2445"/>
                </a:lnTo>
                <a:moveTo>
                  <a:pt x="13041" y="2445"/>
                </a:moveTo>
                <a:lnTo>
                  <a:pt x="12883" y="2445"/>
                </a:lnTo>
                <a:lnTo>
                  <a:pt x="12883" y="2329"/>
                </a:lnTo>
                <a:lnTo>
                  <a:pt x="13041" y="2329"/>
                </a:lnTo>
                <a:lnTo>
                  <a:pt x="13041" y="2445"/>
                </a:lnTo>
                <a:moveTo>
                  <a:pt x="12777" y="2445"/>
                </a:moveTo>
                <a:lnTo>
                  <a:pt x="12619" y="2445"/>
                </a:lnTo>
                <a:lnTo>
                  <a:pt x="12619" y="2329"/>
                </a:lnTo>
                <a:lnTo>
                  <a:pt x="12777" y="2329"/>
                </a:lnTo>
                <a:lnTo>
                  <a:pt x="12777" y="2445"/>
                </a:lnTo>
                <a:moveTo>
                  <a:pt x="12513" y="2445"/>
                </a:moveTo>
                <a:lnTo>
                  <a:pt x="12355" y="2445"/>
                </a:lnTo>
                <a:lnTo>
                  <a:pt x="12355" y="2329"/>
                </a:lnTo>
                <a:lnTo>
                  <a:pt x="12513" y="2329"/>
                </a:lnTo>
                <a:lnTo>
                  <a:pt x="12513" y="2445"/>
                </a:lnTo>
                <a:moveTo>
                  <a:pt x="12249" y="2445"/>
                </a:moveTo>
                <a:lnTo>
                  <a:pt x="12091" y="2445"/>
                </a:lnTo>
                <a:lnTo>
                  <a:pt x="12091" y="2329"/>
                </a:lnTo>
                <a:lnTo>
                  <a:pt x="12249" y="2329"/>
                </a:lnTo>
                <a:lnTo>
                  <a:pt x="12249" y="2445"/>
                </a:lnTo>
                <a:moveTo>
                  <a:pt x="11985" y="2445"/>
                </a:moveTo>
                <a:lnTo>
                  <a:pt x="11826" y="2445"/>
                </a:lnTo>
                <a:lnTo>
                  <a:pt x="11826" y="2329"/>
                </a:lnTo>
                <a:lnTo>
                  <a:pt x="11985" y="2329"/>
                </a:lnTo>
                <a:lnTo>
                  <a:pt x="11985" y="2445"/>
                </a:lnTo>
                <a:moveTo>
                  <a:pt x="11721" y="2445"/>
                </a:moveTo>
                <a:lnTo>
                  <a:pt x="11562" y="2445"/>
                </a:lnTo>
                <a:lnTo>
                  <a:pt x="11562" y="2329"/>
                </a:lnTo>
                <a:lnTo>
                  <a:pt x="11721" y="2329"/>
                </a:lnTo>
                <a:lnTo>
                  <a:pt x="11721" y="2445"/>
                </a:lnTo>
                <a:moveTo>
                  <a:pt x="11457" y="2445"/>
                </a:moveTo>
                <a:lnTo>
                  <a:pt x="11298" y="2445"/>
                </a:lnTo>
                <a:lnTo>
                  <a:pt x="11298" y="2329"/>
                </a:lnTo>
                <a:lnTo>
                  <a:pt x="11457" y="2329"/>
                </a:lnTo>
                <a:lnTo>
                  <a:pt x="11457" y="2445"/>
                </a:lnTo>
                <a:moveTo>
                  <a:pt x="11193" y="2445"/>
                </a:moveTo>
                <a:lnTo>
                  <a:pt x="11034" y="2445"/>
                </a:lnTo>
                <a:lnTo>
                  <a:pt x="11034" y="2329"/>
                </a:lnTo>
                <a:lnTo>
                  <a:pt x="11193" y="2329"/>
                </a:lnTo>
                <a:lnTo>
                  <a:pt x="11193" y="2445"/>
                </a:lnTo>
                <a:moveTo>
                  <a:pt x="10929" y="2445"/>
                </a:moveTo>
                <a:lnTo>
                  <a:pt x="10770" y="2445"/>
                </a:lnTo>
                <a:lnTo>
                  <a:pt x="10770" y="2329"/>
                </a:lnTo>
                <a:lnTo>
                  <a:pt x="10929" y="2329"/>
                </a:lnTo>
                <a:lnTo>
                  <a:pt x="10929" y="2445"/>
                </a:lnTo>
                <a:moveTo>
                  <a:pt x="10665" y="2445"/>
                </a:moveTo>
                <a:lnTo>
                  <a:pt x="10506" y="2445"/>
                </a:lnTo>
                <a:lnTo>
                  <a:pt x="10506" y="2329"/>
                </a:lnTo>
                <a:lnTo>
                  <a:pt x="10665" y="2329"/>
                </a:lnTo>
                <a:lnTo>
                  <a:pt x="10665" y="2445"/>
                </a:lnTo>
                <a:moveTo>
                  <a:pt x="10401" y="2445"/>
                </a:moveTo>
                <a:lnTo>
                  <a:pt x="10242" y="2445"/>
                </a:lnTo>
                <a:lnTo>
                  <a:pt x="10242" y="2329"/>
                </a:lnTo>
                <a:lnTo>
                  <a:pt x="10401" y="2329"/>
                </a:lnTo>
                <a:lnTo>
                  <a:pt x="10401" y="2445"/>
                </a:lnTo>
                <a:moveTo>
                  <a:pt x="10137" y="2445"/>
                </a:moveTo>
                <a:lnTo>
                  <a:pt x="9978" y="2445"/>
                </a:lnTo>
                <a:lnTo>
                  <a:pt x="9978" y="2329"/>
                </a:lnTo>
                <a:lnTo>
                  <a:pt x="10137" y="2329"/>
                </a:lnTo>
                <a:lnTo>
                  <a:pt x="10137" y="2445"/>
                </a:lnTo>
                <a:moveTo>
                  <a:pt x="9873" y="2445"/>
                </a:moveTo>
                <a:lnTo>
                  <a:pt x="9714" y="2445"/>
                </a:lnTo>
                <a:lnTo>
                  <a:pt x="9714" y="2329"/>
                </a:lnTo>
                <a:lnTo>
                  <a:pt x="9873" y="2329"/>
                </a:lnTo>
                <a:lnTo>
                  <a:pt x="9873" y="2445"/>
                </a:lnTo>
                <a:moveTo>
                  <a:pt x="9609" y="2445"/>
                </a:moveTo>
                <a:lnTo>
                  <a:pt x="9450" y="2445"/>
                </a:lnTo>
                <a:lnTo>
                  <a:pt x="9450" y="2329"/>
                </a:lnTo>
                <a:lnTo>
                  <a:pt x="9609" y="2329"/>
                </a:lnTo>
                <a:lnTo>
                  <a:pt x="9609" y="2445"/>
                </a:lnTo>
                <a:moveTo>
                  <a:pt x="9345" y="2445"/>
                </a:moveTo>
                <a:lnTo>
                  <a:pt x="9186" y="2445"/>
                </a:lnTo>
                <a:lnTo>
                  <a:pt x="9186" y="2329"/>
                </a:lnTo>
                <a:lnTo>
                  <a:pt x="9345" y="2329"/>
                </a:lnTo>
                <a:lnTo>
                  <a:pt x="9345" y="2445"/>
                </a:lnTo>
                <a:moveTo>
                  <a:pt x="9081" y="2445"/>
                </a:moveTo>
                <a:lnTo>
                  <a:pt x="8922" y="2445"/>
                </a:lnTo>
                <a:lnTo>
                  <a:pt x="8922" y="2329"/>
                </a:lnTo>
                <a:lnTo>
                  <a:pt x="9081" y="2329"/>
                </a:lnTo>
                <a:lnTo>
                  <a:pt x="9081" y="2445"/>
                </a:lnTo>
                <a:moveTo>
                  <a:pt x="8817" y="2445"/>
                </a:moveTo>
                <a:lnTo>
                  <a:pt x="8658" y="2445"/>
                </a:lnTo>
                <a:lnTo>
                  <a:pt x="8658" y="2329"/>
                </a:lnTo>
                <a:lnTo>
                  <a:pt x="8817" y="2329"/>
                </a:lnTo>
                <a:lnTo>
                  <a:pt x="8817" y="2445"/>
                </a:lnTo>
                <a:moveTo>
                  <a:pt x="8553" y="2445"/>
                </a:moveTo>
                <a:lnTo>
                  <a:pt x="8394" y="2445"/>
                </a:lnTo>
                <a:lnTo>
                  <a:pt x="8394" y="2329"/>
                </a:lnTo>
                <a:lnTo>
                  <a:pt x="8553" y="2329"/>
                </a:lnTo>
                <a:lnTo>
                  <a:pt x="8553" y="2445"/>
                </a:lnTo>
                <a:moveTo>
                  <a:pt x="8288" y="2445"/>
                </a:moveTo>
                <a:lnTo>
                  <a:pt x="8130" y="2445"/>
                </a:lnTo>
                <a:lnTo>
                  <a:pt x="8130" y="2329"/>
                </a:lnTo>
                <a:lnTo>
                  <a:pt x="8288" y="2329"/>
                </a:lnTo>
                <a:lnTo>
                  <a:pt x="8288" y="2445"/>
                </a:lnTo>
                <a:moveTo>
                  <a:pt x="8024" y="2445"/>
                </a:moveTo>
                <a:lnTo>
                  <a:pt x="7866" y="2445"/>
                </a:lnTo>
                <a:lnTo>
                  <a:pt x="7866" y="2329"/>
                </a:lnTo>
                <a:lnTo>
                  <a:pt x="8024" y="2329"/>
                </a:lnTo>
                <a:lnTo>
                  <a:pt x="8024" y="2445"/>
                </a:lnTo>
                <a:moveTo>
                  <a:pt x="7760" y="2445"/>
                </a:moveTo>
                <a:lnTo>
                  <a:pt x="7602" y="2445"/>
                </a:lnTo>
                <a:lnTo>
                  <a:pt x="7602" y="2329"/>
                </a:lnTo>
                <a:lnTo>
                  <a:pt x="7760" y="2329"/>
                </a:lnTo>
                <a:lnTo>
                  <a:pt x="7760" y="2445"/>
                </a:lnTo>
                <a:moveTo>
                  <a:pt x="7496" y="2445"/>
                </a:moveTo>
                <a:lnTo>
                  <a:pt x="7338" y="2445"/>
                </a:lnTo>
                <a:lnTo>
                  <a:pt x="7338" y="2329"/>
                </a:lnTo>
                <a:lnTo>
                  <a:pt x="7496" y="2329"/>
                </a:lnTo>
                <a:lnTo>
                  <a:pt x="7496" y="2445"/>
                </a:lnTo>
                <a:moveTo>
                  <a:pt x="7232" y="2445"/>
                </a:moveTo>
                <a:lnTo>
                  <a:pt x="7074" y="2445"/>
                </a:lnTo>
                <a:lnTo>
                  <a:pt x="7074" y="2329"/>
                </a:lnTo>
                <a:lnTo>
                  <a:pt x="7232" y="2329"/>
                </a:lnTo>
                <a:lnTo>
                  <a:pt x="7232" y="2445"/>
                </a:lnTo>
                <a:moveTo>
                  <a:pt x="6968" y="2445"/>
                </a:moveTo>
                <a:lnTo>
                  <a:pt x="6809" y="2445"/>
                </a:lnTo>
                <a:lnTo>
                  <a:pt x="6809" y="2329"/>
                </a:lnTo>
                <a:lnTo>
                  <a:pt x="6968" y="2329"/>
                </a:lnTo>
                <a:lnTo>
                  <a:pt x="6968" y="2445"/>
                </a:lnTo>
                <a:moveTo>
                  <a:pt x="6704" y="2445"/>
                </a:moveTo>
                <a:lnTo>
                  <a:pt x="6545" y="2445"/>
                </a:lnTo>
                <a:lnTo>
                  <a:pt x="6545" y="2329"/>
                </a:lnTo>
                <a:lnTo>
                  <a:pt x="6704" y="2329"/>
                </a:lnTo>
                <a:lnTo>
                  <a:pt x="6704" y="2445"/>
                </a:lnTo>
                <a:moveTo>
                  <a:pt x="6440" y="2445"/>
                </a:moveTo>
                <a:lnTo>
                  <a:pt x="6281" y="2445"/>
                </a:lnTo>
                <a:lnTo>
                  <a:pt x="6281" y="2329"/>
                </a:lnTo>
                <a:lnTo>
                  <a:pt x="6440" y="2329"/>
                </a:lnTo>
                <a:lnTo>
                  <a:pt x="6440" y="2445"/>
                </a:lnTo>
                <a:moveTo>
                  <a:pt x="6176" y="2445"/>
                </a:moveTo>
                <a:lnTo>
                  <a:pt x="6017" y="2445"/>
                </a:lnTo>
                <a:lnTo>
                  <a:pt x="6017" y="2329"/>
                </a:lnTo>
                <a:lnTo>
                  <a:pt x="6176" y="2329"/>
                </a:lnTo>
                <a:lnTo>
                  <a:pt x="6176" y="2445"/>
                </a:lnTo>
                <a:moveTo>
                  <a:pt x="5912" y="2445"/>
                </a:moveTo>
                <a:lnTo>
                  <a:pt x="5753" y="2445"/>
                </a:lnTo>
                <a:lnTo>
                  <a:pt x="5753" y="2329"/>
                </a:lnTo>
                <a:lnTo>
                  <a:pt x="5912" y="2329"/>
                </a:lnTo>
                <a:lnTo>
                  <a:pt x="5912" y="2445"/>
                </a:lnTo>
                <a:moveTo>
                  <a:pt x="5648" y="2445"/>
                </a:moveTo>
                <a:lnTo>
                  <a:pt x="5489" y="2445"/>
                </a:lnTo>
                <a:lnTo>
                  <a:pt x="5489" y="2329"/>
                </a:lnTo>
                <a:lnTo>
                  <a:pt x="5648" y="2329"/>
                </a:lnTo>
                <a:lnTo>
                  <a:pt x="5648" y="2445"/>
                </a:lnTo>
                <a:moveTo>
                  <a:pt x="5384" y="2445"/>
                </a:moveTo>
                <a:lnTo>
                  <a:pt x="5225" y="2445"/>
                </a:lnTo>
                <a:lnTo>
                  <a:pt x="5225" y="2329"/>
                </a:lnTo>
                <a:lnTo>
                  <a:pt x="5384" y="2329"/>
                </a:lnTo>
                <a:lnTo>
                  <a:pt x="5384" y="2445"/>
                </a:lnTo>
                <a:moveTo>
                  <a:pt x="5120" y="2445"/>
                </a:moveTo>
                <a:lnTo>
                  <a:pt x="4961" y="2445"/>
                </a:lnTo>
                <a:lnTo>
                  <a:pt x="4961" y="2329"/>
                </a:lnTo>
                <a:lnTo>
                  <a:pt x="5120" y="2329"/>
                </a:lnTo>
                <a:lnTo>
                  <a:pt x="5120" y="2445"/>
                </a:lnTo>
                <a:moveTo>
                  <a:pt x="4856" y="2445"/>
                </a:moveTo>
                <a:lnTo>
                  <a:pt x="4697" y="2445"/>
                </a:lnTo>
                <a:lnTo>
                  <a:pt x="4697" y="2329"/>
                </a:lnTo>
                <a:lnTo>
                  <a:pt x="4856" y="2329"/>
                </a:lnTo>
                <a:lnTo>
                  <a:pt x="4856" y="2445"/>
                </a:lnTo>
                <a:moveTo>
                  <a:pt x="4592" y="2445"/>
                </a:moveTo>
                <a:lnTo>
                  <a:pt x="4433" y="2445"/>
                </a:lnTo>
                <a:lnTo>
                  <a:pt x="4433" y="2329"/>
                </a:lnTo>
                <a:lnTo>
                  <a:pt x="4592" y="2329"/>
                </a:lnTo>
                <a:lnTo>
                  <a:pt x="4592" y="2445"/>
                </a:lnTo>
                <a:moveTo>
                  <a:pt x="4328" y="2445"/>
                </a:moveTo>
                <a:lnTo>
                  <a:pt x="4169" y="2445"/>
                </a:lnTo>
                <a:lnTo>
                  <a:pt x="4169" y="2329"/>
                </a:lnTo>
                <a:lnTo>
                  <a:pt x="4328" y="2329"/>
                </a:lnTo>
                <a:lnTo>
                  <a:pt x="4328" y="2445"/>
                </a:lnTo>
                <a:moveTo>
                  <a:pt x="4064" y="2445"/>
                </a:moveTo>
                <a:lnTo>
                  <a:pt x="3905" y="2445"/>
                </a:lnTo>
                <a:lnTo>
                  <a:pt x="3905" y="2329"/>
                </a:lnTo>
                <a:lnTo>
                  <a:pt x="4064" y="2329"/>
                </a:lnTo>
                <a:lnTo>
                  <a:pt x="4064" y="2445"/>
                </a:lnTo>
                <a:moveTo>
                  <a:pt x="3800" y="2445"/>
                </a:moveTo>
                <a:lnTo>
                  <a:pt x="3641" y="2445"/>
                </a:lnTo>
                <a:lnTo>
                  <a:pt x="3641" y="2329"/>
                </a:lnTo>
                <a:lnTo>
                  <a:pt x="3800" y="2329"/>
                </a:lnTo>
                <a:lnTo>
                  <a:pt x="3800" y="2445"/>
                </a:lnTo>
                <a:moveTo>
                  <a:pt x="3536" y="2445"/>
                </a:moveTo>
                <a:lnTo>
                  <a:pt x="3377" y="2445"/>
                </a:lnTo>
                <a:lnTo>
                  <a:pt x="3377" y="2329"/>
                </a:lnTo>
                <a:lnTo>
                  <a:pt x="3536" y="2329"/>
                </a:lnTo>
                <a:lnTo>
                  <a:pt x="3536" y="2445"/>
                </a:lnTo>
                <a:moveTo>
                  <a:pt x="3271" y="2445"/>
                </a:moveTo>
                <a:lnTo>
                  <a:pt x="3113" y="2445"/>
                </a:lnTo>
                <a:lnTo>
                  <a:pt x="3113" y="2329"/>
                </a:lnTo>
                <a:lnTo>
                  <a:pt x="3271" y="2329"/>
                </a:lnTo>
                <a:lnTo>
                  <a:pt x="3271" y="2445"/>
                </a:lnTo>
                <a:moveTo>
                  <a:pt x="3007" y="2445"/>
                </a:moveTo>
                <a:lnTo>
                  <a:pt x="2849" y="2445"/>
                </a:lnTo>
                <a:lnTo>
                  <a:pt x="2849" y="2329"/>
                </a:lnTo>
                <a:lnTo>
                  <a:pt x="3007" y="2329"/>
                </a:lnTo>
                <a:lnTo>
                  <a:pt x="3007" y="2445"/>
                </a:lnTo>
                <a:moveTo>
                  <a:pt x="2743" y="2445"/>
                </a:moveTo>
                <a:lnTo>
                  <a:pt x="2585" y="2445"/>
                </a:lnTo>
                <a:lnTo>
                  <a:pt x="2585" y="2329"/>
                </a:lnTo>
                <a:lnTo>
                  <a:pt x="2743" y="2329"/>
                </a:lnTo>
                <a:lnTo>
                  <a:pt x="2743" y="2445"/>
                </a:lnTo>
                <a:moveTo>
                  <a:pt x="2479" y="2445"/>
                </a:moveTo>
                <a:lnTo>
                  <a:pt x="2321" y="2445"/>
                </a:lnTo>
                <a:lnTo>
                  <a:pt x="2321" y="2329"/>
                </a:lnTo>
                <a:lnTo>
                  <a:pt x="2479" y="2329"/>
                </a:lnTo>
                <a:lnTo>
                  <a:pt x="2479" y="2445"/>
                </a:lnTo>
                <a:moveTo>
                  <a:pt x="2215" y="2445"/>
                </a:moveTo>
                <a:lnTo>
                  <a:pt x="2056" y="2445"/>
                </a:lnTo>
                <a:lnTo>
                  <a:pt x="2056" y="2329"/>
                </a:lnTo>
                <a:lnTo>
                  <a:pt x="2215" y="2329"/>
                </a:lnTo>
                <a:lnTo>
                  <a:pt x="2215" y="2445"/>
                </a:lnTo>
                <a:moveTo>
                  <a:pt x="1951" y="2445"/>
                </a:moveTo>
                <a:lnTo>
                  <a:pt x="1792" y="2445"/>
                </a:lnTo>
                <a:lnTo>
                  <a:pt x="1792" y="2329"/>
                </a:lnTo>
                <a:lnTo>
                  <a:pt x="1951" y="2329"/>
                </a:lnTo>
                <a:lnTo>
                  <a:pt x="1951" y="2445"/>
                </a:lnTo>
                <a:moveTo>
                  <a:pt x="1687" y="2445"/>
                </a:moveTo>
                <a:lnTo>
                  <a:pt x="1528" y="2445"/>
                </a:lnTo>
                <a:lnTo>
                  <a:pt x="1528" y="2329"/>
                </a:lnTo>
                <a:lnTo>
                  <a:pt x="1687" y="2329"/>
                </a:lnTo>
                <a:lnTo>
                  <a:pt x="1687" y="2445"/>
                </a:lnTo>
                <a:moveTo>
                  <a:pt x="1423" y="2445"/>
                </a:moveTo>
                <a:lnTo>
                  <a:pt x="1264" y="2445"/>
                </a:lnTo>
                <a:lnTo>
                  <a:pt x="1264" y="2329"/>
                </a:lnTo>
                <a:lnTo>
                  <a:pt x="1423" y="2329"/>
                </a:lnTo>
                <a:lnTo>
                  <a:pt x="1423" y="2445"/>
                </a:lnTo>
                <a:moveTo>
                  <a:pt x="1159" y="2445"/>
                </a:moveTo>
                <a:lnTo>
                  <a:pt x="1000" y="2445"/>
                </a:lnTo>
                <a:lnTo>
                  <a:pt x="1000" y="2329"/>
                </a:lnTo>
                <a:lnTo>
                  <a:pt x="1159" y="2329"/>
                </a:lnTo>
                <a:lnTo>
                  <a:pt x="1159" y="2445"/>
                </a:lnTo>
                <a:moveTo>
                  <a:pt x="895" y="2445"/>
                </a:moveTo>
                <a:lnTo>
                  <a:pt x="736" y="2445"/>
                </a:lnTo>
                <a:lnTo>
                  <a:pt x="736" y="2329"/>
                </a:lnTo>
                <a:lnTo>
                  <a:pt x="895" y="2329"/>
                </a:lnTo>
                <a:lnTo>
                  <a:pt x="895" y="2445"/>
                </a:lnTo>
                <a:moveTo>
                  <a:pt x="631" y="2445"/>
                </a:moveTo>
                <a:lnTo>
                  <a:pt x="472" y="2445"/>
                </a:lnTo>
                <a:lnTo>
                  <a:pt x="472" y="2329"/>
                </a:lnTo>
                <a:lnTo>
                  <a:pt x="631" y="2329"/>
                </a:lnTo>
                <a:lnTo>
                  <a:pt x="631" y="2445"/>
                </a:lnTo>
                <a:moveTo>
                  <a:pt x="367" y="2445"/>
                </a:moveTo>
                <a:lnTo>
                  <a:pt x="244" y="2445"/>
                </a:lnTo>
                <a:cubicBezTo>
                  <a:pt x="228" y="2445"/>
                  <a:pt x="213" y="2444"/>
                  <a:pt x="198" y="2441"/>
                </a:cubicBezTo>
                <a:lnTo>
                  <a:pt x="220" y="2327"/>
                </a:lnTo>
                <a:cubicBezTo>
                  <a:pt x="228" y="2328"/>
                  <a:pt x="236" y="2329"/>
                  <a:pt x="244" y="2329"/>
                </a:cubicBezTo>
                <a:lnTo>
                  <a:pt x="367" y="2329"/>
                </a:lnTo>
                <a:lnTo>
                  <a:pt x="367" y="2445"/>
                </a:lnTo>
                <a:moveTo>
                  <a:pt x="75" y="2377"/>
                </a:moveTo>
                <a:cubicBezTo>
                  <a:pt x="25" y="2330"/>
                  <a:pt x="0" y="2271"/>
                  <a:pt x="0" y="2202"/>
                </a:cubicBezTo>
                <a:lnTo>
                  <a:pt x="0" y="2191"/>
                </a:lnTo>
                <a:lnTo>
                  <a:pt x="117" y="2191"/>
                </a:lnTo>
                <a:lnTo>
                  <a:pt x="117" y="2202"/>
                </a:lnTo>
                <a:cubicBezTo>
                  <a:pt x="117" y="2238"/>
                  <a:pt x="130" y="2269"/>
                  <a:pt x="156" y="2294"/>
                </a:cubicBezTo>
                <a:lnTo>
                  <a:pt x="75" y="2377"/>
                </a:lnTo>
                <a:moveTo>
                  <a:pt x="0" y="2086"/>
                </a:moveTo>
                <a:lnTo>
                  <a:pt x="0" y="1927"/>
                </a:lnTo>
                <a:lnTo>
                  <a:pt x="117" y="1927"/>
                </a:lnTo>
                <a:lnTo>
                  <a:pt x="117" y="2086"/>
                </a:lnTo>
                <a:lnTo>
                  <a:pt x="0" y="2086"/>
                </a:lnTo>
                <a:moveTo>
                  <a:pt x="0" y="1822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6"/>
                </a:lnTo>
                <a:lnTo>
                  <a:pt x="117" y="606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5"/>
                </a:moveTo>
                <a:cubicBezTo>
                  <a:pt x="3" y="160"/>
                  <a:pt x="34" y="99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5"/>
                </a:lnTo>
                <a:moveTo>
                  <a:pt x="221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521640" y="5474880"/>
            <a:ext cx="11148480" cy="880200"/>
          </a:xfrm>
          <a:custGeom>
            <a:avLst/>
            <a:gdLst/>
            <a:ahLst/>
            <a:rect l="0" t="0" r="r" b="b"/>
            <a:pathLst>
              <a:path w="30968" h="2445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6"/>
                </a:lnTo>
                <a:lnTo>
                  <a:pt x="772" y="116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6"/>
                </a:lnTo>
                <a:lnTo>
                  <a:pt x="1036" y="116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6"/>
                </a:lnTo>
                <a:lnTo>
                  <a:pt x="1300" y="116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6"/>
                </a:lnTo>
                <a:lnTo>
                  <a:pt x="1564" y="116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6"/>
                </a:lnTo>
                <a:lnTo>
                  <a:pt x="1828" y="116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6"/>
                </a:lnTo>
                <a:lnTo>
                  <a:pt x="2092" y="116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6"/>
                </a:lnTo>
                <a:lnTo>
                  <a:pt x="2356" y="116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6"/>
                </a:lnTo>
                <a:lnTo>
                  <a:pt x="2620" y="116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6"/>
                </a:lnTo>
                <a:lnTo>
                  <a:pt x="2884" y="116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6"/>
                </a:lnTo>
                <a:lnTo>
                  <a:pt x="3148" y="116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6"/>
                </a:lnTo>
                <a:lnTo>
                  <a:pt x="3412" y="116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6"/>
                </a:lnTo>
                <a:lnTo>
                  <a:pt x="3677" y="116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6"/>
                </a:lnTo>
                <a:lnTo>
                  <a:pt x="3941" y="116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6"/>
                </a:lnTo>
                <a:lnTo>
                  <a:pt x="4205" y="116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6"/>
                </a:lnTo>
                <a:lnTo>
                  <a:pt x="4469" y="116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6"/>
                </a:lnTo>
                <a:lnTo>
                  <a:pt x="4733" y="116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6"/>
                </a:lnTo>
                <a:lnTo>
                  <a:pt x="4997" y="116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6"/>
                </a:lnTo>
                <a:lnTo>
                  <a:pt x="5261" y="116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6"/>
                </a:lnTo>
                <a:lnTo>
                  <a:pt x="5525" y="116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6"/>
                </a:lnTo>
                <a:lnTo>
                  <a:pt x="5789" y="116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6"/>
                </a:lnTo>
                <a:lnTo>
                  <a:pt x="6053" y="116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6"/>
                </a:lnTo>
                <a:lnTo>
                  <a:pt x="6317" y="116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6"/>
                </a:lnTo>
                <a:lnTo>
                  <a:pt x="6581" y="116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6"/>
                </a:lnTo>
                <a:lnTo>
                  <a:pt x="6845" y="116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6"/>
                </a:lnTo>
                <a:lnTo>
                  <a:pt x="7109" y="116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6"/>
                </a:lnTo>
                <a:lnTo>
                  <a:pt x="7373" y="116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6"/>
                </a:lnTo>
                <a:lnTo>
                  <a:pt x="7637" y="116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6"/>
                </a:lnTo>
                <a:lnTo>
                  <a:pt x="7901" y="116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6"/>
                </a:lnTo>
                <a:lnTo>
                  <a:pt x="8165" y="116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6"/>
                </a:lnTo>
                <a:lnTo>
                  <a:pt x="8430" y="116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6"/>
                </a:lnTo>
                <a:lnTo>
                  <a:pt x="8694" y="116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6"/>
                </a:lnTo>
                <a:lnTo>
                  <a:pt x="8958" y="116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6"/>
                </a:lnTo>
                <a:lnTo>
                  <a:pt x="9222" y="116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6"/>
                </a:lnTo>
                <a:lnTo>
                  <a:pt x="9486" y="116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6"/>
                </a:lnTo>
                <a:lnTo>
                  <a:pt x="9750" y="116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6"/>
                </a:lnTo>
                <a:lnTo>
                  <a:pt x="10014" y="116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6"/>
                </a:lnTo>
                <a:lnTo>
                  <a:pt x="10278" y="116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6"/>
                </a:lnTo>
                <a:lnTo>
                  <a:pt x="10542" y="116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6"/>
                </a:lnTo>
                <a:lnTo>
                  <a:pt x="10806" y="116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6"/>
                </a:lnTo>
                <a:lnTo>
                  <a:pt x="11070" y="116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6"/>
                </a:lnTo>
                <a:lnTo>
                  <a:pt x="11334" y="116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6"/>
                </a:lnTo>
                <a:lnTo>
                  <a:pt x="11598" y="116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6"/>
                </a:lnTo>
                <a:lnTo>
                  <a:pt x="11862" y="116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6"/>
                </a:lnTo>
                <a:lnTo>
                  <a:pt x="12126" y="116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6"/>
                </a:lnTo>
                <a:lnTo>
                  <a:pt x="12390" y="116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6"/>
                </a:lnTo>
                <a:lnTo>
                  <a:pt x="12654" y="116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6"/>
                </a:lnTo>
                <a:lnTo>
                  <a:pt x="12918" y="116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6"/>
                </a:lnTo>
                <a:lnTo>
                  <a:pt x="13182" y="116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6"/>
                </a:lnTo>
                <a:lnTo>
                  <a:pt x="13447" y="116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6"/>
                </a:lnTo>
                <a:lnTo>
                  <a:pt x="13711" y="116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6"/>
                </a:lnTo>
                <a:lnTo>
                  <a:pt x="13975" y="116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6"/>
                </a:lnTo>
                <a:lnTo>
                  <a:pt x="14240" y="116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6"/>
                </a:lnTo>
                <a:lnTo>
                  <a:pt x="14504" y="116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6"/>
                </a:lnTo>
                <a:lnTo>
                  <a:pt x="14768" y="116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6"/>
                </a:lnTo>
                <a:lnTo>
                  <a:pt x="15032" y="116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6"/>
                </a:lnTo>
                <a:lnTo>
                  <a:pt x="15296" y="116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6"/>
                </a:lnTo>
                <a:lnTo>
                  <a:pt x="15560" y="116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6"/>
                </a:lnTo>
                <a:lnTo>
                  <a:pt x="15824" y="116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6"/>
                </a:lnTo>
                <a:lnTo>
                  <a:pt x="16088" y="116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6"/>
                </a:lnTo>
                <a:lnTo>
                  <a:pt x="16352" y="116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6"/>
                </a:lnTo>
                <a:lnTo>
                  <a:pt x="16616" y="116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6"/>
                </a:lnTo>
                <a:lnTo>
                  <a:pt x="16880" y="116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6"/>
                </a:lnTo>
                <a:lnTo>
                  <a:pt x="17144" y="116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6"/>
                </a:lnTo>
                <a:lnTo>
                  <a:pt x="17408" y="116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6"/>
                </a:lnTo>
                <a:lnTo>
                  <a:pt x="17672" y="116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6"/>
                </a:lnTo>
                <a:lnTo>
                  <a:pt x="17936" y="116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6"/>
                </a:lnTo>
                <a:lnTo>
                  <a:pt x="18201" y="116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6"/>
                </a:lnTo>
                <a:lnTo>
                  <a:pt x="18465" y="116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6"/>
                </a:lnTo>
                <a:lnTo>
                  <a:pt x="18729" y="116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6"/>
                </a:lnTo>
                <a:lnTo>
                  <a:pt x="18993" y="116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6"/>
                </a:lnTo>
                <a:lnTo>
                  <a:pt x="19257" y="116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6"/>
                </a:lnTo>
                <a:lnTo>
                  <a:pt x="19521" y="116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6"/>
                </a:lnTo>
                <a:lnTo>
                  <a:pt x="19785" y="116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6"/>
                </a:lnTo>
                <a:lnTo>
                  <a:pt x="20049" y="116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6"/>
                </a:lnTo>
                <a:lnTo>
                  <a:pt x="20313" y="116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6"/>
                </a:lnTo>
                <a:lnTo>
                  <a:pt x="20577" y="116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6"/>
                </a:lnTo>
                <a:lnTo>
                  <a:pt x="20841" y="116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6"/>
                </a:lnTo>
                <a:lnTo>
                  <a:pt x="21105" y="116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6"/>
                </a:lnTo>
                <a:lnTo>
                  <a:pt x="21369" y="116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6"/>
                </a:lnTo>
                <a:lnTo>
                  <a:pt x="21633" y="116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6"/>
                </a:lnTo>
                <a:lnTo>
                  <a:pt x="21897" y="116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6"/>
                </a:lnTo>
                <a:lnTo>
                  <a:pt x="22161" y="116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6"/>
                </a:lnTo>
                <a:lnTo>
                  <a:pt x="22425" y="116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6"/>
                </a:lnTo>
                <a:lnTo>
                  <a:pt x="22689" y="116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6"/>
                </a:lnTo>
                <a:lnTo>
                  <a:pt x="22953" y="116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6"/>
                </a:lnTo>
                <a:lnTo>
                  <a:pt x="23218" y="116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6"/>
                </a:lnTo>
                <a:lnTo>
                  <a:pt x="23482" y="116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6"/>
                </a:lnTo>
                <a:lnTo>
                  <a:pt x="23746" y="116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6"/>
                </a:lnTo>
                <a:lnTo>
                  <a:pt x="24010" y="116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6"/>
                </a:lnTo>
                <a:lnTo>
                  <a:pt x="24274" y="116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6"/>
                </a:lnTo>
                <a:lnTo>
                  <a:pt x="24538" y="116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6"/>
                </a:lnTo>
                <a:lnTo>
                  <a:pt x="24802" y="116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6"/>
                </a:lnTo>
                <a:lnTo>
                  <a:pt x="25066" y="116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6"/>
                </a:lnTo>
                <a:lnTo>
                  <a:pt x="25330" y="116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6"/>
                </a:lnTo>
                <a:lnTo>
                  <a:pt x="25594" y="116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6"/>
                </a:lnTo>
                <a:lnTo>
                  <a:pt x="25858" y="116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6"/>
                </a:lnTo>
                <a:lnTo>
                  <a:pt x="26122" y="116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6"/>
                </a:lnTo>
                <a:lnTo>
                  <a:pt x="26386" y="116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6"/>
                </a:lnTo>
                <a:lnTo>
                  <a:pt x="26650" y="116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6"/>
                </a:lnTo>
                <a:lnTo>
                  <a:pt x="26914" y="116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6"/>
                </a:lnTo>
                <a:lnTo>
                  <a:pt x="27178" y="116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6"/>
                </a:lnTo>
                <a:lnTo>
                  <a:pt x="27442" y="116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6"/>
                </a:lnTo>
                <a:lnTo>
                  <a:pt x="27706" y="116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6"/>
                </a:lnTo>
                <a:lnTo>
                  <a:pt x="27971" y="116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6"/>
                </a:lnTo>
                <a:lnTo>
                  <a:pt x="28235" y="116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6"/>
                </a:lnTo>
                <a:lnTo>
                  <a:pt x="28499" y="116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6"/>
                </a:lnTo>
                <a:lnTo>
                  <a:pt x="28763" y="116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6"/>
                </a:lnTo>
                <a:lnTo>
                  <a:pt x="29027" y="116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6"/>
                </a:lnTo>
                <a:lnTo>
                  <a:pt x="29291" y="116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6"/>
                </a:lnTo>
                <a:lnTo>
                  <a:pt x="29555" y="116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6"/>
                </a:lnTo>
                <a:lnTo>
                  <a:pt x="29819" y="116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6"/>
                </a:lnTo>
                <a:lnTo>
                  <a:pt x="30083" y="116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6"/>
                </a:lnTo>
                <a:lnTo>
                  <a:pt x="30347" y="116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2"/>
                  <a:pt x="30783" y="7"/>
                </a:cubicBezTo>
                <a:lnTo>
                  <a:pt x="30755" y="120"/>
                </a:lnTo>
                <a:cubicBezTo>
                  <a:pt x="30745" y="117"/>
                  <a:pt x="30735" y="116"/>
                  <a:pt x="30725" y="116"/>
                </a:cubicBezTo>
                <a:lnTo>
                  <a:pt x="30611" y="116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3"/>
                  <a:pt x="30968" y="179"/>
                  <a:pt x="30968" y="243"/>
                </a:cubicBezTo>
                <a:lnTo>
                  <a:pt x="30968" y="263"/>
                </a:lnTo>
                <a:lnTo>
                  <a:pt x="30852" y="263"/>
                </a:lnTo>
                <a:lnTo>
                  <a:pt x="30852" y="243"/>
                </a:lnTo>
                <a:cubicBezTo>
                  <a:pt x="30852" y="210"/>
                  <a:pt x="30840" y="181"/>
                  <a:pt x="30817" y="156"/>
                </a:cubicBezTo>
                <a:lnTo>
                  <a:pt x="30902" y="77"/>
                </a:lnTo>
                <a:moveTo>
                  <a:pt x="30968" y="368"/>
                </a:moveTo>
                <a:lnTo>
                  <a:pt x="30968" y="527"/>
                </a:lnTo>
                <a:lnTo>
                  <a:pt x="30852" y="527"/>
                </a:lnTo>
                <a:lnTo>
                  <a:pt x="30852" y="368"/>
                </a:lnTo>
                <a:lnTo>
                  <a:pt x="30968" y="368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8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8"/>
                </a:lnTo>
                <a:lnTo>
                  <a:pt x="30968" y="898"/>
                </a:lnTo>
                <a:moveTo>
                  <a:pt x="30968" y="1162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2"/>
                </a:lnTo>
                <a:lnTo>
                  <a:pt x="30968" y="1162"/>
                </a:lnTo>
                <a:moveTo>
                  <a:pt x="30968" y="1426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8"/>
                </a:lnTo>
                <a:lnTo>
                  <a:pt x="30852" y="1848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6"/>
                  <a:pt x="30866" y="2400"/>
                </a:cubicBezTo>
                <a:lnTo>
                  <a:pt x="30799" y="2305"/>
                </a:lnTo>
                <a:cubicBezTo>
                  <a:pt x="30831" y="2283"/>
                  <a:pt x="30848" y="2252"/>
                  <a:pt x="30851" y="2212"/>
                </a:cubicBezTo>
                <a:lnTo>
                  <a:pt x="30967" y="2222"/>
                </a:lnTo>
                <a:moveTo>
                  <a:pt x="30736" y="2445"/>
                </a:moveTo>
                <a:cubicBezTo>
                  <a:pt x="30733" y="2445"/>
                  <a:pt x="30729" y="2445"/>
                  <a:pt x="30725" y="2445"/>
                </a:cubicBezTo>
                <a:lnTo>
                  <a:pt x="30575" y="2445"/>
                </a:lnTo>
                <a:lnTo>
                  <a:pt x="30575" y="2329"/>
                </a:lnTo>
                <a:lnTo>
                  <a:pt x="30725" y="2329"/>
                </a:lnTo>
                <a:cubicBezTo>
                  <a:pt x="30727" y="2329"/>
                  <a:pt x="30729" y="2329"/>
                  <a:pt x="30731" y="2329"/>
                </a:cubicBezTo>
                <a:lnTo>
                  <a:pt x="30736" y="2445"/>
                </a:lnTo>
                <a:moveTo>
                  <a:pt x="30470" y="2445"/>
                </a:moveTo>
                <a:lnTo>
                  <a:pt x="30311" y="2445"/>
                </a:lnTo>
                <a:lnTo>
                  <a:pt x="30311" y="2329"/>
                </a:lnTo>
                <a:lnTo>
                  <a:pt x="30470" y="2329"/>
                </a:lnTo>
                <a:lnTo>
                  <a:pt x="30470" y="2445"/>
                </a:lnTo>
                <a:moveTo>
                  <a:pt x="30206" y="2445"/>
                </a:moveTo>
                <a:lnTo>
                  <a:pt x="30047" y="2445"/>
                </a:lnTo>
                <a:lnTo>
                  <a:pt x="30047" y="2329"/>
                </a:lnTo>
                <a:lnTo>
                  <a:pt x="30206" y="2329"/>
                </a:lnTo>
                <a:lnTo>
                  <a:pt x="30206" y="2445"/>
                </a:lnTo>
                <a:moveTo>
                  <a:pt x="29942" y="2445"/>
                </a:moveTo>
                <a:lnTo>
                  <a:pt x="29783" y="2445"/>
                </a:lnTo>
                <a:lnTo>
                  <a:pt x="29783" y="2329"/>
                </a:lnTo>
                <a:lnTo>
                  <a:pt x="29942" y="2329"/>
                </a:lnTo>
                <a:lnTo>
                  <a:pt x="29942" y="2445"/>
                </a:lnTo>
                <a:moveTo>
                  <a:pt x="29678" y="2445"/>
                </a:moveTo>
                <a:lnTo>
                  <a:pt x="29519" y="2445"/>
                </a:lnTo>
                <a:lnTo>
                  <a:pt x="29519" y="2329"/>
                </a:lnTo>
                <a:lnTo>
                  <a:pt x="29678" y="2329"/>
                </a:lnTo>
                <a:lnTo>
                  <a:pt x="29678" y="2445"/>
                </a:lnTo>
                <a:moveTo>
                  <a:pt x="29414" y="2445"/>
                </a:moveTo>
                <a:lnTo>
                  <a:pt x="29255" y="2445"/>
                </a:lnTo>
                <a:lnTo>
                  <a:pt x="29255" y="2329"/>
                </a:lnTo>
                <a:lnTo>
                  <a:pt x="29414" y="2329"/>
                </a:lnTo>
                <a:lnTo>
                  <a:pt x="29414" y="2445"/>
                </a:lnTo>
                <a:moveTo>
                  <a:pt x="29150" y="2445"/>
                </a:moveTo>
                <a:lnTo>
                  <a:pt x="28991" y="2445"/>
                </a:lnTo>
                <a:lnTo>
                  <a:pt x="28991" y="2329"/>
                </a:lnTo>
                <a:lnTo>
                  <a:pt x="29150" y="2329"/>
                </a:lnTo>
                <a:lnTo>
                  <a:pt x="29150" y="2445"/>
                </a:lnTo>
                <a:moveTo>
                  <a:pt x="28886" y="2445"/>
                </a:moveTo>
                <a:lnTo>
                  <a:pt x="28727" y="2445"/>
                </a:lnTo>
                <a:lnTo>
                  <a:pt x="28727" y="2329"/>
                </a:lnTo>
                <a:lnTo>
                  <a:pt x="28886" y="2329"/>
                </a:lnTo>
                <a:lnTo>
                  <a:pt x="28886" y="2445"/>
                </a:lnTo>
                <a:moveTo>
                  <a:pt x="28622" y="2445"/>
                </a:moveTo>
                <a:lnTo>
                  <a:pt x="28463" y="2445"/>
                </a:lnTo>
                <a:lnTo>
                  <a:pt x="28463" y="2329"/>
                </a:lnTo>
                <a:lnTo>
                  <a:pt x="28622" y="2329"/>
                </a:lnTo>
                <a:lnTo>
                  <a:pt x="28622" y="2445"/>
                </a:lnTo>
                <a:moveTo>
                  <a:pt x="28358" y="2445"/>
                </a:moveTo>
                <a:lnTo>
                  <a:pt x="28199" y="2445"/>
                </a:lnTo>
                <a:lnTo>
                  <a:pt x="28199" y="2329"/>
                </a:lnTo>
                <a:lnTo>
                  <a:pt x="28358" y="2329"/>
                </a:lnTo>
                <a:lnTo>
                  <a:pt x="28358" y="2445"/>
                </a:lnTo>
                <a:moveTo>
                  <a:pt x="28094" y="2445"/>
                </a:moveTo>
                <a:lnTo>
                  <a:pt x="27935" y="2445"/>
                </a:lnTo>
                <a:lnTo>
                  <a:pt x="27935" y="2329"/>
                </a:lnTo>
                <a:lnTo>
                  <a:pt x="28094" y="2329"/>
                </a:lnTo>
                <a:lnTo>
                  <a:pt x="28094" y="2445"/>
                </a:lnTo>
                <a:moveTo>
                  <a:pt x="27829" y="2445"/>
                </a:moveTo>
                <a:lnTo>
                  <a:pt x="27671" y="2445"/>
                </a:lnTo>
                <a:lnTo>
                  <a:pt x="27671" y="2329"/>
                </a:lnTo>
                <a:lnTo>
                  <a:pt x="27829" y="2329"/>
                </a:lnTo>
                <a:lnTo>
                  <a:pt x="27829" y="2445"/>
                </a:lnTo>
                <a:moveTo>
                  <a:pt x="27565" y="2445"/>
                </a:moveTo>
                <a:lnTo>
                  <a:pt x="27407" y="2445"/>
                </a:lnTo>
                <a:lnTo>
                  <a:pt x="27407" y="2329"/>
                </a:lnTo>
                <a:lnTo>
                  <a:pt x="27565" y="2329"/>
                </a:lnTo>
                <a:lnTo>
                  <a:pt x="27565" y="2445"/>
                </a:lnTo>
                <a:moveTo>
                  <a:pt x="27301" y="2445"/>
                </a:moveTo>
                <a:lnTo>
                  <a:pt x="27143" y="2445"/>
                </a:lnTo>
                <a:lnTo>
                  <a:pt x="27143" y="2329"/>
                </a:lnTo>
                <a:lnTo>
                  <a:pt x="27301" y="2329"/>
                </a:lnTo>
                <a:lnTo>
                  <a:pt x="27301" y="2445"/>
                </a:lnTo>
                <a:moveTo>
                  <a:pt x="27037" y="2445"/>
                </a:moveTo>
                <a:lnTo>
                  <a:pt x="26879" y="2445"/>
                </a:lnTo>
                <a:lnTo>
                  <a:pt x="26879" y="2329"/>
                </a:lnTo>
                <a:lnTo>
                  <a:pt x="27037" y="2329"/>
                </a:lnTo>
                <a:lnTo>
                  <a:pt x="27037" y="2445"/>
                </a:lnTo>
                <a:moveTo>
                  <a:pt x="26773" y="2445"/>
                </a:moveTo>
                <a:lnTo>
                  <a:pt x="26615" y="2445"/>
                </a:lnTo>
                <a:lnTo>
                  <a:pt x="26615" y="2329"/>
                </a:lnTo>
                <a:lnTo>
                  <a:pt x="26773" y="2329"/>
                </a:lnTo>
                <a:lnTo>
                  <a:pt x="26773" y="2445"/>
                </a:lnTo>
                <a:moveTo>
                  <a:pt x="26509" y="2445"/>
                </a:moveTo>
                <a:lnTo>
                  <a:pt x="26350" y="2445"/>
                </a:lnTo>
                <a:lnTo>
                  <a:pt x="26350" y="2329"/>
                </a:lnTo>
                <a:lnTo>
                  <a:pt x="26509" y="2329"/>
                </a:lnTo>
                <a:lnTo>
                  <a:pt x="26509" y="2445"/>
                </a:lnTo>
                <a:moveTo>
                  <a:pt x="26245" y="2445"/>
                </a:moveTo>
                <a:lnTo>
                  <a:pt x="26086" y="2445"/>
                </a:lnTo>
                <a:lnTo>
                  <a:pt x="26086" y="2329"/>
                </a:lnTo>
                <a:lnTo>
                  <a:pt x="26245" y="2329"/>
                </a:lnTo>
                <a:lnTo>
                  <a:pt x="26245" y="2445"/>
                </a:lnTo>
                <a:moveTo>
                  <a:pt x="25981" y="2445"/>
                </a:moveTo>
                <a:lnTo>
                  <a:pt x="25822" y="2445"/>
                </a:lnTo>
                <a:lnTo>
                  <a:pt x="25822" y="2329"/>
                </a:lnTo>
                <a:lnTo>
                  <a:pt x="25981" y="2329"/>
                </a:lnTo>
                <a:lnTo>
                  <a:pt x="25981" y="2445"/>
                </a:lnTo>
                <a:moveTo>
                  <a:pt x="25717" y="2445"/>
                </a:moveTo>
                <a:lnTo>
                  <a:pt x="25558" y="2445"/>
                </a:lnTo>
                <a:lnTo>
                  <a:pt x="25558" y="2329"/>
                </a:lnTo>
                <a:lnTo>
                  <a:pt x="25717" y="2329"/>
                </a:lnTo>
                <a:lnTo>
                  <a:pt x="25717" y="2445"/>
                </a:lnTo>
                <a:moveTo>
                  <a:pt x="25453" y="2445"/>
                </a:moveTo>
                <a:lnTo>
                  <a:pt x="25294" y="2445"/>
                </a:lnTo>
                <a:lnTo>
                  <a:pt x="25294" y="2329"/>
                </a:lnTo>
                <a:lnTo>
                  <a:pt x="25453" y="2329"/>
                </a:lnTo>
                <a:lnTo>
                  <a:pt x="25453" y="2445"/>
                </a:lnTo>
                <a:moveTo>
                  <a:pt x="25189" y="2445"/>
                </a:moveTo>
                <a:lnTo>
                  <a:pt x="25030" y="2445"/>
                </a:lnTo>
                <a:lnTo>
                  <a:pt x="25030" y="2329"/>
                </a:lnTo>
                <a:lnTo>
                  <a:pt x="25189" y="2329"/>
                </a:lnTo>
                <a:lnTo>
                  <a:pt x="25189" y="2445"/>
                </a:lnTo>
                <a:moveTo>
                  <a:pt x="24925" y="2445"/>
                </a:moveTo>
                <a:lnTo>
                  <a:pt x="24766" y="2445"/>
                </a:lnTo>
                <a:lnTo>
                  <a:pt x="24766" y="2329"/>
                </a:lnTo>
                <a:lnTo>
                  <a:pt x="24925" y="2329"/>
                </a:lnTo>
                <a:lnTo>
                  <a:pt x="24925" y="2445"/>
                </a:lnTo>
                <a:moveTo>
                  <a:pt x="24661" y="2445"/>
                </a:moveTo>
                <a:lnTo>
                  <a:pt x="24502" y="2445"/>
                </a:lnTo>
                <a:lnTo>
                  <a:pt x="24502" y="2329"/>
                </a:lnTo>
                <a:lnTo>
                  <a:pt x="24661" y="2329"/>
                </a:lnTo>
                <a:lnTo>
                  <a:pt x="24661" y="2445"/>
                </a:lnTo>
                <a:moveTo>
                  <a:pt x="24397" y="2445"/>
                </a:moveTo>
                <a:lnTo>
                  <a:pt x="24238" y="2445"/>
                </a:lnTo>
                <a:lnTo>
                  <a:pt x="24238" y="2329"/>
                </a:lnTo>
                <a:lnTo>
                  <a:pt x="24397" y="2329"/>
                </a:lnTo>
                <a:lnTo>
                  <a:pt x="24397" y="2445"/>
                </a:lnTo>
                <a:moveTo>
                  <a:pt x="24133" y="2445"/>
                </a:moveTo>
                <a:lnTo>
                  <a:pt x="23974" y="2445"/>
                </a:lnTo>
                <a:lnTo>
                  <a:pt x="23974" y="2329"/>
                </a:lnTo>
                <a:lnTo>
                  <a:pt x="24133" y="2329"/>
                </a:lnTo>
                <a:lnTo>
                  <a:pt x="24133" y="2445"/>
                </a:lnTo>
                <a:moveTo>
                  <a:pt x="23869" y="2445"/>
                </a:moveTo>
                <a:lnTo>
                  <a:pt x="23710" y="2445"/>
                </a:lnTo>
                <a:lnTo>
                  <a:pt x="23710" y="2329"/>
                </a:lnTo>
                <a:lnTo>
                  <a:pt x="23869" y="2329"/>
                </a:lnTo>
                <a:lnTo>
                  <a:pt x="23869" y="2445"/>
                </a:lnTo>
                <a:moveTo>
                  <a:pt x="23605" y="2445"/>
                </a:moveTo>
                <a:lnTo>
                  <a:pt x="23446" y="2445"/>
                </a:lnTo>
                <a:lnTo>
                  <a:pt x="23446" y="2329"/>
                </a:lnTo>
                <a:lnTo>
                  <a:pt x="23605" y="2329"/>
                </a:lnTo>
                <a:lnTo>
                  <a:pt x="23605" y="2445"/>
                </a:lnTo>
                <a:moveTo>
                  <a:pt x="23341" y="2445"/>
                </a:moveTo>
                <a:lnTo>
                  <a:pt x="23182" y="2445"/>
                </a:lnTo>
                <a:lnTo>
                  <a:pt x="23182" y="2329"/>
                </a:lnTo>
                <a:lnTo>
                  <a:pt x="23341" y="2329"/>
                </a:lnTo>
                <a:lnTo>
                  <a:pt x="23341" y="2445"/>
                </a:lnTo>
                <a:moveTo>
                  <a:pt x="23077" y="2445"/>
                </a:moveTo>
                <a:lnTo>
                  <a:pt x="22918" y="2445"/>
                </a:lnTo>
                <a:lnTo>
                  <a:pt x="22918" y="2329"/>
                </a:lnTo>
                <a:lnTo>
                  <a:pt x="23077" y="2329"/>
                </a:lnTo>
                <a:lnTo>
                  <a:pt x="23077" y="2445"/>
                </a:lnTo>
                <a:moveTo>
                  <a:pt x="22812" y="2445"/>
                </a:moveTo>
                <a:lnTo>
                  <a:pt x="22654" y="2445"/>
                </a:lnTo>
                <a:lnTo>
                  <a:pt x="22654" y="2329"/>
                </a:lnTo>
                <a:lnTo>
                  <a:pt x="22812" y="2329"/>
                </a:lnTo>
                <a:lnTo>
                  <a:pt x="22812" y="2445"/>
                </a:lnTo>
                <a:moveTo>
                  <a:pt x="22548" y="2445"/>
                </a:moveTo>
                <a:lnTo>
                  <a:pt x="22390" y="2445"/>
                </a:lnTo>
                <a:lnTo>
                  <a:pt x="22390" y="2329"/>
                </a:lnTo>
                <a:lnTo>
                  <a:pt x="22548" y="2329"/>
                </a:lnTo>
                <a:lnTo>
                  <a:pt x="22548" y="2445"/>
                </a:lnTo>
                <a:moveTo>
                  <a:pt x="22284" y="2445"/>
                </a:moveTo>
                <a:lnTo>
                  <a:pt x="22126" y="2445"/>
                </a:lnTo>
                <a:lnTo>
                  <a:pt x="22126" y="2329"/>
                </a:lnTo>
                <a:lnTo>
                  <a:pt x="22284" y="2329"/>
                </a:lnTo>
                <a:lnTo>
                  <a:pt x="22284" y="2445"/>
                </a:lnTo>
                <a:moveTo>
                  <a:pt x="22020" y="2445"/>
                </a:moveTo>
                <a:lnTo>
                  <a:pt x="21862" y="2445"/>
                </a:lnTo>
                <a:lnTo>
                  <a:pt x="21862" y="2329"/>
                </a:lnTo>
                <a:lnTo>
                  <a:pt x="22020" y="2329"/>
                </a:lnTo>
                <a:lnTo>
                  <a:pt x="22020" y="2445"/>
                </a:lnTo>
                <a:moveTo>
                  <a:pt x="21756" y="2445"/>
                </a:moveTo>
                <a:lnTo>
                  <a:pt x="21597" y="2445"/>
                </a:lnTo>
                <a:lnTo>
                  <a:pt x="21597" y="2329"/>
                </a:lnTo>
                <a:lnTo>
                  <a:pt x="21756" y="2329"/>
                </a:lnTo>
                <a:lnTo>
                  <a:pt x="21756" y="2445"/>
                </a:lnTo>
                <a:moveTo>
                  <a:pt x="21492" y="2445"/>
                </a:moveTo>
                <a:lnTo>
                  <a:pt x="21333" y="2445"/>
                </a:lnTo>
                <a:lnTo>
                  <a:pt x="21333" y="2329"/>
                </a:lnTo>
                <a:lnTo>
                  <a:pt x="21492" y="2329"/>
                </a:lnTo>
                <a:lnTo>
                  <a:pt x="21492" y="2445"/>
                </a:lnTo>
                <a:moveTo>
                  <a:pt x="21228" y="2445"/>
                </a:moveTo>
                <a:lnTo>
                  <a:pt x="21069" y="2445"/>
                </a:lnTo>
                <a:lnTo>
                  <a:pt x="21069" y="2329"/>
                </a:lnTo>
                <a:lnTo>
                  <a:pt x="21228" y="2329"/>
                </a:lnTo>
                <a:lnTo>
                  <a:pt x="21228" y="2445"/>
                </a:lnTo>
                <a:moveTo>
                  <a:pt x="20964" y="2445"/>
                </a:moveTo>
                <a:lnTo>
                  <a:pt x="20805" y="2445"/>
                </a:lnTo>
                <a:lnTo>
                  <a:pt x="20805" y="2329"/>
                </a:lnTo>
                <a:lnTo>
                  <a:pt x="20964" y="2329"/>
                </a:lnTo>
                <a:lnTo>
                  <a:pt x="20964" y="2445"/>
                </a:lnTo>
                <a:moveTo>
                  <a:pt x="20700" y="2445"/>
                </a:moveTo>
                <a:lnTo>
                  <a:pt x="20541" y="2445"/>
                </a:lnTo>
                <a:lnTo>
                  <a:pt x="20541" y="2329"/>
                </a:lnTo>
                <a:lnTo>
                  <a:pt x="20700" y="2329"/>
                </a:lnTo>
                <a:lnTo>
                  <a:pt x="20700" y="2445"/>
                </a:lnTo>
                <a:moveTo>
                  <a:pt x="20436" y="2445"/>
                </a:moveTo>
                <a:lnTo>
                  <a:pt x="20277" y="2445"/>
                </a:lnTo>
                <a:lnTo>
                  <a:pt x="20277" y="2329"/>
                </a:lnTo>
                <a:lnTo>
                  <a:pt x="20436" y="2329"/>
                </a:lnTo>
                <a:lnTo>
                  <a:pt x="20436" y="2445"/>
                </a:lnTo>
                <a:moveTo>
                  <a:pt x="20172" y="2445"/>
                </a:moveTo>
                <a:lnTo>
                  <a:pt x="20013" y="2445"/>
                </a:lnTo>
                <a:lnTo>
                  <a:pt x="20013" y="2329"/>
                </a:lnTo>
                <a:lnTo>
                  <a:pt x="20172" y="2329"/>
                </a:lnTo>
                <a:lnTo>
                  <a:pt x="20172" y="2445"/>
                </a:lnTo>
                <a:moveTo>
                  <a:pt x="19908" y="2445"/>
                </a:moveTo>
                <a:lnTo>
                  <a:pt x="19749" y="2445"/>
                </a:lnTo>
                <a:lnTo>
                  <a:pt x="19749" y="2329"/>
                </a:lnTo>
                <a:lnTo>
                  <a:pt x="19908" y="2329"/>
                </a:lnTo>
                <a:lnTo>
                  <a:pt x="19908" y="2445"/>
                </a:lnTo>
                <a:moveTo>
                  <a:pt x="19644" y="2445"/>
                </a:moveTo>
                <a:lnTo>
                  <a:pt x="19485" y="2445"/>
                </a:lnTo>
                <a:lnTo>
                  <a:pt x="19485" y="2329"/>
                </a:lnTo>
                <a:lnTo>
                  <a:pt x="19644" y="2329"/>
                </a:lnTo>
                <a:lnTo>
                  <a:pt x="19644" y="2445"/>
                </a:lnTo>
                <a:moveTo>
                  <a:pt x="19380" y="2445"/>
                </a:moveTo>
                <a:lnTo>
                  <a:pt x="19221" y="2445"/>
                </a:lnTo>
                <a:lnTo>
                  <a:pt x="19221" y="2329"/>
                </a:lnTo>
                <a:lnTo>
                  <a:pt x="19380" y="2329"/>
                </a:lnTo>
                <a:lnTo>
                  <a:pt x="19380" y="2445"/>
                </a:lnTo>
                <a:moveTo>
                  <a:pt x="19116" y="2445"/>
                </a:moveTo>
                <a:lnTo>
                  <a:pt x="18957" y="2445"/>
                </a:lnTo>
                <a:lnTo>
                  <a:pt x="18957" y="2329"/>
                </a:lnTo>
                <a:lnTo>
                  <a:pt x="19116" y="2329"/>
                </a:lnTo>
                <a:lnTo>
                  <a:pt x="19116" y="2445"/>
                </a:lnTo>
                <a:moveTo>
                  <a:pt x="18852" y="2445"/>
                </a:moveTo>
                <a:lnTo>
                  <a:pt x="18693" y="2445"/>
                </a:lnTo>
                <a:lnTo>
                  <a:pt x="18693" y="2329"/>
                </a:lnTo>
                <a:lnTo>
                  <a:pt x="18852" y="2329"/>
                </a:lnTo>
                <a:lnTo>
                  <a:pt x="18852" y="2445"/>
                </a:lnTo>
                <a:moveTo>
                  <a:pt x="18588" y="2445"/>
                </a:moveTo>
                <a:lnTo>
                  <a:pt x="18429" y="2445"/>
                </a:lnTo>
                <a:lnTo>
                  <a:pt x="18429" y="2329"/>
                </a:lnTo>
                <a:lnTo>
                  <a:pt x="18588" y="2329"/>
                </a:lnTo>
                <a:lnTo>
                  <a:pt x="18588" y="2445"/>
                </a:lnTo>
                <a:moveTo>
                  <a:pt x="18324" y="2445"/>
                </a:moveTo>
                <a:lnTo>
                  <a:pt x="18165" y="2445"/>
                </a:lnTo>
                <a:lnTo>
                  <a:pt x="18165" y="2329"/>
                </a:lnTo>
                <a:lnTo>
                  <a:pt x="18324" y="2329"/>
                </a:lnTo>
                <a:lnTo>
                  <a:pt x="18324" y="2445"/>
                </a:lnTo>
                <a:moveTo>
                  <a:pt x="18059" y="2445"/>
                </a:moveTo>
                <a:lnTo>
                  <a:pt x="17901" y="2445"/>
                </a:lnTo>
                <a:lnTo>
                  <a:pt x="17901" y="2329"/>
                </a:lnTo>
                <a:lnTo>
                  <a:pt x="18059" y="2329"/>
                </a:lnTo>
                <a:lnTo>
                  <a:pt x="18059" y="2445"/>
                </a:lnTo>
                <a:moveTo>
                  <a:pt x="17795" y="2445"/>
                </a:moveTo>
                <a:lnTo>
                  <a:pt x="17637" y="2445"/>
                </a:lnTo>
                <a:lnTo>
                  <a:pt x="17637" y="2329"/>
                </a:lnTo>
                <a:lnTo>
                  <a:pt x="17795" y="2329"/>
                </a:lnTo>
                <a:lnTo>
                  <a:pt x="17795" y="2445"/>
                </a:lnTo>
                <a:moveTo>
                  <a:pt x="17531" y="2445"/>
                </a:moveTo>
                <a:lnTo>
                  <a:pt x="17373" y="2445"/>
                </a:lnTo>
                <a:lnTo>
                  <a:pt x="17373" y="2329"/>
                </a:lnTo>
                <a:lnTo>
                  <a:pt x="17531" y="2329"/>
                </a:lnTo>
                <a:lnTo>
                  <a:pt x="17531" y="2445"/>
                </a:lnTo>
                <a:moveTo>
                  <a:pt x="17267" y="2445"/>
                </a:moveTo>
                <a:lnTo>
                  <a:pt x="17109" y="2445"/>
                </a:lnTo>
                <a:lnTo>
                  <a:pt x="17109" y="2329"/>
                </a:lnTo>
                <a:lnTo>
                  <a:pt x="17267" y="2329"/>
                </a:lnTo>
                <a:lnTo>
                  <a:pt x="17267" y="2445"/>
                </a:lnTo>
                <a:moveTo>
                  <a:pt x="17003" y="2445"/>
                </a:moveTo>
                <a:lnTo>
                  <a:pt x="16845" y="2445"/>
                </a:lnTo>
                <a:lnTo>
                  <a:pt x="16845" y="2329"/>
                </a:lnTo>
                <a:lnTo>
                  <a:pt x="17003" y="2329"/>
                </a:lnTo>
                <a:lnTo>
                  <a:pt x="17003" y="2445"/>
                </a:lnTo>
                <a:moveTo>
                  <a:pt x="16739" y="2445"/>
                </a:moveTo>
                <a:lnTo>
                  <a:pt x="16580" y="2445"/>
                </a:lnTo>
                <a:lnTo>
                  <a:pt x="16580" y="2329"/>
                </a:lnTo>
                <a:lnTo>
                  <a:pt x="16739" y="2329"/>
                </a:lnTo>
                <a:lnTo>
                  <a:pt x="16739" y="2445"/>
                </a:lnTo>
                <a:moveTo>
                  <a:pt x="16475" y="2445"/>
                </a:moveTo>
                <a:lnTo>
                  <a:pt x="16316" y="2445"/>
                </a:lnTo>
                <a:lnTo>
                  <a:pt x="16316" y="2329"/>
                </a:lnTo>
                <a:lnTo>
                  <a:pt x="16475" y="2329"/>
                </a:lnTo>
                <a:lnTo>
                  <a:pt x="16475" y="2445"/>
                </a:lnTo>
                <a:moveTo>
                  <a:pt x="16211" y="2445"/>
                </a:moveTo>
                <a:lnTo>
                  <a:pt x="16052" y="2445"/>
                </a:lnTo>
                <a:lnTo>
                  <a:pt x="16052" y="2329"/>
                </a:lnTo>
                <a:lnTo>
                  <a:pt x="16211" y="2329"/>
                </a:lnTo>
                <a:lnTo>
                  <a:pt x="16211" y="2445"/>
                </a:lnTo>
                <a:moveTo>
                  <a:pt x="15947" y="2445"/>
                </a:moveTo>
                <a:lnTo>
                  <a:pt x="15788" y="2445"/>
                </a:lnTo>
                <a:lnTo>
                  <a:pt x="15788" y="2329"/>
                </a:lnTo>
                <a:lnTo>
                  <a:pt x="15947" y="2329"/>
                </a:lnTo>
                <a:lnTo>
                  <a:pt x="15947" y="2445"/>
                </a:lnTo>
                <a:moveTo>
                  <a:pt x="15683" y="2445"/>
                </a:moveTo>
                <a:lnTo>
                  <a:pt x="15524" y="2445"/>
                </a:lnTo>
                <a:lnTo>
                  <a:pt x="15524" y="2329"/>
                </a:lnTo>
                <a:lnTo>
                  <a:pt x="15683" y="2329"/>
                </a:lnTo>
                <a:lnTo>
                  <a:pt x="15683" y="2445"/>
                </a:lnTo>
                <a:moveTo>
                  <a:pt x="15419" y="2445"/>
                </a:moveTo>
                <a:lnTo>
                  <a:pt x="15260" y="2445"/>
                </a:lnTo>
                <a:lnTo>
                  <a:pt x="15260" y="2329"/>
                </a:lnTo>
                <a:lnTo>
                  <a:pt x="15419" y="2329"/>
                </a:lnTo>
                <a:lnTo>
                  <a:pt x="15419" y="2445"/>
                </a:lnTo>
                <a:moveTo>
                  <a:pt x="15155" y="2445"/>
                </a:moveTo>
                <a:lnTo>
                  <a:pt x="14996" y="2445"/>
                </a:lnTo>
                <a:lnTo>
                  <a:pt x="14996" y="2329"/>
                </a:lnTo>
                <a:lnTo>
                  <a:pt x="15155" y="2329"/>
                </a:lnTo>
                <a:lnTo>
                  <a:pt x="15155" y="2445"/>
                </a:lnTo>
                <a:moveTo>
                  <a:pt x="14891" y="2445"/>
                </a:moveTo>
                <a:lnTo>
                  <a:pt x="14732" y="2445"/>
                </a:lnTo>
                <a:lnTo>
                  <a:pt x="14732" y="2329"/>
                </a:lnTo>
                <a:lnTo>
                  <a:pt x="14891" y="2329"/>
                </a:lnTo>
                <a:lnTo>
                  <a:pt x="14891" y="2445"/>
                </a:lnTo>
                <a:moveTo>
                  <a:pt x="14627" y="2445"/>
                </a:moveTo>
                <a:lnTo>
                  <a:pt x="14468" y="2445"/>
                </a:lnTo>
                <a:lnTo>
                  <a:pt x="14468" y="2329"/>
                </a:lnTo>
                <a:lnTo>
                  <a:pt x="14627" y="2329"/>
                </a:lnTo>
                <a:lnTo>
                  <a:pt x="14627" y="2445"/>
                </a:lnTo>
                <a:moveTo>
                  <a:pt x="14363" y="2445"/>
                </a:moveTo>
                <a:lnTo>
                  <a:pt x="14204" y="2445"/>
                </a:lnTo>
                <a:lnTo>
                  <a:pt x="14204" y="2329"/>
                </a:lnTo>
                <a:lnTo>
                  <a:pt x="14363" y="2329"/>
                </a:lnTo>
                <a:lnTo>
                  <a:pt x="14363" y="2445"/>
                </a:lnTo>
                <a:moveTo>
                  <a:pt x="14099" y="2445"/>
                </a:moveTo>
                <a:lnTo>
                  <a:pt x="13939" y="2445"/>
                </a:lnTo>
                <a:lnTo>
                  <a:pt x="13939" y="2329"/>
                </a:lnTo>
                <a:lnTo>
                  <a:pt x="14099" y="2329"/>
                </a:lnTo>
                <a:lnTo>
                  <a:pt x="14099" y="2445"/>
                </a:lnTo>
                <a:moveTo>
                  <a:pt x="13834" y="2445"/>
                </a:moveTo>
                <a:lnTo>
                  <a:pt x="13675" y="2445"/>
                </a:lnTo>
                <a:lnTo>
                  <a:pt x="13675" y="2329"/>
                </a:lnTo>
                <a:lnTo>
                  <a:pt x="13834" y="2329"/>
                </a:lnTo>
                <a:lnTo>
                  <a:pt x="13834" y="2445"/>
                </a:lnTo>
                <a:moveTo>
                  <a:pt x="13570" y="2445"/>
                </a:moveTo>
                <a:lnTo>
                  <a:pt x="13411" y="2445"/>
                </a:lnTo>
                <a:lnTo>
                  <a:pt x="13411" y="2329"/>
                </a:lnTo>
                <a:lnTo>
                  <a:pt x="13570" y="2329"/>
                </a:lnTo>
                <a:lnTo>
                  <a:pt x="13570" y="2445"/>
                </a:lnTo>
                <a:moveTo>
                  <a:pt x="13306" y="2445"/>
                </a:moveTo>
                <a:lnTo>
                  <a:pt x="13147" y="2445"/>
                </a:lnTo>
                <a:lnTo>
                  <a:pt x="13147" y="2329"/>
                </a:lnTo>
                <a:lnTo>
                  <a:pt x="13306" y="2329"/>
                </a:lnTo>
                <a:lnTo>
                  <a:pt x="13306" y="2445"/>
                </a:lnTo>
                <a:moveTo>
                  <a:pt x="13041" y="2445"/>
                </a:moveTo>
                <a:lnTo>
                  <a:pt x="12883" y="2445"/>
                </a:lnTo>
                <a:lnTo>
                  <a:pt x="12883" y="2329"/>
                </a:lnTo>
                <a:lnTo>
                  <a:pt x="13041" y="2329"/>
                </a:lnTo>
                <a:lnTo>
                  <a:pt x="13041" y="2445"/>
                </a:lnTo>
                <a:moveTo>
                  <a:pt x="12777" y="2445"/>
                </a:moveTo>
                <a:lnTo>
                  <a:pt x="12619" y="2445"/>
                </a:lnTo>
                <a:lnTo>
                  <a:pt x="12619" y="2329"/>
                </a:lnTo>
                <a:lnTo>
                  <a:pt x="12777" y="2329"/>
                </a:lnTo>
                <a:lnTo>
                  <a:pt x="12777" y="2445"/>
                </a:lnTo>
                <a:moveTo>
                  <a:pt x="12513" y="2445"/>
                </a:moveTo>
                <a:lnTo>
                  <a:pt x="12355" y="2445"/>
                </a:lnTo>
                <a:lnTo>
                  <a:pt x="12355" y="2329"/>
                </a:lnTo>
                <a:lnTo>
                  <a:pt x="12513" y="2329"/>
                </a:lnTo>
                <a:lnTo>
                  <a:pt x="12513" y="2445"/>
                </a:lnTo>
                <a:moveTo>
                  <a:pt x="12249" y="2445"/>
                </a:moveTo>
                <a:lnTo>
                  <a:pt x="12091" y="2445"/>
                </a:lnTo>
                <a:lnTo>
                  <a:pt x="12091" y="2329"/>
                </a:lnTo>
                <a:lnTo>
                  <a:pt x="12249" y="2329"/>
                </a:lnTo>
                <a:lnTo>
                  <a:pt x="12249" y="2445"/>
                </a:lnTo>
                <a:moveTo>
                  <a:pt x="11985" y="2445"/>
                </a:moveTo>
                <a:lnTo>
                  <a:pt x="11826" y="2445"/>
                </a:lnTo>
                <a:lnTo>
                  <a:pt x="11826" y="2329"/>
                </a:lnTo>
                <a:lnTo>
                  <a:pt x="11985" y="2329"/>
                </a:lnTo>
                <a:lnTo>
                  <a:pt x="11985" y="2445"/>
                </a:lnTo>
                <a:moveTo>
                  <a:pt x="11721" y="2445"/>
                </a:moveTo>
                <a:lnTo>
                  <a:pt x="11562" y="2445"/>
                </a:lnTo>
                <a:lnTo>
                  <a:pt x="11562" y="2329"/>
                </a:lnTo>
                <a:lnTo>
                  <a:pt x="11721" y="2329"/>
                </a:lnTo>
                <a:lnTo>
                  <a:pt x="11721" y="2445"/>
                </a:lnTo>
                <a:moveTo>
                  <a:pt x="11457" y="2445"/>
                </a:moveTo>
                <a:lnTo>
                  <a:pt x="11298" y="2445"/>
                </a:lnTo>
                <a:lnTo>
                  <a:pt x="11298" y="2329"/>
                </a:lnTo>
                <a:lnTo>
                  <a:pt x="11457" y="2329"/>
                </a:lnTo>
                <a:lnTo>
                  <a:pt x="11457" y="2445"/>
                </a:lnTo>
                <a:moveTo>
                  <a:pt x="11193" y="2445"/>
                </a:moveTo>
                <a:lnTo>
                  <a:pt x="11034" y="2445"/>
                </a:lnTo>
                <a:lnTo>
                  <a:pt x="11034" y="2329"/>
                </a:lnTo>
                <a:lnTo>
                  <a:pt x="11193" y="2329"/>
                </a:lnTo>
                <a:lnTo>
                  <a:pt x="11193" y="2445"/>
                </a:lnTo>
                <a:moveTo>
                  <a:pt x="10929" y="2445"/>
                </a:moveTo>
                <a:lnTo>
                  <a:pt x="10770" y="2445"/>
                </a:lnTo>
                <a:lnTo>
                  <a:pt x="10770" y="2329"/>
                </a:lnTo>
                <a:lnTo>
                  <a:pt x="10929" y="2329"/>
                </a:lnTo>
                <a:lnTo>
                  <a:pt x="10929" y="2445"/>
                </a:lnTo>
                <a:moveTo>
                  <a:pt x="10665" y="2445"/>
                </a:moveTo>
                <a:lnTo>
                  <a:pt x="10506" y="2445"/>
                </a:lnTo>
                <a:lnTo>
                  <a:pt x="10506" y="2329"/>
                </a:lnTo>
                <a:lnTo>
                  <a:pt x="10665" y="2329"/>
                </a:lnTo>
                <a:lnTo>
                  <a:pt x="10665" y="2445"/>
                </a:lnTo>
                <a:moveTo>
                  <a:pt x="10401" y="2445"/>
                </a:moveTo>
                <a:lnTo>
                  <a:pt x="10242" y="2445"/>
                </a:lnTo>
                <a:lnTo>
                  <a:pt x="10242" y="2329"/>
                </a:lnTo>
                <a:lnTo>
                  <a:pt x="10401" y="2329"/>
                </a:lnTo>
                <a:lnTo>
                  <a:pt x="10401" y="2445"/>
                </a:lnTo>
                <a:moveTo>
                  <a:pt x="10137" y="2445"/>
                </a:moveTo>
                <a:lnTo>
                  <a:pt x="9978" y="2445"/>
                </a:lnTo>
                <a:lnTo>
                  <a:pt x="9978" y="2329"/>
                </a:lnTo>
                <a:lnTo>
                  <a:pt x="10137" y="2329"/>
                </a:lnTo>
                <a:lnTo>
                  <a:pt x="10137" y="2445"/>
                </a:lnTo>
                <a:moveTo>
                  <a:pt x="9873" y="2445"/>
                </a:moveTo>
                <a:lnTo>
                  <a:pt x="9714" y="2445"/>
                </a:lnTo>
                <a:lnTo>
                  <a:pt x="9714" y="2329"/>
                </a:lnTo>
                <a:lnTo>
                  <a:pt x="9873" y="2329"/>
                </a:lnTo>
                <a:lnTo>
                  <a:pt x="9873" y="2445"/>
                </a:lnTo>
                <a:moveTo>
                  <a:pt x="9609" y="2445"/>
                </a:moveTo>
                <a:lnTo>
                  <a:pt x="9450" y="2445"/>
                </a:lnTo>
                <a:lnTo>
                  <a:pt x="9450" y="2329"/>
                </a:lnTo>
                <a:lnTo>
                  <a:pt x="9609" y="2329"/>
                </a:lnTo>
                <a:lnTo>
                  <a:pt x="9609" y="2445"/>
                </a:lnTo>
                <a:moveTo>
                  <a:pt x="9345" y="2445"/>
                </a:moveTo>
                <a:lnTo>
                  <a:pt x="9186" y="2445"/>
                </a:lnTo>
                <a:lnTo>
                  <a:pt x="9186" y="2329"/>
                </a:lnTo>
                <a:lnTo>
                  <a:pt x="9345" y="2329"/>
                </a:lnTo>
                <a:lnTo>
                  <a:pt x="9345" y="2445"/>
                </a:lnTo>
                <a:moveTo>
                  <a:pt x="9081" y="2445"/>
                </a:moveTo>
                <a:lnTo>
                  <a:pt x="8922" y="2445"/>
                </a:lnTo>
                <a:lnTo>
                  <a:pt x="8922" y="2329"/>
                </a:lnTo>
                <a:lnTo>
                  <a:pt x="9081" y="2329"/>
                </a:lnTo>
                <a:lnTo>
                  <a:pt x="9081" y="2445"/>
                </a:lnTo>
                <a:moveTo>
                  <a:pt x="8817" y="2445"/>
                </a:moveTo>
                <a:lnTo>
                  <a:pt x="8658" y="2445"/>
                </a:lnTo>
                <a:lnTo>
                  <a:pt x="8658" y="2329"/>
                </a:lnTo>
                <a:lnTo>
                  <a:pt x="8817" y="2329"/>
                </a:lnTo>
                <a:lnTo>
                  <a:pt x="8817" y="2445"/>
                </a:lnTo>
                <a:moveTo>
                  <a:pt x="8553" y="2445"/>
                </a:moveTo>
                <a:lnTo>
                  <a:pt x="8394" y="2445"/>
                </a:lnTo>
                <a:lnTo>
                  <a:pt x="8394" y="2329"/>
                </a:lnTo>
                <a:lnTo>
                  <a:pt x="8553" y="2329"/>
                </a:lnTo>
                <a:lnTo>
                  <a:pt x="8553" y="2445"/>
                </a:lnTo>
                <a:moveTo>
                  <a:pt x="8288" y="2445"/>
                </a:moveTo>
                <a:lnTo>
                  <a:pt x="8130" y="2445"/>
                </a:lnTo>
                <a:lnTo>
                  <a:pt x="8130" y="2329"/>
                </a:lnTo>
                <a:lnTo>
                  <a:pt x="8288" y="2329"/>
                </a:lnTo>
                <a:lnTo>
                  <a:pt x="8288" y="2445"/>
                </a:lnTo>
                <a:moveTo>
                  <a:pt x="8024" y="2445"/>
                </a:moveTo>
                <a:lnTo>
                  <a:pt x="7866" y="2445"/>
                </a:lnTo>
                <a:lnTo>
                  <a:pt x="7866" y="2329"/>
                </a:lnTo>
                <a:lnTo>
                  <a:pt x="8024" y="2329"/>
                </a:lnTo>
                <a:lnTo>
                  <a:pt x="8024" y="2445"/>
                </a:lnTo>
                <a:moveTo>
                  <a:pt x="7760" y="2445"/>
                </a:moveTo>
                <a:lnTo>
                  <a:pt x="7602" y="2445"/>
                </a:lnTo>
                <a:lnTo>
                  <a:pt x="7602" y="2329"/>
                </a:lnTo>
                <a:lnTo>
                  <a:pt x="7760" y="2329"/>
                </a:lnTo>
                <a:lnTo>
                  <a:pt x="7760" y="2445"/>
                </a:lnTo>
                <a:moveTo>
                  <a:pt x="7496" y="2445"/>
                </a:moveTo>
                <a:lnTo>
                  <a:pt x="7338" y="2445"/>
                </a:lnTo>
                <a:lnTo>
                  <a:pt x="7338" y="2329"/>
                </a:lnTo>
                <a:lnTo>
                  <a:pt x="7496" y="2329"/>
                </a:lnTo>
                <a:lnTo>
                  <a:pt x="7496" y="2445"/>
                </a:lnTo>
                <a:moveTo>
                  <a:pt x="7232" y="2445"/>
                </a:moveTo>
                <a:lnTo>
                  <a:pt x="7074" y="2445"/>
                </a:lnTo>
                <a:lnTo>
                  <a:pt x="7074" y="2329"/>
                </a:lnTo>
                <a:lnTo>
                  <a:pt x="7232" y="2329"/>
                </a:lnTo>
                <a:lnTo>
                  <a:pt x="7232" y="2445"/>
                </a:lnTo>
                <a:moveTo>
                  <a:pt x="6968" y="2445"/>
                </a:moveTo>
                <a:lnTo>
                  <a:pt x="6809" y="2445"/>
                </a:lnTo>
                <a:lnTo>
                  <a:pt x="6809" y="2329"/>
                </a:lnTo>
                <a:lnTo>
                  <a:pt x="6968" y="2329"/>
                </a:lnTo>
                <a:lnTo>
                  <a:pt x="6968" y="2445"/>
                </a:lnTo>
                <a:moveTo>
                  <a:pt x="6704" y="2445"/>
                </a:moveTo>
                <a:lnTo>
                  <a:pt x="6545" y="2445"/>
                </a:lnTo>
                <a:lnTo>
                  <a:pt x="6545" y="2329"/>
                </a:lnTo>
                <a:lnTo>
                  <a:pt x="6704" y="2329"/>
                </a:lnTo>
                <a:lnTo>
                  <a:pt x="6704" y="2445"/>
                </a:lnTo>
                <a:moveTo>
                  <a:pt x="6440" y="2445"/>
                </a:moveTo>
                <a:lnTo>
                  <a:pt x="6281" y="2445"/>
                </a:lnTo>
                <a:lnTo>
                  <a:pt x="6281" y="2329"/>
                </a:lnTo>
                <a:lnTo>
                  <a:pt x="6440" y="2329"/>
                </a:lnTo>
                <a:lnTo>
                  <a:pt x="6440" y="2445"/>
                </a:lnTo>
                <a:moveTo>
                  <a:pt x="6176" y="2445"/>
                </a:moveTo>
                <a:lnTo>
                  <a:pt x="6017" y="2445"/>
                </a:lnTo>
                <a:lnTo>
                  <a:pt x="6017" y="2329"/>
                </a:lnTo>
                <a:lnTo>
                  <a:pt x="6176" y="2329"/>
                </a:lnTo>
                <a:lnTo>
                  <a:pt x="6176" y="2445"/>
                </a:lnTo>
                <a:moveTo>
                  <a:pt x="5912" y="2445"/>
                </a:moveTo>
                <a:lnTo>
                  <a:pt x="5753" y="2445"/>
                </a:lnTo>
                <a:lnTo>
                  <a:pt x="5753" y="2329"/>
                </a:lnTo>
                <a:lnTo>
                  <a:pt x="5912" y="2329"/>
                </a:lnTo>
                <a:lnTo>
                  <a:pt x="5912" y="2445"/>
                </a:lnTo>
                <a:moveTo>
                  <a:pt x="5648" y="2445"/>
                </a:moveTo>
                <a:lnTo>
                  <a:pt x="5489" y="2445"/>
                </a:lnTo>
                <a:lnTo>
                  <a:pt x="5489" y="2329"/>
                </a:lnTo>
                <a:lnTo>
                  <a:pt x="5648" y="2329"/>
                </a:lnTo>
                <a:lnTo>
                  <a:pt x="5648" y="2445"/>
                </a:lnTo>
                <a:moveTo>
                  <a:pt x="5384" y="2445"/>
                </a:moveTo>
                <a:lnTo>
                  <a:pt x="5225" y="2445"/>
                </a:lnTo>
                <a:lnTo>
                  <a:pt x="5225" y="2329"/>
                </a:lnTo>
                <a:lnTo>
                  <a:pt x="5384" y="2329"/>
                </a:lnTo>
                <a:lnTo>
                  <a:pt x="5384" y="2445"/>
                </a:lnTo>
                <a:moveTo>
                  <a:pt x="5120" y="2445"/>
                </a:moveTo>
                <a:lnTo>
                  <a:pt x="4961" y="2445"/>
                </a:lnTo>
                <a:lnTo>
                  <a:pt x="4961" y="2329"/>
                </a:lnTo>
                <a:lnTo>
                  <a:pt x="5120" y="2329"/>
                </a:lnTo>
                <a:lnTo>
                  <a:pt x="5120" y="2445"/>
                </a:lnTo>
                <a:moveTo>
                  <a:pt x="4856" y="2445"/>
                </a:moveTo>
                <a:lnTo>
                  <a:pt x="4697" y="2445"/>
                </a:lnTo>
                <a:lnTo>
                  <a:pt x="4697" y="2329"/>
                </a:lnTo>
                <a:lnTo>
                  <a:pt x="4856" y="2329"/>
                </a:lnTo>
                <a:lnTo>
                  <a:pt x="4856" y="2445"/>
                </a:lnTo>
                <a:moveTo>
                  <a:pt x="4592" y="2445"/>
                </a:moveTo>
                <a:lnTo>
                  <a:pt x="4433" y="2445"/>
                </a:lnTo>
                <a:lnTo>
                  <a:pt x="4433" y="2329"/>
                </a:lnTo>
                <a:lnTo>
                  <a:pt x="4592" y="2329"/>
                </a:lnTo>
                <a:lnTo>
                  <a:pt x="4592" y="2445"/>
                </a:lnTo>
                <a:moveTo>
                  <a:pt x="4328" y="2445"/>
                </a:moveTo>
                <a:lnTo>
                  <a:pt x="4169" y="2445"/>
                </a:lnTo>
                <a:lnTo>
                  <a:pt x="4169" y="2329"/>
                </a:lnTo>
                <a:lnTo>
                  <a:pt x="4328" y="2329"/>
                </a:lnTo>
                <a:lnTo>
                  <a:pt x="4328" y="2445"/>
                </a:lnTo>
                <a:moveTo>
                  <a:pt x="4064" y="2445"/>
                </a:moveTo>
                <a:lnTo>
                  <a:pt x="3905" y="2445"/>
                </a:lnTo>
                <a:lnTo>
                  <a:pt x="3905" y="2329"/>
                </a:lnTo>
                <a:lnTo>
                  <a:pt x="4064" y="2329"/>
                </a:lnTo>
                <a:lnTo>
                  <a:pt x="4064" y="2445"/>
                </a:lnTo>
                <a:moveTo>
                  <a:pt x="3800" y="2445"/>
                </a:moveTo>
                <a:lnTo>
                  <a:pt x="3641" y="2445"/>
                </a:lnTo>
                <a:lnTo>
                  <a:pt x="3641" y="2329"/>
                </a:lnTo>
                <a:lnTo>
                  <a:pt x="3800" y="2329"/>
                </a:lnTo>
                <a:lnTo>
                  <a:pt x="3800" y="2445"/>
                </a:lnTo>
                <a:moveTo>
                  <a:pt x="3536" y="2445"/>
                </a:moveTo>
                <a:lnTo>
                  <a:pt x="3377" y="2445"/>
                </a:lnTo>
                <a:lnTo>
                  <a:pt x="3377" y="2329"/>
                </a:lnTo>
                <a:lnTo>
                  <a:pt x="3536" y="2329"/>
                </a:lnTo>
                <a:lnTo>
                  <a:pt x="3536" y="2445"/>
                </a:lnTo>
                <a:moveTo>
                  <a:pt x="3271" y="2445"/>
                </a:moveTo>
                <a:lnTo>
                  <a:pt x="3113" y="2445"/>
                </a:lnTo>
                <a:lnTo>
                  <a:pt x="3113" y="2329"/>
                </a:lnTo>
                <a:lnTo>
                  <a:pt x="3271" y="2329"/>
                </a:lnTo>
                <a:lnTo>
                  <a:pt x="3271" y="2445"/>
                </a:lnTo>
                <a:moveTo>
                  <a:pt x="3007" y="2445"/>
                </a:moveTo>
                <a:lnTo>
                  <a:pt x="2849" y="2445"/>
                </a:lnTo>
                <a:lnTo>
                  <a:pt x="2849" y="2329"/>
                </a:lnTo>
                <a:lnTo>
                  <a:pt x="3007" y="2329"/>
                </a:lnTo>
                <a:lnTo>
                  <a:pt x="3007" y="2445"/>
                </a:lnTo>
                <a:moveTo>
                  <a:pt x="2743" y="2445"/>
                </a:moveTo>
                <a:lnTo>
                  <a:pt x="2585" y="2445"/>
                </a:lnTo>
                <a:lnTo>
                  <a:pt x="2585" y="2329"/>
                </a:lnTo>
                <a:lnTo>
                  <a:pt x="2743" y="2329"/>
                </a:lnTo>
                <a:lnTo>
                  <a:pt x="2743" y="2445"/>
                </a:lnTo>
                <a:moveTo>
                  <a:pt x="2479" y="2445"/>
                </a:moveTo>
                <a:lnTo>
                  <a:pt x="2321" y="2445"/>
                </a:lnTo>
                <a:lnTo>
                  <a:pt x="2321" y="2329"/>
                </a:lnTo>
                <a:lnTo>
                  <a:pt x="2479" y="2329"/>
                </a:lnTo>
                <a:lnTo>
                  <a:pt x="2479" y="2445"/>
                </a:lnTo>
                <a:moveTo>
                  <a:pt x="2215" y="2445"/>
                </a:moveTo>
                <a:lnTo>
                  <a:pt x="2056" y="2445"/>
                </a:lnTo>
                <a:lnTo>
                  <a:pt x="2056" y="2329"/>
                </a:lnTo>
                <a:lnTo>
                  <a:pt x="2215" y="2329"/>
                </a:lnTo>
                <a:lnTo>
                  <a:pt x="2215" y="2445"/>
                </a:lnTo>
                <a:moveTo>
                  <a:pt x="1951" y="2445"/>
                </a:moveTo>
                <a:lnTo>
                  <a:pt x="1792" y="2445"/>
                </a:lnTo>
                <a:lnTo>
                  <a:pt x="1792" y="2329"/>
                </a:lnTo>
                <a:lnTo>
                  <a:pt x="1951" y="2329"/>
                </a:lnTo>
                <a:lnTo>
                  <a:pt x="1951" y="2445"/>
                </a:lnTo>
                <a:moveTo>
                  <a:pt x="1687" y="2445"/>
                </a:moveTo>
                <a:lnTo>
                  <a:pt x="1528" y="2445"/>
                </a:lnTo>
                <a:lnTo>
                  <a:pt x="1528" y="2329"/>
                </a:lnTo>
                <a:lnTo>
                  <a:pt x="1687" y="2329"/>
                </a:lnTo>
                <a:lnTo>
                  <a:pt x="1687" y="2445"/>
                </a:lnTo>
                <a:moveTo>
                  <a:pt x="1423" y="2445"/>
                </a:moveTo>
                <a:lnTo>
                  <a:pt x="1264" y="2445"/>
                </a:lnTo>
                <a:lnTo>
                  <a:pt x="1264" y="2329"/>
                </a:lnTo>
                <a:lnTo>
                  <a:pt x="1423" y="2329"/>
                </a:lnTo>
                <a:lnTo>
                  <a:pt x="1423" y="2445"/>
                </a:lnTo>
                <a:moveTo>
                  <a:pt x="1159" y="2445"/>
                </a:moveTo>
                <a:lnTo>
                  <a:pt x="1000" y="2445"/>
                </a:lnTo>
                <a:lnTo>
                  <a:pt x="1000" y="2329"/>
                </a:lnTo>
                <a:lnTo>
                  <a:pt x="1159" y="2329"/>
                </a:lnTo>
                <a:lnTo>
                  <a:pt x="1159" y="2445"/>
                </a:lnTo>
                <a:moveTo>
                  <a:pt x="895" y="2445"/>
                </a:moveTo>
                <a:lnTo>
                  <a:pt x="736" y="2445"/>
                </a:lnTo>
                <a:lnTo>
                  <a:pt x="736" y="2329"/>
                </a:lnTo>
                <a:lnTo>
                  <a:pt x="895" y="2329"/>
                </a:lnTo>
                <a:lnTo>
                  <a:pt x="895" y="2445"/>
                </a:lnTo>
                <a:moveTo>
                  <a:pt x="631" y="2445"/>
                </a:moveTo>
                <a:lnTo>
                  <a:pt x="472" y="2445"/>
                </a:lnTo>
                <a:lnTo>
                  <a:pt x="472" y="2329"/>
                </a:lnTo>
                <a:lnTo>
                  <a:pt x="631" y="2329"/>
                </a:lnTo>
                <a:lnTo>
                  <a:pt x="631" y="2445"/>
                </a:lnTo>
                <a:moveTo>
                  <a:pt x="367" y="2445"/>
                </a:moveTo>
                <a:lnTo>
                  <a:pt x="244" y="2445"/>
                </a:lnTo>
                <a:cubicBezTo>
                  <a:pt x="228" y="2445"/>
                  <a:pt x="213" y="2444"/>
                  <a:pt x="198" y="2441"/>
                </a:cubicBezTo>
                <a:lnTo>
                  <a:pt x="220" y="2327"/>
                </a:lnTo>
                <a:cubicBezTo>
                  <a:pt x="228" y="2328"/>
                  <a:pt x="236" y="2329"/>
                  <a:pt x="244" y="2329"/>
                </a:cubicBezTo>
                <a:lnTo>
                  <a:pt x="367" y="2329"/>
                </a:lnTo>
                <a:lnTo>
                  <a:pt x="367" y="2445"/>
                </a:lnTo>
                <a:moveTo>
                  <a:pt x="75" y="2377"/>
                </a:moveTo>
                <a:cubicBezTo>
                  <a:pt x="25" y="2330"/>
                  <a:pt x="0" y="2271"/>
                  <a:pt x="0" y="2202"/>
                </a:cubicBezTo>
                <a:lnTo>
                  <a:pt x="0" y="2191"/>
                </a:lnTo>
                <a:lnTo>
                  <a:pt x="117" y="2191"/>
                </a:lnTo>
                <a:lnTo>
                  <a:pt x="117" y="2202"/>
                </a:lnTo>
                <a:cubicBezTo>
                  <a:pt x="117" y="2238"/>
                  <a:pt x="130" y="2269"/>
                  <a:pt x="156" y="2294"/>
                </a:cubicBezTo>
                <a:lnTo>
                  <a:pt x="75" y="2377"/>
                </a:lnTo>
                <a:moveTo>
                  <a:pt x="0" y="2086"/>
                </a:moveTo>
                <a:lnTo>
                  <a:pt x="0" y="1927"/>
                </a:lnTo>
                <a:lnTo>
                  <a:pt x="117" y="1927"/>
                </a:lnTo>
                <a:lnTo>
                  <a:pt x="117" y="2086"/>
                </a:lnTo>
                <a:lnTo>
                  <a:pt x="0" y="2086"/>
                </a:lnTo>
                <a:moveTo>
                  <a:pt x="0" y="1822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6"/>
                </a:lnTo>
                <a:lnTo>
                  <a:pt x="117" y="606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5"/>
                </a:moveTo>
                <a:cubicBezTo>
                  <a:pt x="3" y="160"/>
                  <a:pt x="34" y="99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5"/>
                </a:lnTo>
                <a:moveTo>
                  <a:pt x="221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521640" y="5474880"/>
            <a:ext cx="11148480" cy="880200"/>
          </a:xfrm>
          <a:custGeom>
            <a:avLst/>
            <a:gdLst/>
            <a:ahLst/>
            <a:rect l="0" t="0" r="r" b="b"/>
            <a:pathLst>
              <a:path w="30968" h="2445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2" y="0"/>
                </a:moveTo>
                <a:lnTo>
                  <a:pt x="931" y="0"/>
                </a:lnTo>
                <a:lnTo>
                  <a:pt x="931" y="116"/>
                </a:lnTo>
                <a:lnTo>
                  <a:pt x="772" y="116"/>
                </a:lnTo>
                <a:lnTo>
                  <a:pt x="772" y="0"/>
                </a:lnTo>
                <a:moveTo>
                  <a:pt x="1036" y="0"/>
                </a:moveTo>
                <a:lnTo>
                  <a:pt x="1195" y="0"/>
                </a:lnTo>
                <a:lnTo>
                  <a:pt x="1195" y="116"/>
                </a:lnTo>
                <a:lnTo>
                  <a:pt x="1036" y="116"/>
                </a:lnTo>
                <a:lnTo>
                  <a:pt x="1036" y="0"/>
                </a:lnTo>
                <a:moveTo>
                  <a:pt x="1300" y="0"/>
                </a:moveTo>
                <a:lnTo>
                  <a:pt x="1459" y="0"/>
                </a:lnTo>
                <a:lnTo>
                  <a:pt x="1459" y="116"/>
                </a:lnTo>
                <a:lnTo>
                  <a:pt x="1300" y="116"/>
                </a:lnTo>
                <a:lnTo>
                  <a:pt x="1300" y="0"/>
                </a:lnTo>
                <a:moveTo>
                  <a:pt x="1564" y="0"/>
                </a:moveTo>
                <a:lnTo>
                  <a:pt x="1723" y="0"/>
                </a:lnTo>
                <a:lnTo>
                  <a:pt x="1723" y="116"/>
                </a:lnTo>
                <a:lnTo>
                  <a:pt x="1564" y="116"/>
                </a:lnTo>
                <a:lnTo>
                  <a:pt x="1564" y="0"/>
                </a:lnTo>
                <a:moveTo>
                  <a:pt x="1828" y="0"/>
                </a:moveTo>
                <a:lnTo>
                  <a:pt x="1987" y="0"/>
                </a:lnTo>
                <a:lnTo>
                  <a:pt x="1987" y="116"/>
                </a:lnTo>
                <a:lnTo>
                  <a:pt x="1828" y="116"/>
                </a:lnTo>
                <a:lnTo>
                  <a:pt x="1828" y="0"/>
                </a:lnTo>
                <a:moveTo>
                  <a:pt x="2092" y="0"/>
                </a:moveTo>
                <a:lnTo>
                  <a:pt x="2251" y="0"/>
                </a:lnTo>
                <a:lnTo>
                  <a:pt x="2251" y="116"/>
                </a:lnTo>
                <a:lnTo>
                  <a:pt x="2092" y="116"/>
                </a:lnTo>
                <a:lnTo>
                  <a:pt x="2092" y="0"/>
                </a:lnTo>
                <a:moveTo>
                  <a:pt x="2356" y="0"/>
                </a:moveTo>
                <a:lnTo>
                  <a:pt x="2515" y="0"/>
                </a:lnTo>
                <a:lnTo>
                  <a:pt x="2515" y="116"/>
                </a:lnTo>
                <a:lnTo>
                  <a:pt x="2356" y="116"/>
                </a:lnTo>
                <a:lnTo>
                  <a:pt x="2356" y="0"/>
                </a:lnTo>
                <a:moveTo>
                  <a:pt x="2620" y="0"/>
                </a:moveTo>
                <a:lnTo>
                  <a:pt x="2779" y="0"/>
                </a:lnTo>
                <a:lnTo>
                  <a:pt x="2779" y="116"/>
                </a:lnTo>
                <a:lnTo>
                  <a:pt x="2620" y="116"/>
                </a:lnTo>
                <a:lnTo>
                  <a:pt x="2620" y="0"/>
                </a:lnTo>
                <a:moveTo>
                  <a:pt x="2884" y="0"/>
                </a:moveTo>
                <a:lnTo>
                  <a:pt x="3043" y="0"/>
                </a:lnTo>
                <a:lnTo>
                  <a:pt x="3043" y="116"/>
                </a:lnTo>
                <a:lnTo>
                  <a:pt x="2884" y="116"/>
                </a:lnTo>
                <a:lnTo>
                  <a:pt x="2884" y="0"/>
                </a:lnTo>
                <a:moveTo>
                  <a:pt x="3148" y="0"/>
                </a:moveTo>
                <a:lnTo>
                  <a:pt x="3307" y="0"/>
                </a:lnTo>
                <a:lnTo>
                  <a:pt x="3307" y="116"/>
                </a:lnTo>
                <a:lnTo>
                  <a:pt x="3148" y="116"/>
                </a:lnTo>
                <a:lnTo>
                  <a:pt x="3148" y="0"/>
                </a:lnTo>
                <a:moveTo>
                  <a:pt x="3412" y="0"/>
                </a:moveTo>
                <a:lnTo>
                  <a:pt x="3571" y="0"/>
                </a:lnTo>
                <a:lnTo>
                  <a:pt x="3571" y="116"/>
                </a:lnTo>
                <a:lnTo>
                  <a:pt x="3412" y="116"/>
                </a:lnTo>
                <a:lnTo>
                  <a:pt x="3412" y="0"/>
                </a:lnTo>
                <a:moveTo>
                  <a:pt x="3677" y="0"/>
                </a:moveTo>
                <a:lnTo>
                  <a:pt x="3835" y="0"/>
                </a:lnTo>
                <a:lnTo>
                  <a:pt x="3835" y="116"/>
                </a:lnTo>
                <a:lnTo>
                  <a:pt x="3677" y="116"/>
                </a:lnTo>
                <a:lnTo>
                  <a:pt x="3677" y="0"/>
                </a:lnTo>
                <a:moveTo>
                  <a:pt x="3941" y="0"/>
                </a:moveTo>
                <a:lnTo>
                  <a:pt x="4099" y="0"/>
                </a:lnTo>
                <a:lnTo>
                  <a:pt x="4099" y="116"/>
                </a:lnTo>
                <a:lnTo>
                  <a:pt x="3941" y="116"/>
                </a:lnTo>
                <a:lnTo>
                  <a:pt x="3941" y="0"/>
                </a:lnTo>
                <a:moveTo>
                  <a:pt x="4205" y="0"/>
                </a:moveTo>
                <a:lnTo>
                  <a:pt x="4363" y="0"/>
                </a:lnTo>
                <a:lnTo>
                  <a:pt x="4363" y="116"/>
                </a:lnTo>
                <a:lnTo>
                  <a:pt x="4205" y="116"/>
                </a:lnTo>
                <a:lnTo>
                  <a:pt x="4205" y="0"/>
                </a:lnTo>
                <a:moveTo>
                  <a:pt x="4469" y="0"/>
                </a:moveTo>
                <a:lnTo>
                  <a:pt x="4627" y="0"/>
                </a:lnTo>
                <a:lnTo>
                  <a:pt x="4627" y="116"/>
                </a:lnTo>
                <a:lnTo>
                  <a:pt x="4469" y="116"/>
                </a:lnTo>
                <a:lnTo>
                  <a:pt x="4469" y="0"/>
                </a:lnTo>
                <a:moveTo>
                  <a:pt x="4733" y="0"/>
                </a:moveTo>
                <a:lnTo>
                  <a:pt x="4892" y="0"/>
                </a:lnTo>
                <a:lnTo>
                  <a:pt x="4892" y="116"/>
                </a:lnTo>
                <a:lnTo>
                  <a:pt x="4733" y="116"/>
                </a:lnTo>
                <a:lnTo>
                  <a:pt x="4733" y="0"/>
                </a:lnTo>
                <a:moveTo>
                  <a:pt x="4997" y="0"/>
                </a:moveTo>
                <a:lnTo>
                  <a:pt x="5156" y="0"/>
                </a:lnTo>
                <a:lnTo>
                  <a:pt x="5156" y="116"/>
                </a:lnTo>
                <a:lnTo>
                  <a:pt x="4997" y="116"/>
                </a:lnTo>
                <a:lnTo>
                  <a:pt x="4997" y="0"/>
                </a:lnTo>
                <a:moveTo>
                  <a:pt x="5261" y="0"/>
                </a:moveTo>
                <a:lnTo>
                  <a:pt x="5420" y="0"/>
                </a:lnTo>
                <a:lnTo>
                  <a:pt x="5420" y="116"/>
                </a:lnTo>
                <a:lnTo>
                  <a:pt x="5261" y="116"/>
                </a:lnTo>
                <a:lnTo>
                  <a:pt x="5261" y="0"/>
                </a:lnTo>
                <a:moveTo>
                  <a:pt x="5525" y="0"/>
                </a:moveTo>
                <a:lnTo>
                  <a:pt x="5684" y="0"/>
                </a:lnTo>
                <a:lnTo>
                  <a:pt x="5684" y="116"/>
                </a:lnTo>
                <a:lnTo>
                  <a:pt x="5525" y="116"/>
                </a:lnTo>
                <a:lnTo>
                  <a:pt x="5525" y="0"/>
                </a:lnTo>
                <a:moveTo>
                  <a:pt x="5789" y="0"/>
                </a:moveTo>
                <a:lnTo>
                  <a:pt x="5948" y="0"/>
                </a:lnTo>
                <a:lnTo>
                  <a:pt x="5948" y="116"/>
                </a:lnTo>
                <a:lnTo>
                  <a:pt x="5789" y="116"/>
                </a:lnTo>
                <a:lnTo>
                  <a:pt x="5789" y="0"/>
                </a:lnTo>
                <a:moveTo>
                  <a:pt x="6053" y="0"/>
                </a:moveTo>
                <a:lnTo>
                  <a:pt x="6212" y="0"/>
                </a:lnTo>
                <a:lnTo>
                  <a:pt x="6212" y="116"/>
                </a:lnTo>
                <a:lnTo>
                  <a:pt x="6053" y="116"/>
                </a:lnTo>
                <a:lnTo>
                  <a:pt x="6053" y="0"/>
                </a:lnTo>
                <a:moveTo>
                  <a:pt x="6317" y="0"/>
                </a:moveTo>
                <a:lnTo>
                  <a:pt x="6476" y="0"/>
                </a:lnTo>
                <a:lnTo>
                  <a:pt x="6476" y="116"/>
                </a:lnTo>
                <a:lnTo>
                  <a:pt x="6317" y="116"/>
                </a:lnTo>
                <a:lnTo>
                  <a:pt x="6317" y="0"/>
                </a:lnTo>
                <a:moveTo>
                  <a:pt x="6581" y="0"/>
                </a:moveTo>
                <a:lnTo>
                  <a:pt x="6740" y="0"/>
                </a:lnTo>
                <a:lnTo>
                  <a:pt x="6740" y="116"/>
                </a:lnTo>
                <a:lnTo>
                  <a:pt x="6581" y="116"/>
                </a:lnTo>
                <a:lnTo>
                  <a:pt x="6581" y="0"/>
                </a:lnTo>
                <a:moveTo>
                  <a:pt x="6845" y="0"/>
                </a:moveTo>
                <a:lnTo>
                  <a:pt x="7004" y="0"/>
                </a:lnTo>
                <a:lnTo>
                  <a:pt x="7004" y="116"/>
                </a:lnTo>
                <a:lnTo>
                  <a:pt x="6845" y="116"/>
                </a:lnTo>
                <a:lnTo>
                  <a:pt x="6845" y="0"/>
                </a:lnTo>
                <a:moveTo>
                  <a:pt x="7109" y="0"/>
                </a:moveTo>
                <a:lnTo>
                  <a:pt x="7268" y="0"/>
                </a:lnTo>
                <a:lnTo>
                  <a:pt x="7268" y="116"/>
                </a:lnTo>
                <a:lnTo>
                  <a:pt x="7109" y="116"/>
                </a:lnTo>
                <a:lnTo>
                  <a:pt x="7109" y="0"/>
                </a:lnTo>
                <a:moveTo>
                  <a:pt x="7373" y="0"/>
                </a:moveTo>
                <a:lnTo>
                  <a:pt x="7532" y="0"/>
                </a:lnTo>
                <a:lnTo>
                  <a:pt x="7532" y="116"/>
                </a:lnTo>
                <a:lnTo>
                  <a:pt x="7373" y="116"/>
                </a:lnTo>
                <a:lnTo>
                  <a:pt x="7373" y="0"/>
                </a:lnTo>
                <a:moveTo>
                  <a:pt x="7637" y="0"/>
                </a:moveTo>
                <a:lnTo>
                  <a:pt x="7796" y="0"/>
                </a:lnTo>
                <a:lnTo>
                  <a:pt x="7796" y="116"/>
                </a:lnTo>
                <a:lnTo>
                  <a:pt x="7637" y="116"/>
                </a:lnTo>
                <a:lnTo>
                  <a:pt x="7637" y="0"/>
                </a:lnTo>
                <a:moveTo>
                  <a:pt x="7901" y="0"/>
                </a:moveTo>
                <a:lnTo>
                  <a:pt x="8060" y="0"/>
                </a:lnTo>
                <a:lnTo>
                  <a:pt x="8060" y="116"/>
                </a:lnTo>
                <a:lnTo>
                  <a:pt x="7901" y="116"/>
                </a:lnTo>
                <a:lnTo>
                  <a:pt x="7901" y="0"/>
                </a:lnTo>
                <a:moveTo>
                  <a:pt x="8165" y="0"/>
                </a:moveTo>
                <a:lnTo>
                  <a:pt x="8324" y="0"/>
                </a:lnTo>
                <a:lnTo>
                  <a:pt x="8324" y="116"/>
                </a:lnTo>
                <a:lnTo>
                  <a:pt x="8165" y="116"/>
                </a:lnTo>
                <a:lnTo>
                  <a:pt x="8165" y="0"/>
                </a:lnTo>
                <a:moveTo>
                  <a:pt x="8430" y="0"/>
                </a:moveTo>
                <a:lnTo>
                  <a:pt x="8588" y="0"/>
                </a:lnTo>
                <a:lnTo>
                  <a:pt x="8588" y="116"/>
                </a:lnTo>
                <a:lnTo>
                  <a:pt x="8430" y="116"/>
                </a:lnTo>
                <a:lnTo>
                  <a:pt x="8430" y="0"/>
                </a:lnTo>
                <a:moveTo>
                  <a:pt x="8694" y="0"/>
                </a:moveTo>
                <a:lnTo>
                  <a:pt x="8852" y="0"/>
                </a:lnTo>
                <a:lnTo>
                  <a:pt x="8852" y="116"/>
                </a:lnTo>
                <a:lnTo>
                  <a:pt x="8694" y="116"/>
                </a:lnTo>
                <a:lnTo>
                  <a:pt x="8694" y="0"/>
                </a:lnTo>
                <a:moveTo>
                  <a:pt x="8958" y="0"/>
                </a:moveTo>
                <a:lnTo>
                  <a:pt x="9116" y="0"/>
                </a:lnTo>
                <a:lnTo>
                  <a:pt x="9116" y="116"/>
                </a:lnTo>
                <a:lnTo>
                  <a:pt x="8958" y="116"/>
                </a:lnTo>
                <a:lnTo>
                  <a:pt x="8958" y="0"/>
                </a:lnTo>
                <a:moveTo>
                  <a:pt x="9222" y="0"/>
                </a:moveTo>
                <a:lnTo>
                  <a:pt x="9380" y="0"/>
                </a:lnTo>
                <a:lnTo>
                  <a:pt x="9380" y="116"/>
                </a:lnTo>
                <a:lnTo>
                  <a:pt x="9222" y="116"/>
                </a:lnTo>
                <a:lnTo>
                  <a:pt x="9222" y="0"/>
                </a:lnTo>
                <a:moveTo>
                  <a:pt x="9486" y="0"/>
                </a:moveTo>
                <a:lnTo>
                  <a:pt x="9644" y="0"/>
                </a:lnTo>
                <a:lnTo>
                  <a:pt x="9644" y="116"/>
                </a:lnTo>
                <a:lnTo>
                  <a:pt x="9486" y="116"/>
                </a:lnTo>
                <a:lnTo>
                  <a:pt x="9486" y="0"/>
                </a:lnTo>
                <a:moveTo>
                  <a:pt x="9750" y="0"/>
                </a:moveTo>
                <a:lnTo>
                  <a:pt x="9909" y="0"/>
                </a:lnTo>
                <a:lnTo>
                  <a:pt x="9909" y="116"/>
                </a:lnTo>
                <a:lnTo>
                  <a:pt x="9750" y="116"/>
                </a:lnTo>
                <a:lnTo>
                  <a:pt x="9750" y="0"/>
                </a:lnTo>
                <a:moveTo>
                  <a:pt x="10014" y="0"/>
                </a:moveTo>
                <a:lnTo>
                  <a:pt x="10173" y="0"/>
                </a:lnTo>
                <a:lnTo>
                  <a:pt x="10173" y="116"/>
                </a:lnTo>
                <a:lnTo>
                  <a:pt x="10014" y="116"/>
                </a:lnTo>
                <a:lnTo>
                  <a:pt x="10014" y="0"/>
                </a:lnTo>
                <a:moveTo>
                  <a:pt x="10278" y="0"/>
                </a:moveTo>
                <a:lnTo>
                  <a:pt x="10437" y="0"/>
                </a:lnTo>
                <a:lnTo>
                  <a:pt x="10437" y="116"/>
                </a:lnTo>
                <a:lnTo>
                  <a:pt x="10278" y="116"/>
                </a:lnTo>
                <a:lnTo>
                  <a:pt x="10278" y="0"/>
                </a:lnTo>
                <a:moveTo>
                  <a:pt x="10542" y="0"/>
                </a:moveTo>
                <a:lnTo>
                  <a:pt x="10701" y="0"/>
                </a:lnTo>
                <a:lnTo>
                  <a:pt x="10701" y="116"/>
                </a:lnTo>
                <a:lnTo>
                  <a:pt x="10542" y="116"/>
                </a:lnTo>
                <a:lnTo>
                  <a:pt x="10542" y="0"/>
                </a:lnTo>
                <a:moveTo>
                  <a:pt x="10806" y="0"/>
                </a:moveTo>
                <a:lnTo>
                  <a:pt x="10965" y="0"/>
                </a:lnTo>
                <a:lnTo>
                  <a:pt x="10965" y="116"/>
                </a:lnTo>
                <a:lnTo>
                  <a:pt x="10806" y="116"/>
                </a:lnTo>
                <a:lnTo>
                  <a:pt x="10806" y="0"/>
                </a:lnTo>
                <a:moveTo>
                  <a:pt x="11070" y="0"/>
                </a:moveTo>
                <a:lnTo>
                  <a:pt x="11229" y="0"/>
                </a:lnTo>
                <a:lnTo>
                  <a:pt x="11229" y="116"/>
                </a:lnTo>
                <a:lnTo>
                  <a:pt x="11070" y="116"/>
                </a:lnTo>
                <a:lnTo>
                  <a:pt x="11070" y="0"/>
                </a:lnTo>
                <a:moveTo>
                  <a:pt x="11334" y="0"/>
                </a:moveTo>
                <a:lnTo>
                  <a:pt x="11493" y="0"/>
                </a:lnTo>
                <a:lnTo>
                  <a:pt x="11493" y="116"/>
                </a:lnTo>
                <a:lnTo>
                  <a:pt x="11334" y="116"/>
                </a:lnTo>
                <a:lnTo>
                  <a:pt x="11334" y="0"/>
                </a:lnTo>
                <a:moveTo>
                  <a:pt x="11598" y="0"/>
                </a:moveTo>
                <a:lnTo>
                  <a:pt x="11757" y="0"/>
                </a:lnTo>
                <a:lnTo>
                  <a:pt x="11757" y="116"/>
                </a:lnTo>
                <a:lnTo>
                  <a:pt x="11598" y="116"/>
                </a:lnTo>
                <a:lnTo>
                  <a:pt x="11598" y="0"/>
                </a:lnTo>
                <a:moveTo>
                  <a:pt x="11862" y="0"/>
                </a:moveTo>
                <a:lnTo>
                  <a:pt x="12021" y="0"/>
                </a:lnTo>
                <a:lnTo>
                  <a:pt x="12021" y="116"/>
                </a:lnTo>
                <a:lnTo>
                  <a:pt x="11862" y="116"/>
                </a:lnTo>
                <a:lnTo>
                  <a:pt x="11862" y="0"/>
                </a:lnTo>
                <a:moveTo>
                  <a:pt x="12126" y="0"/>
                </a:moveTo>
                <a:lnTo>
                  <a:pt x="12285" y="0"/>
                </a:lnTo>
                <a:lnTo>
                  <a:pt x="12285" y="116"/>
                </a:lnTo>
                <a:lnTo>
                  <a:pt x="12126" y="116"/>
                </a:lnTo>
                <a:lnTo>
                  <a:pt x="12126" y="0"/>
                </a:lnTo>
                <a:moveTo>
                  <a:pt x="12390" y="0"/>
                </a:moveTo>
                <a:lnTo>
                  <a:pt x="12549" y="0"/>
                </a:lnTo>
                <a:lnTo>
                  <a:pt x="12549" y="116"/>
                </a:lnTo>
                <a:lnTo>
                  <a:pt x="12390" y="116"/>
                </a:lnTo>
                <a:lnTo>
                  <a:pt x="12390" y="0"/>
                </a:lnTo>
                <a:moveTo>
                  <a:pt x="12654" y="0"/>
                </a:moveTo>
                <a:lnTo>
                  <a:pt x="12813" y="0"/>
                </a:lnTo>
                <a:lnTo>
                  <a:pt x="12813" y="116"/>
                </a:lnTo>
                <a:lnTo>
                  <a:pt x="12654" y="116"/>
                </a:lnTo>
                <a:lnTo>
                  <a:pt x="12654" y="0"/>
                </a:lnTo>
                <a:moveTo>
                  <a:pt x="12918" y="0"/>
                </a:moveTo>
                <a:lnTo>
                  <a:pt x="13077" y="0"/>
                </a:lnTo>
                <a:lnTo>
                  <a:pt x="13077" y="116"/>
                </a:lnTo>
                <a:lnTo>
                  <a:pt x="12918" y="116"/>
                </a:lnTo>
                <a:lnTo>
                  <a:pt x="12918" y="0"/>
                </a:lnTo>
                <a:moveTo>
                  <a:pt x="13182" y="0"/>
                </a:moveTo>
                <a:lnTo>
                  <a:pt x="13341" y="0"/>
                </a:lnTo>
                <a:lnTo>
                  <a:pt x="13341" y="116"/>
                </a:lnTo>
                <a:lnTo>
                  <a:pt x="13182" y="116"/>
                </a:lnTo>
                <a:lnTo>
                  <a:pt x="13182" y="0"/>
                </a:lnTo>
                <a:moveTo>
                  <a:pt x="13447" y="0"/>
                </a:moveTo>
                <a:lnTo>
                  <a:pt x="13605" y="0"/>
                </a:lnTo>
                <a:lnTo>
                  <a:pt x="13605" y="116"/>
                </a:lnTo>
                <a:lnTo>
                  <a:pt x="13447" y="116"/>
                </a:lnTo>
                <a:lnTo>
                  <a:pt x="13447" y="0"/>
                </a:lnTo>
                <a:moveTo>
                  <a:pt x="13711" y="0"/>
                </a:moveTo>
                <a:lnTo>
                  <a:pt x="13869" y="0"/>
                </a:lnTo>
                <a:lnTo>
                  <a:pt x="13869" y="116"/>
                </a:lnTo>
                <a:lnTo>
                  <a:pt x="13711" y="116"/>
                </a:lnTo>
                <a:lnTo>
                  <a:pt x="13711" y="0"/>
                </a:lnTo>
                <a:moveTo>
                  <a:pt x="13975" y="0"/>
                </a:moveTo>
                <a:lnTo>
                  <a:pt x="14134" y="0"/>
                </a:lnTo>
                <a:lnTo>
                  <a:pt x="14134" y="116"/>
                </a:lnTo>
                <a:lnTo>
                  <a:pt x="13975" y="116"/>
                </a:lnTo>
                <a:lnTo>
                  <a:pt x="13975" y="0"/>
                </a:lnTo>
                <a:moveTo>
                  <a:pt x="14240" y="0"/>
                </a:moveTo>
                <a:lnTo>
                  <a:pt x="14398" y="0"/>
                </a:lnTo>
                <a:lnTo>
                  <a:pt x="14398" y="116"/>
                </a:lnTo>
                <a:lnTo>
                  <a:pt x="14240" y="116"/>
                </a:lnTo>
                <a:lnTo>
                  <a:pt x="14240" y="0"/>
                </a:lnTo>
                <a:moveTo>
                  <a:pt x="14504" y="0"/>
                </a:moveTo>
                <a:lnTo>
                  <a:pt x="14663" y="0"/>
                </a:lnTo>
                <a:lnTo>
                  <a:pt x="14663" y="116"/>
                </a:lnTo>
                <a:lnTo>
                  <a:pt x="14504" y="116"/>
                </a:lnTo>
                <a:lnTo>
                  <a:pt x="14504" y="0"/>
                </a:lnTo>
                <a:moveTo>
                  <a:pt x="14768" y="0"/>
                </a:moveTo>
                <a:lnTo>
                  <a:pt x="14927" y="0"/>
                </a:lnTo>
                <a:lnTo>
                  <a:pt x="14927" y="116"/>
                </a:lnTo>
                <a:lnTo>
                  <a:pt x="14768" y="116"/>
                </a:lnTo>
                <a:lnTo>
                  <a:pt x="14768" y="0"/>
                </a:lnTo>
                <a:moveTo>
                  <a:pt x="15032" y="0"/>
                </a:moveTo>
                <a:lnTo>
                  <a:pt x="15191" y="0"/>
                </a:lnTo>
                <a:lnTo>
                  <a:pt x="15191" y="116"/>
                </a:lnTo>
                <a:lnTo>
                  <a:pt x="15032" y="116"/>
                </a:lnTo>
                <a:lnTo>
                  <a:pt x="15032" y="0"/>
                </a:lnTo>
                <a:moveTo>
                  <a:pt x="15296" y="0"/>
                </a:moveTo>
                <a:lnTo>
                  <a:pt x="15455" y="0"/>
                </a:lnTo>
                <a:lnTo>
                  <a:pt x="15455" y="116"/>
                </a:lnTo>
                <a:lnTo>
                  <a:pt x="15296" y="116"/>
                </a:lnTo>
                <a:lnTo>
                  <a:pt x="15296" y="0"/>
                </a:lnTo>
                <a:moveTo>
                  <a:pt x="15560" y="0"/>
                </a:moveTo>
                <a:lnTo>
                  <a:pt x="15719" y="0"/>
                </a:lnTo>
                <a:lnTo>
                  <a:pt x="15719" y="116"/>
                </a:lnTo>
                <a:lnTo>
                  <a:pt x="15560" y="116"/>
                </a:lnTo>
                <a:lnTo>
                  <a:pt x="15560" y="0"/>
                </a:lnTo>
                <a:moveTo>
                  <a:pt x="15824" y="0"/>
                </a:moveTo>
                <a:lnTo>
                  <a:pt x="15983" y="0"/>
                </a:lnTo>
                <a:lnTo>
                  <a:pt x="15983" y="116"/>
                </a:lnTo>
                <a:lnTo>
                  <a:pt x="15824" y="116"/>
                </a:lnTo>
                <a:lnTo>
                  <a:pt x="15824" y="0"/>
                </a:lnTo>
                <a:moveTo>
                  <a:pt x="16088" y="0"/>
                </a:moveTo>
                <a:lnTo>
                  <a:pt x="16247" y="0"/>
                </a:lnTo>
                <a:lnTo>
                  <a:pt x="16247" y="116"/>
                </a:lnTo>
                <a:lnTo>
                  <a:pt x="16088" y="116"/>
                </a:lnTo>
                <a:lnTo>
                  <a:pt x="16088" y="0"/>
                </a:lnTo>
                <a:moveTo>
                  <a:pt x="16352" y="0"/>
                </a:moveTo>
                <a:lnTo>
                  <a:pt x="16511" y="0"/>
                </a:lnTo>
                <a:lnTo>
                  <a:pt x="16511" y="116"/>
                </a:lnTo>
                <a:lnTo>
                  <a:pt x="16352" y="116"/>
                </a:lnTo>
                <a:lnTo>
                  <a:pt x="16352" y="0"/>
                </a:lnTo>
                <a:moveTo>
                  <a:pt x="16616" y="0"/>
                </a:moveTo>
                <a:lnTo>
                  <a:pt x="16775" y="0"/>
                </a:lnTo>
                <a:lnTo>
                  <a:pt x="16775" y="116"/>
                </a:lnTo>
                <a:lnTo>
                  <a:pt x="16616" y="116"/>
                </a:lnTo>
                <a:lnTo>
                  <a:pt x="16616" y="0"/>
                </a:lnTo>
                <a:moveTo>
                  <a:pt x="16880" y="0"/>
                </a:moveTo>
                <a:lnTo>
                  <a:pt x="17039" y="0"/>
                </a:lnTo>
                <a:lnTo>
                  <a:pt x="17039" y="116"/>
                </a:lnTo>
                <a:lnTo>
                  <a:pt x="16880" y="116"/>
                </a:lnTo>
                <a:lnTo>
                  <a:pt x="16880" y="0"/>
                </a:lnTo>
                <a:moveTo>
                  <a:pt x="17144" y="0"/>
                </a:moveTo>
                <a:lnTo>
                  <a:pt x="17303" y="0"/>
                </a:lnTo>
                <a:lnTo>
                  <a:pt x="17303" y="116"/>
                </a:lnTo>
                <a:lnTo>
                  <a:pt x="17144" y="116"/>
                </a:lnTo>
                <a:lnTo>
                  <a:pt x="17144" y="0"/>
                </a:lnTo>
                <a:moveTo>
                  <a:pt x="17408" y="0"/>
                </a:moveTo>
                <a:lnTo>
                  <a:pt x="17567" y="0"/>
                </a:lnTo>
                <a:lnTo>
                  <a:pt x="17567" y="116"/>
                </a:lnTo>
                <a:lnTo>
                  <a:pt x="17408" y="116"/>
                </a:lnTo>
                <a:lnTo>
                  <a:pt x="17408" y="0"/>
                </a:lnTo>
                <a:moveTo>
                  <a:pt x="17672" y="0"/>
                </a:moveTo>
                <a:lnTo>
                  <a:pt x="17831" y="0"/>
                </a:lnTo>
                <a:lnTo>
                  <a:pt x="17831" y="116"/>
                </a:lnTo>
                <a:lnTo>
                  <a:pt x="17672" y="116"/>
                </a:lnTo>
                <a:lnTo>
                  <a:pt x="17672" y="0"/>
                </a:lnTo>
                <a:moveTo>
                  <a:pt x="17936" y="0"/>
                </a:moveTo>
                <a:lnTo>
                  <a:pt x="18095" y="0"/>
                </a:lnTo>
                <a:lnTo>
                  <a:pt x="18095" y="116"/>
                </a:lnTo>
                <a:lnTo>
                  <a:pt x="17936" y="116"/>
                </a:lnTo>
                <a:lnTo>
                  <a:pt x="17936" y="0"/>
                </a:lnTo>
                <a:moveTo>
                  <a:pt x="18201" y="0"/>
                </a:moveTo>
                <a:lnTo>
                  <a:pt x="18359" y="0"/>
                </a:lnTo>
                <a:lnTo>
                  <a:pt x="18359" y="116"/>
                </a:lnTo>
                <a:lnTo>
                  <a:pt x="18201" y="116"/>
                </a:lnTo>
                <a:lnTo>
                  <a:pt x="18201" y="0"/>
                </a:lnTo>
                <a:moveTo>
                  <a:pt x="18465" y="0"/>
                </a:moveTo>
                <a:lnTo>
                  <a:pt x="18623" y="0"/>
                </a:lnTo>
                <a:lnTo>
                  <a:pt x="18623" y="116"/>
                </a:lnTo>
                <a:lnTo>
                  <a:pt x="18465" y="116"/>
                </a:lnTo>
                <a:lnTo>
                  <a:pt x="18465" y="0"/>
                </a:lnTo>
                <a:moveTo>
                  <a:pt x="18729" y="0"/>
                </a:moveTo>
                <a:lnTo>
                  <a:pt x="18887" y="0"/>
                </a:lnTo>
                <a:lnTo>
                  <a:pt x="18887" y="116"/>
                </a:lnTo>
                <a:lnTo>
                  <a:pt x="18729" y="116"/>
                </a:lnTo>
                <a:lnTo>
                  <a:pt x="18729" y="0"/>
                </a:lnTo>
                <a:moveTo>
                  <a:pt x="18993" y="0"/>
                </a:moveTo>
                <a:lnTo>
                  <a:pt x="19151" y="0"/>
                </a:lnTo>
                <a:lnTo>
                  <a:pt x="19151" y="116"/>
                </a:lnTo>
                <a:lnTo>
                  <a:pt x="18993" y="116"/>
                </a:lnTo>
                <a:lnTo>
                  <a:pt x="18993" y="0"/>
                </a:lnTo>
                <a:moveTo>
                  <a:pt x="19257" y="0"/>
                </a:moveTo>
                <a:lnTo>
                  <a:pt x="19415" y="0"/>
                </a:lnTo>
                <a:lnTo>
                  <a:pt x="19415" y="116"/>
                </a:lnTo>
                <a:lnTo>
                  <a:pt x="19257" y="116"/>
                </a:lnTo>
                <a:lnTo>
                  <a:pt x="19257" y="0"/>
                </a:lnTo>
                <a:moveTo>
                  <a:pt x="19521" y="0"/>
                </a:moveTo>
                <a:lnTo>
                  <a:pt x="19680" y="0"/>
                </a:lnTo>
                <a:lnTo>
                  <a:pt x="19680" y="116"/>
                </a:lnTo>
                <a:lnTo>
                  <a:pt x="19521" y="116"/>
                </a:lnTo>
                <a:lnTo>
                  <a:pt x="19521" y="0"/>
                </a:lnTo>
                <a:moveTo>
                  <a:pt x="19785" y="0"/>
                </a:moveTo>
                <a:lnTo>
                  <a:pt x="19944" y="0"/>
                </a:lnTo>
                <a:lnTo>
                  <a:pt x="19944" y="116"/>
                </a:lnTo>
                <a:lnTo>
                  <a:pt x="19785" y="116"/>
                </a:lnTo>
                <a:lnTo>
                  <a:pt x="19785" y="0"/>
                </a:lnTo>
                <a:moveTo>
                  <a:pt x="20049" y="0"/>
                </a:moveTo>
                <a:lnTo>
                  <a:pt x="20208" y="0"/>
                </a:lnTo>
                <a:lnTo>
                  <a:pt x="20208" y="116"/>
                </a:lnTo>
                <a:lnTo>
                  <a:pt x="20049" y="116"/>
                </a:lnTo>
                <a:lnTo>
                  <a:pt x="20049" y="0"/>
                </a:lnTo>
                <a:moveTo>
                  <a:pt x="20313" y="0"/>
                </a:moveTo>
                <a:lnTo>
                  <a:pt x="20472" y="0"/>
                </a:lnTo>
                <a:lnTo>
                  <a:pt x="20472" y="116"/>
                </a:lnTo>
                <a:lnTo>
                  <a:pt x="20313" y="116"/>
                </a:lnTo>
                <a:lnTo>
                  <a:pt x="20313" y="0"/>
                </a:lnTo>
                <a:moveTo>
                  <a:pt x="20577" y="0"/>
                </a:moveTo>
                <a:lnTo>
                  <a:pt x="20736" y="0"/>
                </a:lnTo>
                <a:lnTo>
                  <a:pt x="20736" y="116"/>
                </a:lnTo>
                <a:lnTo>
                  <a:pt x="20577" y="116"/>
                </a:lnTo>
                <a:lnTo>
                  <a:pt x="20577" y="0"/>
                </a:lnTo>
                <a:moveTo>
                  <a:pt x="20841" y="0"/>
                </a:moveTo>
                <a:lnTo>
                  <a:pt x="21000" y="0"/>
                </a:lnTo>
                <a:lnTo>
                  <a:pt x="21000" y="116"/>
                </a:lnTo>
                <a:lnTo>
                  <a:pt x="20841" y="116"/>
                </a:lnTo>
                <a:lnTo>
                  <a:pt x="20841" y="0"/>
                </a:lnTo>
                <a:moveTo>
                  <a:pt x="21105" y="0"/>
                </a:moveTo>
                <a:lnTo>
                  <a:pt x="21264" y="0"/>
                </a:lnTo>
                <a:lnTo>
                  <a:pt x="21264" y="116"/>
                </a:lnTo>
                <a:lnTo>
                  <a:pt x="21105" y="116"/>
                </a:lnTo>
                <a:lnTo>
                  <a:pt x="21105" y="0"/>
                </a:lnTo>
                <a:moveTo>
                  <a:pt x="21369" y="0"/>
                </a:moveTo>
                <a:lnTo>
                  <a:pt x="21528" y="0"/>
                </a:lnTo>
                <a:lnTo>
                  <a:pt x="21528" y="116"/>
                </a:lnTo>
                <a:lnTo>
                  <a:pt x="21369" y="116"/>
                </a:lnTo>
                <a:lnTo>
                  <a:pt x="21369" y="0"/>
                </a:lnTo>
                <a:moveTo>
                  <a:pt x="21633" y="0"/>
                </a:moveTo>
                <a:lnTo>
                  <a:pt x="21792" y="0"/>
                </a:lnTo>
                <a:lnTo>
                  <a:pt x="21792" y="116"/>
                </a:lnTo>
                <a:lnTo>
                  <a:pt x="21633" y="116"/>
                </a:lnTo>
                <a:lnTo>
                  <a:pt x="21633" y="0"/>
                </a:lnTo>
                <a:moveTo>
                  <a:pt x="21897" y="0"/>
                </a:moveTo>
                <a:lnTo>
                  <a:pt x="22056" y="0"/>
                </a:lnTo>
                <a:lnTo>
                  <a:pt x="22056" y="116"/>
                </a:lnTo>
                <a:lnTo>
                  <a:pt x="21897" y="116"/>
                </a:lnTo>
                <a:lnTo>
                  <a:pt x="21897" y="0"/>
                </a:lnTo>
                <a:moveTo>
                  <a:pt x="22161" y="0"/>
                </a:moveTo>
                <a:lnTo>
                  <a:pt x="22320" y="0"/>
                </a:lnTo>
                <a:lnTo>
                  <a:pt x="22320" y="116"/>
                </a:lnTo>
                <a:lnTo>
                  <a:pt x="22161" y="116"/>
                </a:lnTo>
                <a:lnTo>
                  <a:pt x="22161" y="0"/>
                </a:lnTo>
                <a:moveTo>
                  <a:pt x="22425" y="0"/>
                </a:moveTo>
                <a:lnTo>
                  <a:pt x="22584" y="0"/>
                </a:lnTo>
                <a:lnTo>
                  <a:pt x="22584" y="116"/>
                </a:lnTo>
                <a:lnTo>
                  <a:pt x="22425" y="116"/>
                </a:lnTo>
                <a:lnTo>
                  <a:pt x="22425" y="0"/>
                </a:lnTo>
                <a:moveTo>
                  <a:pt x="22689" y="0"/>
                </a:moveTo>
                <a:lnTo>
                  <a:pt x="22848" y="0"/>
                </a:lnTo>
                <a:lnTo>
                  <a:pt x="22848" y="116"/>
                </a:lnTo>
                <a:lnTo>
                  <a:pt x="22689" y="116"/>
                </a:lnTo>
                <a:lnTo>
                  <a:pt x="22689" y="0"/>
                </a:lnTo>
                <a:moveTo>
                  <a:pt x="22953" y="0"/>
                </a:moveTo>
                <a:lnTo>
                  <a:pt x="23112" y="0"/>
                </a:lnTo>
                <a:lnTo>
                  <a:pt x="23112" y="116"/>
                </a:lnTo>
                <a:lnTo>
                  <a:pt x="22953" y="116"/>
                </a:lnTo>
                <a:lnTo>
                  <a:pt x="22953" y="0"/>
                </a:lnTo>
                <a:moveTo>
                  <a:pt x="23218" y="0"/>
                </a:moveTo>
                <a:lnTo>
                  <a:pt x="23376" y="0"/>
                </a:lnTo>
                <a:lnTo>
                  <a:pt x="23376" y="116"/>
                </a:lnTo>
                <a:lnTo>
                  <a:pt x="23218" y="116"/>
                </a:lnTo>
                <a:lnTo>
                  <a:pt x="23218" y="0"/>
                </a:lnTo>
                <a:moveTo>
                  <a:pt x="23482" y="0"/>
                </a:moveTo>
                <a:lnTo>
                  <a:pt x="23640" y="0"/>
                </a:lnTo>
                <a:lnTo>
                  <a:pt x="23640" y="116"/>
                </a:lnTo>
                <a:lnTo>
                  <a:pt x="23482" y="116"/>
                </a:lnTo>
                <a:lnTo>
                  <a:pt x="23482" y="0"/>
                </a:lnTo>
                <a:moveTo>
                  <a:pt x="23746" y="0"/>
                </a:moveTo>
                <a:lnTo>
                  <a:pt x="23904" y="0"/>
                </a:lnTo>
                <a:lnTo>
                  <a:pt x="23904" y="116"/>
                </a:lnTo>
                <a:lnTo>
                  <a:pt x="23746" y="116"/>
                </a:lnTo>
                <a:lnTo>
                  <a:pt x="23746" y="0"/>
                </a:lnTo>
                <a:moveTo>
                  <a:pt x="24010" y="0"/>
                </a:moveTo>
                <a:lnTo>
                  <a:pt x="24168" y="0"/>
                </a:lnTo>
                <a:lnTo>
                  <a:pt x="24168" y="116"/>
                </a:lnTo>
                <a:lnTo>
                  <a:pt x="24010" y="116"/>
                </a:lnTo>
                <a:lnTo>
                  <a:pt x="24010" y="0"/>
                </a:lnTo>
                <a:moveTo>
                  <a:pt x="24274" y="0"/>
                </a:moveTo>
                <a:lnTo>
                  <a:pt x="24433" y="0"/>
                </a:lnTo>
                <a:lnTo>
                  <a:pt x="24433" y="116"/>
                </a:lnTo>
                <a:lnTo>
                  <a:pt x="24274" y="116"/>
                </a:lnTo>
                <a:lnTo>
                  <a:pt x="24274" y="0"/>
                </a:lnTo>
                <a:moveTo>
                  <a:pt x="24538" y="0"/>
                </a:moveTo>
                <a:lnTo>
                  <a:pt x="24697" y="0"/>
                </a:lnTo>
                <a:lnTo>
                  <a:pt x="24697" y="116"/>
                </a:lnTo>
                <a:lnTo>
                  <a:pt x="24538" y="116"/>
                </a:lnTo>
                <a:lnTo>
                  <a:pt x="24538" y="0"/>
                </a:lnTo>
                <a:moveTo>
                  <a:pt x="24802" y="0"/>
                </a:moveTo>
                <a:lnTo>
                  <a:pt x="24961" y="0"/>
                </a:lnTo>
                <a:lnTo>
                  <a:pt x="24961" y="116"/>
                </a:lnTo>
                <a:lnTo>
                  <a:pt x="24802" y="116"/>
                </a:lnTo>
                <a:lnTo>
                  <a:pt x="24802" y="0"/>
                </a:lnTo>
                <a:moveTo>
                  <a:pt x="25066" y="0"/>
                </a:moveTo>
                <a:lnTo>
                  <a:pt x="25225" y="0"/>
                </a:lnTo>
                <a:lnTo>
                  <a:pt x="25225" y="116"/>
                </a:lnTo>
                <a:lnTo>
                  <a:pt x="25066" y="116"/>
                </a:lnTo>
                <a:lnTo>
                  <a:pt x="25066" y="0"/>
                </a:lnTo>
                <a:moveTo>
                  <a:pt x="25330" y="0"/>
                </a:moveTo>
                <a:lnTo>
                  <a:pt x="25489" y="0"/>
                </a:lnTo>
                <a:lnTo>
                  <a:pt x="25489" y="116"/>
                </a:lnTo>
                <a:lnTo>
                  <a:pt x="25330" y="116"/>
                </a:lnTo>
                <a:lnTo>
                  <a:pt x="25330" y="0"/>
                </a:lnTo>
                <a:moveTo>
                  <a:pt x="25594" y="0"/>
                </a:moveTo>
                <a:lnTo>
                  <a:pt x="25753" y="0"/>
                </a:lnTo>
                <a:lnTo>
                  <a:pt x="25753" y="116"/>
                </a:lnTo>
                <a:lnTo>
                  <a:pt x="25594" y="116"/>
                </a:lnTo>
                <a:lnTo>
                  <a:pt x="25594" y="0"/>
                </a:lnTo>
                <a:moveTo>
                  <a:pt x="25858" y="0"/>
                </a:moveTo>
                <a:lnTo>
                  <a:pt x="26017" y="0"/>
                </a:lnTo>
                <a:lnTo>
                  <a:pt x="26017" y="116"/>
                </a:lnTo>
                <a:lnTo>
                  <a:pt x="25858" y="116"/>
                </a:lnTo>
                <a:lnTo>
                  <a:pt x="25858" y="0"/>
                </a:lnTo>
                <a:moveTo>
                  <a:pt x="26122" y="0"/>
                </a:moveTo>
                <a:lnTo>
                  <a:pt x="26281" y="0"/>
                </a:lnTo>
                <a:lnTo>
                  <a:pt x="26281" y="116"/>
                </a:lnTo>
                <a:lnTo>
                  <a:pt x="26122" y="116"/>
                </a:lnTo>
                <a:lnTo>
                  <a:pt x="26122" y="0"/>
                </a:lnTo>
                <a:moveTo>
                  <a:pt x="26386" y="0"/>
                </a:moveTo>
                <a:lnTo>
                  <a:pt x="26545" y="0"/>
                </a:lnTo>
                <a:lnTo>
                  <a:pt x="26545" y="116"/>
                </a:lnTo>
                <a:lnTo>
                  <a:pt x="26386" y="116"/>
                </a:lnTo>
                <a:lnTo>
                  <a:pt x="26386" y="0"/>
                </a:lnTo>
                <a:moveTo>
                  <a:pt x="26650" y="0"/>
                </a:moveTo>
                <a:lnTo>
                  <a:pt x="26809" y="0"/>
                </a:lnTo>
                <a:lnTo>
                  <a:pt x="26809" y="116"/>
                </a:lnTo>
                <a:lnTo>
                  <a:pt x="26650" y="116"/>
                </a:lnTo>
                <a:lnTo>
                  <a:pt x="26650" y="0"/>
                </a:lnTo>
                <a:moveTo>
                  <a:pt x="26914" y="0"/>
                </a:moveTo>
                <a:lnTo>
                  <a:pt x="27073" y="0"/>
                </a:lnTo>
                <a:lnTo>
                  <a:pt x="27073" y="116"/>
                </a:lnTo>
                <a:lnTo>
                  <a:pt x="26914" y="116"/>
                </a:lnTo>
                <a:lnTo>
                  <a:pt x="26914" y="0"/>
                </a:lnTo>
                <a:moveTo>
                  <a:pt x="27178" y="0"/>
                </a:moveTo>
                <a:lnTo>
                  <a:pt x="27337" y="0"/>
                </a:lnTo>
                <a:lnTo>
                  <a:pt x="27337" y="116"/>
                </a:lnTo>
                <a:lnTo>
                  <a:pt x="27178" y="116"/>
                </a:lnTo>
                <a:lnTo>
                  <a:pt x="27178" y="0"/>
                </a:lnTo>
                <a:moveTo>
                  <a:pt x="27442" y="0"/>
                </a:moveTo>
                <a:lnTo>
                  <a:pt x="27601" y="0"/>
                </a:lnTo>
                <a:lnTo>
                  <a:pt x="27601" y="116"/>
                </a:lnTo>
                <a:lnTo>
                  <a:pt x="27442" y="116"/>
                </a:lnTo>
                <a:lnTo>
                  <a:pt x="27442" y="0"/>
                </a:lnTo>
                <a:moveTo>
                  <a:pt x="27706" y="0"/>
                </a:moveTo>
                <a:lnTo>
                  <a:pt x="27865" y="0"/>
                </a:lnTo>
                <a:lnTo>
                  <a:pt x="27865" y="116"/>
                </a:lnTo>
                <a:lnTo>
                  <a:pt x="27706" y="116"/>
                </a:lnTo>
                <a:lnTo>
                  <a:pt x="27706" y="0"/>
                </a:lnTo>
                <a:moveTo>
                  <a:pt x="27971" y="0"/>
                </a:moveTo>
                <a:lnTo>
                  <a:pt x="28129" y="0"/>
                </a:lnTo>
                <a:lnTo>
                  <a:pt x="28129" y="116"/>
                </a:lnTo>
                <a:lnTo>
                  <a:pt x="27971" y="116"/>
                </a:lnTo>
                <a:lnTo>
                  <a:pt x="27971" y="0"/>
                </a:lnTo>
                <a:moveTo>
                  <a:pt x="28235" y="0"/>
                </a:moveTo>
                <a:lnTo>
                  <a:pt x="28393" y="0"/>
                </a:lnTo>
                <a:lnTo>
                  <a:pt x="28393" y="116"/>
                </a:lnTo>
                <a:lnTo>
                  <a:pt x="28235" y="116"/>
                </a:lnTo>
                <a:lnTo>
                  <a:pt x="28235" y="0"/>
                </a:lnTo>
                <a:moveTo>
                  <a:pt x="28499" y="0"/>
                </a:moveTo>
                <a:lnTo>
                  <a:pt x="28657" y="0"/>
                </a:lnTo>
                <a:lnTo>
                  <a:pt x="28657" y="116"/>
                </a:lnTo>
                <a:lnTo>
                  <a:pt x="28499" y="116"/>
                </a:lnTo>
                <a:lnTo>
                  <a:pt x="28499" y="0"/>
                </a:lnTo>
                <a:moveTo>
                  <a:pt x="28763" y="0"/>
                </a:moveTo>
                <a:lnTo>
                  <a:pt x="28921" y="0"/>
                </a:lnTo>
                <a:lnTo>
                  <a:pt x="28921" y="116"/>
                </a:lnTo>
                <a:lnTo>
                  <a:pt x="28763" y="116"/>
                </a:lnTo>
                <a:lnTo>
                  <a:pt x="28763" y="0"/>
                </a:lnTo>
                <a:moveTo>
                  <a:pt x="29027" y="0"/>
                </a:moveTo>
                <a:lnTo>
                  <a:pt x="29185" y="0"/>
                </a:lnTo>
                <a:lnTo>
                  <a:pt x="29185" y="116"/>
                </a:lnTo>
                <a:lnTo>
                  <a:pt x="29027" y="116"/>
                </a:lnTo>
                <a:lnTo>
                  <a:pt x="29027" y="0"/>
                </a:lnTo>
                <a:moveTo>
                  <a:pt x="29291" y="0"/>
                </a:moveTo>
                <a:lnTo>
                  <a:pt x="29450" y="0"/>
                </a:lnTo>
                <a:lnTo>
                  <a:pt x="29450" y="116"/>
                </a:lnTo>
                <a:lnTo>
                  <a:pt x="29291" y="116"/>
                </a:lnTo>
                <a:lnTo>
                  <a:pt x="29291" y="0"/>
                </a:lnTo>
                <a:moveTo>
                  <a:pt x="29555" y="0"/>
                </a:moveTo>
                <a:lnTo>
                  <a:pt x="29714" y="0"/>
                </a:lnTo>
                <a:lnTo>
                  <a:pt x="29714" y="116"/>
                </a:lnTo>
                <a:lnTo>
                  <a:pt x="29555" y="116"/>
                </a:lnTo>
                <a:lnTo>
                  <a:pt x="29555" y="0"/>
                </a:lnTo>
                <a:moveTo>
                  <a:pt x="29819" y="0"/>
                </a:moveTo>
                <a:lnTo>
                  <a:pt x="29978" y="0"/>
                </a:lnTo>
                <a:lnTo>
                  <a:pt x="29978" y="116"/>
                </a:lnTo>
                <a:lnTo>
                  <a:pt x="29819" y="116"/>
                </a:lnTo>
                <a:lnTo>
                  <a:pt x="29819" y="0"/>
                </a:lnTo>
                <a:moveTo>
                  <a:pt x="30083" y="0"/>
                </a:moveTo>
                <a:lnTo>
                  <a:pt x="30242" y="0"/>
                </a:lnTo>
                <a:lnTo>
                  <a:pt x="30242" y="116"/>
                </a:lnTo>
                <a:lnTo>
                  <a:pt x="30083" y="116"/>
                </a:lnTo>
                <a:lnTo>
                  <a:pt x="30083" y="0"/>
                </a:lnTo>
                <a:moveTo>
                  <a:pt x="30347" y="0"/>
                </a:moveTo>
                <a:lnTo>
                  <a:pt x="30506" y="0"/>
                </a:lnTo>
                <a:lnTo>
                  <a:pt x="30506" y="116"/>
                </a:lnTo>
                <a:lnTo>
                  <a:pt x="30347" y="116"/>
                </a:lnTo>
                <a:lnTo>
                  <a:pt x="30347" y="0"/>
                </a:lnTo>
                <a:moveTo>
                  <a:pt x="30611" y="0"/>
                </a:moveTo>
                <a:lnTo>
                  <a:pt x="30725" y="0"/>
                </a:lnTo>
                <a:cubicBezTo>
                  <a:pt x="30744" y="0"/>
                  <a:pt x="30764" y="2"/>
                  <a:pt x="30783" y="7"/>
                </a:cubicBezTo>
                <a:lnTo>
                  <a:pt x="30755" y="120"/>
                </a:lnTo>
                <a:cubicBezTo>
                  <a:pt x="30745" y="117"/>
                  <a:pt x="30735" y="116"/>
                  <a:pt x="30725" y="116"/>
                </a:cubicBezTo>
                <a:lnTo>
                  <a:pt x="30611" y="116"/>
                </a:lnTo>
                <a:lnTo>
                  <a:pt x="30611" y="0"/>
                </a:lnTo>
                <a:moveTo>
                  <a:pt x="30902" y="77"/>
                </a:moveTo>
                <a:cubicBezTo>
                  <a:pt x="30946" y="123"/>
                  <a:pt x="30968" y="179"/>
                  <a:pt x="30968" y="243"/>
                </a:cubicBezTo>
                <a:lnTo>
                  <a:pt x="30968" y="263"/>
                </a:lnTo>
                <a:lnTo>
                  <a:pt x="30852" y="263"/>
                </a:lnTo>
                <a:lnTo>
                  <a:pt x="30852" y="243"/>
                </a:lnTo>
                <a:cubicBezTo>
                  <a:pt x="30852" y="210"/>
                  <a:pt x="30840" y="181"/>
                  <a:pt x="30817" y="156"/>
                </a:cubicBezTo>
                <a:lnTo>
                  <a:pt x="30902" y="77"/>
                </a:lnTo>
                <a:moveTo>
                  <a:pt x="30968" y="368"/>
                </a:moveTo>
                <a:lnTo>
                  <a:pt x="30968" y="527"/>
                </a:lnTo>
                <a:lnTo>
                  <a:pt x="30852" y="527"/>
                </a:lnTo>
                <a:lnTo>
                  <a:pt x="30852" y="368"/>
                </a:lnTo>
                <a:lnTo>
                  <a:pt x="30968" y="368"/>
                </a:lnTo>
                <a:moveTo>
                  <a:pt x="30968" y="633"/>
                </a:moveTo>
                <a:lnTo>
                  <a:pt x="30968" y="792"/>
                </a:lnTo>
                <a:lnTo>
                  <a:pt x="30852" y="792"/>
                </a:lnTo>
                <a:lnTo>
                  <a:pt x="30852" y="633"/>
                </a:lnTo>
                <a:lnTo>
                  <a:pt x="30968" y="633"/>
                </a:lnTo>
                <a:moveTo>
                  <a:pt x="30968" y="898"/>
                </a:moveTo>
                <a:lnTo>
                  <a:pt x="30968" y="1056"/>
                </a:lnTo>
                <a:lnTo>
                  <a:pt x="30852" y="1056"/>
                </a:lnTo>
                <a:lnTo>
                  <a:pt x="30852" y="898"/>
                </a:lnTo>
                <a:lnTo>
                  <a:pt x="30968" y="898"/>
                </a:lnTo>
                <a:moveTo>
                  <a:pt x="30968" y="1162"/>
                </a:moveTo>
                <a:lnTo>
                  <a:pt x="30968" y="1320"/>
                </a:lnTo>
                <a:lnTo>
                  <a:pt x="30852" y="1320"/>
                </a:lnTo>
                <a:lnTo>
                  <a:pt x="30852" y="1162"/>
                </a:lnTo>
                <a:lnTo>
                  <a:pt x="30968" y="1162"/>
                </a:lnTo>
                <a:moveTo>
                  <a:pt x="30968" y="1426"/>
                </a:moveTo>
                <a:lnTo>
                  <a:pt x="30968" y="1584"/>
                </a:lnTo>
                <a:lnTo>
                  <a:pt x="30852" y="1584"/>
                </a:lnTo>
                <a:lnTo>
                  <a:pt x="30852" y="1426"/>
                </a:lnTo>
                <a:lnTo>
                  <a:pt x="30968" y="1426"/>
                </a:lnTo>
                <a:moveTo>
                  <a:pt x="30968" y="1690"/>
                </a:moveTo>
                <a:lnTo>
                  <a:pt x="30968" y="1848"/>
                </a:lnTo>
                <a:lnTo>
                  <a:pt x="30852" y="1848"/>
                </a:lnTo>
                <a:lnTo>
                  <a:pt x="30852" y="1690"/>
                </a:lnTo>
                <a:lnTo>
                  <a:pt x="30968" y="1690"/>
                </a:lnTo>
                <a:moveTo>
                  <a:pt x="30968" y="1954"/>
                </a:moveTo>
                <a:lnTo>
                  <a:pt x="30968" y="2113"/>
                </a:lnTo>
                <a:lnTo>
                  <a:pt x="30852" y="2113"/>
                </a:lnTo>
                <a:lnTo>
                  <a:pt x="30852" y="1954"/>
                </a:lnTo>
                <a:lnTo>
                  <a:pt x="30968" y="1954"/>
                </a:lnTo>
                <a:moveTo>
                  <a:pt x="30967" y="2222"/>
                </a:moveTo>
                <a:cubicBezTo>
                  <a:pt x="30961" y="2297"/>
                  <a:pt x="30928" y="2356"/>
                  <a:pt x="30866" y="2400"/>
                </a:cubicBezTo>
                <a:lnTo>
                  <a:pt x="30799" y="2305"/>
                </a:lnTo>
                <a:cubicBezTo>
                  <a:pt x="30831" y="2283"/>
                  <a:pt x="30848" y="2252"/>
                  <a:pt x="30851" y="2212"/>
                </a:cubicBezTo>
                <a:lnTo>
                  <a:pt x="30967" y="2222"/>
                </a:lnTo>
                <a:moveTo>
                  <a:pt x="30736" y="2445"/>
                </a:moveTo>
                <a:cubicBezTo>
                  <a:pt x="30733" y="2445"/>
                  <a:pt x="30729" y="2445"/>
                  <a:pt x="30725" y="2445"/>
                </a:cubicBezTo>
                <a:lnTo>
                  <a:pt x="30575" y="2445"/>
                </a:lnTo>
                <a:lnTo>
                  <a:pt x="30575" y="2329"/>
                </a:lnTo>
                <a:lnTo>
                  <a:pt x="30725" y="2329"/>
                </a:lnTo>
                <a:cubicBezTo>
                  <a:pt x="30727" y="2329"/>
                  <a:pt x="30729" y="2329"/>
                  <a:pt x="30731" y="2329"/>
                </a:cubicBezTo>
                <a:lnTo>
                  <a:pt x="30736" y="2445"/>
                </a:lnTo>
                <a:moveTo>
                  <a:pt x="30470" y="2445"/>
                </a:moveTo>
                <a:lnTo>
                  <a:pt x="30311" y="2445"/>
                </a:lnTo>
                <a:lnTo>
                  <a:pt x="30311" y="2329"/>
                </a:lnTo>
                <a:lnTo>
                  <a:pt x="30470" y="2329"/>
                </a:lnTo>
                <a:lnTo>
                  <a:pt x="30470" y="2445"/>
                </a:lnTo>
                <a:moveTo>
                  <a:pt x="30206" y="2445"/>
                </a:moveTo>
                <a:lnTo>
                  <a:pt x="30047" y="2445"/>
                </a:lnTo>
                <a:lnTo>
                  <a:pt x="30047" y="2329"/>
                </a:lnTo>
                <a:lnTo>
                  <a:pt x="30206" y="2329"/>
                </a:lnTo>
                <a:lnTo>
                  <a:pt x="30206" y="2445"/>
                </a:lnTo>
                <a:moveTo>
                  <a:pt x="29942" y="2445"/>
                </a:moveTo>
                <a:lnTo>
                  <a:pt x="29783" y="2445"/>
                </a:lnTo>
                <a:lnTo>
                  <a:pt x="29783" y="2329"/>
                </a:lnTo>
                <a:lnTo>
                  <a:pt x="29942" y="2329"/>
                </a:lnTo>
                <a:lnTo>
                  <a:pt x="29942" y="2445"/>
                </a:lnTo>
                <a:moveTo>
                  <a:pt x="29678" y="2445"/>
                </a:moveTo>
                <a:lnTo>
                  <a:pt x="29519" y="2445"/>
                </a:lnTo>
                <a:lnTo>
                  <a:pt x="29519" y="2329"/>
                </a:lnTo>
                <a:lnTo>
                  <a:pt x="29678" y="2329"/>
                </a:lnTo>
                <a:lnTo>
                  <a:pt x="29678" y="2445"/>
                </a:lnTo>
                <a:moveTo>
                  <a:pt x="29414" y="2445"/>
                </a:moveTo>
                <a:lnTo>
                  <a:pt x="29255" y="2445"/>
                </a:lnTo>
                <a:lnTo>
                  <a:pt x="29255" y="2329"/>
                </a:lnTo>
                <a:lnTo>
                  <a:pt x="29414" y="2329"/>
                </a:lnTo>
                <a:lnTo>
                  <a:pt x="29414" y="2445"/>
                </a:lnTo>
                <a:moveTo>
                  <a:pt x="29150" y="2445"/>
                </a:moveTo>
                <a:lnTo>
                  <a:pt x="28991" y="2445"/>
                </a:lnTo>
                <a:lnTo>
                  <a:pt x="28991" y="2329"/>
                </a:lnTo>
                <a:lnTo>
                  <a:pt x="29150" y="2329"/>
                </a:lnTo>
                <a:lnTo>
                  <a:pt x="29150" y="2445"/>
                </a:lnTo>
                <a:moveTo>
                  <a:pt x="28886" y="2445"/>
                </a:moveTo>
                <a:lnTo>
                  <a:pt x="28727" y="2445"/>
                </a:lnTo>
                <a:lnTo>
                  <a:pt x="28727" y="2329"/>
                </a:lnTo>
                <a:lnTo>
                  <a:pt x="28886" y="2329"/>
                </a:lnTo>
                <a:lnTo>
                  <a:pt x="28886" y="2445"/>
                </a:lnTo>
                <a:moveTo>
                  <a:pt x="28622" y="2445"/>
                </a:moveTo>
                <a:lnTo>
                  <a:pt x="28463" y="2445"/>
                </a:lnTo>
                <a:lnTo>
                  <a:pt x="28463" y="2329"/>
                </a:lnTo>
                <a:lnTo>
                  <a:pt x="28622" y="2329"/>
                </a:lnTo>
                <a:lnTo>
                  <a:pt x="28622" y="2445"/>
                </a:lnTo>
                <a:moveTo>
                  <a:pt x="28358" y="2445"/>
                </a:moveTo>
                <a:lnTo>
                  <a:pt x="28199" y="2445"/>
                </a:lnTo>
                <a:lnTo>
                  <a:pt x="28199" y="2329"/>
                </a:lnTo>
                <a:lnTo>
                  <a:pt x="28358" y="2329"/>
                </a:lnTo>
                <a:lnTo>
                  <a:pt x="28358" y="2445"/>
                </a:lnTo>
                <a:moveTo>
                  <a:pt x="28094" y="2445"/>
                </a:moveTo>
                <a:lnTo>
                  <a:pt x="27935" y="2445"/>
                </a:lnTo>
                <a:lnTo>
                  <a:pt x="27935" y="2329"/>
                </a:lnTo>
                <a:lnTo>
                  <a:pt x="28094" y="2329"/>
                </a:lnTo>
                <a:lnTo>
                  <a:pt x="28094" y="2445"/>
                </a:lnTo>
                <a:moveTo>
                  <a:pt x="27829" y="2445"/>
                </a:moveTo>
                <a:lnTo>
                  <a:pt x="27671" y="2445"/>
                </a:lnTo>
                <a:lnTo>
                  <a:pt x="27671" y="2329"/>
                </a:lnTo>
                <a:lnTo>
                  <a:pt x="27829" y="2329"/>
                </a:lnTo>
                <a:lnTo>
                  <a:pt x="27829" y="2445"/>
                </a:lnTo>
                <a:moveTo>
                  <a:pt x="27565" y="2445"/>
                </a:moveTo>
                <a:lnTo>
                  <a:pt x="27407" y="2445"/>
                </a:lnTo>
                <a:lnTo>
                  <a:pt x="27407" y="2329"/>
                </a:lnTo>
                <a:lnTo>
                  <a:pt x="27565" y="2329"/>
                </a:lnTo>
                <a:lnTo>
                  <a:pt x="27565" y="2445"/>
                </a:lnTo>
                <a:moveTo>
                  <a:pt x="27301" y="2445"/>
                </a:moveTo>
                <a:lnTo>
                  <a:pt x="27143" y="2445"/>
                </a:lnTo>
                <a:lnTo>
                  <a:pt x="27143" y="2329"/>
                </a:lnTo>
                <a:lnTo>
                  <a:pt x="27301" y="2329"/>
                </a:lnTo>
                <a:lnTo>
                  <a:pt x="27301" y="2445"/>
                </a:lnTo>
                <a:moveTo>
                  <a:pt x="27037" y="2445"/>
                </a:moveTo>
                <a:lnTo>
                  <a:pt x="26879" y="2445"/>
                </a:lnTo>
                <a:lnTo>
                  <a:pt x="26879" y="2329"/>
                </a:lnTo>
                <a:lnTo>
                  <a:pt x="27037" y="2329"/>
                </a:lnTo>
                <a:lnTo>
                  <a:pt x="27037" y="2445"/>
                </a:lnTo>
                <a:moveTo>
                  <a:pt x="26773" y="2445"/>
                </a:moveTo>
                <a:lnTo>
                  <a:pt x="26615" y="2445"/>
                </a:lnTo>
                <a:lnTo>
                  <a:pt x="26615" y="2329"/>
                </a:lnTo>
                <a:lnTo>
                  <a:pt x="26773" y="2329"/>
                </a:lnTo>
                <a:lnTo>
                  <a:pt x="26773" y="2445"/>
                </a:lnTo>
                <a:moveTo>
                  <a:pt x="26509" y="2445"/>
                </a:moveTo>
                <a:lnTo>
                  <a:pt x="26350" y="2445"/>
                </a:lnTo>
                <a:lnTo>
                  <a:pt x="26350" y="2329"/>
                </a:lnTo>
                <a:lnTo>
                  <a:pt x="26509" y="2329"/>
                </a:lnTo>
                <a:lnTo>
                  <a:pt x="26509" y="2445"/>
                </a:lnTo>
                <a:moveTo>
                  <a:pt x="26245" y="2445"/>
                </a:moveTo>
                <a:lnTo>
                  <a:pt x="26086" y="2445"/>
                </a:lnTo>
                <a:lnTo>
                  <a:pt x="26086" y="2329"/>
                </a:lnTo>
                <a:lnTo>
                  <a:pt x="26245" y="2329"/>
                </a:lnTo>
                <a:lnTo>
                  <a:pt x="26245" y="2445"/>
                </a:lnTo>
                <a:moveTo>
                  <a:pt x="25981" y="2445"/>
                </a:moveTo>
                <a:lnTo>
                  <a:pt x="25822" y="2445"/>
                </a:lnTo>
                <a:lnTo>
                  <a:pt x="25822" y="2329"/>
                </a:lnTo>
                <a:lnTo>
                  <a:pt x="25981" y="2329"/>
                </a:lnTo>
                <a:lnTo>
                  <a:pt x="25981" y="2445"/>
                </a:lnTo>
                <a:moveTo>
                  <a:pt x="25717" y="2445"/>
                </a:moveTo>
                <a:lnTo>
                  <a:pt x="25558" y="2445"/>
                </a:lnTo>
                <a:lnTo>
                  <a:pt x="25558" y="2329"/>
                </a:lnTo>
                <a:lnTo>
                  <a:pt x="25717" y="2329"/>
                </a:lnTo>
                <a:lnTo>
                  <a:pt x="25717" y="2445"/>
                </a:lnTo>
                <a:moveTo>
                  <a:pt x="25453" y="2445"/>
                </a:moveTo>
                <a:lnTo>
                  <a:pt x="25294" y="2445"/>
                </a:lnTo>
                <a:lnTo>
                  <a:pt x="25294" y="2329"/>
                </a:lnTo>
                <a:lnTo>
                  <a:pt x="25453" y="2329"/>
                </a:lnTo>
                <a:lnTo>
                  <a:pt x="25453" y="2445"/>
                </a:lnTo>
                <a:moveTo>
                  <a:pt x="25189" y="2445"/>
                </a:moveTo>
                <a:lnTo>
                  <a:pt x="25030" y="2445"/>
                </a:lnTo>
                <a:lnTo>
                  <a:pt x="25030" y="2329"/>
                </a:lnTo>
                <a:lnTo>
                  <a:pt x="25189" y="2329"/>
                </a:lnTo>
                <a:lnTo>
                  <a:pt x="25189" y="2445"/>
                </a:lnTo>
                <a:moveTo>
                  <a:pt x="24925" y="2445"/>
                </a:moveTo>
                <a:lnTo>
                  <a:pt x="24766" y="2445"/>
                </a:lnTo>
                <a:lnTo>
                  <a:pt x="24766" y="2329"/>
                </a:lnTo>
                <a:lnTo>
                  <a:pt x="24925" y="2329"/>
                </a:lnTo>
                <a:lnTo>
                  <a:pt x="24925" y="2445"/>
                </a:lnTo>
                <a:moveTo>
                  <a:pt x="24661" y="2445"/>
                </a:moveTo>
                <a:lnTo>
                  <a:pt x="24502" y="2445"/>
                </a:lnTo>
                <a:lnTo>
                  <a:pt x="24502" y="2329"/>
                </a:lnTo>
                <a:lnTo>
                  <a:pt x="24661" y="2329"/>
                </a:lnTo>
                <a:lnTo>
                  <a:pt x="24661" y="2445"/>
                </a:lnTo>
                <a:moveTo>
                  <a:pt x="24397" y="2445"/>
                </a:moveTo>
                <a:lnTo>
                  <a:pt x="24238" y="2445"/>
                </a:lnTo>
                <a:lnTo>
                  <a:pt x="24238" y="2329"/>
                </a:lnTo>
                <a:lnTo>
                  <a:pt x="24397" y="2329"/>
                </a:lnTo>
                <a:lnTo>
                  <a:pt x="24397" y="2445"/>
                </a:lnTo>
                <a:moveTo>
                  <a:pt x="24133" y="2445"/>
                </a:moveTo>
                <a:lnTo>
                  <a:pt x="23974" y="2445"/>
                </a:lnTo>
                <a:lnTo>
                  <a:pt x="23974" y="2329"/>
                </a:lnTo>
                <a:lnTo>
                  <a:pt x="24133" y="2329"/>
                </a:lnTo>
                <a:lnTo>
                  <a:pt x="24133" y="2445"/>
                </a:lnTo>
                <a:moveTo>
                  <a:pt x="23869" y="2445"/>
                </a:moveTo>
                <a:lnTo>
                  <a:pt x="23710" y="2445"/>
                </a:lnTo>
                <a:lnTo>
                  <a:pt x="23710" y="2329"/>
                </a:lnTo>
                <a:lnTo>
                  <a:pt x="23869" y="2329"/>
                </a:lnTo>
                <a:lnTo>
                  <a:pt x="23869" y="2445"/>
                </a:lnTo>
                <a:moveTo>
                  <a:pt x="23605" y="2445"/>
                </a:moveTo>
                <a:lnTo>
                  <a:pt x="23446" y="2445"/>
                </a:lnTo>
                <a:lnTo>
                  <a:pt x="23446" y="2329"/>
                </a:lnTo>
                <a:lnTo>
                  <a:pt x="23605" y="2329"/>
                </a:lnTo>
                <a:lnTo>
                  <a:pt x="23605" y="2445"/>
                </a:lnTo>
                <a:moveTo>
                  <a:pt x="23341" y="2445"/>
                </a:moveTo>
                <a:lnTo>
                  <a:pt x="23182" y="2445"/>
                </a:lnTo>
                <a:lnTo>
                  <a:pt x="23182" y="2329"/>
                </a:lnTo>
                <a:lnTo>
                  <a:pt x="23341" y="2329"/>
                </a:lnTo>
                <a:lnTo>
                  <a:pt x="23341" y="2445"/>
                </a:lnTo>
                <a:moveTo>
                  <a:pt x="23077" y="2445"/>
                </a:moveTo>
                <a:lnTo>
                  <a:pt x="22918" y="2445"/>
                </a:lnTo>
                <a:lnTo>
                  <a:pt x="22918" y="2329"/>
                </a:lnTo>
                <a:lnTo>
                  <a:pt x="23077" y="2329"/>
                </a:lnTo>
                <a:lnTo>
                  <a:pt x="23077" y="2445"/>
                </a:lnTo>
                <a:moveTo>
                  <a:pt x="22812" y="2445"/>
                </a:moveTo>
                <a:lnTo>
                  <a:pt x="22654" y="2445"/>
                </a:lnTo>
                <a:lnTo>
                  <a:pt x="22654" y="2329"/>
                </a:lnTo>
                <a:lnTo>
                  <a:pt x="22812" y="2329"/>
                </a:lnTo>
                <a:lnTo>
                  <a:pt x="22812" y="2445"/>
                </a:lnTo>
                <a:moveTo>
                  <a:pt x="22548" y="2445"/>
                </a:moveTo>
                <a:lnTo>
                  <a:pt x="22390" y="2445"/>
                </a:lnTo>
                <a:lnTo>
                  <a:pt x="22390" y="2329"/>
                </a:lnTo>
                <a:lnTo>
                  <a:pt x="22548" y="2329"/>
                </a:lnTo>
                <a:lnTo>
                  <a:pt x="22548" y="2445"/>
                </a:lnTo>
                <a:moveTo>
                  <a:pt x="22284" y="2445"/>
                </a:moveTo>
                <a:lnTo>
                  <a:pt x="22126" y="2445"/>
                </a:lnTo>
                <a:lnTo>
                  <a:pt x="22126" y="2329"/>
                </a:lnTo>
                <a:lnTo>
                  <a:pt x="22284" y="2329"/>
                </a:lnTo>
                <a:lnTo>
                  <a:pt x="22284" y="2445"/>
                </a:lnTo>
                <a:moveTo>
                  <a:pt x="22020" y="2445"/>
                </a:moveTo>
                <a:lnTo>
                  <a:pt x="21862" y="2445"/>
                </a:lnTo>
                <a:lnTo>
                  <a:pt x="21862" y="2329"/>
                </a:lnTo>
                <a:lnTo>
                  <a:pt x="22020" y="2329"/>
                </a:lnTo>
                <a:lnTo>
                  <a:pt x="22020" y="2445"/>
                </a:lnTo>
                <a:moveTo>
                  <a:pt x="21756" y="2445"/>
                </a:moveTo>
                <a:lnTo>
                  <a:pt x="21597" y="2445"/>
                </a:lnTo>
                <a:lnTo>
                  <a:pt x="21597" y="2329"/>
                </a:lnTo>
                <a:lnTo>
                  <a:pt x="21756" y="2329"/>
                </a:lnTo>
                <a:lnTo>
                  <a:pt x="21756" y="2445"/>
                </a:lnTo>
                <a:moveTo>
                  <a:pt x="21492" y="2445"/>
                </a:moveTo>
                <a:lnTo>
                  <a:pt x="21333" y="2445"/>
                </a:lnTo>
                <a:lnTo>
                  <a:pt x="21333" y="2329"/>
                </a:lnTo>
                <a:lnTo>
                  <a:pt x="21492" y="2329"/>
                </a:lnTo>
                <a:lnTo>
                  <a:pt x="21492" y="2445"/>
                </a:lnTo>
                <a:moveTo>
                  <a:pt x="21228" y="2445"/>
                </a:moveTo>
                <a:lnTo>
                  <a:pt x="21069" y="2445"/>
                </a:lnTo>
                <a:lnTo>
                  <a:pt x="21069" y="2329"/>
                </a:lnTo>
                <a:lnTo>
                  <a:pt x="21228" y="2329"/>
                </a:lnTo>
                <a:lnTo>
                  <a:pt x="21228" y="2445"/>
                </a:lnTo>
                <a:moveTo>
                  <a:pt x="20964" y="2445"/>
                </a:moveTo>
                <a:lnTo>
                  <a:pt x="20805" y="2445"/>
                </a:lnTo>
                <a:lnTo>
                  <a:pt x="20805" y="2329"/>
                </a:lnTo>
                <a:lnTo>
                  <a:pt x="20964" y="2329"/>
                </a:lnTo>
                <a:lnTo>
                  <a:pt x="20964" y="2445"/>
                </a:lnTo>
                <a:moveTo>
                  <a:pt x="20700" y="2445"/>
                </a:moveTo>
                <a:lnTo>
                  <a:pt x="20541" y="2445"/>
                </a:lnTo>
                <a:lnTo>
                  <a:pt x="20541" y="2329"/>
                </a:lnTo>
                <a:lnTo>
                  <a:pt x="20700" y="2329"/>
                </a:lnTo>
                <a:lnTo>
                  <a:pt x="20700" y="2445"/>
                </a:lnTo>
                <a:moveTo>
                  <a:pt x="20436" y="2445"/>
                </a:moveTo>
                <a:lnTo>
                  <a:pt x="20277" y="2445"/>
                </a:lnTo>
                <a:lnTo>
                  <a:pt x="20277" y="2329"/>
                </a:lnTo>
                <a:lnTo>
                  <a:pt x="20436" y="2329"/>
                </a:lnTo>
                <a:lnTo>
                  <a:pt x="20436" y="2445"/>
                </a:lnTo>
                <a:moveTo>
                  <a:pt x="20172" y="2445"/>
                </a:moveTo>
                <a:lnTo>
                  <a:pt x="20013" y="2445"/>
                </a:lnTo>
                <a:lnTo>
                  <a:pt x="20013" y="2329"/>
                </a:lnTo>
                <a:lnTo>
                  <a:pt x="20172" y="2329"/>
                </a:lnTo>
                <a:lnTo>
                  <a:pt x="20172" y="2445"/>
                </a:lnTo>
                <a:moveTo>
                  <a:pt x="19908" y="2445"/>
                </a:moveTo>
                <a:lnTo>
                  <a:pt x="19749" y="2445"/>
                </a:lnTo>
                <a:lnTo>
                  <a:pt x="19749" y="2329"/>
                </a:lnTo>
                <a:lnTo>
                  <a:pt x="19908" y="2329"/>
                </a:lnTo>
                <a:lnTo>
                  <a:pt x="19908" y="2445"/>
                </a:lnTo>
                <a:moveTo>
                  <a:pt x="19644" y="2445"/>
                </a:moveTo>
                <a:lnTo>
                  <a:pt x="19485" y="2445"/>
                </a:lnTo>
                <a:lnTo>
                  <a:pt x="19485" y="2329"/>
                </a:lnTo>
                <a:lnTo>
                  <a:pt x="19644" y="2329"/>
                </a:lnTo>
                <a:lnTo>
                  <a:pt x="19644" y="2445"/>
                </a:lnTo>
                <a:moveTo>
                  <a:pt x="19380" y="2445"/>
                </a:moveTo>
                <a:lnTo>
                  <a:pt x="19221" y="2445"/>
                </a:lnTo>
                <a:lnTo>
                  <a:pt x="19221" y="2329"/>
                </a:lnTo>
                <a:lnTo>
                  <a:pt x="19380" y="2329"/>
                </a:lnTo>
                <a:lnTo>
                  <a:pt x="19380" y="2445"/>
                </a:lnTo>
                <a:moveTo>
                  <a:pt x="19116" y="2445"/>
                </a:moveTo>
                <a:lnTo>
                  <a:pt x="18957" y="2445"/>
                </a:lnTo>
                <a:lnTo>
                  <a:pt x="18957" y="2329"/>
                </a:lnTo>
                <a:lnTo>
                  <a:pt x="19116" y="2329"/>
                </a:lnTo>
                <a:lnTo>
                  <a:pt x="19116" y="2445"/>
                </a:lnTo>
                <a:moveTo>
                  <a:pt x="18852" y="2445"/>
                </a:moveTo>
                <a:lnTo>
                  <a:pt x="18693" y="2445"/>
                </a:lnTo>
                <a:lnTo>
                  <a:pt x="18693" y="2329"/>
                </a:lnTo>
                <a:lnTo>
                  <a:pt x="18852" y="2329"/>
                </a:lnTo>
                <a:lnTo>
                  <a:pt x="18852" y="2445"/>
                </a:lnTo>
                <a:moveTo>
                  <a:pt x="18588" y="2445"/>
                </a:moveTo>
                <a:lnTo>
                  <a:pt x="18429" y="2445"/>
                </a:lnTo>
                <a:lnTo>
                  <a:pt x="18429" y="2329"/>
                </a:lnTo>
                <a:lnTo>
                  <a:pt x="18588" y="2329"/>
                </a:lnTo>
                <a:lnTo>
                  <a:pt x="18588" y="2445"/>
                </a:lnTo>
                <a:moveTo>
                  <a:pt x="18324" y="2445"/>
                </a:moveTo>
                <a:lnTo>
                  <a:pt x="18165" y="2445"/>
                </a:lnTo>
                <a:lnTo>
                  <a:pt x="18165" y="2329"/>
                </a:lnTo>
                <a:lnTo>
                  <a:pt x="18324" y="2329"/>
                </a:lnTo>
                <a:lnTo>
                  <a:pt x="18324" y="2445"/>
                </a:lnTo>
                <a:moveTo>
                  <a:pt x="18059" y="2445"/>
                </a:moveTo>
                <a:lnTo>
                  <a:pt x="17901" y="2445"/>
                </a:lnTo>
                <a:lnTo>
                  <a:pt x="17901" y="2329"/>
                </a:lnTo>
                <a:lnTo>
                  <a:pt x="18059" y="2329"/>
                </a:lnTo>
                <a:lnTo>
                  <a:pt x="18059" y="2445"/>
                </a:lnTo>
                <a:moveTo>
                  <a:pt x="17795" y="2445"/>
                </a:moveTo>
                <a:lnTo>
                  <a:pt x="17637" y="2445"/>
                </a:lnTo>
                <a:lnTo>
                  <a:pt x="17637" y="2329"/>
                </a:lnTo>
                <a:lnTo>
                  <a:pt x="17795" y="2329"/>
                </a:lnTo>
                <a:lnTo>
                  <a:pt x="17795" y="2445"/>
                </a:lnTo>
                <a:moveTo>
                  <a:pt x="17531" y="2445"/>
                </a:moveTo>
                <a:lnTo>
                  <a:pt x="17373" y="2445"/>
                </a:lnTo>
                <a:lnTo>
                  <a:pt x="17373" y="2329"/>
                </a:lnTo>
                <a:lnTo>
                  <a:pt x="17531" y="2329"/>
                </a:lnTo>
                <a:lnTo>
                  <a:pt x="17531" y="2445"/>
                </a:lnTo>
                <a:moveTo>
                  <a:pt x="17267" y="2445"/>
                </a:moveTo>
                <a:lnTo>
                  <a:pt x="17109" y="2445"/>
                </a:lnTo>
                <a:lnTo>
                  <a:pt x="17109" y="2329"/>
                </a:lnTo>
                <a:lnTo>
                  <a:pt x="17267" y="2329"/>
                </a:lnTo>
                <a:lnTo>
                  <a:pt x="17267" y="2445"/>
                </a:lnTo>
                <a:moveTo>
                  <a:pt x="17003" y="2445"/>
                </a:moveTo>
                <a:lnTo>
                  <a:pt x="16845" y="2445"/>
                </a:lnTo>
                <a:lnTo>
                  <a:pt x="16845" y="2329"/>
                </a:lnTo>
                <a:lnTo>
                  <a:pt x="17003" y="2329"/>
                </a:lnTo>
                <a:lnTo>
                  <a:pt x="17003" y="2445"/>
                </a:lnTo>
                <a:moveTo>
                  <a:pt x="16739" y="2445"/>
                </a:moveTo>
                <a:lnTo>
                  <a:pt x="16580" y="2445"/>
                </a:lnTo>
                <a:lnTo>
                  <a:pt x="16580" y="2329"/>
                </a:lnTo>
                <a:lnTo>
                  <a:pt x="16739" y="2329"/>
                </a:lnTo>
                <a:lnTo>
                  <a:pt x="16739" y="2445"/>
                </a:lnTo>
                <a:moveTo>
                  <a:pt x="16475" y="2445"/>
                </a:moveTo>
                <a:lnTo>
                  <a:pt x="16316" y="2445"/>
                </a:lnTo>
                <a:lnTo>
                  <a:pt x="16316" y="2329"/>
                </a:lnTo>
                <a:lnTo>
                  <a:pt x="16475" y="2329"/>
                </a:lnTo>
                <a:lnTo>
                  <a:pt x="16475" y="2445"/>
                </a:lnTo>
                <a:moveTo>
                  <a:pt x="16211" y="2445"/>
                </a:moveTo>
                <a:lnTo>
                  <a:pt x="16052" y="2445"/>
                </a:lnTo>
                <a:lnTo>
                  <a:pt x="16052" y="2329"/>
                </a:lnTo>
                <a:lnTo>
                  <a:pt x="16211" y="2329"/>
                </a:lnTo>
                <a:lnTo>
                  <a:pt x="16211" y="2445"/>
                </a:lnTo>
                <a:moveTo>
                  <a:pt x="15947" y="2445"/>
                </a:moveTo>
                <a:lnTo>
                  <a:pt x="15788" y="2445"/>
                </a:lnTo>
                <a:lnTo>
                  <a:pt x="15788" y="2329"/>
                </a:lnTo>
                <a:lnTo>
                  <a:pt x="15947" y="2329"/>
                </a:lnTo>
                <a:lnTo>
                  <a:pt x="15947" y="2445"/>
                </a:lnTo>
                <a:moveTo>
                  <a:pt x="15683" y="2445"/>
                </a:moveTo>
                <a:lnTo>
                  <a:pt x="15524" y="2445"/>
                </a:lnTo>
                <a:lnTo>
                  <a:pt x="15524" y="2329"/>
                </a:lnTo>
                <a:lnTo>
                  <a:pt x="15683" y="2329"/>
                </a:lnTo>
                <a:lnTo>
                  <a:pt x="15683" y="2445"/>
                </a:lnTo>
                <a:moveTo>
                  <a:pt x="15419" y="2445"/>
                </a:moveTo>
                <a:lnTo>
                  <a:pt x="15260" y="2445"/>
                </a:lnTo>
                <a:lnTo>
                  <a:pt x="15260" y="2329"/>
                </a:lnTo>
                <a:lnTo>
                  <a:pt x="15419" y="2329"/>
                </a:lnTo>
                <a:lnTo>
                  <a:pt x="15419" y="2445"/>
                </a:lnTo>
                <a:moveTo>
                  <a:pt x="15155" y="2445"/>
                </a:moveTo>
                <a:lnTo>
                  <a:pt x="14996" y="2445"/>
                </a:lnTo>
                <a:lnTo>
                  <a:pt x="14996" y="2329"/>
                </a:lnTo>
                <a:lnTo>
                  <a:pt x="15155" y="2329"/>
                </a:lnTo>
                <a:lnTo>
                  <a:pt x="15155" y="2445"/>
                </a:lnTo>
                <a:moveTo>
                  <a:pt x="14891" y="2445"/>
                </a:moveTo>
                <a:lnTo>
                  <a:pt x="14732" y="2445"/>
                </a:lnTo>
                <a:lnTo>
                  <a:pt x="14732" y="2329"/>
                </a:lnTo>
                <a:lnTo>
                  <a:pt x="14891" y="2329"/>
                </a:lnTo>
                <a:lnTo>
                  <a:pt x="14891" y="2445"/>
                </a:lnTo>
                <a:moveTo>
                  <a:pt x="14627" y="2445"/>
                </a:moveTo>
                <a:lnTo>
                  <a:pt x="14468" y="2445"/>
                </a:lnTo>
                <a:lnTo>
                  <a:pt x="14468" y="2329"/>
                </a:lnTo>
                <a:lnTo>
                  <a:pt x="14627" y="2329"/>
                </a:lnTo>
                <a:lnTo>
                  <a:pt x="14627" y="2445"/>
                </a:lnTo>
                <a:moveTo>
                  <a:pt x="14363" y="2445"/>
                </a:moveTo>
                <a:lnTo>
                  <a:pt x="14204" y="2445"/>
                </a:lnTo>
                <a:lnTo>
                  <a:pt x="14204" y="2329"/>
                </a:lnTo>
                <a:lnTo>
                  <a:pt x="14363" y="2329"/>
                </a:lnTo>
                <a:lnTo>
                  <a:pt x="14363" y="2445"/>
                </a:lnTo>
                <a:moveTo>
                  <a:pt x="14099" y="2445"/>
                </a:moveTo>
                <a:lnTo>
                  <a:pt x="13939" y="2445"/>
                </a:lnTo>
                <a:lnTo>
                  <a:pt x="13939" y="2329"/>
                </a:lnTo>
                <a:lnTo>
                  <a:pt x="14099" y="2329"/>
                </a:lnTo>
                <a:lnTo>
                  <a:pt x="14099" y="2445"/>
                </a:lnTo>
                <a:moveTo>
                  <a:pt x="13834" y="2445"/>
                </a:moveTo>
                <a:lnTo>
                  <a:pt x="13675" y="2445"/>
                </a:lnTo>
                <a:lnTo>
                  <a:pt x="13675" y="2329"/>
                </a:lnTo>
                <a:lnTo>
                  <a:pt x="13834" y="2329"/>
                </a:lnTo>
                <a:lnTo>
                  <a:pt x="13834" y="2445"/>
                </a:lnTo>
                <a:moveTo>
                  <a:pt x="13570" y="2445"/>
                </a:moveTo>
                <a:lnTo>
                  <a:pt x="13411" y="2445"/>
                </a:lnTo>
                <a:lnTo>
                  <a:pt x="13411" y="2329"/>
                </a:lnTo>
                <a:lnTo>
                  <a:pt x="13570" y="2329"/>
                </a:lnTo>
                <a:lnTo>
                  <a:pt x="13570" y="2445"/>
                </a:lnTo>
                <a:moveTo>
                  <a:pt x="13306" y="2445"/>
                </a:moveTo>
                <a:lnTo>
                  <a:pt x="13147" y="2445"/>
                </a:lnTo>
                <a:lnTo>
                  <a:pt x="13147" y="2329"/>
                </a:lnTo>
                <a:lnTo>
                  <a:pt x="13306" y="2329"/>
                </a:lnTo>
                <a:lnTo>
                  <a:pt x="13306" y="2445"/>
                </a:lnTo>
                <a:moveTo>
                  <a:pt x="13041" y="2445"/>
                </a:moveTo>
                <a:lnTo>
                  <a:pt x="12883" y="2445"/>
                </a:lnTo>
                <a:lnTo>
                  <a:pt x="12883" y="2329"/>
                </a:lnTo>
                <a:lnTo>
                  <a:pt x="13041" y="2329"/>
                </a:lnTo>
                <a:lnTo>
                  <a:pt x="13041" y="2445"/>
                </a:lnTo>
                <a:moveTo>
                  <a:pt x="12777" y="2445"/>
                </a:moveTo>
                <a:lnTo>
                  <a:pt x="12619" y="2445"/>
                </a:lnTo>
                <a:lnTo>
                  <a:pt x="12619" y="2329"/>
                </a:lnTo>
                <a:lnTo>
                  <a:pt x="12777" y="2329"/>
                </a:lnTo>
                <a:lnTo>
                  <a:pt x="12777" y="2445"/>
                </a:lnTo>
                <a:moveTo>
                  <a:pt x="12513" y="2445"/>
                </a:moveTo>
                <a:lnTo>
                  <a:pt x="12355" y="2445"/>
                </a:lnTo>
                <a:lnTo>
                  <a:pt x="12355" y="2329"/>
                </a:lnTo>
                <a:lnTo>
                  <a:pt x="12513" y="2329"/>
                </a:lnTo>
                <a:lnTo>
                  <a:pt x="12513" y="2445"/>
                </a:lnTo>
                <a:moveTo>
                  <a:pt x="12249" y="2445"/>
                </a:moveTo>
                <a:lnTo>
                  <a:pt x="12091" y="2445"/>
                </a:lnTo>
                <a:lnTo>
                  <a:pt x="12091" y="2329"/>
                </a:lnTo>
                <a:lnTo>
                  <a:pt x="12249" y="2329"/>
                </a:lnTo>
                <a:lnTo>
                  <a:pt x="12249" y="2445"/>
                </a:lnTo>
                <a:moveTo>
                  <a:pt x="11985" y="2445"/>
                </a:moveTo>
                <a:lnTo>
                  <a:pt x="11826" y="2445"/>
                </a:lnTo>
                <a:lnTo>
                  <a:pt x="11826" y="2329"/>
                </a:lnTo>
                <a:lnTo>
                  <a:pt x="11985" y="2329"/>
                </a:lnTo>
                <a:lnTo>
                  <a:pt x="11985" y="2445"/>
                </a:lnTo>
                <a:moveTo>
                  <a:pt x="11721" y="2445"/>
                </a:moveTo>
                <a:lnTo>
                  <a:pt x="11562" y="2445"/>
                </a:lnTo>
                <a:lnTo>
                  <a:pt x="11562" y="2329"/>
                </a:lnTo>
                <a:lnTo>
                  <a:pt x="11721" y="2329"/>
                </a:lnTo>
                <a:lnTo>
                  <a:pt x="11721" y="2445"/>
                </a:lnTo>
                <a:moveTo>
                  <a:pt x="11457" y="2445"/>
                </a:moveTo>
                <a:lnTo>
                  <a:pt x="11298" y="2445"/>
                </a:lnTo>
                <a:lnTo>
                  <a:pt x="11298" y="2329"/>
                </a:lnTo>
                <a:lnTo>
                  <a:pt x="11457" y="2329"/>
                </a:lnTo>
                <a:lnTo>
                  <a:pt x="11457" y="2445"/>
                </a:lnTo>
                <a:moveTo>
                  <a:pt x="11193" y="2445"/>
                </a:moveTo>
                <a:lnTo>
                  <a:pt x="11034" y="2445"/>
                </a:lnTo>
                <a:lnTo>
                  <a:pt x="11034" y="2329"/>
                </a:lnTo>
                <a:lnTo>
                  <a:pt x="11193" y="2329"/>
                </a:lnTo>
                <a:lnTo>
                  <a:pt x="11193" y="2445"/>
                </a:lnTo>
                <a:moveTo>
                  <a:pt x="10929" y="2445"/>
                </a:moveTo>
                <a:lnTo>
                  <a:pt x="10770" y="2445"/>
                </a:lnTo>
                <a:lnTo>
                  <a:pt x="10770" y="2329"/>
                </a:lnTo>
                <a:lnTo>
                  <a:pt x="10929" y="2329"/>
                </a:lnTo>
                <a:lnTo>
                  <a:pt x="10929" y="2445"/>
                </a:lnTo>
                <a:moveTo>
                  <a:pt x="10665" y="2445"/>
                </a:moveTo>
                <a:lnTo>
                  <a:pt x="10506" y="2445"/>
                </a:lnTo>
                <a:lnTo>
                  <a:pt x="10506" y="2329"/>
                </a:lnTo>
                <a:lnTo>
                  <a:pt x="10665" y="2329"/>
                </a:lnTo>
                <a:lnTo>
                  <a:pt x="10665" y="2445"/>
                </a:lnTo>
                <a:moveTo>
                  <a:pt x="10401" y="2445"/>
                </a:moveTo>
                <a:lnTo>
                  <a:pt x="10242" y="2445"/>
                </a:lnTo>
                <a:lnTo>
                  <a:pt x="10242" y="2329"/>
                </a:lnTo>
                <a:lnTo>
                  <a:pt x="10401" y="2329"/>
                </a:lnTo>
                <a:lnTo>
                  <a:pt x="10401" y="2445"/>
                </a:lnTo>
                <a:moveTo>
                  <a:pt x="10137" y="2445"/>
                </a:moveTo>
                <a:lnTo>
                  <a:pt x="9978" y="2445"/>
                </a:lnTo>
                <a:lnTo>
                  <a:pt x="9978" y="2329"/>
                </a:lnTo>
                <a:lnTo>
                  <a:pt x="10137" y="2329"/>
                </a:lnTo>
                <a:lnTo>
                  <a:pt x="10137" y="2445"/>
                </a:lnTo>
                <a:moveTo>
                  <a:pt x="9873" y="2445"/>
                </a:moveTo>
                <a:lnTo>
                  <a:pt x="9714" y="2445"/>
                </a:lnTo>
                <a:lnTo>
                  <a:pt x="9714" y="2329"/>
                </a:lnTo>
                <a:lnTo>
                  <a:pt x="9873" y="2329"/>
                </a:lnTo>
                <a:lnTo>
                  <a:pt x="9873" y="2445"/>
                </a:lnTo>
                <a:moveTo>
                  <a:pt x="9609" y="2445"/>
                </a:moveTo>
                <a:lnTo>
                  <a:pt x="9450" y="2445"/>
                </a:lnTo>
                <a:lnTo>
                  <a:pt x="9450" y="2329"/>
                </a:lnTo>
                <a:lnTo>
                  <a:pt x="9609" y="2329"/>
                </a:lnTo>
                <a:lnTo>
                  <a:pt x="9609" y="2445"/>
                </a:lnTo>
                <a:moveTo>
                  <a:pt x="9345" y="2445"/>
                </a:moveTo>
                <a:lnTo>
                  <a:pt x="9186" y="2445"/>
                </a:lnTo>
                <a:lnTo>
                  <a:pt x="9186" y="2329"/>
                </a:lnTo>
                <a:lnTo>
                  <a:pt x="9345" y="2329"/>
                </a:lnTo>
                <a:lnTo>
                  <a:pt x="9345" y="2445"/>
                </a:lnTo>
                <a:moveTo>
                  <a:pt x="9081" y="2445"/>
                </a:moveTo>
                <a:lnTo>
                  <a:pt x="8922" y="2445"/>
                </a:lnTo>
                <a:lnTo>
                  <a:pt x="8922" y="2329"/>
                </a:lnTo>
                <a:lnTo>
                  <a:pt x="9081" y="2329"/>
                </a:lnTo>
                <a:lnTo>
                  <a:pt x="9081" y="2445"/>
                </a:lnTo>
                <a:moveTo>
                  <a:pt x="8817" y="2445"/>
                </a:moveTo>
                <a:lnTo>
                  <a:pt x="8658" y="2445"/>
                </a:lnTo>
                <a:lnTo>
                  <a:pt x="8658" y="2329"/>
                </a:lnTo>
                <a:lnTo>
                  <a:pt x="8817" y="2329"/>
                </a:lnTo>
                <a:lnTo>
                  <a:pt x="8817" y="2445"/>
                </a:lnTo>
                <a:moveTo>
                  <a:pt x="8553" y="2445"/>
                </a:moveTo>
                <a:lnTo>
                  <a:pt x="8394" y="2445"/>
                </a:lnTo>
                <a:lnTo>
                  <a:pt x="8394" y="2329"/>
                </a:lnTo>
                <a:lnTo>
                  <a:pt x="8553" y="2329"/>
                </a:lnTo>
                <a:lnTo>
                  <a:pt x="8553" y="2445"/>
                </a:lnTo>
                <a:moveTo>
                  <a:pt x="8288" y="2445"/>
                </a:moveTo>
                <a:lnTo>
                  <a:pt x="8130" y="2445"/>
                </a:lnTo>
                <a:lnTo>
                  <a:pt x="8130" y="2329"/>
                </a:lnTo>
                <a:lnTo>
                  <a:pt x="8288" y="2329"/>
                </a:lnTo>
                <a:lnTo>
                  <a:pt x="8288" y="2445"/>
                </a:lnTo>
                <a:moveTo>
                  <a:pt x="8024" y="2445"/>
                </a:moveTo>
                <a:lnTo>
                  <a:pt x="7866" y="2445"/>
                </a:lnTo>
                <a:lnTo>
                  <a:pt x="7866" y="2329"/>
                </a:lnTo>
                <a:lnTo>
                  <a:pt x="8024" y="2329"/>
                </a:lnTo>
                <a:lnTo>
                  <a:pt x="8024" y="2445"/>
                </a:lnTo>
                <a:moveTo>
                  <a:pt x="7760" y="2445"/>
                </a:moveTo>
                <a:lnTo>
                  <a:pt x="7602" y="2445"/>
                </a:lnTo>
                <a:lnTo>
                  <a:pt x="7602" y="2329"/>
                </a:lnTo>
                <a:lnTo>
                  <a:pt x="7760" y="2329"/>
                </a:lnTo>
                <a:lnTo>
                  <a:pt x="7760" y="2445"/>
                </a:lnTo>
                <a:moveTo>
                  <a:pt x="7496" y="2445"/>
                </a:moveTo>
                <a:lnTo>
                  <a:pt x="7338" y="2445"/>
                </a:lnTo>
                <a:lnTo>
                  <a:pt x="7338" y="2329"/>
                </a:lnTo>
                <a:lnTo>
                  <a:pt x="7496" y="2329"/>
                </a:lnTo>
                <a:lnTo>
                  <a:pt x="7496" y="2445"/>
                </a:lnTo>
                <a:moveTo>
                  <a:pt x="7232" y="2445"/>
                </a:moveTo>
                <a:lnTo>
                  <a:pt x="7074" y="2445"/>
                </a:lnTo>
                <a:lnTo>
                  <a:pt x="7074" y="2329"/>
                </a:lnTo>
                <a:lnTo>
                  <a:pt x="7232" y="2329"/>
                </a:lnTo>
                <a:lnTo>
                  <a:pt x="7232" y="2445"/>
                </a:lnTo>
                <a:moveTo>
                  <a:pt x="6968" y="2445"/>
                </a:moveTo>
                <a:lnTo>
                  <a:pt x="6809" y="2445"/>
                </a:lnTo>
                <a:lnTo>
                  <a:pt x="6809" y="2329"/>
                </a:lnTo>
                <a:lnTo>
                  <a:pt x="6968" y="2329"/>
                </a:lnTo>
                <a:lnTo>
                  <a:pt x="6968" y="2445"/>
                </a:lnTo>
                <a:moveTo>
                  <a:pt x="6704" y="2445"/>
                </a:moveTo>
                <a:lnTo>
                  <a:pt x="6545" y="2445"/>
                </a:lnTo>
                <a:lnTo>
                  <a:pt x="6545" y="2329"/>
                </a:lnTo>
                <a:lnTo>
                  <a:pt x="6704" y="2329"/>
                </a:lnTo>
                <a:lnTo>
                  <a:pt x="6704" y="2445"/>
                </a:lnTo>
                <a:moveTo>
                  <a:pt x="6440" y="2445"/>
                </a:moveTo>
                <a:lnTo>
                  <a:pt x="6281" y="2445"/>
                </a:lnTo>
                <a:lnTo>
                  <a:pt x="6281" y="2329"/>
                </a:lnTo>
                <a:lnTo>
                  <a:pt x="6440" y="2329"/>
                </a:lnTo>
                <a:lnTo>
                  <a:pt x="6440" y="2445"/>
                </a:lnTo>
                <a:moveTo>
                  <a:pt x="6176" y="2445"/>
                </a:moveTo>
                <a:lnTo>
                  <a:pt x="6017" y="2445"/>
                </a:lnTo>
                <a:lnTo>
                  <a:pt x="6017" y="2329"/>
                </a:lnTo>
                <a:lnTo>
                  <a:pt x="6176" y="2329"/>
                </a:lnTo>
                <a:lnTo>
                  <a:pt x="6176" y="2445"/>
                </a:lnTo>
                <a:moveTo>
                  <a:pt x="5912" y="2445"/>
                </a:moveTo>
                <a:lnTo>
                  <a:pt x="5753" y="2445"/>
                </a:lnTo>
                <a:lnTo>
                  <a:pt x="5753" y="2329"/>
                </a:lnTo>
                <a:lnTo>
                  <a:pt x="5912" y="2329"/>
                </a:lnTo>
                <a:lnTo>
                  <a:pt x="5912" y="2445"/>
                </a:lnTo>
                <a:moveTo>
                  <a:pt x="5648" y="2445"/>
                </a:moveTo>
                <a:lnTo>
                  <a:pt x="5489" y="2445"/>
                </a:lnTo>
                <a:lnTo>
                  <a:pt x="5489" y="2329"/>
                </a:lnTo>
                <a:lnTo>
                  <a:pt x="5648" y="2329"/>
                </a:lnTo>
                <a:lnTo>
                  <a:pt x="5648" y="2445"/>
                </a:lnTo>
                <a:moveTo>
                  <a:pt x="5384" y="2445"/>
                </a:moveTo>
                <a:lnTo>
                  <a:pt x="5225" y="2445"/>
                </a:lnTo>
                <a:lnTo>
                  <a:pt x="5225" y="2329"/>
                </a:lnTo>
                <a:lnTo>
                  <a:pt x="5384" y="2329"/>
                </a:lnTo>
                <a:lnTo>
                  <a:pt x="5384" y="2445"/>
                </a:lnTo>
                <a:moveTo>
                  <a:pt x="5120" y="2445"/>
                </a:moveTo>
                <a:lnTo>
                  <a:pt x="4961" y="2445"/>
                </a:lnTo>
                <a:lnTo>
                  <a:pt x="4961" y="2329"/>
                </a:lnTo>
                <a:lnTo>
                  <a:pt x="5120" y="2329"/>
                </a:lnTo>
                <a:lnTo>
                  <a:pt x="5120" y="2445"/>
                </a:lnTo>
                <a:moveTo>
                  <a:pt x="4856" y="2445"/>
                </a:moveTo>
                <a:lnTo>
                  <a:pt x="4697" y="2445"/>
                </a:lnTo>
                <a:lnTo>
                  <a:pt x="4697" y="2329"/>
                </a:lnTo>
                <a:lnTo>
                  <a:pt x="4856" y="2329"/>
                </a:lnTo>
                <a:lnTo>
                  <a:pt x="4856" y="2445"/>
                </a:lnTo>
                <a:moveTo>
                  <a:pt x="4592" y="2445"/>
                </a:moveTo>
                <a:lnTo>
                  <a:pt x="4433" y="2445"/>
                </a:lnTo>
                <a:lnTo>
                  <a:pt x="4433" y="2329"/>
                </a:lnTo>
                <a:lnTo>
                  <a:pt x="4592" y="2329"/>
                </a:lnTo>
                <a:lnTo>
                  <a:pt x="4592" y="2445"/>
                </a:lnTo>
                <a:moveTo>
                  <a:pt x="4328" y="2445"/>
                </a:moveTo>
                <a:lnTo>
                  <a:pt x="4169" y="2445"/>
                </a:lnTo>
                <a:lnTo>
                  <a:pt x="4169" y="2329"/>
                </a:lnTo>
                <a:lnTo>
                  <a:pt x="4328" y="2329"/>
                </a:lnTo>
                <a:lnTo>
                  <a:pt x="4328" y="2445"/>
                </a:lnTo>
                <a:moveTo>
                  <a:pt x="4064" y="2445"/>
                </a:moveTo>
                <a:lnTo>
                  <a:pt x="3905" y="2445"/>
                </a:lnTo>
                <a:lnTo>
                  <a:pt x="3905" y="2329"/>
                </a:lnTo>
                <a:lnTo>
                  <a:pt x="4064" y="2329"/>
                </a:lnTo>
                <a:lnTo>
                  <a:pt x="4064" y="2445"/>
                </a:lnTo>
                <a:moveTo>
                  <a:pt x="3800" y="2445"/>
                </a:moveTo>
                <a:lnTo>
                  <a:pt x="3641" y="2445"/>
                </a:lnTo>
                <a:lnTo>
                  <a:pt x="3641" y="2329"/>
                </a:lnTo>
                <a:lnTo>
                  <a:pt x="3800" y="2329"/>
                </a:lnTo>
                <a:lnTo>
                  <a:pt x="3800" y="2445"/>
                </a:lnTo>
                <a:moveTo>
                  <a:pt x="3536" y="2445"/>
                </a:moveTo>
                <a:lnTo>
                  <a:pt x="3377" y="2445"/>
                </a:lnTo>
                <a:lnTo>
                  <a:pt x="3377" y="2329"/>
                </a:lnTo>
                <a:lnTo>
                  <a:pt x="3536" y="2329"/>
                </a:lnTo>
                <a:lnTo>
                  <a:pt x="3536" y="2445"/>
                </a:lnTo>
                <a:moveTo>
                  <a:pt x="3271" y="2445"/>
                </a:moveTo>
                <a:lnTo>
                  <a:pt x="3113" y="2445"/>
                </a:lnTo>
                <a:lnTo>
                  <a:pt x="3113" y="2329"/>
                </a:lnTo>
                <a:lnTo>
                  <a:pt x="3271" y="2329"/>
                </a:lnTo>
                <a:lnTo>
                  <a:pt x="3271" y="2445"/>
                </a:lnTo>
                <a:moveTo>
                  <a:pt x="3007" y="2445"/>
                </a:moveTo>
                <a:lnTo>
                  <a:pt x="2849" y="2445"/>
                </a:lnTo>
                <a:lnTo>
                  <a:pt x="2849" y="2329"/>
                </a:lnTo>
                <a:lnTo>
                  <a:pt x="3007" y="2329"/>
                </a:lnTo>
                <a:lnTo>
                  <a:pt x="3007" y="2445"/>
                </a:lnTo>
                <a:moveTo>
                  <a:pt x="2743" y="2445"/>
                </a:moveTo>
                <a:lnTo>
                  <a:pt x="2585" y="2445"/>
                </a:lnTo>
                <a:lnTo>
                  <a:pt x="2585" y="2329"/>
                </a:lnTo>
                <a:lnTo>
                  <a:pt x="2743" y="2329"/>
                </a:lnTo>
                <a:lnTo>
                  <a:pt x="2743" y="2445"/>
                </a:lnTo>
                <a:moveTo>
                  <a:pt x="2479" y="2445"/>
                </a:moveTo>
                <a:lnTo>
                  <a:pt x="2321" y="2445"/>
                </a:lnTo>
                <a:lnTo>
                  <a:pt x="2321" y="2329"/>
                </a:lnTo>
                <a:lnTo>
                  <a:pt x="2479" y="2329"/>
                </a:lnTo>
                <a:lnTo>
                  <a:pt x="2479" y="2445"/>
                </a:lnTo>
                <a:moveTo>
                  <a:pt x="2215" y="2445"/>
                </a:moveTo>
                <a:lnTo>
                  <a:pt x="2056" y="2445"/>
                </a:lnTo>
                <a:lnTo>
                  <a:pt x="2056" y="2329"/>
                </a:lnTo>
                <a:lnTo>
                  <a:pt x="2215" y="2329"/>
                </a:lnTo>
                <a:lnTo>
                  <a:pt x="2215" y="2445"/>
                </a:lnTo>
                <a:moveTo>
                  <a:pt x="1951" y="2445"/>
                </a:moveTo>
                <a:lnTo>
                  <a:pt x="1792" y="2445"/>
                </a:lnTo>
                <a:lnTo>
                  <a:pt x="1792" y="2329"/>
                </a:lnTo>
                <a:lnTo>
                  <a:pt x="1951" y="2329"/>
                </a:lnTo>
                <a:lnTo>
                  <a:pt x="1951" y="2445"/>
                </a:lnTo>
                <a:moveTo>
                  <a:pt x="1687" y="2445"/>
                </a:moveTo>
                <a:lnTo>
                  <a:pt x="1528" y="2445"/>
                </a:lnTo>
                <a:lnTo>
                  <a:pt x="1528" y="2329"/>
                </a:lnTo>
                <a:lnTo>
                  <a:pt x="1687" y="2329"/>
                </a:lnTo>
                <a:lnTo>
                  <a:pt x="1687" y="2445"/>
                </a:lnTo>
                <a:moveTo>
                  <a:pt x="1423" y="2445"/>
                </a:moveTo>
                <a:lnTo>
                  <a:pt x="1264" y="2445"/>
                </a:lnTo>
                <a:lnTo>
                  <a:pt x="1264" y="2329"/>
                </a:lnTo>
                <a:lnTo>
                  <a:pt x="1423" y="2329"/>
                </a:lnTo>
                <a:lnTo>
                  <a:pt x="1423" y="2445"/>
                </a:lnTo>
                <a:moveTo>
                  <a:pt x="1159" y="2445"/>
                </a:moveTo>
                <a:lnTo>
                  <a:pt x="1000" y="2445"/>
                </a:lnTo>
                <a:lnTo>
                  <a:pt x="1000" y="2329"/>
                </a:lnTo>
                <a:lnTo>
                  <a:pt x="1159" y="2329"/>
                </a:lnTo>
                <a:lnTo>
                  <a:pt x="1159" y="2445"/>
                </a:lnTo>
                <a:moveTo>
                  <a:pt x="895" y="2445"/>
                </a:moveTo>
                <a:lnTo>
                  <a:pt x="736" y="2445"/>
                </a:lnTo>
                <a:lnTo>
                  <a:pt x="736" y="2329"/>
                </a:lnTo>
                <a:lnTo>
                  <a:pt x="895" y="2329"/>
                </a:lnTo>
                <a:lnTo>
                  <a:pt x="895" y="2445"/>
                </a:lnTo>
                <a:moveTo>
                  <a:pt x="631" y="2445"/>
                </a:moveTo>
                <a:lnTo>
                  <a:pt x="472" y="2445"/>
                </a:lnTo>
                <a:lnTo>
                  <a:pt x="472" y="2329"/>
                </a:lnTo>
                <a:lnTo>
                  <a:pt x="631" y="2329"/>
                </a:lnTo>
                <a:lnTo>
                  <a:pt x="631" y="2445"/>
                </a:lnTo>
                <a:moveTo>
                  <a:pt x="367" y="2445"/>
                </a:moveTo>
                <a:lnTo>
                  <a:pt x="244" y="2445"/>
                </a:lnTo>
                <a:cubicBezTo>
                  <a:pt x="228" y="2445"/>
                  <a:pt x="213" y="2444"/>
                  <a:pt x="198" y="2441"/>
                </a:cubicBezTo>
                <a:lnTo>
                  <a:pt x="220" y="2327"/>
                </a:lnTo>
                <a:cubicBezTo>
                  <a:pt x="228" y="2328"/>
                  <a:pt x="236" y="2329"/>
                  <a:pt x="244" y="2329"/>
                </a:cubicBezTo>
                <a:lnTo>
                  <a:pt x="367" y="2329"/>
                </a:lnTo>
                <a:lnTo>
                  <a:pt x="367" y="2445"/>
                </a:lnTo>
                <a:moveTo>
                  <a:pt x="75" y="2377"/>
                </a:moveTo>
                <a:cubicBezTo>
                  <a:pt x="25" y="2330"/>
                  <a:pt x="0" y="2271"/>
                  <a:pt x="0" y="2202"/>
                </a:cubicBezTo>
                <a:lnTo>
                  <a:pt x="0" y="2191"/>
                </a:lnTo>
                <a:lnTo>
                  <a:pt x="117" y="2191"/>
                </a:lnTo>
                <a:lnTo>
                  <a:pt x="117" y="2202"/>
                </a:lnTo>
                <a:cubicBezTo>
                  <a:pt x="117" y="2238"/>
                  <a:pt x="130" y="2269"/>
                  <a:pt x="156" y="2294"/>
                </a:cubicBezTo>
                <a:lnTo>
                  <a:pt x="75" y="2377"/>
                </a:lnTo>
                <a:moveTo>
                  <a:pt x="0" y="2086"/>
                </a:moveTo>
                <a:lnTo>
                  <a:pt x="0" y="1927"/>
                </a:lnTo>
                <a:lnTo>
                  <a:pt x="117" y="1927"/>
                </a:lnTo>
                <a:lnTo>
                  <a:pt x="117" y="2086"/>
                </a:lnTo>
                <a:lnTo>
                  <a:pt x="0" y="2086"/>
                </a:lnTo>
                <a:moveTo>
                  <a:pt x="0" y="1822"/>
                </a:moveTo>
                <a:lnTo>
                  <a:pt x="0" y="1663"/>
                </a:lnTo>
                <a:lnTo>
                  <a:pt x="117" y="1663"/>
                </a:lnTo>
                <a:lnTo>
                  <a:pt x="117" y="1822"/>
                </a:lnTo>
                <a:lnTo>
                  <a:pt x="0" y="1822"/>
                </a:lnTo>
                <a:moveTo>
                  <a:pt x="0" y="1558"/>
                </a:moveTo>
                <a:lnTo>
                  <a:pt x="0" y="1399"/>
                </a:lnTo>
                <a:lnTo>
                  <a:pt x="117" y="1399"/>
                </a:lnTo>
                <a:lnTo>
                  <a:pt x="117" y="1558"/>
                </a:lnTo>
                <a:lnTo>
                  <a:pt x="0" y="1558"/>
                </a:lnTo>
                <a:moveTo>
                  <a:pt x="0" y="1294"/>
                </a:moveTo>
                <a:lnTo>
                  <a:pt x="0" y="1135"/>
                </a:lnTo>
                <a:lnTo>
                  <a:pt x="117" y="1135"/>
                </a:lnTo>
                <a:lnTo>
                  <a:pt x="117" y="1294"/>
                </a:lnTo>
                <a:lnTo>
                  <a:pt x="0" y="1294"/>
                </a:lnTo>
                <a:moveTo>
                  <a:pt x="0" y="1030"/>
                </a:moveTo>
                <a:lnTo>
                  <a:pt x="0" y="871"/>
                </a:lnTo>
                <a:lnTo>
                  <a:pt x="117" y="871"/>
                </a:lnTo>
                <a:lnTo>
                  <a:pt x="117" y="1030"/>
                </a:lnTo>
                <a:lnTo>
                  <a:pt x="0" y="1030"/>
                </a:lnTo>
                <a:moveTo>
                  <a:pt x="0" y="766"/>
                </a:moveTo>
                <a:lnTo>
                  <a:pt x="0" y="606"/>
                </a:lnTo>
                <a:lnTo>
                  <a:pt x="117" y="606"/>
                </a:lnTo>
                <a:lnTo>
                  <a:pt x="117" y="766"/>
                </a:lnTo>
                <a:lnTo>
                  <a:pt x="0" y="766"/>
                </a:lnTo>
                <a:moveTo>
                  <a:pt x="0" y="501"/>
                </a:moveTo>
                <a:lnTo>
                  <a:pt x="0" y="342"/>
                </a:lnTo>
                <a:lnTo>
                  <a:pt x="117" y="342"/>
                </a:lnTo>
                <a:lnTo>
                  <a:pt x="117" y="501"/>
                </a:lnTo>
                <a:lnTo>
                  <a:pt x="0" y="501"/>
                </a:lnTo>
                <a:moveTo>
                  <a:pt x="1" y="235"/>
                </a:moveTo>
                <a:cubicBezTo>
                  <a:pt x="3" y="160"/>
                  <a:pt x="34" y="99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5"/>
                </a:lnTo>
                <a:moveTo>
                  <a:pt x="221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781200" y="4792320"/>
            <a:ext cx="1073124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は「何を覚えるか」だけでなく「何を忘れるか」も学習するモデルとして理解できる。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1066320" y="5744160"/>
            <a:ext cx="960984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[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ここに論文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Figure 1: LSTM placed in the Machine Learning taxonomy 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を入れる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]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914400" y="3924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考察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3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74" name=""/>
          <p:cNvSpPr/>
          <p:nvPr/>
        </p:nvSpPr>
        <p:spPr>
          <a:xfrm>
            <a:off x="54288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2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54288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2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533520" y="924480"/>
            <a:ext cx="1057824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は万能ではなく、データ量‧系列長‧計算コストに応じて使い分けが必要である。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762120" y="1848600"/>
            <a:ext cx="53424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限界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809280" y="29048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1059480" y="2336400"/>
            <a:ext cx="35668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統計モデルより計算コストが高い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1059480" y="278388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短く単純な系列では過剰なモデルになりう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809280" y="370512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1"/>
                  <a:pt x="263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7"/>
                  <a:pt x="0" y="151"/>
                  <a:pt x="0" y="132"/>
                </a:cubicBezTo>
                <a:cubicBezTo>
                  <a:pt x="0" y="115"/>
                  <a:pt x="4" y="98"/>
                  <a:pt x="11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5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1059480" y="313632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1059480" y="358416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非常に長い系列では、さらに別の工夫が必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623880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3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623880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3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1059480" y="3936600"/>
            <a:ext cx="9518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要になる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6458040" y="184860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今後の方向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6755760" y="2336400"/>
            <a:ext cx="28537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タスクに応じたモデル選択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6505560" y="33429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6755760" y="2783880"/>
            <a:ext cx="40424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双方向化や多層化による表現力の向上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533160" y="4638600"/>
            <a:ext cx="11125440" cy="1009800"/>
          </a:xfrm>
          <a:custGeom>
            <a:avLst/>
            <a:gdLst/>
            <a:ahLst/>
            <a:rect l="0" t="0" r="r" b="b"/>
            <a:pathLst>
              <a:path w="30904" h="2805">
                <a:moveTo>
                  <a:pt x="0" y="0"/>
                </a:moveTo>
                <a:lnTo>
                  <a:pt x="30904" y="0"/>
                </a:lnTo>
                <a:lnTo>
                  <a:pt x="30904" y="2805"/>
                </a:lnTo>
                <a:lnTo>
                  <a:pt x="0" y="2805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533160" y="4638600"/>
            <a:ext cx="76680" cy="1009800"/>
          </a:xfrm>
          <a:custGeom>
            <a:avLst/>
            <a:gdLst/>
            <a:ahLst/>
            <a:rect l="0" t="0" r="r" b="b"/>
            <a:pathLst>
              <a:path w="213" h="2805">
                <a:moveTo>
                  <a:pt x="0" y="0"/>
                </a:moveTo>
                <a:lnTo>
                  <a:pt x="213" y="0"/>
                </a:lnTo>
                <a:lnTo>
                  <a:pt x="213" y="2805"/>
                </a:lnTo>
                <a:lnTo>
                  <a:pt x="0" y="2805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6755760" y="3222000"/>
            <a:ext cx="36316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Attention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系モデルとの比較‧併用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781200" y="4792320"/>
            <a:ext cx="1068552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入門者向けには、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を「長く残す記憶をゲートで守る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RNN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」と押さえると流れを追いや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781200" y="5163840"/>
            <a:ext cx="77328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すい。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914400" y="3924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限界‧今後の課題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0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407" name=""/>
          <p:cNvSpPr/>
          <p:nvPr/>
        </p:nvSpPr>
        <p:spPr>
          <a:xfrm>
            <a:off x="542880" y="1723680"/>
            <a:ext cx="3571920" cy="2029320"/>
          </a:xfrm>
          <a:custGeom>
            <a:avLst/>
            <a:gdLst/>
            <a:ahLst/>
            <a:rect l="0" t="0" r="r" b="b"/>
            <a:pathLst>
              <a:path w="9922" h="5637">
                <a:moveTo>
                  <a:pt x="0" y="5452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2"/>
                  <a:pt x="9773" y="4"/>
                </a:cubicBezTo>
                <a:cubicBezTo>
                  <a:pt x="9785" y="6"/>
                  <a:pt x="9797" y="10"/>
                  <a:pt x="9808" y="15"/>
                </a:cubicBezTo>
                <a:cubicBezTo>
                  <a:pt x="9819" y="19"/>
                  <a:pt x="9830" y="25"/>
                  <a:pt x="9840" y="32"/>
                </a:cubicBezTo>
                <a:cubicBezTo>
                  <a:pt x="9850" y="38"/>
                  <a:pt x="9860" y="46"/>
                  <a:pt x="9868" y="55"/>
                </a:cubicBezTo>
                <a:cubicBezTo>
                  <a:pt x="9877" y="63"/>
                  <a:pt x="9885" y="73"/>
                  <a:pt x="9891" y="83"/>
                </a:cubicBezTo>
                <a:cubicBezTo>
                  <a:pt x="9898" y="93"/>
                  <a:pt x="9904" y="104"/>
                  <a:pt x="9908" y="115"/>
                </a:cubicBezTo>
                <a:cubicBezTo>
                  <a:pt x="9913" y="126"/>
                  <a:pt x="9917" y="138"/>
                  <a:pt x="9919" y="150"/>
                </a:cubicBezTo>
                <a:cubicBezTo>
                  <a:pt x="9921" y="161"/>
                  <a:pt x="9922" y="174"/>
                  <a:pt x="9922" y="186"/>
                </a:cubicBezTo>
                <a:lnTo>
                  <a:pt x="9922" y="5452"/>
                </a:lnTo>
                <a:cubicBezTo>
                  <a:pt x="9922" y="5464"/>
                  <a:pt x="9921" y="5476"/>
                  <a:pt x="9919" y="5488"/>
                </a:cubicBezTo>
                <a:cubicBezTo>
                  <a:pt x="9917" y="5500"/>
                  <a:pt x="9913" y="5512"/>
                  <a:pt x="9908" y="5523"/>
                </a:cubicBezTo>
                <a:cubicBezTo>
                  <a:pt x="9904" y="5534"/>
                  <a:pt x="9898" y="5545"/>
                  <a:pt x="9891" y="5555"/>
                </a:cubicBezTo>
                <a:cubicBezTo>
                  <a:pt x="9885" y="5565"/>
                  <a:pt x="9877" y="5574"/>
                  <a:pt x="9868" y="5583"/>
                </a:cubicBezTo>
                <a:cubicBezTo>
                  <a:pt x="9860" y="5591"/>
                  <a:pt x="9850" y="5599"/>
                  <a:pt x="9840" y="5606"/>
                </a:cubicBezTo>
                <a:cubicBezTo>
                  <a:pt x="9830" y="5613"/>
                  <a:pt x="9819" y="5618"/>
                  <a:pt x="9808" y="5623"/>
                </a:cubicBezTo>
                <a:cubicBezTo>
                  <a:pt x="9797" y="5628"/>
                  <a:pt x="9785" y="5631"/>
                  <a:pt x="9773" y="5634"/>
                </a:cubicBezTo>
                <a:cubicBezTo>
                  <a:pt x="9761" y="5636"/>
                  <a:pt x="9749" y="5637"/>
                  <a:pt x="9737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4"/>
                </a:cubicBezTo>
                <a:cubicBezTo>
                  <a:pt x="137" y="5631"/>
                  <a:pt x="125" y="5628"/>
                  <a:pt x="114" y="5623"/>
                </a:cubicBezTo>
                <a:cubicBezTo>
                  <a:pt x="103" y="5618"/>
                  <a:pt x="92" y="5613"/>
                  <a:pt x="82" y="5606"/>
                </a:cubicBezTo>
                <a:cubicBezTo>
                  <a:pt x="72" y="5599"/>
                  <a:pt x="62" y="5591"/>
                  <a:pt x="54" y="5583"/>
                </a:cubicBezTo>
                <a:cubicBezTo>
                  <a:pt x="45" y="5574"/>
                  <a:pt x="38" y="5565"/>
                  <a:pt x="31" y="5555"/>
                </a:cubicBezTo>
                <a:cubicBezTo>
                  <a:pt x="24" y="5545"/>
                  <a:pt x="18" y="5534"/>
                  <a:pt x="14" y="5523"/>
                </a:cubicBezTo>
                <a:cubicBezTo>
                  <a:pt x="9" y="5512"/>
                  <a:pt x="6" y="5500"/>
                  <a:pt x="3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542880" y="1723680"/>
            <a:ext cx="3571920" cy="2029320"/>
          </a:xfrm>
          <a:custGeom>
            <a:avLst/>
            <a:gdLst/>
            <a:ahLst/>
            <a:rect l="0" t="0" r="r" b="b"/>
            <a:pathLst>
              <a:path w="9922" h="5637">
                <a:moveTo>
                  <a:pt x="0" y="5452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2"/>
                  <a:pt x="9773" y="4"/>
                </a:cubicBezTo>
                <a:cubicBezTo>
                  <a:pt x="9785" y="6"/>
                  <a:pt x="9797" y="10"/>
                  <a:pt x="9808" y="15"/>
                </a:cubicBezTo>
                <a:cubicBezTo>
                  <a:pt x="9819" y="19"/>
                  <a:pt x="9830" y="25"/>
                  <a:pt x="9840" y="32"/>
                </a:cubicBezTo>
                <a:cubicBezTo>
                  <a:pt x="9850" y="38"/>
                  <a:pt x="9860" y="46"/>
                  <a:pt x="9868" y="55"/>
                </a:cubicBezTo>
                <a:cubicBezTo>
                  <a:pt x="9877" y="63"/>
                  <a:pt x="9885" y="73"/>
                  <a:pt x="9891" y="83"/>
                </a:cubicBezTo>
                <a:cubicBezTo>
                  <a:pt x="9898" y="93"/>
                  <a:pt x="9904" y="104"/>
                  <a:pt x="9908" y="115"/>
                </a:cubicBezTo>
                <a:cubicBezTo>
                  <a:pt x="9913" y="126"/>
                  <a:pt x="9917" y="138"/>
                  <a:pt x="9919" y="150"/>
                </a:cubicBezTo>
                <a:cubicBezTo>
                  <a:pt x="9921" y="161"/>
                  <a:pt x="9922" y="174"/>
                  <a:pt x="9922" y="186"/>
                </a:cubicBezTo>
                <a:lnTo>
                  <a:pt x="9922" y="5452"/>
                </a:lnTo>
                <a:cubicBezTo>
                  <a:pt x="9922" y="5464"/>
                  <a:pt x="9921" y="5476"/>
                  <a:pt x="9919" y="5488"/>
                </a:cubicBezTo>
                <a:cubicBezTo>
                  <a:pt x="9917" y="5500"/>
                  <a:pt x="9913" y="5512"/>
                  <a:pt x="9908" y="5523"/>
                </a:cubicBezTo>
                <a:cubicBezTo>
                  <a:pt x="9904" y="5534"/>
                  <a:pt x="9898" y="5545"/>
                  <a:pt x="9891" y="5555"/>
                </a:cubicBezTo>
                <a:cubicBezTo>
                  <a:pt x="9885" y="5565"/>
                  <a:pt x="9877" y="5574"/>
                  <a:pt x="9868" y="5583"/>
                </a:cubicBezTo>
                <a:cubicBezTo>
                  <a:pt x="9860" y="5591"/>
                  <a:pt x="9850" y="5599"/>
                  <a:pt x="9840" y="5606"/>
                </a:cubicBezTo>
                <a:cubicBezTo>
                  <a:pt x="9830" y="5613"/>
                  <a:pt x="9819" y="5618"/>
                  <a:pt x="9808" y="5623"/>
                </a:cubicBezTo>
                <a:cubicBezTo>
                  <a:pt x="9797" y="5628"/>
                  <a:pt x="9785" y="5631"/>
                  <a:pt x="9773" y="5634"/>
                </a:cubicBezTo>
                <a:cubicBezTo>
                  <a:pt x="9761" y="5636"/>
                  <a:pt x="9749" y="5637"/>
                  <a:pt x="9737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4"/>
                </a:cubicBezTo>
                <a:cubicBezTo>
                  <a:pt x="137" y="5631"/>
                  <a:pt x="125" y="5628"/>
                  <a:pt x="114" y="5623"/>
                </a:cubicBezTo>
                <a:cubicBezTo>
                  <a:pt x="103" y="5618"/>
                  <a:pt x="92" y="5613"/>
                  <a:pt x="82" y="5606"/>
                </a:cubicBezTo>
                <a:cubicBezTo>
                  <a:pt x="72" y="5599"/>
                  <a:pt x="62" y="5591"/>
                  <a:pt x="54" y="5583"/>
                </a:cubicBezTo>
                <a:cubicBezTo>
                  <a:pt x="45" y="5574"/>
                  <a:pt x="38" y="5565"/>
                  <a:pt x="31" y="5555"/>
                </a:cubicBezTo>
                <a:cubicBezTo>
                  <a:pt x="24" y="5545"/>
                  <a:pt x="18" y="5534"/>
                  <a:pt x="14" y="5523"/>
                </a:cubicBezTo>
                <a:cubicBezTo>
                  <a:pt x="9" y="5512"/>
                  <a:pt x="6" y="5500"/>
                  <a:pt x="3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533520" y="924480"/>
            <a:ext cx="96534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LSTM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は、長期依存を扱うためにセル状態とゲート機構を導入した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RNN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である。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723960" y="1891080"/>
            <a:ext cx="39996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背景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723960" y="22766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時系列‧自然言語では過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723960" y="269568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去の文脈を扱う必要があ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4305240" y="1723680"/>
            <a:ext cx="3581640" cy="2029320"/>
          </a:xfrm>
          <a:custGeom>
            <a:avLst/>
            <a:gdLst/>
            <a:ahLst/>
            <a:rect l="0" t="0" r="r" b="b"/>
            <a:pathLst>
              <a:path w="9949" h="5637">
                <a:moveTo>
                  <a:pt x="0" y="5452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2"/>
                  <a:pt x="9800" y="4"/>
                </a:cubicBezTo>
                <a:cubicBezTo>
                  <a:pt x="9812" y="6"/>
                  <a:pt x="9823" y="10"/>
                  <a:pt x="9835" y="15"/>
                </a:cubicBezTo>
                <a:cubicBezTo>
                  <a:pt x="9846" y="19"/>
                  <a:pt x="9857" y="25"/>
                  <a:pt x="9867" y="32"/>
                </a:cubicBezTo>
                <a:cubicBezTo>
                  <a:pt x="9877" y="38"/>
                  <a:pt x="9886" y="46"/>
                  <a:pt x="9895" y="55"/>
                </a:cubicBezTo>
                <a:cubicBezTo>
                  <a:pt x="9903" y="63"/>
                  <a:pt x="9911" y="73"/>
                  <a:pt x="9918" y="83"/>
                </a:cubicBezTo>
                <a:cubicBezTo>
                  <a:pt x="9925" y="93"/>
                  <a:pt x="9930" y="104"/>
                  <a:pt x="9935" y="115"/>
                </a:cubicBezTo>
                <a:cubicBezTo>
                  <a:pt x="9940" y="126"/>
                  <a:pt x="9943" y="138"/>
                  <a:pt x="9945" y="150"/>
                </a:cubicBezTo>
                <a:cubicBezTo>
                  <a:pt x="9948" y="161"/>
                  <a:pt x="9949" y="174"/>
                  <a:pt x="9949" y="186"/>
                </a:cubicBezTo>
                <a:lnTo>
                  <a:pt x="9949" y="5452"/>
                </a:lnTo>
                <a:cubicBezTo>
                  <a:pt x="9949" y="5464"/>
                  <a:pt x="9948" y="5476"/>
                  <a:pt x="9945" y="5488"/>
                </a:cubicBezTo>
                <a:cubicBezTo>
                  <a:pt x="9943" y="5500"/>
                  <a:pt x="9940" y="5512"/>
                  <a:pt x="9935" y="5523"/>
                </a:cubicBezTo>
                <a:cubicBezTo>
                  <a:pt x="9930" y="5534"/>
                  <a:pt x="9925" y="5545"/>
                  <a:pt x="9918" y="5555"/>
                </a:cubicBezTo>
                <a:cubicBezTo>
                  <a:pt x="9911" y="5565"/>
                  <a:pt x="9903" y="5574"/>
                  <a:pt x="9895" y="5583"/>
                </a:cubicBezTo>
                <a:cubicBezTo>
                  <a:pt x="9886" y="5591"/>
                  <a:pt x="9877" y="5599"/>
                  <a:pt x="9867" y="5606"/>
                </a:cubicBezTo>
                <a:cubicBezTo>
                  <a:pt x="9857" y="5613"/>
                  <a:pt x="9846" y="5618"/>
                  <a:pt x="9835" y="5623"/>
                </a:cubicBezTo>
                <a:cubicBezTo>
                  <a:pt x="9823" y="5628"/>
                  <a:pt x="9812" y="5631"/>
                  <a:pt x="9800" y="5634"/>
                </a:cubicBezTo>
                <a:cubicBezTo>
                  <a:pt x="9788" y="5636"/>
                  <a:pt x="9776" y="5637"/>
                  <a:pt x="9764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4"/>
                </a:cubicBezTo>
                <a:cubicBezTo>
                  <a:pt x="137" y="5631"/>
                  <a:pt x="125" y="5628"/>
                  <a:pt x="114" y="5623"/>
                </a:cubicBezTo>
                <a:cubicBezTo>
                  <a:pt x="103" y="5618"/>
                  <a:pt x="92" y="5613"/>
                  <a:pt x="82" y="5606"/>
                </a:cubicBezTo>
                <a:cubicBezTo>
                  <a:pt x="72" y="5599"/>
                  <a:pt x="63" y="5591"/>
                  <a:pt x="54" y="5583"/>
                </a:cubicBezTo>
                <a:cubicBezTo>
                  <a:pt x="45" y="5574"/>
                  <a:pt x="38" y="5565"/>
                  <a:pt x="31" y="5555"/>
                </a:cubicBezTo>
                <a:cubicBezTo>
                  <a:pt x="24" y="5545"/>
                  <a:pt x="18" y="5534"/>
                  <a:pt x="14" y="5523"/>
                </a:cubicBezTo>
                <a:cubicBezTo>
                  <a:pt x="9" y="5512"/>
                  <a:pt x="6" y="5500"/>
                  <a:pt x="3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4305240" y="1723680"/>
            <a:ext cx="3581640" cy="2029320"/>
          </a:xfrm>
          <a:custGeom>
            <a:avLst/>
            <a:gdLst/>
            <a:ahLst/>
            <a:rect l="0" t="0" r="r" b="b"/>
            <a:pathLst>
              <a:path w="9949" h="5637">
                <a:moveTo>
                  <a:pt x="0" y="5452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2"/>
                  <a:pt x="9800" y="4"/>
                </a:cubicBezTo>
                <a:cubicBezTo>
                  <a:pt x="9812" y="6"/>
                  <a:pt x="9823" y="10"/>
                  <a:pt x="9835" y="15"/>
                </a:cubicBezTo>
                <a:cubicBezTo>
                  <a:pt x="9846" y="19"/>
                  <a:pt x="9857" y="25"/>
                  <a:pt x="9867" y="32"/>
                </a:cubicBezTo>
                <a:cubicBezTo>
                  <a:pt x="9877" y="38"/>
                  <a:pt x="9886" y="46"/>
                  <a:pt x="9895" y="55"/>
                </a:cubicBezTo>
                <a:cubicBezTo>
                  <a:pt x="9903" y="63"/>
                  <a:pt x="9911" y="73"/>
                  <a:pt x="9918" y="83"/>
                </a:cubicBezTo>
                <a:cubicBezTo>
                  <a:pt x="9925" y="93"/>
                  <a:pt x="9930" y="104"/>
                  <a:pt x="9935" y="115"/>
                </a:cubicBezTo>
                <a:cubicBezTo>
                  <a:pt x="9940" y="126"/>
                  <a:pt x="9943" y="138"/>
                  <a:pt x="9945" y="150"/>
                </a:cubicBezTo>
                <a:cubicBezTo>
                  <a:pt x="9948" y="161"/>
                  <a:pt x="9949" y="174"/>
                  <a:pt x="9949" y="186"/>
                </a:cubicBezTo>
                <a:lnTo>
                  <a:pt x="9949" y="5452"/>
                </a:lnTo>
                <a:cubicBezTo>
                  <a:pt x="9949" y="5464"/>
                  <a:pt x="9948" y="5476"/>
                  <a:pt x="9945" y="5488"/>
                </a:cubicBezTo>
                <a:cubicBezTo>
                  <a:pt x="9943" y="5500"/>
                  <a:pt x="9940" y="5512"/>
                  <a:pt x="9935" y="5523"/>
                </a:cubicBezTo>
                <a:cubicBezTo>
                  <a:pt x="9930" y="5534"/>
                  <a:pt x="9925" y="5545"/>
                  <a:pt x="9918" y="5555"/>
                </a:cubicBezTo>
                <a:cubicBezTo>
                  <a:pt x="9911" y="5565"/>
                  <a:pt x="9903" y="5574"/>
                  <a:pt x="9895" y="5583"/>
                </a:cubicBezTo>
                <a:cubicBezTo>
                  <a:pt x="9886" y="5591"/>
                  <a:pt x="9877" y="5599"/>
                  <a:pt x="9867" y="5606"/>
                </a:cubicBezTo>
                <a:cubicBezTo>
                  <a:pt x="9857" y="5613"/>
                  <a:pt x="9846" y="5618"/>
                  <a:pt x="9835" y="5623"/>
                </a:cubicBezTo>
                <a:cubicBezTo>
                  <a:pt x="9823" y="5628"/>
                  <a:pt x="9812" y="5631"/>
                  <a:pt x="9800" y="5634"/>
                </a:cubicBezTo>
                <a:cubicBezTo>
                  <a:pt x="9788" y="5636"/>
                  <a:pt x="9776" y="5637"/>
                  <a:pt x="9764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4"/>
                </a:cubicBezTo>
                <a:cubicBezTo>
                  <a:pt x="137" y="5631"/>
                  <a:pt x="125" y="5628"/>
                  <a:pt x="114" y="5623"/>
                </a:cubicBezTo>
                <a:cubicBezTo>
                  <a:pt x="103" y="5618"/>
                  <a:pt x="92" y="5613"/>
                  <a:pt x="82" y="5606"/>
                </a:cubicBezTo>
                <a:cubicBezTo>
                  <a:pt x="72" y="5599"/>
                  <a:pt x="63" y="5591"/>
                  <a:pt x="54" y="5583"/>
                </a:cubicBezTo>
                <a:cubicBezTo>
                  <a:pt x="45" y="5574"/>
                  <a:pt x="38" y="5565"/>
                  <a:pt x="31" y="5555"/>
                </a:cubicBezTo>
                <a:cubicBezTo>
                  <a:pt x="24" y="5545"/>
                  <a:pt x="18" y="5534"/>
                  <a:pt x="14" y="5523"/>
                </a:cubicBezTo>
                <a:cubicBezTo>
                  <a:pt x="9" y="5512"/>
                  <a:pt x="6" y="5500"/>
                  <a:pt x="3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723960" y="31050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4489560" y="1891080"/>
            <a:ext cx="39996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方法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4489560" y="2276640"/>
            <a:ext cx="3070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セル状態と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つのゲート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4489560" y="269568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で、記憶の保持‧追加‧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8076960" y="1723680"/>
            <a:ext cx="3572280" cy="2029320"/>
          </a:xfrm>
          <a:custGeom>
            <a:avLst/>
            <a:gdLst/>
            <a:ahLst/>
            <a:rect l="0" t="0" r="r" b="b"/>
            <a:pathLst>
              <a:path w="9923" h="5637">
                <a:moveTo>
                  <a:pt x="0" y="5452"/>
                </a:moveTo>
                <a:lnTo>
                  <a:pt x="0" y="186"/>
                </a:lnTo>
                <a:cubicBezTo>
                  <a:pt x="0" y="174"/>
                  <a:pt x="1" y="161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5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2"/>
                  <a:pt x="9774" y="4"/>
                </a:cubicBezTo>
                <a:cubicBezTo>
                  <a:pt x="9786" y="6"/>
                  <a:pt x="9797" y="10"/>
                  <a:pt x="9809" y="15"/>
                </a:cubicBezTo>
                <a:cubicBezTo>
                  <a:pt x="9820" y="19"/>
                  <a:pt x="9831" y="25"/>
                  <a:pt x="9841" y="32"/>
                </a:cubicBezTo>
                <a:cubicBezTo>
                  <a:pt x="9851" y="38"/>
                  <a:pt x="9860" y="46"/>
                  <a:pt x="9869" y="55"/>
                </a:cubicBezTo>
                <a:cubicBezTo>
                  <a:pt x="9877" y="63"/>
                  <a:pt x="9885" y="73"/>
                  <a:pt x="9892" y="83"/>
                </a:cubicBezTo>
                <a:cubicBezTo>
                  <a:pt x="9899" y="93"/>
                  <a:pt x="9904" y="104"/>
                  <a:pt x="9909" y="115"/>
                </a:cubicBezTo>
                <a:cubicBezTo>
                  <a:pt x="9914" y="126"/>
                  <a:pt x="9917" y="138"/>
                  <a:pt x="9919" y="150"/>
                </a:cubicBezTo>
                <a:cubicBezTo>
                  <a:pt x="9922" y="161"/>
                  <a:pt x="9923" y="174"/>
                  <a:pt x="9923" y="186"/>
                </a:cubicBezTo>
                <a:lnTo>
                  <a:pt x="9923" y="5452"/>
                </a:lnTo>
                <a:cubicBezTo>
                  <a:pt x="9923" y="5464"/>
                  <a:pt x="9922" y="5476"/>
                  <a:pt x="9919" y="5488"/>
                </a:cubicBezTo>
                <a:cubicBezTo>
                  <a:pt x="9917" y="5500"/>
                  <a:pt x="9914" y="5512"/>
                  <a:pt x="9909" y="5523"/>
                </a:cubicBezTo>
                <a:cubicBezTo>
                  <a:pt x="9904" y="5534"/>
                  <a:pt x="9899" y="5545"/>
                  <a:pt x="9892" y="5555"/>
                </a:cubicBezTo>
                <a:cubicBezTo>
                  <a:pt x="9885" y="5565"/>
                  <a:pt x="9877" y="5574"/>
                  <a:pt x="9869" y="5583"/>
                </a:cubicBezTo>
                <a:cubicBezTo>
                  <a:pt x="9860" y="5591"/>
                  <a:pt x="9851" y="5599"/>
                  <a:pt x="9841" y="5606"/>
                </a:cubicBezTo>
                <a:cubicBezTo>
                  <a:pt x="9831" y="5613"/>
                  <a:pt x="9820" y="5618"/>
                  <a:pt x="9809" y="5623"/>
                </a:cubicBezTo>
                <a:cubicBezTo>
                  <a:pt x="9797" y="5628"/>
                  <a:pt x="9786" y="5631"/>
                  <a:pt x="9774" y="5634"/>
                </a:cubicBezTo>
                <a:cubicBezTo>
                  <a:pt x="9762" y="5636"/>
                  <a:pt x="9750" y="5637"/>
                  <a:pt x="9738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4"/>
                </a:cubicBezTo>
                <a:cubicBezTo>
                  <a:pt x="137" y="5631"/>
                  <a:pt x="126" y="5628"/>
                  <a:pt x="114" y="5623"/>
                </a:cubicBezTo>
                <a:cubicBezTo>
                  <a:pt x="103" y="5618"/>
                  <a:pt x="93" y="5613"/>
                  <a:pt x="82" y="5606"/>
                </a:cubicBezTo>
                <a:cubicBezTo>
                  <a:pt x="72" y="5599"/>
                  <a:pt x="63" y="5591"/>
                  <a:pt x="54" y="5583"/>
                </a:cubicBezTo>
                <a:cubicBezTo>
                  <a:pt x="46" y="5574"/>
                  <a:pt x="38" y="5565"/>
                  <a:pt x="31" y="5555"/>
                </a:cubicBezTo>
                <a:cubicBezTo>
                  <a:pt x="25" y="5545"/>
                  <a:pt x="19" y="5534"/>
                  <a:pt x="14" y="5523"/>
                </a:cubicBezTo>
                <a:cubicBezTo>
                  <a:pt x="10" y="5512"/>
                  <a:pt x="6" y="5500"/>
                  <a:pt x="4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8076960" y="1723680"/>
            <a:ext cx="3572280" cy="2029320"/>
          </a:xfrm>
          <a:custGeom>
            <a:avLst/>
            <a:gdLst/>
            <a:ahLst/>
            <a:rect l="0" t="0" r="r" b="b"/>
            <a:pathLst>
              <a:path w="9923" h="5637">
                <a:moveTo>
                  <a:pt x="0" y="5452"/>
                </a:moveTo>
                <a:lnTo>
                  <a:pt x="0" y="186"/>
                </a:lnTo>
                <a:cubicBezTo>
                  <a:pt x="0" y="174"/>
                  <a:pt x="1" y="161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5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2"/>
                  <a:pt x="9774" y="4"/>
                </a:cubicBezTo>
                <a:cubicBezTo>
                  <a:pt x="9786" y="6"/>
                  <a:pt x="9797" y="10"/>
                  <a:pt x="9809" y="15"/>
                </a:cubicBezTo>
                <a:cubicBezTo>
                  <a:pt x="9820" y="19"/>
                  <a:pt x="9831" y="25"/>
                  <a:pt x="9841" y="32"/>
                </a:cubicBezTo>
                <a:cubicBezTo>
                  <a:pt x="9851" y="38"/>
                  <a:pt x="9860" y="46"/>
                  <a:pt x="9869" y="55"/>
                </a:cubicBezTo>
                <a:cubicBezTo>
                  <a:pt x="9877" y="63"/>
                  <a:pt x="9885" y="73"/>
                  <a:pt x="9892" y="83"/>
                </a:cubicBezTo>
                <a:cubicBezTo>
                  <a:pt x="9899" y="93"/>
                  <a:pt x="9904" y="104"/>
                  <a:pt x="9909" y="115"/>
                </a:cubicBezTo>
                <a:cubicBezTo>
                  <a:pt x="9914" y="126"/>
                  <a:pt x="9917" y="138"/>
                  <a:pt x="9919" y="150"/>
                </a:cubicBezTo>
                <a:cubicBezTo>
                  <a:pt x="9922" y="161"/>
                  <a:pt x="9923" y="174"/>
                  <a:pt x="9923" y="186"/>
                </a:cubicBezTo>
                <a:lnTo>
                  <a:pt x="9923" y="5452"/>
                </a:lnTo>
                <a:cubicBezTo>
                  <a:pt x="9923" y="5464"/>
                  <a:pt x="9922" y="5476"/>
                  <a:pt x="9919" y="5488"/>
                </a:cubicBezTo>
                <a:cubicBezTo>
                  <a:pt x="9917" y="5500"/>
                  <a:pt x="9914" y="5512"/>
                  <a:pt x="9909" y="5523"/>
                </a:cubicBezTo>
                <a:cubicBezTo>
                  <a:pt x="9904" y="5534"/>
                  <a:pt x="9899" y="5545"/>
                  <a:pt x="9892" y="5555"/>
                </a:cubicBezTo>
                <a:cubicBezTo>
                  <a:pt x="9885" y="5565"/>
                  <a:pt x="9877" y="5574"/>
                  <a:pt x="9869" y="5583"/>
                </a:cubicBezTo>
                <a:cubicBezTo>
                  <a:pt x="9860" y="5591"/>
                  <a:pt x="9851" y="5599"/>
                  <a:pt x="9841" y="5606"/>
                </a:cubicBezTo>
                <a:cubicBezTo>
                  <a:pt x="9831" y="5613"/>
                  <a:pt x="9820" y="5618"/>
                  <a:pt x="9809" y="5623"/>
                </a:cubicBezTo>
                <a:cubicBezTo>
                  <a:pt x="9797" y="5628"/>
                  <a:pt x="9786" y="5631"/>
                  <a:pt x="9774" y="5634"/>
                </a:cubicBezTo>
                <a:cubicBezTo>
                  <a:pt x="9762" y="5636"/>
                  <a:pt x="9750" y="5637"/>
                  <a:pt x="9738" y="5637"/>
                </a:cubicBezTo>
                <a:lnTo>
                  <a:pt x="185" y="5637"/>
                </a:lnTo>
                <a:cubicBezTo>
                  <a:pt x="173" y="5637"/>
                  <a:pt x="161" y="5636"/>
                  <a:pt x="149" y="5634"/>
                </a:cubicBezTo>
                <a:cubicBezTo>
                  <a:pt x="137" y="5631"/>
                  <a:pt x="126" y="5628"/>
                  <a:pt x="114" y="5623"/>
                </a:cubicBezTo>
                <a:cubicBezTo>
                  <a:pt x="103" y="5618"/>
                  <a:pt x="93" y="5613"/>
                  <a:pt x="82" y="5606"/>
                </a:cubicBezTo>
                <a:cubicBezTo>
                  <a:pt x="72" y="5599"/>
                  <a:pt x="63" y="5591"/>
                  <a:pt x="54" y="5583"/>
                </a:cubicBezTo>
                <a:cubicBezTo>
                  <a:pt x="46" y="5574"/>
                  <a:pt x="38" y="5565"/>
                  <a:pt x="31" y="5555"/>
                </a:cubicBezTo>
                <a:cubicBezTo>
                  <a:pt x="25" y="5545"/>
                  <a:pt x="19" y="5534"/>
                  <a:pt x="14" y="5523"/>
                </a:cubicBezTo>
                <a:cubicBezTo>
                  <a:pt x="10" y="5512"/>
                  <a:pt x="6" y="5500"/>
                  <a:pt x="4" y="5488"/>
                </a:cubicBezTo>
                <a:cubicBezTo>
                  <a:pt x="1" y="5476"/>
                  <a:pt x="0" y="5464"/>
                  <a:pt x="0" y="545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4489560" y="31050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出力を制御する。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8254800" y="1891080"/>
            <a:ext cx="39996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結論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8254800" y="22766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長期依存が重要なタスク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8254800" y="2695680"/>
            <a:ext cx="31816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で、通常の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より扱い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533160" y="3933720"/>
            <a:ext cx="11125440" cy="638280"/>
          </a:xfrm>
          <a:custGeom>
            <a:avLst/>
            <a:gdLst/>
            <a:ahLst/>
            <a:rect l="0" t="0" r="r" b="b"/>
            <a:pathLst>
              <a:path w="30904" h="1773">
                <a:moveTo>
                  <a:pt x="0" y="0"/>
                </a:moveTo>
                <a:lnTo>
                  <a:pt x="30904" y="0"/>
                </a:lnTo>
                <a:lnTo>
                  <a:pt x="30904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533160" y="3933720"/>
            <a:ext cx="76680" cy="638280"/>
          </a:xfrm>
          <a:custGeom>
            <a:avLst/>
            <a:gdLst/>
            <a:ahLst/>
            <a:rect l="0" t="0" r="r" b="b"/>
            <a:pathLst>
              <a:path w="213" h="1773">
                <a:moveTo>
                  <a:pt x="0" y="0"/>
                </a:moveTo>
                <a:lnTo>
                  <a:pt x="213" y="0"/>
                </a:lnTo>
                <a:lnTo>
                  <a:pt x="21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8254800" y="31050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やすい。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781200" y="4087440"/>
            <a:ext cx="953028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標準構成では、背景から課題、手法、実験、考察、限界までを一続きで説明する。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914400" y="392400"/>
            <a:ext cx="745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