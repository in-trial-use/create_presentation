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4926240" y="1859400"/>
            <a:ext cx="24116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論文紹介 </a:t>
            </a:r>
            <a:r>
              <a:rPr b="0" lang="en-US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2026/05/21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4809960" y="-190440"/>
            <a:ext cx="2571480" cy="2571480"/>
          </a:xfrm>
          <a:prstGeom prst="rect">
            <a:avLst/>
          </a:prstGeom>
          <a:ln w="0">
            <a:noFill/>
          </a:ln>
        </p:spPr>
      </p:pic>
      <p:sp>
        <p:nvSpPr>
          <p:cNvPr id="9" name=""/>
          <p:cNvSpPr/>
          <p:nvPr/>
        </p:nvSpPr>
        <p:spPr>
          <a:xfrm>
            <a:off x="0" y="3771720"/>
            <a:ext cx="12192120" cy="3086280"/>
          </a:xfrm>
          <a:custGeom>
            <a:avLst/>
            <a:gdLst/>
            <a:ahLst/>
            <a:rect l="0" t="0" r="r" b="b"/>
            <a:pathLst>
              <a:path w="33867" h="8573">
                <a:moveTo>
                  <a:pt x="0" y="0"/>
                </a:moveTo>
                <a:lnTo>
                  <a:pt x="33867" y="0"/>
                </a:lnTo>
                <a:lnTo>
                  <a:pt x="33867" y="8573"/>
                </a:lnTo>
                <a:lnTo>
                  <a:pt x="0" y="8573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268600" y="2500920"/>
            <a:ext cx="1494360" cy="65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750" spc="-1" strike="noStrike">
                <a:solidFill>
                  <a:srgbClr val="0b4b78"/>
                </a:solidFill>
                <a:latin typeface="NotoSansJP"/>
                <a:ea typeface="NotoSansJP"/>
              </a:rPr>
              <a:t>ResNet</a:t>
            </a:r>
            <a:endParaRPr b="0" lang="en-US" sz="3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101560" y="4708800"/>
            <a:ext cx="2058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00" spc="-1" strike="noStrike">
                <a:solidFill>
                  <a:srgbClr val="ffffff"/>
                </a:solidFill>
                <a:latin typeface="NotoSansJP"/>
                <a:ea typeface="NotoSansJP"/>
              </a:rPr>
              <a:t>同志社大学　工学部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558760" y="5285880"/>
            <a:ext cx="114660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250" spc="-1" strike="noStrike">
                <a:solidFill>
                  <a:srgbClr val="ffffff"/>
                </a:solidFill>
                <a:latin typeface="NotoSansJP"/>
                <a:ea typeface="NotoSansJP"/>
              </a:rPr>
              <a:t>知能太郎</a:t>
            </a:r>
            <a:endParaRPr b="0" lang="en-US" sz="2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009960" y="2207880"/>
            <a:ext cx="16232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1.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研究背景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009960" y="2665080"/>
            <a:ext cx="25376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2.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解決したい課題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009960" y="3122280"/>
            <a:ext cx="28422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3.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提案手法の全体像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009960" y="3579480"/>
            <a:ext cx="28422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4.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手法の詳細と数式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009960" y="4036680"/>
            <a:ext cx="40615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5.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実験‧結果‧考察‧まとめ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09520" y="266400"/>
            <a:ext cx="152640" cy="305280"/>
          </a:xfrm>
          <a:custGeom>
            <a:avLst/>
            <a:gdLst/>
            <a:ahLst/>
            <a:rect l="0" t="0" r="r" b="b"/>
            <a:pathLst>
              <a:path w="424" h="848">
                <a:moveTo>
                  <a:pt x="0" y="0"/>
                </a:moveTo>
                <a:lnTo>
                  <a:pt x="424" y="0"/>
                </a:lnTo>
                <a:lnTo>
                  <a:pt x="42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10744200" y="-219240"/>
            <a:ext cx="1256760" cy="1256760"/>
          </a:xfrm>
          <a:prstGeom prst="rect">
            <a:avLst/>
          </a:prstGeom>
          <a:ln w="0">
            <a:noFill/>
          </a:ln>
        </p:spPr>
      </p:pic>
      <p:sp>
        <p:nvSpPr>
          <p:cNvPr id="24" name=""/>
          <p:cNvSpPr/>
          <p:nvPr/>
        </p:nvSpPr>
        <p:spPr>
          <a:xfrm>
            <a:off x="2666880" y="23335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27907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666880" y="32479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666880" y="37051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666880" y="41623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95360" y="187200"/>
            <a:ext cx="1623960" cy="46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550" spc="-1" strike="noStrike">
                <a:solidFill>
                  <a:srgbClr val="111111"/>
                </a:solidFill>
                <a:latin typeface="NotoSansJP"/>
                <a:ea typeface="NotoSansJP"/>
              </a:rPr>
              <a:t>アジェンダ</a:t>
            </a:r>
            <a:endParaRPr b="0" lang="en-US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6" name=""/>
          <p:cNvSpPr txBox="1"/>
          <p:nvPr/>
        </p:nvSpPr>
        <p:spPr>
          <a:xfrm>
            <a:off x="533520" y="924480"/>
            <a:ext cx="109353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画像認識では、ネットワークを深くすることでより複雑な特徴を学習できると期待されてい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542880" y="2076120"/>
            <a:ext cx="5410440" cy="3153240"/>
          </a:xfrm>
          <a:custGeom>
            <a:avLst/>
            <a:gdLst/>
            <a:ahLst/>
            <a:rect l="0" t="0" r="r" b="b"/>
            <a:pathLst>
              <a:path w="15029" h="8759">
                <a:moveTo>
                  <a:pt x="0" y="857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2"/>
                  <a:pt x="14880" y="4"/>
                </a:cubicBezTo>
                <a:cubicBezTo>
                  <a:pt x="14892" y="6"/>
                  <a:pt x="14903" y="10"/>
                  <a:pt x="14915" y="15"/>
                </a:cubicBezTo>
                <a:cubicBezTo>
                  <a:pt x="14926" y="19"/>
                  <a:pt x="14937" y="25"/>
                  <a:pt x="14947" y="32"/>
                </a:cubicBezTo>
                <a:cubicBezTo>
                  <a:pt x="14957" y="38"/>
                  <a:pt x="14966" y="46"/>
                  <a:pt x="14975" y="55"/>
                </a:cubicBezTo>
                <a:cubicBezTo>
                  <a:pt x="14983" y="63"/>
                  <a:pt x="14991" y="73"/>
                  <a:pt x="14998" y="83"/>
                </a:cubicBezTo>
                <a:cubicBezTo>
                  <a:pt x="15005" y="93"/>
                  <a:pt x="15010" y="104"/>
                  <a:pt x="15015" y="115"/>
                </a:cubicBezTo>
                <a:cubicBezTo>
                  <a:pt x="15020" y="126"/>
                  <a:pt x="15023" y="138"/>
                  <a:pt x="15025" y="149"/>
                </a:cubicBezTo>
                <a:cubicBezTo>
                  <a:pt x="15028" y="161"/>
                  <a:pt x="15029" y="173"/>
                  <a:pt x="15029" y="186"/>
                </a:cubicBezTo>
                <a:lnTo>
                  <a:pt x="15029" y="8574"/>
                </a:lnTo>
                <a:cubicBezTo>
                  <a:pt x="15029" y="8586"/>
                  <a:pt x="15028" y="8598"/>
                  <a:pt x="15025" y="8610"/>
                </a:cubicBezTo>
                <a:cubicBezTo>
                  <a:pt x="15023" y="8622"/>
                  <a:pt x="15020" y="8634"/>
                  <a:pt x="15015" y="8645"/>
                </a:cubicBezTo>
                <a:cubicBezTo>
                  <a:pt x="15010" y="8656"/>
                  <a:pt x="15005" y="8667"/>
                  <a:pt x="14998" y="8677"/>
                </a:cubicBezTo>
                <a:cubicBezTo>
                  <a:pt x="14991" y="8687"/>
                  <a:pt x="14983" y="8696"/>
                  <a:pt x="14975" y="8705"/>
                </a:cubicBezTo>
                <a:cubicBezTo>
                  <a:pt x="14966" y="8713"/>
                  <a:pt x="14957" y="8721"/>
                  <a:pt x="14947" y="8728"/>
                </a:cubicBezTo>
                <a:cubicBezTo>
                  <a:pt x="14937" y="8735"/>
                  <a:pt x="14926" y="8740"/>
                  <a:pt x="14915" y="8745"/>
                </a:cubicBezTo>
                <a:cubicBezTo>
                  <a:pt x="14903" y="8750"/>
                  <a:pt x="14892" y="8753"/>
                  <a:pt x="14880" y="8756"/>
                </a:cubicBezTo>
                <a:cubicBezTo>
                  <a:pt x="14868" y="8758"/>
                  <a:pt x="14856" y="8759"/>
                  <a:pt x="14844" y="8759"/>
                </a:cubicBezTo>
                <a:lnTo>
                  <a:pt x="185" y="8759"/>
                </a:lnTo>
                <a:cubicBezTo>
                  <a:pt x="173" y="8759"/>
                  <a:pt x="161" y="8758"/>
                  <a:pt x="149" y="8756"/>
                </a:cubicBezTo>
                <a:cubicBezTo>
                  <a:pt x="137" y="8753"/>
                  <a:pt x="125" y="8750"/>
                  <a:pt x="114" y="8745"/>
                </a:cubicBezTo>
                <a:cubicBezTo>
                  <a:pt x="103" y="8740"/>
                  <a:pt x="92" y="8735"/>
                  <a:pt x="82" y="8728"/>
                </a:cubicBezTo>
                <a:cubicBezTo>
                  <a:pt x="72" y="8721"/>
                  <a:pt x="62" y="8713"/>
                  <a:pt x="54" y="8705"/>
                </a:cubicBezTo>
                <a:cubicBezTo>
                  <a:pt x="45" y="8696"/>
                  <a:pt x="38" y="8687"/>
                  <a:pt x="31" y="8677"/>
                </a:cubicBezTo>
                <a:cubicBezTo>
                  <a:pt x="24" y="8667"/>
                  <a:pt x="18" y="8656"/>
                  <a:pt x="14" y="8645"/>
                </a:cubicBezTo>
                <a:cubicBezTo>
                  <a:pt x="9" y="8634"/>
                  <a:pt x="6" y="8622"/>
                  <a:pt x="3" y="8610"/>
                </a:cubicBezTo>
                <a:cubicBezTo>
                  <a:pt x="1" y="8598"/>
                  <a:pt x="0" y="8586"/>
                  <a:pt x="0" y="857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542880" y="2076120"/>
            <a:ext cx="5410440" cy="3153240"/>
          </a:xfrm>
          <a:custGeom>
            <a:avLst/>
            <a:gdLst/>
            <a:ahLst/>
            <a:rect l="0" t="0" r="r" b="b"/>
            <a:pathLst>
              <a:path w="15029" h="8759">
                <a:moveTo>
                  <a:pt x="0" y="857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2"/>
                  <a:pt x="14880" y="4"/>
                </a:cubicBezTo>
                <a:cubicBezTo>
                  <a:pt x="14892" y="6"/>
                  <a:pt x="14903" y="10"/>
                  <a:pt x="14915" y="15"/>
                </a:cubicBezTo>
                <a:cubicBezTo>
                  <a:pt x="14926" y="19"/>
                  <a:pt x="14937" y="25"/>
                  <a:pt x="14947" y="32"/>
                </a:cubicBezTo>
                <a:cubicBezTo>
                  <a:pt x="14957" y="38"/>
                  <a:pt x="14966" y="46"/>
                  <a:pt x="14975" y="55"/>
                </a:cubicBezTo>
                <a:cubicBezTo>
                  <a:pt x="14983" y="63"/>
                  <a:pt x="14991" y="73"/>
                  <a:pt x="14998" y="83"/>
                </a:cubicBezTo>
                <a:cubicBezTo>
                  <a:pt x="15005" y="93"/>
                  <a:pt x="15010" y="104"/>
                  <a:pt x="15015" y="115"/>
                </a:cubicBezTo>
                <a:cubicBezTo>
                  <a:pt x="15020" y="126"/>
                  <a:pt x="15023" y="138"/>
                  <a:pt x="15025" y="149"/>
                </a:cubicBezTo>
                <a:cubicBezTo>
                  <a:pt x="15028" y="161"/>
                  <a:pt x="15029" y="173"/>
                  <a:pt x="15029" y="186"/>
                </a:cubicBezTo>
                <a:lnTo>
                  <a:pt x="15029" y="8574"/>
                </a:lnTo>
                <a:cubicBezTo>
                  <a:pt x="15029" y="8586"/>
                  <a:pt x="15028" y="8598"/>
                  <a:pt x="15025" y="8610"/>
                </a:cubicBezTo>
                <a:cubicBezTo>
                  <a:pt x="15023" y="8622"/>
                  <a:pt x="15020" y="8634"/>
                  <a:pt x="15015" y="8645"/>
                </a:cubicBezTo>
                <a:cubicBezTo>
                  <a:pt x="15010" y="8656"/>
                  <a:pt x="15005" y="8667"/>
                  <a:pt x="14998" y="8677"/>
                </a:cubicBezTo>
                <a:cubicBezTo>
                  <a:pt x="14991" y="8687"/>
                  <a:pt x="14983" y="8696"/>
                  <a:pt x="14975" y="8705"/>
                </a:cubicBezTo>
                <a:cubicBezTo>
                  <a:pt x="14966" y="8713"/>
                  <a:pt x="14957" y="8721"/>
                  <a:pt x="14947" y="8728"/>
                </a:cubicBezTo>
                <a:cubicBezTo>
                  <a:pt x="14937" y="8735"/>
                  <a:pt x="14926" y="8740"/>
                  <a:pt x="14915" y="8745"/>
                </a:cubicBezTo>
                <a:cubicBezTo>
                  <a:pt x="14903" y="8750"/>
                  <a:pt x="14892" y="8753"/>
                  <a:pt x="14880" y="8756"/>
                </a:cubicBezTo>
                <a:cubicBezTo>
                  <a:pt x="14868" y="8758"/>
                  <a:pt x="14856" y="8759"/>
                  <a:pt x="14844" y="8759"/>
                </a:cubicBezTo>
                <a:lnTo>
                  <a:pt x="185" y="8759"/>
                </a:lnTo>
                <a:cubicBezTo>
                  <a:pt x="173" y="8759"/>
                  <a:pt x="161" y="8758"/>
                  <a:pt x="149" y="8756"/>
                </a:cubicBezTo>
                <a:cubicBezTo>
                  <a:pt x="137" y="8753"/>
                  <a:pt x="125" y="8750"/>
                  <a:pt x="114" y="8745"/>
                </a:cubicBezTo>
                <a:cubicBezTo>
                  <a:pt x="103" y="8740"/>
                  <a:pt x="92" y="8735"/>
                  <a:pt x="82" y="8728"/>
                </a:cubicBezTo>
                <a:cubicBezTo>
                  <a:pt x="72" y="8721"/>
                  <a:pt x="62" y="8713"/>
                  <a:pt x="54" y="8705"/>
                </a:cubicBezTo>
                <a:cubicBezTo>
                  <a:pt x="45" y="8696"/>
                  <a:pt x="38" y="8687"/>
                  <a:pt x="31" y="8677"/>
                </a:cubicBezTo>
                <a:cubicBezTo>
                  <a:pt x="24" y="8667"/>
                  <a:pt x="18" y="8656"/>
                  <a:pt x="14" y="8645"/>
                </a:cubicBezTo>
                <a:cubicBezTo>
                  <a:pt x="9" y="8634"/>
                  <a:pt x="6" y="8622"/>
                  <a:pt x="3" y="8610"/>
                </a:cubicBezTo>
                <a:cubicBezTo>
                  <a:pt x="1" y="8598"/>
                  <a:pt x="0" y="8586"/>
                  <a:pt x="0" y="8574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33520" y="1343520"/>
            <a:ext cx="5342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た。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809280" y="287640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3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8"/>
                  <a:pt x="0" y="151"/>
                  <a:pt x="0" y="133"/>
                </a:cubicBezTo>
                <a:cubicBezTo>
                  <a:pt x="0" y="116"/>
                  <a:pt x="4" y="99"/>
                  <a:pt x="11" y="83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6"/>
                  <a:pt x="255" y="83"/>
                </a:cubicBezTo>
                <a:cubicBezTo>
                  <a:pt x="263" y="99"/>
                  <a:pt x="266" y="116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62120" y="2257920"/>
            <a:ext cx="16009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深層化の期待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059480" y="275544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浅い層ではエッジなどの単純特徴を学習す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809280" y="367632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5" y="183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40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40"/>
                  <a:pt x="39" y="227"/>
                </a:cubicBezTo>
                <a:cubicBezTo>
                  <a:pt x="27" y="214"/>
                  <a:pt x="17" y="200"/>
                  <a:pt x="11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059480" y="3107880"/>
            <a:ext cx="2383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059480" y="355536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深い層では物体の部品や意味的特徴を扱え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809280" y="447660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3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8"/>
                  <a:pt x="0" y="151"/>
                  <a:pt x="0" y="133"/>
                </a:cubicBezTo>
                <a:cubicBezTo>
                  <a:pt x="0" y="116"/>
                  <a:pt x="4" y="98"/>
                  <a:pt x="11" y="82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3" y="98"/>
                  <a:pt x="266" y="116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59480" y="3907800"/>
            <a:ext cx="2383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059480" y="4355640"/>
            <a:ext cx="45828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VGG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のように層を深くする設計が有効だっ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238800" y="2076120"/>
            <a:ext cx="5410440" cy="3153240"/>
          </a:xfrm>
          <a:custGeom>
            <a:avLst/>
            <a:gdLst/>
            <a:ahLst/>
            <a:rect l="0" t="0" r="r" b="b"/>
            <a:pathLst>
              <a:path w="15029" h="8759">
                <a:moveTo>
                  <a:pt x="0" y="857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2"/>
                  <a:pt x="14880" y="4"/>
                </a:cubicBezTo>
                <a:cubicBezTo>
                  <a:pt x="14892" y="6"/>
                  <a:pt x="14903" y="10"/>
                  <a:pt x="14915" y="15"/>
                </a:cubicBezTo>
                <a:cubicBezTo>
                  <a:pt x="14926" y="19"/>
                  <a:pt x="14937" y="25"/>
                  <a:pt x="14947" y="32"/>
                </a:cubicBezTo>
                <a:cubicBezTo>
                  <a:pt x="14957" y="38"/>
                  <a:pt x="14966" y="46"/>
                  <a:pt x="14975" y="55"/>
                </a:cubicBezTo>
                <a:cubicBezTo>
                  <a:pt x="14983" y="63"/>
                  <a:pt x="14991" y="73"/>
                  <a:pt x="14998" y="83"/>
                </a:cubicBezTo>
                <a:cubicBezTo>
                  <a:pt x="15005" y="93"/>
                  <a:pt x="15010" y="104"/>
                  <a:pt x="15015" y="115"/>
                </a:cubicBezTo>
                <a:cubicBezTo>
                  <a:pt x="15020" y="126"/>
                  <a:pt x="15023" y="138"/>
                  <a:pt x="15025" y="149"/>
                </a:cubicBezTo>
                <a:cubicBezTo>
                  <a:pt x="15028" y="161"/>
                  <a:pt x="15029" y="173"/>
                  <a:pt x="15029" y="186"/>
                </a:cubicBezTo>
                <a:lnTo>
                  <a:pt x="15029" y="8574"/>
                </a:lnTo>
                <a:cubicBezTo>
                  <a:pt x="15029" y="8586"/>
                  <a:pt x="15028" y="8598"/>
                  <a:pt x="15025" y="8610"/>
                </a:cubicBezTo>
                <a:cubicBezTo>
                  <a:pt x="15023" y="8622"/>
                  <a:pt x="15020" y="8634"/>
                  <a:pt x="15015" y="8645"/>
                </a:cubicBezTo>
                <a:cubicBezTo>
                  <a:pt x="15010" y="8656"/>
                  <a:pt x="15005" y="8667"/>
                  <a:pt x="14998" y="8677"/>
                </a:cubicBezTo>
                <a:cubicBezTo>
                  <a:pt x="14991" y="8687"/>
                  <a:pt x="14983" y="8696"/>
                  <a:pt x="14975" y="8705"/>
                </a:cubicBezTo>
                <a:cubicBezTo>
                  <a:pt x="14966" y="8713"/>
                  <a:pt x="14957" y="8721"/>
                  <a:pt x="14947" y="8728"/>
                </a:cubicBezTo>
                <a:cubicBezTo>
                  <a:pt x="14937" y="8735"/>
                  <a:pt x="14926" y="8740"/>
                  <a:pt x="14915" y="8745"/>
                </a:cubicBezTo>
                <a:cubicBezTo>
                  <a:pt x="14903" y="8750"/>
                  <a:pt x="14892" y="8753"/>
                  <a:pt x="14880" y="8756"/>
                </a:cubicBezTo>
                <a:cubicBezTo>
                  <a:pt x="14868" y="8758"/>
                  <a:pt x="14856" y="8759"/>
                  <a:pt x="14844" y="8759"/>
                </a:cubicBezTo>
                <a:lnTo>
                  <a:pt x="185" y="8759"/>
                </a:lnTo>
                <a:cubicBezTo>
                  <a:pt x="173" y="8759"/>
                  <a:pt x="161" y="8758"/>
                  <a:pt x="149" y="8756"/>
                </a:cubicBezTo>
                <a:cubicBezTo>
                  <a:pt x="137" y="8753"/>
                  <a:pt x="125" y="8750"/>
                  <a:pt x="114" y="8745"/>
                </a:cubicBezTo>
                <a:cubicBezTo>
                  <a:pt x="103" y="8740"/>
                  <a:pt x="92" y="8735"/>
                  <a:pt x="82" y="8728"/>
                </a:cubicBezTo>
                <a:cubicBezTo>
                  <a:pt x="72" y="8721"/>
                  <a:pt x="63" y="8713"/>
                  <a:pt x="54" y="8705"/>
                </a:cubicBezTo>
                <a:cubicBezTo>
                  <a:pt x="45" y="8696"/>
                  <a:pt x="38" y="8687"/>
                  <a:pt x="31" y="8677"/>
                </a:cubicBezTo>
                <a:cubicBezTo>
                  <a:pt x="24" y="8667"/>
                  <a:pt x="18" y="8656"/>
                  <a:pt x="14" y="8645"/>
                </a:cubicBezTo>
                <a:cubicBezTo>
                  <a:pt x="9" y="8634"/>
                  <a:pt x="6" y="8622"/>
                  <a:pt x="3" y="8610"/>
                </a:cubicBezTo>
                <a:cubicBezTo>
                  <a:pt x="1" y="8598"/>
                  <a:pt x="0" y="8586"/>
                  <a:pt x="0" y="8574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6238800" y="2076120"/>
            <a:ext cx="5410440" cy="3153240"/>
          </a:xfrm>
          <a:custGeom>
            <a:avLst/>
            <a:gdLst/>
            <a:ahLst/>
            <a:rect l="0" t="0" r="r" b="b"/>
            <a:pathLst>
              <a:path w="15029" h="8759">
                <a:moveTo>
                  <a:pt x="0" y="857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2"/>
                  <a:pt x="14880" y="4"/>
                </a:cubicBezTo>
                <a:cubicBezTo>
                  <a:pt x="14892" y="6"/>
                  <a:pt x="14903" y="10"/>
                  <a:pt x="14915" y="15"/>
                </a:cubicBezTo>
                <a:cubicBezTo>
                  <a:pt x="14926" y="19"/>
                  <a:pt x="14937" y="25"/>
                  <a:pt x="14947" y="32"/>
                </a:cubicBezTo>
                <a:cubicBezTo>
                  <a:pt x="14957" y="38"/>
                  <a:pt x="14966" y="46"/>
                  <a:pt x="14975" y="55"/>
                </a:cubicBezTo>
                <a:cubicBezTo>
                  <a:pt x="14983" y="63"/>
                  <a:pt x="14991" y="73"/>
                  <a:pt x="14998" y="83"/>
                </a:cubicBezTo>
                <a:cubicBezTo>
                  <a:pt x="15005" y="93"/>
                  <a:pt x="15010" y="104"/>
                  <a:pt x="15015" y="115"/>
                </a:cubicBezTo>
                <a:cubicBezTo>
                  <a:pt x="15020" y="126"/>
                  <a:pt x="15023" y="138"/>
                  <a:pt x="15025" y="149"/>
                </a:cubicBezTo>
                <a:cubicBezTo>
                  <a:pt x="15028" y="161"/>
                  <a:pt x="15029" y="173"/>
                  <a:pt x="15029" y="186"/>
                </a:cubicBezTo>
                <a:lnTo>
                  <a:pt x="15029" y="8574"/>
                </a:lnTo>
                <a:cubicBezTo>
                  <a:pt x="15029" y="8586"/>
                  <a:pt x="15028" y="8598"/>
                  <a:pt x="15025" y="8610"/>
                </a:cubicBezTo>
                <a:cubicBezTo>
                  <a:pt x="15023" y="8622"/>
                  <a:pt x="15020" y="8634"/>
                  <a:pt x="15015" y="8645"/>
                </a:cubicBezTo>
                <a:cubicBezTo>
                  <a:pt x="15010" y="8656"/>
                  <a:pt x="15005" y="8667"/>
                  <a:pt x="14998" y="8677"/>
                </a:cubicBezTo>
                <a:cubicBezTo>
                  <a:pt x="14991" y="8687"/>
                  <a:pt x="14983" y="8696"/>
                  <a:pt x="14975" y="8705"/>
                </a:cubicBezTo>
                <a:cubicBezTo>
                  <a:pt x="14966" y="8713"/>
                  <a:pt x="14957" y="8721"/>
                  <a:pt x="14947" y="8728"/>
                </a:cubicBezTo>
                <a:cubicBezTo>
                  <a:pt x="14937" y="8735"/>
                  <a:pt x="14926" y="8740"/>
                  <a:pt x="14915" y="8745"/>
                </a:cubicBezTo>
                <a:cubicBezTo>
                  <a:pt x="14903" y="8750"/>
                  <a:pt x="14892" y="8753"/>
                  <a:pt x="14880" y="8756"/>
                </a:cubicBezTo>
                <a:cubicBezTo>
                  <a:pt x="14868" y="8758"/>
                  <a:pt x="14856" y="8759"/>
                  <a:pt x="14844" y="8759"/>
                </a:cubicBezTo>
                <a:lnTo>
                  <a:pt x="185" y="8759"/>
                </a:lnTo>
                <a:cubicBezTo>
                  <a:pt x="173" y="8759"/>
                  <a:pt x="161" y="8758"/>
                  <a:pt x="149" y="8756"/>
                </a:cubicBezTo>
                <a:cubicBezTo>
                  <a:pt x="137" y="8753"/>
                  <a:pt x="125" y="8750"/>
                  <a:pt x="114" y="8745"/>
                </a:cubicBezTo>
                <a:cubicBezTo>
                  <a:pt x="103" y="8740"/>
                  <a:pt x="92" y="8735"/>
                  <a:pt x="82" y="8728"/>
                </a:cubicBezTo>
                <a:cubicBezTo>
                  <a:pt x="72" y="8721"/>
                  <a:pt x="63" y="8713"/>
                  <a:pt x="54" y="8705"/>
                </a:cubicBezTo>
                <a:cubicBezTo>
                  <a:pt x="45" y="8696"/>
                  <a:pt x="38" y="8687"/>
                  <a:pt x="31" y="8677"/>
                </a:cubicBezTo>
                <a:cubicBezTo>
                  <a:pt x="24" y="8667"/>
                  <a:pt x="18" y="8656"/>
                  <a:pt x="14" y="8645"/>
                </a:cubicBezTo>
                <a:cubicBezTo>
                  <a:pt x="9" y="8634"/>
                  <a:pt x="6" y="8622"/>
                  <a:pt x="3" y="8610"/>
                </a:cubicBezTo>
                <a:cubicBezTo>
                  <a:pt x="1" y="8598"/>
                  <a:pt x="0" y="8586"/>
                  <a:pt x="0" y="8574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059480" y="4708080"/>
            <a:ext cx="2383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た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505560" y="28764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458040" y="2257920"/>
            <a:ext cx="18676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当時の課題意識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6505560" y="331452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8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755760" y="2755440"/>
            <a:ext cx="42800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深いネットワークほど表現力は高いはず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6755760" y="319356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しかし単純に深くするだけでは性能が上が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6505560" y="41144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1"/>
                  <a:pt x="239" y="215"/>
                  <a:pt x="226" y="227"/>
                </a:cubicBezTo>
                <a:cubicBezTo>
                  <a:pt x="214" y="240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40"/>
                  <a:pt x="39" y="227"/>
                </a:cubicBezTo>
                <a:cubicBezTo>
                  <a:pt x="27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7" y="52"/>
                  <a:pt x="39" y="39"/>
                </a:cubicBezTo>
                <a:cubicBezTo>
                  <a:pt x="52" y="27"/>
                  <a:pt x="66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1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755760" y="3555360"/>
            <a:ext cx="7138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らない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33160" y="5410080"/>
            <a:ext cx="11125440" cy="638640"/>
          </a:xfrm>
          <a:custGeom>
            <a:avLst/>
            <a:gdLst/>
            <a:ahLst/>
            <a:rect l="0" t="0" r="r" b="b"/>
            <a:pathLst>
              <a:path w="30904" h="1774">
                <a:moveTo>
                  <a:pt x="0" y="0"/>
                </a:moveTo>
                <a:lnTo>
                  <a:pt x="30904" y="0"/>
                </a:lnTo>
                <a:lnTo>
                  <a:pt x="30904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533160" y="5410080"/>
            <a:ext cx="76680" cy="638640"/>
          </a:xfrm>
          <a:custGeom>
            <a:avLst/>
            <a:gdLst/>
            <a:ahLst/>
            <a:rect l="0" t="0" r="r" b="b"/>
            <a:pathLst>
              <a:path w="213" h="1774">
                <a:moveTo>
                  <a:pt x="0" y="0"/>
                </a:moveTo>
                <a:lnTo>
                  <a:pt x="213" y="0"/>
                </a:lnTo>
                <a:lnTo>
                  <a:pt x="213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755760" y="3993480"/>
            <a:ext cx="35668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最適化を助ける構造が必要になる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81200" y="5563800"/>
            <a:ext cx="911880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は、超深層ネットワークを学習可能にするための残差学習を提案する。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914400" y="392400"/>
            <a:ext cx="9943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研究背景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71" name=""/>
          <p:cNvSpPr/>
          <p:nvPr/>
        </p:nvSpPr>
        <p:spPr>
          <a:xfrm>
            <a:off x="542880" y="1666800"/>
            <a:ext cx="5410440" cy="2429280"/>
          </a:xfrm>
          <a:custGeom>
            <a:avLst/>
            <a:gdLst/>
            <a:ahLst/>
            <a:rect l="0" t="0" r="r" b="b"/>
            <a:pathLst>
              <a:path w="15029" h="6748">
                <a:moveTo>
                  <a:pt x="0" y="656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62"/>
                </a:lnTo>
                <a:cubicBezTo>
                  <a:pt x="15029" y="6575"/>
                  <a:pt x="15028" y="6587"/>
                  <a:pt x="15025" y="6599"/>
                </a:cubicBezTo>
                <a:cubicBezTo>
                  <a:pt x="15023" y="6610"/>
                  <a:pt x="15020" y="6622"/>
                  <a:pt x="15015" y="6633"/>
                </a:cubicBezTo>
                <a:cubicBezTo>
                  <a:pt x="15010" y="6644"/>
                  <a:pt x="15005" y="6655"/>
                  <a:pt x="14998" y="6665"/>
                </a:cubicBezTo>
                <a:cubicBezTo>
                  <a:pt x="14991" y="6675"/>
                  <a:pt x="14983" y="6685"/>
                  <a:pt x="14975" y="6693"/>
                </a:cubicBezTo>
                <a:cubicBezTo>
                  <a:pt x="14966" y="6702"/>
                  <a:pt x="14957" y="6710"/>
                  <a:pt x="14947" y="6716"/>
                </a:cubicBezTo>
                <a:cubicBezTo>
                  <a:pt x="14937" y="6723"/>
                  <a:pt x="14926" y="6729"/>
                  <a:pt x="14915" y="6733"/>
                </a:cubicBezTo>
                <a:cubicBezTo>
                  <a:pt x="14903" y="6738"/>
                  <a:pt x="14892" y="6742"/>
                  <a:pt x="14880" y="6744"/>
                </a:cubicBezTo>
                <a:cubicBezTo>
                  <a:pt x="14868" y="6746"/>
                  <a:pt x="14856" y="6748"/>
                  <a:pt x="14844" y="6748"/>
                </a:cubicBezTo>
                <a:lnTo>
                  <a:pt x="185" y="6748"/>
                </a:lnTo>
                <a:cubicBezTo>
                  <a:pt x="173" y="6748"/>
                  <a:pt x="161" y="6746"/>
                  <a:pt x="149" y="6744"/>
                </a:cubicBezTo>
                <a:cubicBezTo>
                  <a:pt x="137" y="6742"/>
                  <a:pt x="125" y="6738"/>
                  <a:pt x="114" y="6733"/>
                </a:cubicBezTo>
                <a:cubicBezTo>
                  <a:pt x="103" y="6729"/>
                  <a:pt x="92" y="6723"/>
                  <a:pt x="82" y="6716"/>
                </a:cubicBezTo>
                <a:cubicBezTo>
                  <a:pt x="72" y="6710"/>
                  <a:pt x="62" y="6702"/>
                  <a:pt x="54" y="6693"/>
                </a:cubicBezTo>
                <a:cubicBezTo>
                  <a:pt x="45" y="6685"/>
                  <a:pt x="38" y="6675"/>
                  <a:pt x="31" y="6665"/>
                </a:cubicBezTo>
                <a:cubicBezTo>
                  <a:pt x="24" y="6655"/>
                  <a:pt x="18" y="6644"/>
                  <a:pt x="14" y="6633"/>
                </a:cubicBezTo>
                <a:cubicBezTo>
                  <a:pt x="9" y="6622"/>
                  <a:pt x="6" y="6610"/>
                  <a:pt x="3" y="6599"/>
                </a:cubicBezTo>
                <a:cubicBezTo>
                  <a:pt x="1" y="6587"/>
                  <a:pt x="0" y="6575"/>
                  <a:pt x="0" y="6562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542880" y="1666800"/>
            <a:ext cx="5410440" cy="2429280"/>
          </a:xfrm>
          <a:custGeom>
            <a:avLst/>
            <a:gdLst/>
            <a:ahLst/>
            <a:rect l="0" t="0" r="r" b="b"/>
            <a:pathLst>
              <a:path w="15029" h="6748">
                <a:moveTo>
                  <a:pt x="0" y="656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62"/>
                </a:lnTo>
                <a:cubicBezTo>
                  <a:pt x="15029" y="6575"/>
                  <a:pt x="15028" y="6587"/>
                  <a:pt x="15025" y="6599"/>
                </a:cubicBezTo>
                <a:cubicBezTo>
                  <a:pt x="15023" y="6610"/>
                  <a:pt x="15020" y="6622"/>
                  <a:pt x="15015" y="6633"/>
                </a:cubicBezTo>
                <a:cubicBezTo>
                  <a:pt x="15010" y="6644"/>
                  <a:pt x="15005" y="6655"/>
                  <a:pt x="14998" y="6665"/>
                </a:cubicBezTo>
                <a:cubicBezTo>
                  <a:pt x="14991" y="6675"/>
                  <a:pt x="14983" y="6685"/>
                  <a:pt x="14975" y="6693"/>
                </a:cubicBezTo>
                <a:cubicBezTo>
                  <a:pt x="14966" y="6702"/>
                  <a:pt x="14957" y="6710"/>
                  <a:pt x="14947" y="6716"/>
                </a:cubicBezTo>
                <a:cubicBezTo>
                  <a:pt x="14937" y="6723"/>
                  <a:pt x="14926" y="6729"/>
                  <a:pt x="14915" y="6733"/>
                </a:cubicBezTo>
                <a:cubicBezTo>
                  <a:pt x="14903" y="6738"/>
                  <a:pt x="14892" y="6742"/>
                  <a:pt x="14880" y="6744"/>
                </a:cubicBezTo>
                <a:cubicBezTo>
                  <a:pt x="14868" y="6746"/>
                  <a:pt x="14856" y="6748"/>
                  <a:pt x="14844" y="6748"/>
                </a:cubicBezTo>
                <a:lnTo>
                  <a:pt x="185" y="6748"/>
                </a:lnTo>
                <a:cubicBezTo>
                  <a:pt x="173" y="6748"/>
                  <a:pt x="161" y="6746"/>
                  <a:pt x="149" y="6744"/>
                </a:cubicBezTo>
                <a:cubicBezTo>
                  <a:pt x="137" y="6742"/>
                  <a:pt x="125" y="6738"/>
                  <a:pt x="114" y="6733"/>
                </a:cubicBezTo>
                <a:cubicBezTo>
                  <a:pt x="103" y="6729"/>
                  <a:pt x="92" y="6723"/>
                  <a:pt x="82" y="6716"/>
                </a:cubicBezTo>
                <a:cubicBezTo>
                  <a:pt x="72" y="6710"/>
                  <a:pt x="62" y="6702"/>
                  <a:pt x="54" y="6693"/>
                </a:cubicBezTo>
                <a:cubicBezTo>
                  <a:pt x="45" y="6685"/>
                  <a:pt x="38" y="6675"/>
                  <a:pt x="31" y="6665"/>
                </a:cubicBezTo>
                <a:cubicBezTo>
                  <a:pt x="24" y="6655"/>
                  <a:pt x="18" y="6644"/>
                  <a:pt x="14" y="6633"/>
                </a:cubicBezTo>
                <a:cubicBezTo>
                  <a:pt x="9" y="6622"/>
                  <a:pt x="6" y="6610"/>
                  <a:pt x="3" y="6599"/>
                </a:cubicBezTo>
                <a:cubicBezTo>
                  <a:pt x="1" y="6587"/>
                  <a:pt x="0" y="6575"/>
                  <a:pt x="0" y="6562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33520" y="924480"/>
            <a:ext cx="854280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単純な深層化では、訓練誤差まで悪化する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Degradation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問題が起こる。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809280" y="24573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0"/>
                  <a:pt x="263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62120" y="1848600"/>
            <a:ext cx="206496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Degradation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問題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809280" y="290484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1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059480" y="2336400"/>
            <a:ext cx="47296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深い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が浅い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より悪くなる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809280" y="334296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4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40"/>
                  <a:pt x="39" y="227"/>
                </a:cubicBezTo>
                <a:cubicBezTo>
                  <a:pt x="27" y="215"/>
                  <a:pt x="17" y="200"/>
                  <a:pt x="11" y="184"/>
                </a:cubicBezTo>
                <a:cubicBezTo>
                  <a:pt x="4" y="168"/>
                  <a:pt x="0" y="151"/>
                  <a:pt x="0" y="134"/>
                </a:cubicBezTo>
                <a:cubicBezTo>
                  <a:pt x="0" y="116"/>
                  <a:pt x="4" y="99"/>
                  <a:pt x="11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3" y="99"/>
                  <a:pt x="266" y="116"/>
                  <a:pt x="266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059480" y="2783880"/>
            <a:ext cx="42800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検証誤差だけでなく訓練誤差も悪化する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059480" y="322200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過学習ではなく最適化の問題として扱われ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6238800" y="1666800"/>
            <a:ext cx="5410440" cy="2429280"/>
          </a:xfrm>
          <a:custGeom>
            <a:avLst/>
            <a:gdLst/>
            <a:ahLst/>
            <a:rect l="0" t="0" r="r" b="b"/>
            <a:pathLst>
              <a:path w="15029" h="6748">
                <a:moveTo>
                  <a:pt x="0" y="656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62"/>
                </a:lnTo>
                <a:cubicBezTo>
                  <a:pt x="15029" y="6575"/>
                  <a:pt x="15028" y="6587"/>
                  <a:pt x="15025" y="6599"/>
                </a:cubicBezTo>
                <a:cubicBezTo>
                  <a:pt x="15023" y="6610"/>
                  <a:pt x="15020" y="6622"/>
                  <a:pt x="15015" y="6633"/>
                </a:cubicBezTo>
                <a:cubicBezTo>
                  <a:pt x="15010" y="6644"/>
                  <a:pt x="15005" y="6655"/>
                  <a:pt x="14998" y="6665"/>
                </a:cubicBezTo>
                <a:cubicBezTo>
                  <a:pt x="14991" y="6675"/>
                  <a:pt x="14983" y="6685"/>
                  <a:pt x="14975" y="6693"/>
                </a:cubicBezTo>
                <a:cubicBezTo>
                  <a:pt x="14966" y="6702"/>
                  <a:pt x="14957" y="6710"/>
                  <a:pt x="14947" y="6716"/>
                </a:cubicBezTo>
                <a:cubicBezTo>
                  <a:pt x="14937" y="6723"/>
                  <a:pt x="14926" y="6729"/>
                  <a:pt x="14915" y="6733"/>
                </a:cubicBezTo>
                <a:cubicBezTo>
                  <a:pt x="14903" y="6738"/>
                  <a:pt x="14892" y="6742"/>
                  <a:pt x="14880" y="6744"/>
                </a:cubicBezTo>
                <a:cubicBezTo>
                  <a:pt x="14868" y="6746"/>
                  <a:pt x="14856" y="6748"/>
                  <a:pt x="14844" y="6748"/>
                </a:cubicBezTo>
                <a:lnTo>
                  <a:pt x="185" y="6748"/>
                </a:lnTo>
                <a:cubicBezTo>
                  <a:pt x="173" y="6748"/>
                  <a:pt x="161" y="6746"/>
                  <a:pt x="149" y="6744"/>
                </a:cubicBezTo>
                <a:cubicBezTo>
                  <a:pt x="137" y="6742"/>
                  <a:pt x="125" y="6738"/>
                  <a:pt x="114" y="6733"/>
                </a:cubicBezTo>
                <a:cubicBezTo>
                  <a:pt x="103" y="6729"/>
                  <a:pt x="92" y="6723"/>
                  <a:pt x="82" y="6716"/>
                </a:cubicBezTo>
                <a:cubicBezTo>
                  <a:pt x="72" y="6710"/>
                  <a:pt x="63" y="6702"/>
                  <a:pt x="54" y="6693"/>
                </a:cubicBezTo>
                <a:cubicBezTo>
                  <a:pt x="45" y="6685"/>
                  <a:pt x="38" y="6675"/>
                  <a:pt x="31" y="6665"/>
                </a:cubicBezTo>
                <a:cubicBezTo>
                  <a:pt x="24" y="6655"/>
                  <a:pt x="18" y="6644"/>
                  <a:pt x="14" y="6633"/>
                </a:cubicBezTo>
                <a:cubicBezTo>
                  <a:pt x="9" y="6622"/>
                  <a:pt x="6" y="6610"/>
                  <a:pt x="3" y="6599"/>
                </a:cubicBezTo>
                <a:cubicBezTo>
                  <a:pt x="1" y="6587"/>
                  <a:pt x="0" y="6575"/>
                  <a:pt x="0" y="65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238800" y="1666800"/>
            <a:ext cx="5410440" cy="2429280"/>
          </a:xfrm>
          <a:custGeom>
            <a:avLst/>
            <a:gdLst/>
            <a:ahLst/>
            <a:rect l="0" t="0" r="r" b="b"/>
            <a:pathLst>
              <a:path w="15029" h="6748">
                <a:moveTo>
                  <a:pt x="0" y="656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62"/>
                </a:lnTo>
                <a:cubicBezTo>
                  <a:pt x="15029" y="6575"/>
                  <a:pt x="15028" y="6587"/>
                  <a:pt x="15025" y="6599"/>
                </a:cubicBezTo>
                <a:cubicBezTo>
                  <a:pt x="15023" y="6610"/>
                  <a:pt x="15020" y="6622"/>
                  <a:pt x="15015" y="6633"/>
                </a:cubicBezTo>
                <a:cubicBezTo>
                  <a:pt x="15010" y="6644"/>
                  <a:pt x="15005" y="6655"/>
                  <a:pt x="14998" y="6665"/>
                </a:cubicBezTo>
                <a:cubicBezTo>
                  <a:pt x="14991" y="6675"/>
                  <a:pt x="14983" y="6685"/>
                  <a:pt x="14975" y="6693"/>
                </a:cubicBezTo>
                <a:cubicBezTo>
                  <a:pt x="14966" y="6702"/>
                  <a:pt x="14957" y="6710"/>
                  <a:pt x="14947" y="6716"/>
                </a:cubicBezTo>
                <a:cubicBezTo>
                  <a:pt x="14937" y="6723"/>
                  <a:pt x="14926" y="6729"/>
                  <a:pt x="14915" y="6733"/>
                </a:cubicBezTo>
                <a:cubicBezTo>
                  <a:pt x="14903" y="6738"/>
                  <a:pt x="14892" y="6742"/>
                  <a:pt x="14880" y="6744"/>
                </a:cubicBezTo>
                <a:cubicBezTo>
                  <a:pt x="14868" y="6746"/>
                  <a:pt x="14856" y="6748"/>
                  <a:pt x="14844" y="6748"/>
                </a:cubicBezTo>
                <a:lnTo>
                  <a:pt x="185" y="6748"/>
                </a:lnTo>
                <a:cubicBezTo>
                  <a:pt x="173" y="6748"/>
                  <a:pt x="161" y="6746"/>
                  <a:pt x="149" y="6744"/>
                </a:cubicBezTo>
                <a:cubicBezTo>
                  <a:pt x="137" y="6742"/>
                  <a:pt x="125" y="6738"/>
                  <a:pt x="114" y="6733"/>
                </a:cubicBezTo>
                <a:cubicBezTo>
                  <a:pt x="103" y="6729"/>
                  <a:pt x="92" y="6723"/>
                  <a:pt x="82" y="6716"/>
                </a:cubicBezTo>
                <a:cubicBezTo>
                  <a:pt x="72" y="6710"/>
                  <a:pt x="63" y="6702"/>
                  <a:pt x="54" y="6693"/>
                </a:cubicBezTo>
                <a:cubicBezTo>
                  <a:pt x="45" y="6685"/>
                  <a:pt x="38" y="6675"/>
                  <a:pt x="31" y="6665"/>
                </a:cubicBezTo>
                <a:cubicBezTo>
                  <a:pt x="24" y="6655"/>
                  <a:pt x="18" y="6644"/>
                  <a:pt x="14" y="6633"/>
                </a:cubicBezTo>
                <a:cubicBezTo>
                  <a:pt x="9" y="6622"/>
                  <a:pt x="6" y="6610"/>
                  <a:pt x="3" y="6599"/>
                </a:cubicBezTo>
                <a:cubicBezTo>
                  <a:pt x="1" y="6587"/>
                  <a:pt x="0" y="6575"/>
                  <a:pt x="0" y="656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059480" y="3584160"/>
            <a:ext cx="2383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6505560" y="2457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458040" y="1848600"/>
            <a:ext cx="16009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直感的な矛盾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6505560" y="2904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755760" y="233640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深いモデルは浅いモデルを内包できるはず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755760" y="278388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不要な層が恒等写像になれば同等性能を出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505560" y="37051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7"/>
                  <a:pt x="0" y="151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6755760" y="3136320"/>
            <a:ext cx="9518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せるはず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33160" y="4314600"/>
            <a:ext cx="11125440" cy="857520"/>
          </a:xfrm>
          <a:custGeom>
            <a:avLst/>
            <a:gdLst/>
            <a:ahLst/>
            <a:rect l="0" t="0" r="r" b="b"/>
            <a:pathLst>
              <a:path w="30904" h="2382">
                <a:moveTo>
                  <a:pt x="0" y="0"/>
                </a:moveTo>
                <a:lnTo>
                  <a:pt x="30904" y="0"/>
                </a:lnTo>
                <a:lnTo>
                  <a:pt x="30904" y="2382"/>
                </a:lnTo>
                <a:lnTo>
                  <a:pt x="0" y="2382"/>
                </a:lnTo>
                <a:lnTo>
                  <a:pt x="0" y="0"/>
                </a:lnTo>
                <a:close/>
              </a:path>
            </a:pathLst>
          </a:custGeom>
          <a:solidFill>
            <a:srgbClr val="f8f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21640" y="430308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0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5"/>
                </a:lnTo>
                <a:lnTo>
                  <a:pt x="30852" y="1585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7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3"/>
                </a:moveTo>
                <a:lnTo>
                  <a:pt x="0" y="1664"/>
                </a:lnTo>
                <a:lnTo>
                  <a:pt x="117" y="1664"/>
                </a:lnTo>
                <a:lnTo>
                  <a:pt x="117" y="1823"/>
                </a:lnTo>
                <a:lnTo>
                  <a:pt x="0" y="1823"/>
                </a:lnTo>
                <a:moveTo>
                  <a:pt x="0" y="1559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9"/>
                </a:lnTo>
                <a:lnTo>
                  <a:pt x="0" y="1559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29"/>
                </a:moveTo>
                <a:lnTo>
                  <a:pt x="0" y="871"/>
                </a:lnTo>
                <a:lnTo>
                  <a:pt x="117" y="871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7"/>
                </a:lnTo>
                <a:lnTo>
                  <a:pt x="117" y="607"/>
                </a:lnTo>
                <a:lnTo>
                  <a:pt x="117" y="765"/>
                </a:lnTo>
                <a:lnTo>
                  <a:pt x="0" y="765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0"/>
                  <a:pt x="117" y="240"/>
                </a:cubicBezTo>
                <a:lnTo>
                  <a:pt x="1" y="236"/>
                </a:lnTo>
                <a:moveTo>
                  <a:pt x="221" y="1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521640" y="430308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0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5"/>
                </a:lnTo>
                <a:lnTo>
                  <a:pt x="30852" y="1585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7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3"/>
                </a:moveTo>
                <a:lnTo>
                  <a:pt x="0" y="1664"/>
                </a:lnTo>
                <a:lnTo>
                  <a:pt x="117" y="1664"/>
                </a:lnTo>
                <a:lnTo>
                  <a:pt x="117" y="1823"/>
                </a:lnTo>
                <a:lnTo>
                  <a:pt x="0" y="1823"/>
                </a:lnTo>
                <a:moveTo>
                  <a:pt x="0" y="1559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9"/>
                </a:lnTo>
                <a:lnTo>
                  <a:pt x="0" y="1559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29"/>
                </a:moveTo>
                <a:lnTo>
                  <a:pt x="0" y="871"/>
                </a:lnTo>
                <a:lnTo>
                  <a:pt x="117" y="871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7"/>
                </a:lnTo>
                <a:lnTo>
                  <a:pt x="117" y="607"/>
                </a:lnTo>
                <a:lnTo>
                  <a:pt x="117" y="765"/>
                </a:lnTo>
                <a:lnTo>
                  <a:pt x="0" y="765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0"/>
                  <a:pt x="117" y="240"/>
                </a:cubicBezTo>
                <a:lnTo>
                  <a:pt x="1" y="236"/>
                </a:lnTo>
                <a:moveTo>
                  <a:pt x="221" y="1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21640" y="430308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0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5"/>
                </a:lnTo>
                <a:lnTo>
                  <a:pt x="30852" y="1585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7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3"/>
                </a:moveTo>
                <a:lnTo>
                  <a:pt x="0" y="1664"/>
                </a:lnTo>
                <a:lnTo>
                  <a:pt x="117" y="1664"/>
                </a:lnTo>
                <a:lnTo>
                  <a:pt x="117" y="1823"/>
                </a:lnTo>
                <a:lnTo>
                  <a:pt x="0" y="1823"/>
                </a:lnTo>
                <a:moveTo>
                  <a:pt x="0" y="1559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9"/>
                </a:lnTo>
                <a:lnTo>
                  <a:pt x="0" y="1559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29"/>
                </a:moveTo>
                <a:lnTo>
                  <a:pt x="0" y="871"/>
                </a:lnTo>
                <a:lnTo>
                  <a:pt x="117" y="871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7"/>
                </a:lnTo>
                <a:lnTo>
                  <a:pt x="117" y="607"/>
                </a:lnTo>
                <a:lnTo>
                  <a:pt x="117" y="765"/>
                </a:lnTo>
                <a:lnTo>
                  <a:pt x="0" y="765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0"/>
                  <a:pt x="117" y="240"/>
                </a:cubicBezTo>
                <a:lnTo>
                  <a:pt x="1" y="236"/>
                </a:lnTo>
                <a:moveTo>
                  <a:pt x="221" y="1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521640" y="430308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0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5"/>
                </a:lnTo>
                <a:lnTo>
                  <a:pt x="30852" y="1585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7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3"/>
                </a:moveTo>
                <a:lnTo>
                  <a:pt x="0" y="1664"/>
                </a:lnTo>
                <a:lnTo>
                  <a:pt x="117" y="1664"/>
                </a:lnTo>
                <a:lnTo>
                  <a:pt x="117" y="1823"/>
                </a:lnTo>
                <a:lnTo>
                  <a:pt x="0" y="1823"/>
                </a:lnTo>
                <a:moveTo>
                  <a:pt x="0" y="1559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9"/>
                </a:lnTo>
                <a:lnTo>
                  <a:pt x="0" y="1559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29"/>
                </a:moveTo>
                <a:lnTo>
                  <a:pt x="0" y="871"/>
                </a:lnTo>
                <a:lnTo>
                  <a:pt x="117" y="871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7"/>
                </a:lnTo>
                <a:lnTo>
                  <a:pt x="117" y="607"/>
                </a:lnTo>
                <a:lnTo>
                  <a:pt x="117" y="765"/>
                </a:lnTo>
                <a:lnTo>
                  <a:pt x="0" y="765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0"/>
                  <a:pt x="117" y="240"/>
                </a:cubicBezTo>
                <a:lnTo>
                  <a:pt x="1" y="236"/>
                </a:lnTo>
                <a:moveTo>
                  <a:pt x="221" y="1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755760" y="358416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実際にはその恒等写像を学ぶことが難しい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617200" y="4572720"/>
            <a:ext cx="752724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[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図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: 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論文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Figure 1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。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20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層と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56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層の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Plain Net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の誤差グラフ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]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914400" y="392400"/>
            <a:ext cx="17395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解決したい課題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542880" y="1666800"/>
            <a:ext cx="5410440" cy="1629000"/>
          </a:xfrm>
          <a:custGeom>
            <a:avLst/>
            <a:gdLst/>
            <a:ahLst/>
            <a:rect l="0" t="0" r="r" b="b"/>
            <a:pathLst>
              <a:path w="15029" h="4525">
                <a:moveTo>
                  <a:pt x="0" y="4340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4340"/>
                </a:lnTo>
                <a:cubicBezTo>
                  <a:pt x="15029" y="4352"/>
                  <a:pt x="15028" y="4364"/>
                  <a:pt x="15025" y="4376"/>
                </a:cubicBezTo>
                <a:cubicBezTo>
                  <a:pt x="15023" y="4388"/>
                  <a:pt x="15020" y="4400"/>
                  <a:pt x="15015" y="4411"/>
                </a:cubicBezTo>
                <a:cubicBezTo>
                  <a:pt x="15010" y="4422"/>
                  <a:pt x="15005" y="4433"/>
                  <a:pt x="14998" y="4443"/>
                </a:cubicBezTo>
                <a:cubicBezTo>
                  <a:pt x="14991" y="4453"/>
                  <a:pt x="14983" y="4462"/>
                  <a:pt x="14975" y="4471"/>
                </a:cubicBezTo>
                <a:cubicBezTo>
                  <a:pt x="14966" y="4479"/>
                  <a:pt x="14957" y="4487"/>
                  <a:pt x="14947" y="4494"/>
                </a:cubicBezTo>
                <a:cubicBezTo>
                  <a:pt x="14937" y="4501"/>
                  <a:pt x="14926" y="4506"/>
                  <a:pt x="14915" y="4511"/>
                </a:cubicBezTo>
                <a:cubicBezTo>
                  <a:pt x="14903" y="4516"/>
                  <a:pt x="14892" y="4519"/>
                  <a:pt x="14880" y="4522"/>
                </a:cubicBezTo>
                <a:cubicBezTo>
                  <a:pt x="14868" y="4524"/>
                  <a:pt x="14856" y="4525"/>
                  <a:pt x="14844" y="4525"/>
                </a:cubicBezTo>
                <a:lnTo>
                  <a:pt x="185" y="4525"/>
                </a:lnTo>
                <a:cubicBezTo>
                  <a:pt x="173" y="4525"/>
                  <a:pt x="161" y="4524"/>
                  <a:pt x="149" y="4522"/>
                </a:cubicBezTo>
                <a:cubicBezTo>
                  <a:pt x="137" y="4519"/>
                  <a:pt x="125" y="4516"/>
                  <a:pt x="114" y="4511"/>
                </a:cubicBezTo>
                <a:cubicBezTo>
                  <a:pt x="103" y="4506"/>
                  <a:pt x="92" y="4501"/>
                  <a:pt x="82" y="4494"/>
                </a:cubicBezTo>
                <a:cubicBezTo>
                  <a:pt x="72" y="4487"/>
                  <a:pt x="62" y="4479"/>
                  <a:pt x="54" y="4471"/>
                </a:cubicBezTo>
                <a:cubicBezTo>
                  <a:pt x="45" y="4462"/>
                  <a:pt x="38" y="4453"/>
                  <a:pt x="31" y="4443"/>
                </a:cubicBezTo>
                <a:cubicBezTo>
                  <a:pt x="24" y="4433"/>
                  <a:pt x="18" y="4422"/>
                  <a:pt x="14" y="4411"/>
                </a:cubicBezTo>
                <a:cubicBezTo>
                  <a:pt x="9" y="4400"/>
                  <a:pt x="6" y="4388"/>
                  <a:pt x="3" y="4376"/>
                </a:cubicBezTo>
                <a:cubicBezTo>
                  <a:pt x="1" y="4364"/>
                  <a:pt x="0" y="4352"/>
                  <a:pt x="0" y="43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542880" y="1666800"/>
            <a:ext cx="5410440" cy="1629000"/>
          </a:xfrm>
          <a:custGeom>
            <a:avLst/>
            <a:gdLst/>
            <a:ahLst/>
            <a:rect l="0" t="0" r="r" b="b"/>
            <a:pathLst>
              <a:path w="15029" h="4525">
                <a:moveTo>
                  <a:pt x="0" y="4340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4340"/>
                </a:lnTo>
                <a:cubicBezTo>
                  <a:pt x="15029" y="4352"/>
                  <a:pt x="15028" y="4364"/>
                  <a:pt x="15025" y="4376"/>
                </a:cubicBezTo>
                <a:cubicBezTo>
                  <a:pt x="15023" y="4388"/>
                  <a:pt x="15020" y="4400"/>
                  <a:pt x="15015" y="4411"/>
                </a:cubicBezTo>
                <a:cubicBezTo>
                  <a:pt x="15010" y="4422"/>
                  <a:pt x="15005" y="4433"/>
                  <a:pt x="14998" y="4443"/>
                </a:cubicBezTo>
                <a:cubicBezTo>
                  <a:pt x="14991" y="4453"/>
                  <a:pt x="14983" y="4462"/>
                  <a:pt x="14975" y="4471"/>
                </a:cubicBezTo>
                <a:cubicBezTo>
                  <a:pt x="14966" y="4479"/>
                  <a:pt x="14957" y="4487"/>
                  <a:pt x="14947" y="4494"/>
                </a:cubicBezTo>
                <a:cubicBezTo>
                  <a:pt x="14937" y="4501"/>
                  <a:pt x="14926" y="4506"/>
                  <a:pt x="14915" y="4511"/>
                </a:cubicBezTo>
                <a:cubicBezTo>
                  <a:pt x="14903" y="4516"/>
                  <a:pt x="14892" y="4519"/>
                  <a:pt x="14880" y="4522"/>
                </a:cubicBezTo>
                <a:cubicBezTo>
                  <a:pt x="14868" y="4524"/>
                  <a:pt x="14856" y="4525"/>
                  <a:pt x="14844" y="4525"/>
                </a:cubicBezTo>
                <a:lnTo>
                  <a:pt x="185" y="4525"/>
                </a:lnTo>
                <a:cubicBezTo>
                  <a:pt x="173" y="4525"/>
                  <a:pt x="161" y="4524"/>
                  <a:pt x="149" y="4522"/>
                </a:cubicBezTo>
                <a:cubicBezTo>
                  <a:pt x="137" y="4519"/>
                  <a:pt x="125" y="4516"/>
                  <a:pt x="114" y="4511"/>
                </a:cubicBezTo>
                <a:cubicBezTo>
                  <a:pt x="103" y="4506"/>
                  <a:pt x="92" y="4501"/>
                  <a:pt x="82" y="4494"/>
                </a:cubicBezTo>
                <a:cubicBezTo>
                  <a:pt x="72" y="4487"/>
                  <a:pt x="62" y="4479"/>
                  <a:pt x="54" y="4471"/>
                </a:cubicBezTo>
                <a:cubicBezTo>
                  <a:pt x="45" y="4462"/>
                  <a:pt x="38" y="4453"/>
                  <a:pt x="31" y="4443"/>
                </a:cubicBezTo>
                <a:cubicBezTo>
                  <a:pt x="24" y="4433"/>
                  <a:pt x="18" y="4422"/>
                  <a:pt x="14" y="4411"/>
                </a:cubicBezTo>
                <a:cubicBezTo>
                  <a:pt x="9" y="4400"/>
                  <a:pt x="6" y="4388"/>
                  <a:pt x="3" y="4376"/>
                </a:cubicBezTo>
                <a:cubicBezTo>
                  <a:pt x="1" y="4364"/>
                  <a:pt x="0" y="4352"/>
                  <a:pt x="0" y="4340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33520" y="924480"/>
            <a:ext cx="997596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は、望ましい写像そのものではなく、入力との差分である残差を学習する。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809280" y="24573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0"/>
                  <a:pt x="263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62120" y="1848600"/>
            <a:ext cx="12412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Plain Block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809280" y="290484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1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059480" y="2336400"/>
            <a:ext cx="38653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層を重ねて出力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H(x)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を直接学習する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238800" y="1666800"/>
            <a:ext cx="5410440" cy="1629000"/>
          </a:xfrm>
          <a:custGeom>
            <a:avLst/>
            <a:gdLst/>
            <a:ahLst/>
            <a:rect l="0" t="0" r="r" b="b"/>
            <a:pathLst>
              <a:path w="15029" h="4525">
                <a:moveTo>
                  <a:pt x="0" y="4340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4340"/>
                </a:lnTo>
                <a:cubicBezTo>
                  <a:pt x="15029" y="4352"/>
                  <a:pt x="15028" y="4364"/>
                  <a:pt x="15025" y="4376"/>
                </a:cubicBezTo>
                <a:cubicBezTo>
                  <a:pt x="15023" y="4388"/>
                  <a:pt x="15020" y="4400"/>
                  <a:pt x="15015" y="4411"/>
                </a:cubicBezTo>
                <a:cubicBezTo>
                  <a:pt x="15010" y="4422"/>
                  <a:pt x="15005" y="4433"/>
                  <a:pt x="14998" y="4443"/>
                </a:cubicBezTo>
                <a:cubicBezTo>
                  <a:pt x="14991" y="4453"/>
                  <a:pt x="14983" y="4462"/>
                  <a:pt x="14975" y="4471"/>
                </a:cubicBezTo>
                <a:cubicBezTo>
                  <a:pt x="14966" y="4479"/>
                  <a:pt x="14957" y="4487"/>
                  <a:pt x="14947" y="4494"/>
                </a:cubicBezTo>
                <a:cubicBezTo>
                  <a:pt x="14937" y="4501"/>
                  <a:pt x="14926" y="4506"/>
                  <a:pt x="14915" y="4511"/>
                </a:cubicBezTo>
                <a:cubicBezTo>
                  <a:pt x="14903" y="4516"/>
                  <a:pt x="14892" y="4519"/>
                  <a:pt x="14880" y="4522"/>
                </a:cubicBezTo>
                <a:cubicBezTo>
                  <a:pt x="14868" y="4524"/>
                  <a:pt x="14856" y="4525"/>
                  <a:pt x="14844" y="4525"/>
                </a:cubicBezTo>
                <a:lnTo>
                  <a:pt x="185" y="4525"/>
                </a:lnTo>
                <a:cubicBezTo>
                  <a:pt x="173" y="4525"/>
                  <a:pt x="161" y="4524"/>
                  <a:pt x="149" y="4522"/>
                </a:cubicBezTo>
                <a:cubicBezTo>
                  <a:pt x="137" y="4519"/>
                  <a:pt x="125" y="4516"/>
                  <a:pt x="114" y="4511"/>
                </a:cubicBezTo>
                <a:cubicBezTo>
                  <a:pt x="103" y="4506"/>
                  <a:pt x="92" y="4501"/>
                  <a:pt x="82" y="4494"/>
                </a:cubicBezTo>
                <a:cubicBezTo>
                  <a:pt x="72" y="4487"/>
                  <a:pt x="63" y="4479"/>
                  <a:pt x="54" y="4471"/>
                </a:cubicBezTo>
                <a:cubicBezTo>
                  <a:pt x="45" y="4462"/>
                  <a:pt x="38" y="4453"/>
                  <a:pt x="31" y="4443"/>
                </a:cubicBezTo>
                <a:cubicBezTo>
                  <a:pt x="24" y="4433"/>
                  <a:pt x="18" y="4422"/>
                  <a:pt x="14" y="4411"/>
                </a:cubicBezTo>
                <a:cubicBezTo>
                  <a:pt x="9" y="4400"/>
                  <a:pt x="6" y="4388"/>
                  <a:pt x="3" y="4376"/>
                </a:cubicBezTo>
                <a:cubicBezTo>
                  <a:pt x="1" y="4364"/>
                  <a:pt x="0" y="4352"/>
                  <a:pt x="0" y="4340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238800" y="1666800"/>
            <a:ext cx="5410440" cy="1629000"/>
          </a:xfrm>
          <a:custGeom>
            <a:avLst/>
            <a:gdLst/>
            <a:ahLst/>
            <a:rect l="0" t="0" r="r" b="b"/>
            <a:pathLst>
              <a:path w="15029" h="4525">
                <a:moveTo>
                  <a:pt x="0" y="4340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4340"/>
                </a:lnTo>
                <a:cubicBezTo>
                  <a:pt x="15029" y="4352"/>
                  <a:pt x="15028" y="4364"/>
                  <a:pt x="15025" y="4376"/>
                </a:cubicBezTo>
                <a:cubicBezTo>
                  <a:pt x="15023" y="4388"/>
                  <a:pt x="15020" y="4400"/>
                  <a:pt x="15015" y="4411"/>
                </a:cubicBezTo>
                <a:cubicBezTo>
                  <a:pt x="15010" y="4422"/>
                  <a:pt x="15005" y="4433"/>
                  <a:pt x="14998" y="4443"/>
                </a:cubicBezTo>
                <a:cubicBezTo>
                  <a:pt x="14991" y="4453"/>
                  <a:pt x="14983" y="4462"/>
                  <a:pt x="14975" y="4471"/>
                </a:cubicBezTo>
                <a:cubicBezTo>
                  <a:pt x="14966" y="4479"/>
                  <a:pt x="14957" y="4487"/>
                  <a:pt x="14947" y="4494"/>
                </a:cubicBezTo>
                <a:cubicBezTo>
                  <a:pt x="14937" y="4501"/>
                  <a:pt x="14926" y="4506"/>
                  <a:pt x="14915" y="4511"/>
                </a:cubicBezTo>
                <a:cubicBezTo>
                  <a:pt x="14903" y="4516"/>
                  <a:pt x="14892" y="4519"/>
                  <a:pt x="14880" y="4522"/>
                </a:cubicBezTo>
                <a:cubicBezTo>
                  <a:pt x="14868" y="4524"/>
                  <a:pt x="14856" y="4525"/>
                  <a:pt x="14844" y="4525"/>
                </a:cubicBezTo>
                <a:lnTo>
                  <a:pt x="185" y="4525"/>
                </a:lnTo>
                <a:cubicBezTo>
                  <a:pt x="173" y="4525"/>
                  <a:pt x="161" y="4524"/>
                  <a:pt x="149" y="4522"/>
                </a:cubicBezTo>
                <a:cubicBezTo>
                  <a:pt x="137" y="4519"/>
                  <a:pt x="125" y="4516"/>
                  <a:pt x="114" y="4511"/>
                </a:cubicBezTo>
                <a:cubicBezTo>
                  <a:pt x="103" y="4506"/>
                  <a:pt x="92" y="4501"/>
                  <a:pt x="82" y="4494"/>
                </a:cubicBezTo>
                <a:cubicBezTo>
                  <a:pt x="72" y="4487"/>
                  <a:pt x="63" y="4479"/>
                  <a:pt x="54" y="4471"/>
                </a:cubicBezTo>
                <a:cubicBezTo>
                  <a:pt x="45" y="4462"/>
                  <a:pt x="38" y="4453"/>
                  <a:pt x="31" y="4443"/>
                </a:cubicBezTo>
                <a:cubicBezTo>
                  <a:pt x="24" y="4433"/>
                  <a:pt x="18" y="4422"/>
                  <a:pt x="14" y="4411"/>
                </a:cubicBezTo>
                <a:cubicBezTo>
                  <a:pt x="9" y="4400"/>
                  <a:pt x="6" y="4388"/>
                  <a:pt x="3" y="4376"/>
                </a:cubicBezTo>
                <a:cubicBezTo>
                  <a:pt x="1" y="4364"/>
                  <a:pt x="0" y="4352"/>
                  <a:pt x="0" y="4340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059480" y="2783880"/>
            <a:ext cx="35668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深くなるほど最適化が難しくなる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505560" y="2457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458040" y="1848600"/>
            <a:ext cx="16635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Residual Block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505560" y="2904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755760" y="2336400"/>
            <a:ext cx="30434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F(x)+x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の形で入力を足し戻す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533160" y="3514680"/>
            <a:ext cx="11125440" cy="857520"/>
          </a:xfrm>
          <a:custGeom>
            <a:avLst/>
            <a:gdLst/>
            <a:ahLst/>
            <a:rect l="0" t="0" r="r" b="b"/>
            <a:pathLst>
              <a:path w="30904" h="2382">
                <a:moveTo>
                  <a:pt x="0" y="0"/>
                </a:moveTo>
                <a:lnTo>
                  <a:pt x="30904" y="0"/>
                </a:lnTo>
                <a:lnTo>
                  <a:pt x="30904" y="2382"/>
                </a:lnTo>
                <a:lnTo>
                  <a:pt x="0" y="2382"/>
                </a:lnTo>
                <a:lnTo>
                  <a:pt x="0" y="0"/>
                </a:lnTo>
                <a:close/>
              </a:path>
            </a:pathLst>
          </a:custGeom>
          <a:solidFill>
            <a:srgbClr val="f8f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21640" y="350316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6"/>
                </a:lnTo>
                <a:lnTo>
                  <a:pt x="508" y="116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6"/>
                </a:lnTo>
                <a:lnTo>
                  <a:pt x="772" y="116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6"/>
                </a:lnTo>
                <a:lnTo>
                  <a:pt x="1036" y="116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6"/>
                </a:lnTo>
                <a:lnTo>
                  <a:pt x="1300" y="116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6"/>
                </a:lnTo>
                <a:lnTo>
                  <a:pt x="1564" y="116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6"/>
                </a:lnTo>
                <a:lnTo>
                  <a:pt x="1828" y="116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6"/>
                </a:lnTo>
                <a:lnTo>
                  <a:pt x="2092" y="116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6"/>
                </a:lnTo>
                <a:lnTo>
                  <a:pt x="2356" y="116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6"/>
                </a:lnTo>
                <a:lnTo>
                  <a:pt x="2620" y="116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6"/>
                </a:lnTo>
                <a:lnTo>
                  <a:pt x="2884" y="116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6"/>
                </a:lnTo>
                <a:lnTo>
                  <a:pt x="3148" y="116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6"/>
                </a:lnTo>
                <a:lnTo>
                  <a:pt x="3412" y="116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6"/>
                </a:lnTo>
                <a:lnTo>
                  <a:pt x="3677" y="116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6"/>
                </a:lnTo>
                <a:lnTo>
                  <a:pt x="3941" y="116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6"/>
                </a:lnTo>
                <a:lnTo>
                  <a:pt x="4205" y="116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6"/>
                </a:lnTo>
                <a:lnTo>
                  <a:pt x="4469" y="116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6"/>
                </a:lnTo>
                <a:lnTo>
                  <a:pt x="4733" y="116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6"/>
                </a:lnTo>
                <a:lnTo>
                  <a:pt x="4997" y="116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6"/>
                </a:lnTo>
                <a:lnTo>
                  <a:pt x="5261" y="116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6"/>
                </a:lnTo>
                <a:lnTo>
                  <a:pt x="5525" y="116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6"/>
                </a:lnTo>
                <a:lnTo>
                  <a:pt x="5789" y="116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6"/>
                </a:lnTo>
                <a:lnTo>
                  <a:pt x="6053" y="116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6"/>
                </a:lnTo>
                <a:lnTo>
                  <a:pt x="6317" y="116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6"/>
                </a:lnTo>
                <a:lnTo>
                  <a:pt x="6581" y="116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6"/>
                </a:lnTo>
                <a:lnTo>
                  <a:pt x="6845" y="116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6"/>
                </a:lnTo>
                <a:lnTo>
                  <a:pt x="7109" y="116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6"/>
                </a:lnTo>
                <a:lnTo>
                  <a:pt x="7373" y="116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6"/>
                </a:lnTo>
                <a:lnTo>
                  <a:pt x="7637" y="116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6"/>
                </a:lnTo>
                <a:lnTo>
                  <a:pt x="7901" y="116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6"/>
                </a:lnTo>
                <a:lnTo>
                  <a:pt x="8165" y="116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6"/>
                </a:lnTo>
                <a:lnTo>
                  <a:pt x="8430" y="116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6"/>
                </a:lnTo>
                <a:lnTo>
                  <a:pt x="8694" y="116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6"/>
                </a:lnTo>
                <a:lnTo>
                  <a:pt x="8958" y="116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6"/>
                </a:lnTo>
                <a:lnTo>
                  <a:pt x="9222" y="116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6"/>
                </a:lnTo>
                <a:lnTo>
                  <a:pt x="9486" y="116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6"/>
                </a:lnTo>
                <a:lnTo>
                  <a:pt x="9750" y="116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6"/>
                </a:lnTo>
                <a:lnTo>
                  <a:pt x="10014" y="116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6"/>
                </a:lnTo>
                <a:lnTo>
                  <a:pt x="10278" y="116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6"/>
                </a:lnTo>
                <a:lnTo>
                  <a:pt x="10542" y="116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6"/>
                </a:lnTo>
                <a:lnTo>
                  <a:pt x="10806" y="116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6"/>
                </a:lnTo>
                <a:lnTo>
                  <a:pt x="11070" y="116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6"/>
                </a:lnTo>
                <a:lnTo>
                  <a:pt x="11334" y="116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6"/>
                </a:lnTo>
                <a:lnTo>
                  <a:pt x="11598" y="116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6"/>
                </a:lnTo>
                <a:lnTo>
                  <a:pt x="11862" y="116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6"/>
                </a:lnTo>
                <a:lnTo>
                  <a:pt x="12126" y="116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6"/>
                </a:lnTo>
                <a:lnTo>
                  <a:pt x="12390" y="116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6"/>
                </a:lnTo>
                <a:lnTo>
                  <a:pt x="12654" y="116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6"/>
                </a:lnTo>
                <a:lnTo>
                  <a:pt x="12918" y="116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6"/>
                </a:lnTo>
                <a:lnTo>
                  <a:pt x="13182" y="116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6"/>
                </a:lnTo>
                <a:lnTo>
                  <a:pt x="13447" y="116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6"/>
                </a:lnTo>
                <a:lnTo>
                  <a:pt x="13711" y="116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6"/>
                </a:lnTo>
                <a:lnTo>
                  <a:pt x="13975" y="116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6"/>
                </a:lnTo>
                <a:lnTo>
                  <a:pt x="14240" y="116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6"/>
                </a:lnTo>
                <a:lnTo>
                  <a:pt x="14504" y="116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6"/>
                </a:lnTo>
                <a:lnTo>
                  <a:pt x="14768" y="116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6"/>
                </a:lnTo>
                <a:lnTo>
                  <a:pt x="15032" y="116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6"/>
                </a:lnTo>
                <a:lnTo>
                  <a:pt x="15296" y="116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6"/>
                </a:lnTo>
                <a:lnTo>
                  <a:pt x="15560" y="116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6"/>
                </a:lnTo>
                <a:lnTo>
                  <a:pt x="15824" y="116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6"/>
                </a:lnTo>
                <a:lnTo>
                  <a:pt x="16088" y="116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6"/>
                </a:lnTo>
                <a:lnTo>
                  <a:pt x="16352" y="116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6"/>
                </a:lnTo>
                <a:lnTo>
                  <a:pt x="16616" y="116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6"/>
                </a:lnTo>
                <a:lnTo>
                  <a:pt x="16880" y="116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6"/>
                </a:lnTo>
                <a:lnTo>
                  <a:pt x="17144" y="116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6"/>
                </a:lnTo>
                <a:lnTo>
                  <a:pt x="17408" y="116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6"/>
                </a:lnTo>
                <a:lnTo>
                  <a:pt x="17672" y="116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6"/>
                </a:lnTo>
                <a:lnTo>
                  <a:pt x="17936" y="116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6"/>
                </a:lnTo>
                <a:lnTo>
                  <a:pt x="18201" y="116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6"/>
                </a:lnTo>
                <a:lnTo>
                  <a:pt x="18465" y="116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6"/>
                </a:lnTo>
                <a:lnTo>
                  <a:pt x="18729" y="116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6"/>
                </a:lnTo>
                <a:lnTo>
                  <a:pt x="18993" y="116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6"/>
                </a:lnTo>
                <a:lnTo>
                  <a:pt x="19257" y="116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6"/>
                </a:lnTo>
                <a:lnTo>
                  <a:pt x="19521" y="116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6"/>
                </a:lnTo>
                <a:lnTo>
                  <a:pt x="19785" y="116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6"/>
                </a:lnTo>
                <a:lnTo>
                  <a:pt x="20049" y="116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6"/>
                </a:lnTo>
                <a:lnTo>
                  <a:pt x="20313" y="116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6"/>
                </a:lnTo>
                <a:lnTo>
                  <a:pt x="20577" y="116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6"/>
                </a:lnTo>
                <a:lnTo>
                  <a:pt x="20841" y="116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6"/>
                </a:lnTo>
                <a:lnTo>
                  <a:pt x="21105" y="116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6"/>
                </a:lnTo>
                <a:lnTo>
                  <a:pt x="21369" y="116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6"/>
                </a:lnTo>
                <a:lnTo>
                  <a:pt x="21633" y="116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6"/>
                </a:lnTo>
                <a:lnTo>
                  <a:pt x="21897" y="116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6"/>
                </a:lnTo>
                <a:lnTo>
                  <a:pt x="22161" y="116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6"/>
                </a:lnTo>
                <a:lnTo>
                  <a:pt x="22425" y="116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6"/>
                </a:lnTo>
                <a:lnTo>
                  <a:pt x="22689" y="116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6"/>
                </a:lnTo>
                <a:lnTo>
                  <a:pt x="22953" y="116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6"/>
                </a:lnTo>
                <a:lnTo>
                  <a:pt x="23218" y="116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6"/>
                </a:lnTo>
                <a:lnTo>
                  <a:pt x="23482" y="116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6"/>
                </a:lnTo>
                <a:lnTo>
                  <a:pt x="23746" y="116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6"/>
                </a:lnTo>
                <a:lnTo>
                  <a:pt x="24010" y="116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6"/>
                </a:lnTo>
                <a:lnTo>
                  <a:pt x="24274" y="116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6"/>
                </a:lnTo>
                <a:lnTo>
                  <a:pt x="24538" y="116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6"/>
                </a:lnTo>
                <a:lnTo>
                  <a:pt x="24802" y="116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6"/>
                </a:lnTo>
                <a:lnTo>
                  <a:pt x="25066" y="116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6"/>
                </a:lnTo>
                <a:lnTo>
                  <a:pt x="25330" y="116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6"/>
                </a:lnTo>
                <a:lnTo>
                  <a:pt x="25594" y="116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6"/>
                </a:lnTo>
                <a:lnTo>
                  <a:pt x="25858" y="116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6"/>
                </a:lnTo>
                <a:lnTo>
                  <a:pt x="26122" y="116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6"/>
                </a:lnTo>
                <a:lnTo>
                  <a:pt x="26386" y="116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6"/>
                </a:lnTo>
                <a:lnTo>
                  <a:pt x="26650" y="116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6"/>
                </a:lnTo>
                <a:lnTo>
                  <a:pt x="26914" y="116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6"/>
                </a:lnTo>
                <a:lnTo>
                  <a:pt x="27178" y="116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6"/>
                </a:lnTo>
                <a:lnTo>
                  <a:pt x="27442" y="116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6"/>
                </a:lnTo>
                <a:lnTo>
                  <a:pt x="27706" y="116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6"/>
                </a:lnTo>
                <a:lnTo>
                  <a:pt x="27971" y="116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6"/>
                </a:lnTo>
                <a:lnTo>
                  <a:pt x="28235" y="116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6"/>
                </a:lnTo>
                <a:lnTo>
                  <a:pt x="28499" y="116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6"/>
                </a:lnTo>
                <a:lnTo>
                  <a:pt x="28763" y="116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6"/>
                </a:lnTo>
                <a:lnTo>
                  <a:pt x="29027" y="116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6"/>
                </a:lnTo>
                <a:lnTo>
                  <a:pt x="29291" y="116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6"/>
                </a:lnTo>
                <a:lnTo>
                  <a:pt x="29555" y="116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6"/>
                </a:lnTo>
                <a:lnTo>
                  <a:pt x="29819" y="116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6"/>
                </a:lnTo>
                <a:lnTo>
                  <a:pt x="30083" y="116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6"/>
                </a:lnTo>
                <a:lnTo>
                  <a:pt x="30347" y="116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2"/>
                  <a:pt x="30783" y="7"/>
                </a:cubicBezTo>
                <a:lnTo>
                  <a:pt x="30755" y="120"/>
                </a:lnTo>
                <a:cubicBezTo>
                  <a:pt x="30745" y="117"/>
                  <a:pt x="30735" y="116"/>
                  <a:pt x="30725" y="116"/>
                </a:cubicBezTo>
                <a:lnTo>
                  <a:pt x="30611" y="116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79"/>
                  <a:pt x="30968" y="243"/>
                </a:cubicBezTo>
                <a:lnTo>
                  <a:pt x="30968" y="263"/>
                </a:lnTo>
                <a:lnTo>
                  <a:pt x="30852" y="263"/>
                </a:lnTo>
                <a:lnTo>
                  <a:pt x="30852" y="243"/>
                </a:lnTo>
                <a:cubicBezTo>
                  <a:pt x="30852" y="210"/>
                  <a:pt x="30840" y="181"/>
                  <a:pt x="30817" y="156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7"/>
                </a:lnTo>
                <a:lnTo>
                  <a:pt x="30852" y="527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1"/>
                </a:lnTo>
                <a:lnTo>
                  <a:pt x="30852" y="791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5"/>
                </a:lnTo>
                <a:lnTo>
                  <a:pt x="30852" y="1055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6"/>
                </a:moveTo>
                <a:lnTo>
                  <a:pt x="30968" y="1585"/>
                </a:lnTo>
                <a:lnTo>
                  <a:pt x="30852" y="1585"/>
                </a:lnTo>
                <a:lnTo>
                  <a:pt x="30852" y="1426"/>
                </a:lnTo>
                <a:lnTo>
                  <a:pt x="30968" y="1426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2"/>
                </a:moveTo>
                <a:cubicBezTo>
                  <a:pt x="30961" y="2297"/>
                  <a:pt x="30928" y="2356"/>
                  <a:pt x="30866" y="2400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2"/>
                </a:lnTo>
                <a:moveTo>
                  <a:pt x="30736" y="2445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29"/>
                </a:lnTo>
                <a:lnTo>
                  <a:pt x="30725" y="2329"/>
                </a:lnTo>
                <a:cubicBezTo>
                  <a:pt x="30727" y="2329"/>
                  <a:pt x="30729" y="2329"/>
                  <a:pt x="30731" y="2329"/>
                </a:cubicBezTo>
                <a:lnTo>
                  <a:pt x="30736" y="2445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29"/>
                </a:lnTo>
                <a:lnTo>
                  <a:pt x="30470" y="2329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29"/>
                </a:lnTo>
                <a:lnTo>
                  <a:pt x="30206" y="2329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29"/>
                </a:lnTo>
                <a:lnTo>
                  <a:pt x="29942" y="2329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29"/>
                </a:lnTo>
                <a:lnTo>
                  <a:pt x="29678" y="2329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29"/>
                </a:lnTo>
                <a:lnTo>
                  <a:pt x="29414" y="2329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29"/>
                </a:lnTo>
                <a:lnTo>
                  <a:pt x="29150" y="2329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29"/>
                </a:lnTo>
                <a:lnTo>
                  <a:pt x="28886" y="2329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29"/>
                </a:lnTo>
                <a:lnTo>
                  <a:pt x="28622" y="2329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29"/>
                </a:lnTo>
                <a:lnTo>
                  <a:pt x="28358" y="2329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29"/>
                </a:lnTo>
                <a:lnTo>
                  <a:pt x="28094" y="2329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29"/>
                </a:lnTo>
                <a:lnTo>
                  <a:pt x="27829" y="2329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29"/>
                </a:lnTo>
                <a:lnTo>
                  <a:pt x="27565" y="2329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29"/>
                </a:lnTo>
                <a:lnTo>
                  <a:pt x="27301" y="2329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29"/>
                </a:lnTo>
                <a:lnTo>
                  <a:pt x="27037" y="2329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29"/>
                </a:lnTo>
                <a:lnTo>
                  <a:pt x="26773" y="2329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29"/>
                </a:lnTo>
                <a:lnTo>
                  <a:pt x="26509" y="2329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29"/>
                </a:lnTo>
                <a:lnTo>
                  <a:pt x="26245" y="2329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29"/>
                </a:lnTo>
                <a:lnTo>
                  <a:pt x="25981" y="2329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29"/>
                </a:lnTo>
                <a:lnTo>
                  <a:pt x="25717" y="2329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29"/>
                </a:lnTo>
                <a:lnTo>
                  <a:pt x="25453" y="2329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29"/>
                </a:lnTo>
                <a:lnTo>
                  <a:pt x="25189" y="2329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29"/>
                </a:lnTo>
                <a:lnTo>
                  <a:pt x="24925" y="2329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29"/>
                </a:lnTo>
                <a:lnTo>
                  <a:pt x="24661" y="2329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29"/>
                </a:lnTo>
                <a:lnTo>
                  <a:pt x="24397" y="2329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29"/>
                </a:lnTo>
                <a:lnTo>
                  <a:pt x="24133" y="2329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29"/>
                </a:lnTo>
                <a:lnTo>
                  <a:pt x="23869" y="2329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29"/>
                </a:lnTo>
                <a:lnTo>
                  <a:pt x="23605" y="2329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29"/>
                </a:lnTo>
                <a:lnTo>
                  <a:pt x="23341" y="2329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29"/>
                </a:lnTo>
                <a:lnTo>
                  <a:pt x="23077" y="2329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29"/>
                </a:lnTo>
                <a:lnTo>
                  <a:pt x="22812" y="2329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29"/>
                </a:lnTo>
                <a:lnTo>
                  <a:pt x="22548" y="2329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29"/>
                </a:lnTo>
                <a:lnTo>
                  <a:pt x="22284" y="2329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29"/>
                </a:lnTo>
                <a:lnTo>
                  <a:pt x="22020" y="2329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29"/>
                </a:lnTo>
                <a:lnTo>
                  <a:pt x="21756" y="2329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29"/>
                </a:lnTo>
                <a:lnTo>
                  <a:pt x="21492" y="2329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29"/>
                </a:lnTo>
                <a:lnTo>
                  <a:pt x="21228" y="2329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29"/>
                </a:lnTo>
                <a:lnTo>
                  <a:pt x="20964" y="2329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29"/>
                </a:lnTo>
                <a:lnTo>
                  <a:pt x="20700" y="2329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29"/>
                </a:lnTo>
                <a:lnTo>
                  <a:pt x="20436" y="2329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29"/>
                </a:lnTo>
                <a:lnTo>
                  <a:pt x="20172" y="2329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29"/>
                </a:lnTo>
                <a:lnTo>
                  <a:pt x="19908" y="2329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29"/>
                </a:lnTo>
                <a:lnTo>
                  <a:pt x="19644" y="2329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29"/>
                </a:lnTo>
                <a:lnTo>
                  <a:pt x="19380" y="2329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29"/>
                </a:lnTo>
                <a:lnTo>
                  <a:pt x="19116" y="2329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29"/>
                </a:lnTo>
                <a:lnTo>
                  <a:pt x="18852" y="2329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29"/>
                </a:lnTo>
                <a:lnTo>
                  <a:pt x="18588" y="2329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29"/>
                </a:lnTo>
                <a:lnTo>
                  <a:pt x="18324" y="2329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29"/>
                </a:lnTo>
                <a:lnTo>
                  <a:pt x="18059" y="2329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29"/>
                </a:lnTo>
                <a:lnTo>
                  <a:pt x="17795" y="2329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29"/>
                </a:lnTo>
                <a:lnTo>
                  <a:pt x="17531" y="2329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29"/>
                </a:lnTo>
                <a:lnTo>
                  <a:pt x="17267" y="2329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29"/>
                </a:lnTo>
                <a:lnTo>
                  <a:pt x="17003" y="2329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29"/>
                </a:lnTo>
                <a:lnTo>
                  <a:pt x="16739" y="2329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29"/>
                </a:lnTo>
                <a:lnTo>
                  <a:pt x="16475" y="2329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29"/>
                </a:lnTo>
                <a:lnTo>
                  <a:pt x="16211" y="2329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29"/>
                </a:lnTo>
                <a:lnTo>
                  <a:pt x="15947" y="2329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29"/>
                </a:lnTo>
                <a:lnTo>
                  <a:pt x="15683" y="2329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29"/>
                </a:lnTo>
                <a:lnTo>
                  <a:pt x="15419" y="2329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29"/>
                </a:lnTo>
                <a:lnTo>
                  <a:pt x="15155" y="2329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29"/>
                </a:lnTo>
                <a:lnTo>
                  <a:pt x="14891" y="2329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29"/>
                </a:lnTo>
                <a:lnTo>
                  <a:pt x="14627" y="2329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29"/>
                </a:lnTo>
                <a:lnTo>
                  <a:pt x="14363" y="2329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29"/>
                </a:lnTo>
                <a:lnTo>
                  <a:pt x="14099" y="2329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29"/>
                </a:lnTo>
                <a:lnTo>
                  <a:pt x="13834" y="2329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29"/>
                </a:lnTo>
                <a:lnTo>
                  <a:pt x="13570" y="2329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29"/>
                </a:lnTo>
                <a:lnTo>
                  <a:pt x="13306" y="2329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29"/>
                </a:lnTo>
                <a:lnTo>
                  <a:pt x="13041" y="2329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29"/>
                </a:lnTo>
                <a:lnTo>
                  <a:pt x="12777" y="2329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29"/>
                </a:lnTo>
                <a:lnTo>
                  <a:pt x="12513" y="2329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29"/>
                </a:lnTo>
                <a:lnTo>
                  <a:pt x="12249" y="2329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29"/>
                </a:lnTo>
                <a:lnTo>
                  <a:pt x="11985" y="2329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29"/>
                </a:lnTo>
                <a:lnTo>
                  <a:pt x="11721" y="2329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29"/>
                </a:lnTo>
                <a:lnTo>
                  <a:pt x="11457" y="2329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29"/>
                </a:lnTo>
                <a:lnTo>
                  <a:pt x="11193" y="2329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29"/>
                </a:lnTo>
                <a:lnTo>
                  <a:pt x="10929" y="2329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29"/>
                </a:lnTo>
                <a:lnTo>
                  <a:pt x="10665" y="2329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29"/>
                </a:lnTo>
                <a:lnTo>
                  <a:pt x="10401" y="2329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29"/>
                </a:lnTo>
                <a:lnTo>
                  <a:pt x="10137" y="2329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29"/>
                </a:lnTo>
                <a:lnTo>
                  <a:pt x="9873" y="2329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29"/>
                </a:lnTo>
                <a:lnTo>
                  <a:pt x="9609" y="2329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29"/>
                </a:lnTo>
                <a:lnTo>
                  <a:pt x="9345" y="2329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29"/>
                </a:lnTo>
                <a:lnTo>
                  <a:pt x="9081" y="2329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29"/>
                </a:lnTo>
                <a:lnTo>
                  <a:pt x="8817" y="2329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29"/>
                </a:lnTo>
                <a:lnTo>
                  <a:pt x="8553" y="2329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29"/>
                </a:lnTo>
                <a:lnTo>
                  <a:pt x="8288" y="2329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29"/>
                </a:lnTo>
                <a:lnTo>
                  <a:pt x="8024" y="2329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29"/>
                </a:lnTo>
                <a:lnTo>
                  <a:pt x="7760" y="2329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29"/>
                </a:lnTo>
                <a:lnTo>
                  <a:pt x="7496" y="2329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29"/>
                </a:lnTo>
                <a:lnTo>
                  <a:pt x="7232" y="2329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29"/>
                </a:lnTo>
                <a:lnTo>
                  <a:pt x="6968" y="2329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29"/>
                </a:lnTo>
                <a:lnTo>
                  <a:pt x="6704" y="2329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29"/>
                </a:lnTo>
                <a:lnTo>
                  <a:pt x="6440" y="2329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29"/>
                </a:lnTo>
                <a:lnTo>
                  <a:pt x="6176" y="2329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29"/>
                </a:lnTo>
                <a:lnTo>
                  <a:pt x="5912" y="2329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29"/>
                </a:lnTo>
                <a:lnTo>
                  <a:pt x="5648" y="2329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29"/>
                </a:lnTo>
                <a:lnTo>
                  <a:pt x="5384" y="2329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29"/>
                </a:lnTo>
                <a:lnTo>
                  <a:pt x="5120" y="2329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29"/>
                </a:lnTo>
                <a:lnTo>
                  <a:pt x="4856" y="2329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29"/>
                </a:lnTo>
                <a:lnTo>
                  <a:pt x="4592" y="2329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29"/>
                </a:lnTo>
                <a:lnTo>
                  <a:pt x="4328" y="2329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29"/>
                </a:lnTo>
                <a:lnTo>
                  <a:pt x="4064" y="2329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29"/>
                </a:lnTo>
                <a:lnTo>
                  <a:pt x="3800" y="2329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29"/>
                </a:lnTo>
                <a:lnTo>
                  <a:pt x="3536" y="2329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29"/>
                </a:lnTo>
                <a:lnTo>
                  <a:pt x="3271" y="2329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29"/>
                </a:lnTo>
                <a:lnTo>
                  <a:pt x="3007" y="2329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29"/>
                </a:lnTo>
                <a:lnTo>
                  <a:pt x="2743" y="2329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29"/>
                </a:lnTo>
                <a:lnTo>
                  <a:pt x="2479" y="2329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29"/>
                </a:lnTo>
                <a:lnTo>
                  <a:pt x="2215" y="2329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29"/>
                </a:lnTo>
                <a:lnTo>
                  <a:pt x="1951" y="2329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29"/>
                </a:lnTo>
                <a:lnTo>
                  <a:pt x="1687" y="2329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29"/>
                </a:lnTo>
                <a:lnTo>
                  <a:pt x="1423" y="2329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29"/>
                </a:lnTo>
                <a:lnTo>
                  <a:pt x="1159" y="2329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29"/>
                </a:lnTo>
                <a:lnTo>
                  <a:pt x="895" y="2329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29"/>
                </a:lnTo>
                <a:lnTo>
                  <a:pt x="631" y="2329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4"/>
                  <a:pt x="198" y="2441"/>
                </a:cubicBezTo>
                <a:lnTo>
                  <a:pt x="220" y="2327"/>
                </a:lnTo>
                <a:cubicBezTo>
                  <a:pt x="228" y="2328"/>
                  <a:pt x="236" y="2329"/>
                  <a:pt x="244" y="2329"/>
                </a:cubicBezTo>
                <a:lnTo>
                  <a:pt x="367" y="2329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1"/>
                  <a:pt x="0" y="2202"/>
                </a:cubicBezTo>
                <a:lnTo>
                  <a:pt x="0" y="2191"/>
                </a:lnTo>
                <a:lnTo>
                  <a:pt x="117" y="2191"/>
                </a:lnTo>
                <a:lnTo>
                  <a:pt x="117" y="2202"/>
                </a:lnTo>
                <a:cubicBezTo>
                  <a:pt x="117" y="2238"/>
                  <a:pt x="130" y="2269"/>
                  <a:pt x="156" y="2294"/>
                </a:cubicBezTo>
                <a:lnTo>
                  <a:pt x="75" y="2378"/>
                </a:lnTo>
                <a:moveTo>
                  <a:pt x="0" y="2086"/>
                </a:moveTo>
                <a:lnTo>
                  <a:pt x="0" y="1927"/>
                </a:lnTo>
                <a:lnTo>
                  <a:pt x="117" y="1927"/>
                </a:lnTo>
                <a:lnTo>
                  <a:pt x="117" y="2086"/>
                </a:lnTo>
                <a:lnTo>
                  <a:pt x="0" y="2086"/>
                </a:lnTo>
                <a:moveTo>
                  <a:pt x="0" y="1822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2"/>
                </a:lnTo>
                <a:lnTo>
                  <a:pt x="0" y="1822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4"/>
                </a:lnTo>
                <a:lnTo>
                  <a:pt x="117" y="1134"/>
                </a:lnTo>
                <a:lnTo>
                  <a:pt x="117" y="1294"/>
                </a:lnTo>
                <a:lnTo>
                  <a:pt x="0" y="1294"/>
                </a:lnTo>
                <a:moveTo>
                  <a:pt x="0" y="1029"/>
                </a:moveTo>
                <a:lnTo>
                  <a:pt x="0" y="870"/>
                </a:lnTo>
                <a:lnTo>
                  <a:pt x="117" y="870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6"/>
                </a:lnTo>
                <a:lnTo>
                  <a:pt x="117" y="606"/>
                </a:lnTo>
                <a:lnTo>
                  <a:pt x="117" y="765"/>
                </a:lnTo>
                <a:lnTo>
                  <a:pt x="0" y="765"/>
                </a:lnTo>
                <a:moveTo>
                  <a:pt x="0" y="501"/>
                </a:moveTo>
                <a:lnTo>
                  <a:pt x="0" y="342"/>
                </a:lnTo>
                <a:lnTo>
                  <a:pt x="117" y="342"/>
                </a:lnTo>
                <a:lnTo>
                  <a:pt x="117" y="501"/>
                </a:lnTo>
                <a:lnTo>
                  <a:pt x="0" y="501"/>
                </a:lnTo>
                <a:moveTo>
                  <a:pt x="1" y="235"/>
                </a:moveTo>
                <a:cubicBezTo>
                  <a:pt x="3" y="160"/>
                  <a:pt x="34" y="99"/>
                  <a:pt x="92" y="53"/>
                </a:cubicBezTo>
                <a:lnTo>
                  <a:pt x="165" y="144"/>
                </a:lnTo>
                <a:cubicBezTo>
                  <a:pt x="134" y="168"/>
                  <a:pt x="118" y="200"/>
                  <a:pt x="117" y="239"/>
                </a:cubicBezTo>
                <a:lnTo>
                  <a:pt x="1" y="235"/>
                </a:lnTo>
                <a:moveTo>
                  <a:pt x="221" y="1"/>
                </a:moveTo>
                <a:cubicBezTo>
                  <a:pt x="228" y="0"/>
                  <a:pt x="236" y="0"/>
                  <a:pt x="244" y="0"/>
                </a:cubicBezTo>
                <a:lnTo>
                  <a:pt x="403" y="0"/>
                </a:lnTo>
                <a:lnTo>
                  <a:pt x="403" y="116"/>
                </a:lnTo>
                <a:lnTo>
                  <a:pt x="244" y="116"/>
                </a:lnTo>
                <a:cubicBezTo>
                  <a:pt x="240" y="116"/>
                  <a:pt x="236" y="116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521640" y="350316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6"/>
                </a:lnTo>
                <a:lnTo>
                  <a:pt x="508" y="116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6"/>
                </a:lnTo>
                <a:lnTo>
                  <a:pt x="772" y="116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6"/>
                </a:lnTo>
                <a:lnTo>
                  <a:pt x="1036" y="116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6"/>
                </a:lnTo>
                <a:lnTo>
                  <a:pt x="1300" y="116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6"/>
                </a:lnTo>
                <a:lnTo>
                  <a:pt x="1564" y="116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6"/>
                </a:lnTo>
                <a:lnTo>
                  <a:pt x="1828" y="116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6"/>
                </a:lnTo>
                <a:lnTo>
                  <a:pt x="2092" y="116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6"/>
                </a:lnTo>
                <a:lnTo>
                  <a:pt x="2356" y="116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6"/>
                </a:lnTo>
                <a:lnTo>
                  <a:pt x="2620" y="116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6"/>
                </a:lnTo>
                <a:lnTo>
                  <a:pt x="2884" y="116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6"/>
                </a:lnTo>
                <a:lnTo>
                  <a:pt x="3148" y="116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6"/>
                </a:lnTo>
                <a:lnTo>
                  <a:pt x="3412" y="116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6"/>
                </a:lnTo>
                <a:lnTo>
                  <a:pt x="3677" y="116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6"/>
                </a:lnTo>
                <a:lnTo>
                  <a:pt x="3941" y="116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6"/>
                </a:lnTo>
                <a:lnTo>
                  <a:pt x="4205" y="116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6"/>
                </a:lnTo>
                <a:lnTo>
                  <a:pt x="4469" y="116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6"/>
                </a:lnTo>
                <a:lnTo>
                  <a:pt x="4733" y="116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6"/>
                </a:lnTo>
                <a:lnTo>
                  <a:pt x="4997" y="116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6"/>
                </a:lnTo>
                <a:lnTo>
                  <a:pt x="5261" y="116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6"/>
                </a:lnTo>
                <a:lnTo>
                  <a:pt x="5525" y="116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6"/>
                </a:lnTo>
                <a:lnTo>
                  <a:pt x="5789" y="116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6"/>
                </a:lnTo>
                <a:lnTo>
                  <a:pt x="6053" y="116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6"/>
                </a:lnTo>
                <a:lnTo>
                  <a:pt x="6317" y="116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6"/>
                </a:lnTo>
                <a:lnTo>
                  <a:pt x="6581" y="116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6"/>
                </a:lnTo>
                <a:lnTo>
                  <a:pt x="6845" y="116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6"/>
                </a:lnTo>
                <a:lnTo>
                  <a:pt x="7109" y="116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6"/>
                </a:lnTo>
                <a:lnTo>
                  <a:pt x="7373" y="116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6"/>
                </a:lnTo>
                <a:lnTo>
                  <a:pt x="7637" y="116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6"/>
                </a:lnTo>
                <a:lnTo>
                  <a:pt x="7901" y="116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6"/>
                </a:lnTo>
                <a:lnTo>
                  <a:pt x="8165" y="116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6"/>
                </a:lnTo>
                <a:lnTo>
                  <a:pt x="8430" y="116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6"/>
                </a:lnTo>
                <a:lnTo>
                  <a:pt x="8694" y="116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6"/>
                </a:lnTo>
                <a:lnTo>
                  <a:pt x="8958" y="116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6"/>
                </a:lnTo>
                <a:lnTo>
                  <a:pt x="9222" y="116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6"/>
                </a:lnTo>
                <a:lnTo>
                  <a:pt x="9486" y="116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6"/>
                </a:lnTo>
                <a:lnTo>
                  <a:pt x="9750" y="116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6"/>
                </a:lnTo>
                <a:lnTo>
                  <a:pt x="10014" y="116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6"/>
                </a:lnTo>
                <a:lnTo>
                  <a:pt x="10278" y="116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6"/>
                </a:lnTo>
                <a:lnTo>
                  <a:pt x="10542" y="116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6"/>
                </a:lnTo>
                <a:lnTo>
                  <a:pt x="10806" y="116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6"/>
                </a:lnTo>
                <a:lnTo>
                  <a:pt x="11070" y="116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6"/>
                </a:lnTo>
                <a:lnTo>
                  <a:pt x="11334" y="116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6"/>
                </a:lnTo>
                <a:lnTo>
                  <a:pt x="11598" y="116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6"/>
                </a:lnTo>
                <a:lnTo>
                  <a:pt x="11862" y="116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6"/>
                </a:lnTo>
                <a:lnTo>
                  <a:pt x="12126" y="116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6"/>
                </a:lnTo>
                <a:lnTo>
                  <a:pt x="12390" y="116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6"/>
                </a:lnTo>
                <a:lnTo>
                  <a:pt x="12654" y="116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6"/>
                </a:lnTo>
                <a:lnTo>
                  <a:pt x="12918" y="116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6"/>
                </a:lnTo>
                <a:lnTo>
                  <a:pt x="13182" y="116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6"/>
                </a:lnTo>
                <a:lnTo>
                  <a:pt x="13447" y="116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6"/>
                </a:lnTo>
                <a:lnTo>
                  <a:pt x="13711" y="116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6"/>
                </a:lnTo>
                <a:lnTo>
                  <a:pt x="13975" y="116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6"/>
                </a:lnTo>
                <a:lnTo>
                  <a:pt x="14240" y="116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6"/>
                </a:lnTo>
                <a:lnTo>
                  <a:pt x="14504" y="116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6"/>
                </a:lnTo>
                <a:lnTo>
                  <a:pt x="14768" y="116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6"/>
                </a:lnTo>
                <a:lnTo>
                  <a:pt x="15032" y="116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6"/>
                </a:lnTo>
                <a:lnTo>
                  <a:pt x="15296" y="116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6"/>
                </a:lnTo>
                <a:lnTo>
                  <a:pt x="15560" y="116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6"/>
                </a:lnTo>
                <a:lnTo>
                  <a:pt x="15824" y="116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6"/>
                </a:lnTo>
                <a:lnTo>
                  <a:pt x="16088" y="116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6"/>
                </a:lnTo>
                <a:lnTo>
                  <a:pt x="16352" y="116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6"/>
                </a:lnTo>
                <a:lnTo>
                  <a:pt x="16616" y="116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6"/>
                </a:lnTo>
                <a:lnTo>
                  <a:pt x="16880" y="116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6"/>
                </a:lnTo>
                <a:lnTo>
                  <a:pt x="17144" y="116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6"/>
                </a:lnTo>
                <a:lnTo>
                  <a:pt x="17408" y="116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6"/>
                </a:lnTo>
                <a:lnTo>
                  <a:pt x="17672" y="116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6"/>
                </a:lnTo>
                <a:lnTo>
                  <a:pt x="17936" y="116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6"/>
                </a:lnTo>
                <a:lnTo>
                  <a:pt x="18201" y="116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6"/>
                </a:lnTo>
                <a:lnTo>
                  <a:pt x="18465" y="116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6"/>
                </a:lnTo>
                <a:lnTo>
                  <a:pt x="18729" y="116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6"/>
                </a:lnTo>
                <a:lnTo>
                  <a:pt x="18993" y="116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6"/>
                </a:lnTo>
                <a:lnTo>
                  <a:pt x="19257" y="116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6"/>
                </a:lnTo>
                <a:lnTo>
                  <a:pt x="19521" y="116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6"/>
                </a:lnTo>
                <a:lnTo>
                  <a:pt x="19785" y="116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6"/>
                </a:lnTo>
                <a:lnTo>
                  <a:pt x="20049" y="116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6"/>
                </a:lnTo>
                <a:lnTo>
                  <a:pt x="20313" y="116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6"/>
                </a:lnTo>
                <a:lnTo>
                  <a:pt x="20577" y="116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6"/>
                </a:lnTo>
                <a:lnTo>
                  <a:pt x="20841" y="116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6"/>
                </a:lnTo>
                <a:lnTo>
                  <a:pt x="21105" y="116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6"/>
                </a:lnTo>
                <a:lnTo>
                  <a:pt x="21369" y="116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6"/>
                </a:lnTo>
                <a:lnTo>
                  <a:pt x="21633" y="116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6"/>
                </a:lnTo>
                <a:lnTo>
                  <a:pt x="21897" y="116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6"/>
                </a:lnTo>
                <a:lnTo>
                  <a:pt x="22161" y="116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6"/>
                </a:lnTo>
                <a:lnTo>
                  <a:pt x="22425" y="116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6"/>
                </a:lnTo>
                <a:lnTo>
                  <a:pt x="22689" y="116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6"/>
                </a:lnTo>
                <a:lnTo>
                  <a:pt x="22953" y="116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6"/>
                </a:lnTo>
                <a:lnTo>
                  <a:pt x="23218" y="116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6"/>
                </a:lnTo>
                <a:lnTo>
                  <a:pt x="23482" y="116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6"/>
                </a:lnTo>
                <a:lnTo>
                  <a:pt x="23746" y="116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6"/>
                </a:lnTo>
                <a:lnTo>
                  <a:pt x="24010" y="116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6"/>
                </a:lnTo>
                <a:lnTo>
                  <a:pt x="24274" y="116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6"/>
                </a:lnTo>
                <a:lnTo>
                  <a:pt x="24538" y="116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6"/>
                </a:lnTo>
                <a:lnTo>
                  <a:pt x="24802" y="116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6"/>
                </a:lnTo>
                <a:lnTo>
                  <a:pt x="25066" y="116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6"/>
                </a:lnTo>
                <a:lnTo>
                  <a:pt x="25330" y="116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6"/>
                </a:lnTo>
                <a:lnTo>
                  <a:pt x="25594" y="116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6"/>
                </a:lnTo>
                <a:lnTo>
                  <a:pt x="25858" y="116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6"/>
                </a:lnTo>
                <a:lnTo>
                  <a:pt x="26122" y="116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6"/>
                </a:lnTo>
                <a:lnTo>
                  <a:pt x="26386" y="116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6"/>
                </a:lnTo>
                <a:lnTo>
                  <a:pt x="26650" y="116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6"/>
                </a:lnTo>
                <a:lnTo>
                  <a:pt x="26914" y="116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6"/>
                </a:lnTo>
                <a:lnTo>
                  <a:pt x="27178" y="116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6"/>
                </a:lnTo>
                <a:lnTo>
                  <a:pt x="27442" y="116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6"/>
                </a:lnTo>
                <a:lnTo>
                  <a:pt x="27706" y="116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6"/>
                </a:lnTo>
                <a:lnTo>
                  <a:pt x="27971" y="116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6"/>
                </a:lnTo>
                <a:lnTo>
                  <a:pt x="28235" y="116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6"/>
                </a:lnTo>
                <a:lnTo>
                  <a:pt x="28499" y="116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6"/>
                </a:lnTo>
                <a:lnTo>
                  <a:pt x="28763" y="116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6"/>
                </a:lnTo>
                <a:lnTo>
                  <a:pt x="29027" y="116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6"/>
                </a:lnTo>
                <a:lnTo>
                  <a:pt x="29291" y="116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6"/>
                </a:lnTo>
                <a:lnTo>
                  <a:pt x="29555" y="116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6"/>
                </a:lnTo>
                <a:lnTo>
                  <a:pt x="29819" y="116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6"/>
                </a:lnTo>
                <a:lnTo>
                  <a:pt x="30083" y="116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6"/>
                </a:lnTo>
                <a:lnTo>
                  <a:pt x="30347" y="116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2"/>
                  <a:pt x="30783" y="7"/>
                </a:cubicBezTo>
                <a:lnTo>
                  <a:pt x="30755" y="120"/>
                </a:lnTo>
                <a:cubicBezTo>
                  <a:pt x="30745" y="117"/>
                  <a:pt x="30735" y="116"/>
                  <a:pt x="30725" y="116"/>
                </a:cubicBezTo>
                <a:lnTo>
                  <a:pt x="30611" y="116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79"/>
                  <a:pt x="30968" y="243"/>
                </a:cubicBezTo>
                <a:lnTo>
                  <a:pt x="30968" y="263"/>
                </a:lnTo>
                <a:lnTo>
                  <a:pt x="30852" y="263"/>
                </a:lnTo>
                <a:lnTo>
                  <a:pt x="30852" y="243"/>
                </a:lnTo>
                <a:cubicBezTo>
                  <a:pt x="30852" y="210"/>
                  <a:pt x="30840" y="181"/>
                  <a:pt x="30817" y="156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7"/>
                </a:lnTo>
                <a:lnTo>
                  <a:pt x="30852" y="527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1"/>
                </a:lnTo>
                <a:lnTo>
                  <a:pt x="30852" y="791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5"/>
                </a:lnTo>
                <a:lnTo>
                  <a:pt x="30852" y="1055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6"/>
                </a:moveTo>
                <a:lnTo>
                  <a:pt x="30968" y="1585"/>
                </a:lnTo>
                <a:lnTo>
                  <a:pt x="30852" y="1585"/>
                </a:lnTo>
                <a:lnTo>
                  <a:pt x="30852" y="1426"/>
                </a:lnTo>
                <a:lnTo>
                  <a:pt x="30968" y="1426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2"/>
                </a:moveTo>
                <a:cubicBezTo>
                  <a:pt x="30961" y="2297"/>
                  <a:pt x="30928" y="2356"/>
                  <a:pt x="30866" y="2400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2"/>
                </a:lnTo>
                <a:moveTo>
                  <a:pt x="30736" y="2445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29"/>
                </a:lnTo>
                <a:lnTo>
                  <a:pt x="30725" y="2329"/>
                </a:lnTo>
                <a:cubicBezTo>
                  <a:pt x="30727" y="2329"/>
                  <a:pt x="30729" y="2329"/>
                  <a:pt x="30731" y="2329"/>
                </a:cubicBezTo>
                <a:lnTo>
                  <a:pt x="30736" y="2445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29"/>
                </a:lnTo>
                <a:lnTo>
                  <a:pt x="30470" y="2329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29"/>
                </a:lnTo>
                <a:lnTo>
                  <a:pt x="30206" y="2329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29"/>
                </a:lnTo>
                <a:lnTo>
                  <a:pt x="29942" y="2329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29"/>
                </a:lnTo>
                <a:lnTo>
                  <a:pt x="29678" y="2329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29"/>
                </a:lnTo>
                <a:lnTo>
                  <a:pt x="29414" y="2329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29"/>
                </a:lnTo>
                <a:lnTo>
                  <a:pt x="29150" y="2329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29"/>
                </a:lnTo>
                <a:lnTo>
                  <a:pt x="28886" y="2329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29"/>
                </a:lnTo>
                <a:lnTo>
                  <a:pt x="28622" y="2329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29"/>
                </a:lnTo>
                <a:lnTo>
                  <a:pt x="28358" y="2329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29"/>
                </a:lnTo>
                <a:lnTo>
                  <a:pt x="28094" y="2329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29"/>
                </a:lnTo>
                <a:lnTo>
                  <a:pt x="27829" y="2329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29"/>
                </a:lnTo>
                <a:lnTo>
                  <a:pt x="27565" y="2329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29"/>
                </a:lnTo>
                <a:lnTo>
                  <a:pt x="27301" y="2329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29"/>
                </a:lnTo>
                <a:lnTo>
                  <a:pt x="27037" y="2329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29"/>
                </a:lnTo>
                <a:lnTo>
                  <a:pt x="26773" y="2329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29"/>
                </a:lnTo>
                <a:lnTo>
                  <a:pt x="26509" y="2329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29"/>
                </a:lnTo>
                <a:lnTo>
                  <a:pt x="26245" y="2329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29"/>
                </a:lnTo>
                <a:lnTo>
                  <a:pt x="25981" y="2329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29"/>
                </a:lnTo>
                <a:lnTo>
                  <a:pt x="25717" y="2329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29"/>
                </a:lnTo>
                <a:lnTo>
                  <a:pt x="25453" y="2329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29"/>
                </a:lnTo>
                <a:lnTo>
                  <a:pt x="25189" y="2329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29"/>
                </a:lnTo>
                <a:lnTo>
                  <a:pt x="24925" y="2329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29"/>
                </a:lnTo>
                <a:lnTo>
                  <a:pt x="24661" y="2329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29"/>
                </a:lnTo>
                <a:lnTo>
                  <a:pt x="24397" y="2329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29"/>
                </a:lnTo>
                <a:lnTo>
                  <a:pt x="24133" y="2329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29"/>
                </a:lnTo>
                <a:lnTo>
                  <a:pt x="23869" y="2329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29"/>
                </a:lnTo>
                <a:lnTo>
                  <a:pt x="23605" y="2329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29"/>
                </a:lnTo>
                <a:lnTo>
                  <a:pt x="23341" y="2329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29"/>
                </a:lnTo>
                <a:lnTo>
                  <a:pt x="23077" y="2329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29"/>
                </a:lnTo>
                <a:lnTo>
                  <a:pt x="22812" y="2329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29"/>
                </a:lnTo>
                <a:lnTo>
                  <a:pt x="22548" y="2329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29"/>
                </a:lnTo>
                <a:lnTo>
                  <a:pt x="22284" y="2329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29"/>
                </a:lnTo>
                <a:lnTo>
                  <a:pt x="22020" y="2329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29"/>
                </a:lnTo>
                <a:lnTo>
                  <a:pt x="21756" y="2329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29"/>
                </a:lnTo>
                <a:lnTo>
                  <a:pt x="21492" y="2329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29"/>
                </a:lnTo>
                <a:lnTo>
                  <a:pt x="21228" y="2329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29"/>
                </a:lnTo>
                <a:lnTo>
                  <a:pt x="20964" y="2329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29"/>
                </a:lnTo>
                <a:lnTo>
                  <a:pt x="20700" y="2329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29"/>
                </a:lnTo>
                <a:lnTo>
                  <a:pt x="20436" y="2329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29"/>
                </a:lnTo>
                <a:lnTo>
                  <a:pt x="20172" y="2329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29"/>
                </a:lnTo>
                <a:lnTo>
                  <a:pt x="19908" y="2329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29"/>
                </a:lnTo>
                <a:lnTo>
                  <a:pt x="19644" y="2329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29"/>
                </a:lnTo>
                <a:lnTo>
                  <a:pt x="19380" y="2329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29"/>
                </a:lnTo>
                <a:lnTo>
                  <a:pt x="19116" y="2329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29"/>
                </a:lnTo>
                <a:lnTo>
                  <a:pt x="18852" y="2329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29"/>
                </a:lnTo>
                <a:lnTo>
                  <a:pt x="18588" y="2329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29"/>
                </a:lnTo>
                <a:lnTo>
                  <a:pt x="18324" y="2329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29"/>
                </a:lnTo>
                <a:lnTo>
                  <a:pt x="18059" y="2329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29"/>
                </a:lnTo>
                <a:lnTo>
                  <a:pt x="17795" y="2329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29"/>
                </a:lnTo>
                <a:lnTo>
                  <a:pt x="17531" y="2329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29"/>
                </a:lnTo>
                <a:lnTo>
                  <a:pt x="17267" y="2329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29"/>
                </a:lnTo>
                <a:lnTo>
                  <a:pt x="17003" y="2329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29"/>
                </a:lnTo>
                <a:lnTo>
                  <a:pt x="16739" y="2329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29"/>
                </a:lnTo>
                <a:lnTo>
                  <a:pt x="16475" y="2329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29"/>
                </a:lnTo>
                <a:lnTo>
                  <a:pt x="16211" y="2329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29"/>
                </a:lnTo>
                <a:lnTo>
                  <a:pt x="15947" y="2329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29"/>
                </a:lnTo>
                <a:lnTo>
                  <a:pt x="15683" y="2329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29"/>
                </a:lnTo>
                <a:lnTo>
                  <a:pt x="15419" y="2329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29"/>
                </a:lnTo>
                <a:lnTo>
                  <a:pt x="15155" y="2329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29"/>
                </a:lnTo>
                <a:lnTo>
                  <a:pt x="14891" y="2329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29"/>
                </a:lnTo>
                <a:lnTo>
                  <a:pt x="14627" y="2329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29"/>
                </a:lnTo>
                <a:lnTo>
                  <a:pt x="14363" y="2329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29"/>
                </a:lnTo>
                <a:lnTo>
                  <a:pt x="14099" y="2329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29"/>
                </a:lnTo>
                <a:lnTo>
                  <a:pt x="13834" y="2329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29"/>
                </a:lnTo>
                <a:lnTo>
                  <a:pt x="13570" y="2329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29"/>
                </a:lnTo>
                <a:lnTo>
                  <a:pt x="13306" y="2329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29"/>
                </a:lnTo>
                <a:lnTo>
                  <a:pt x="13041" y="2329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29"/>
                </a:lnTo>
                <a:lnTo>
                  <a:pt x="12777" y="2329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29"/>
                </a:lnTo>
                <a:lnTo>
                  <a:pt x="12513" y="2329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29"/>
                </a:lnTo>
                <a:lnTo>
                  <a:pt x="12249" y="2329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29"/>
                </a:lnTo>
                <a:lnTo>
                  <a:pt x="11985" y="2329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29"/>
                </a:lnTo>
                <a:lnTo>
                  <a:pt x="11721" y="2329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29"/>
                </a:lnTo>
                <a:lnTo>
                  <a:pt x="11457" y="2329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29"/>
                </a:lnTo>
                <a:lnTo>
                  <a:pt x="11193" y="2329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29"/>
                </a:lnTo>
                <a:lnTo>
                  <a:pt x="10929" y="2329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29"/>
                </a:lnTo>
                <a:lnTo>
                  <a:pt x="10665" y="2329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29"/>
                </a:lnTo>
                <a:lnTo>
                  <a:pt x="10401" y="2329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29"/>
                </a:lnTo>
                <a:lnTo>
                  <a:pt x="10137" y="2329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29"/>
                </a:lnTo>
                <a:lnTo>
                  <a:pt x="9873" y="2329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29"/>
                </a:lnTo>
                <a:lnTo>
                  <a:pt x="9609" y="2329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29"/>
                </a:lnTo>
                <a:lnTo>
                  <a:pt x="9345" y="2329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29"/>
                </a:lnTo>
                <a:lnTo>
                  <a:pt x="9081" y="2329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29"/>
                </a:lnTo>
                <a:lnTo>
                  <a:pt x="8817" y="2329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29"/>
                </a:lnTo>
                <a:lnTo>
                  <a:pt x="8553" y="2329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29"/>
                </a:lnTo>
                <a:lnTo>
                  <a:pt x="8288" y="2329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29"/>
                </a:lnTo>
                <a:lnTo>
                  <a:pt x="8024" y="2329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29"/>
                </a:lnTo>
                <a:lnTo>
                  <a:pt x="7760" y="2329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29"/>
                </a:lnTo>
                <a:lnTo>
                  <a:pt x="7496" y="2329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29"/>
                </a:lnTo>
                <a:lnTo>
                  <a:pt x="7232" y="2329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29"/>
                </a:lnTo>
                <a:lnTo>
                  <a:pt x="6968" y="2329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29"/>
                </a:lnTo>
                <a:lnTo>
                  <a:pt x="6704" y="2329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29"/>
                </a:lnTo>
                <a:lnTo>
                  <a:pt x="6440" y="2329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29"/>
                </a:lnTo>
                <a:lnTo>
                  <a:pt x="6176" y="2329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29"/>
                </a:lnTo>
                <a:lnTo>
                  <a:pt x="5912" y="2329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29"/>
                </a:lnTo>
                <a:lnTo>
                  <a:pt x="5648" y="2329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29"/>
                </a:lnTo>
                <a:lnTo>
                  <a:pt x="5384" y="2329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29"/>
                </a:lnTo>
                <a:lnTo>
                  <a:pt x="5120" y="2329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29"/>
                </a:lnTo>
                <a:lnTo>
                  <a:pt x="4856" y="2329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29"/>
                </a:lnTo>
                <a:lnTo>
                  <a:pt x="4592" y="2329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29"/>
                </a:lnTo>
                <a:lnTo>
                  <a:pt x="4328" y="2329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29"/>
                </a:lnTo>
                <a:lnTo>
                  <a:pt x="4064" y="2329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29"/>
                </a:lnTo>
                <a:lnTo>
                  <a:pt x="3800" y="2329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29"/>
                </a:lnTo>
                <a:lnTo>
                  <a:pt x="3536" y="2329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29"/>
                </a:lnTo>
                <a:lnTo>
                  <a:pt x="3271" y="2329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29"/>
                </a:lnTo>
                <a:lnTo>
                  <a:pt x="3007" y="2329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29"/>
                </a:lnTo>
                <a:lnTo>
                  <a:pt x="2743" y="2329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29"/>
                </a:lnTo>
                <a:lnTo>
                  <a:pt x="2479" y="2329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29"/>
                </a:lnTo>
                <a:lnTo>
                  <a:pt x="2215" y="2329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29"/>
                </a:lnTo>
                <a:lnTo>
                  <a:pt x="1951" y="2329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29"/>
                </a:lnTo>
                <a:lnTo>
                  <a:pt x="1687" y="2329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29"/>
                </a:lnTo>
                <a:lnTo>
                  <a:pt x="1423" y="2329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29"/>
                </a:lnTo>
                <a:lnTo>
                  <a:pt x="1159" y="2329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29"/>
                </a:lnTo>
                <a:lnTo>
                  <a:pt x="895" y="2329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29"/>
                </a:lnTo>
                <a:lnTo>
                  <a:pt x="631" y="2329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4"/>
                  <a:pt x="198" y="2441"/>
                </a:cubicBezTo>
                <a:lnTo>
                  <a:pt x="220" y="2327"/>
                </a:lnTo>
                <a:cubicBezTo>
                  <a:pt x="228" y="2328"/>
                  <a:pt x="236" y="2329"/>
                  <a:pt x="244" y="2329"/>
                </a:cubicBezTo>
                <a:lnTo>
                  <a:pt x="367" y="2329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1"/>
                  <a:pt x="0" y="2202"/>
                </a:cubicBezTo>
                <a:lnTo>
                  <a:pt x="0" y="2191"/>
                </a:lnTo>
                <a:lnTo>
                  <a:pt x="117" y="2191"/>
                </a:lnTo>
                <a:lnTo>
                  <a:pt x="117" y="2202"/>
                </a:lnTo>
                <a:cubicBezTo>
                  <a:pt x="117" y="2238"/>
                  <a:pt x="130" y="2269"/>
                  <a:pt x="156" y="2294"/>
                </a:cubicBezTo>
                <a:lnTo>
                  <a:pt x="75" y="2378"/>
                </a:lnTo>
                <a:moveTo>
                  <a:pt x="0" y="2086"/>
                </a:moveTo>
                <a:lnTo>
                  <a:pt x="0" y="1927"/>
                </a:lnTo>
                <a:lnTo>
                  <a:pt x="117" y="1927"/>
                </a:lnTo>
                <a:lnTo>
                  <a:pt x="117" y="2086"/>
                </a:lnTo>
                <a:lnTo>
                  <a:pt x="0" y="2086"/>
                </a:lnTo>
                <a:moveTo>
                  <a:pt x="0" y="1822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2"/>
                </a:lnTo>
                <a:lnTo>
                  <a:pt x="0" y="1822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4"/>
                </a:lnTo>
                <a:lnTo>
                  <a:pt x="117" y="1134"/>
                </a:lnTo>
                <a:lnTo>
                  <a:pt x="117" y="1294"/>
                </a:lnTo>
                <a:lnTo>
                  <a:pt x="0" y="1294"/>
                </a:lnTo>
                <a:moveTo>
                  <a:pt x="0" y="1029"/>
                </a:moveTo>
                <a:lnTo>
                  <a:pt x="0" y="870"/>
                </a:lnTo>
                <a:lnTo>
                  <a:pt x="117" y="870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6"/>
                </a:lnTo>
                <a:lnTo>
                  <a:pt x="117" y="606"/>
                </a:lnTo>
                <a:lnTo>
                  <a:pt x="117" y="765"/>
                </a:lnTo>
                <a:lnTo>
                  <a:pt x="0" y="765"/>
                </a:lnTo>
                <a:moveTo>
                  <a:pt x="0" y="501"/>
                </a:moveTo>
                <a:lnTo>
                  <a:pt x="0" y="342"/>
                </a:lnTo>
                <a:lnTo>
                  <a:pt x="117" y="342"/>
                </a:lnTo>
                <a:lnTo>
                  <a:pt x="117" y="501"/>
                </a:lnTo>
                <a:lnTo>
                  <a:pt x="0" y="501"/>
                </a:lnTo>
                <a:moveTo>
                  <a:pt x="1" y="235"/>
                </a:moveTo>
                <a:cubicBezTo>
                  <a:pt x="3" y="160"/>
                  <a:pt x="34" y="99"/>
                  <a:pt x="92" y="53"/>
                </a:cubicBezTo>
                <a:lnTo>
                  <a:pt x="165" y="144"/>
                </a:lnTo>
                <a:cubicBezTo>
                  <a:pt x="134" y="168"/>
                  <a:pt x="118" y="200"/>
                  <a:pt x="117" y="239"/>
                </a:cubicBezTo>
                <a:lnTo>
                  <a:pt x="1" y="235"/>
                </a:lnTo>
                <a:moveTo>
                  <a:pt x="221" y="1"/>
                </a:moveTo>
                <a:cubicBezTo>
                  <a:pt x="228" y="0"/>
                  <a:pt x="236" y="0"/>
                  <a:pt x="244" y="0"/>
                </a:cubicBezTo>
                <a:lnTo>
                  <a:pt x="403" y="0"/>
                </a:lnTo>
                <a:lnTo>
                  <a:pt x="403" y="116"/>
                </a:lnTo>
                <a:lnTo>
                  <a:pt x="244" y="116"/>
                </a:lnTo>
                <a:cubicBezTo>
                  <a:pt x="240" y="116"/>
                  <a:pt x="236" y="116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521640" y="350316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6"/>
                </a:lnTo>
                <a:lnTo>
                  <a:pt x="508" y="116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6"/>
                </a:lnTo>
                <a:lnTo>
                  <a:pt x="772" y="116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6"/>
                </a:lnTo>
                <a:lnTo>
                  <a:pt x="1036" y="116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6"/>
                </a:lnTo>
                <a:lnTo>
                  <a:pt x="1300" y="116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6"/>
                </a:lnTo>
                <a:lnTo>
                  <a:pt x="1564" y="116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6"/>
                </a:lnTo>
                <a:lnTo>
                  <a:pt x="1828" y="116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6"/>
                </a:lnTo>
                <a:lnTo>
                  <a:pt x="2092" y="116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6"/>
                </a:lnTo>
                <a:lnTo>
                  <a:pt x="2356" y="116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6"/>
                </a:lnTo>
                <a:lnTo>
                  <a:pt x="2620" y="116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6"/>
                </a:lnTo>
                <a:lnTo>
                  <a:pt x="2884" y="116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6"/>
                </a:lnTo>
                <a:lnTo>
                  <a:pt x="3148" y="116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6"/>
                </a:lnTo>
                <a:lnTo>
                  <a:pt x="3412" y="116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6"/>
                </a:lnTo>
                <a:lnTo>
                  <a:pt x="3677" y="116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6"/>
                </a:lnTo>
                <a:lnTo>
                  <a:pt x="3941" y="116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6"/>
                </a:lnTo>
                <a:lnTo>
                  <a:pt x="4205" y="116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6"/>
                </a:lnTo>
                <a:lnTo>
                  <a:pt x="4469" y="116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6"/>
                </a:lnTo>
                <a:lnTo>
                  <a:pt x="4733" y="116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6"/>
                </a:lnTo>
                <a:lnTo>
                  <a:pt x="4997" y="116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6"/>
                </a:lnTo>
                <a:lnTo>
                  <a:pt x="5261" y="116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6"/>
                </a:lnTo>
                <a:lnTo>
                  <a:pt x="5525" y="116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6"/>
                </a:lnTo>
                <a:lnTo>
                  <a:pt x="5789" y="116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6"/>
                </a:lnTo>
                <a:lnTo>
                  <a:pt x="6053" y="116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6"/>
                </a:lnTo>
                <a:lnTo>
                  <a:pt x="6317" y="116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6"/>
                </a:lnTo>
                <a:lnTo>
                  <a:pt x="6581" y="116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6"/>
                </a:lnTo>
                <a:lnTo>
                  <a:pt x="6845" y="116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6"/>
                </a:lnTo>
                <a:lnTo>
                  <a:pt x="7109" y="116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6"/>
                </a:lnTo>
                <a:lnTo>
                  <a:pt x="7373" y="116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6"/>
                </a:lnTo>
                <a:lnTo>
                  <a:pt x="7637" y="116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6"/>
                </a:lnTo>
                <a:lnTo>
                  <a:pt x="7901" y="116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6"/>
                </a:lnTo>
                <a:lnTo>
                  <a:pt x="8165" y="116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6"/>
                </a:lnTo>
                <a:lnTo>
                  <a:pt x="8430" y="116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6"/>
                </a:lnTo>
                <a:lnTo>
                  <a:pt x="8694" y="116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6"/>
                </a:lnTo>
                <a:lnTo>
                  <a:pt x="8958" y="116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6"/>
                </a:lnTo>
                <a:lnTo>
                  <a:pt x="9222" y="116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6"/>
                </a:lnTo>
                <a:lnTo>
                  <a:pt x="9486" y="116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6"/>
                </a:lnTo>
                <a:lnTo>
                  <a:pt x="9750" y="116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6"/>
                </a:lnTo>
                <a:lnTo>
                  <a:pt x="10014" y="116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6"/>
                </a:lnTo>
                <a:lnTo>
                  <a:pt x="10278" y="116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6"/>
                </a:lnTo>
                <a:lnTo>
                  <a:pt x="10542" y="116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6"/>
                </a:lnTo>
                <a:lnTo>
                  <a:pt x="10806" y="116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6"/>
                </a:lnTo>
                <a:lnTo>
                  <a:pt x="11070" y="116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6"/>
                </a:lnTo>
                <a:lnTo>
                  <a:pt x="11334" y="116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6"/>
                </a:lnTo>
                <a:lnTo>
                  <a:pt x="11598" y="116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6"/>
                </a:lnTo>
                <a:lnTo>
                  <a:pt x="11862" y="116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6"/>
                </a:lnTo>
                <a:lnTo>
                  <a:pt x="12126" y="116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6"/>
                </a:lnTo>
                <a:lnTo>
                  <a:pt x="12390" y="116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6"/>
                </a:lnTo>
                <a:lnTo>
                  <a:pt x="12654" y="116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6"/>
                </a:lnTo>
                <a:lnTo>
                  <a:pt x="12918" y="116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6"/>
                </a:lnTo>
                <a:lnTo>
                  <a:pt x="13182" y="116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6"/>
                </a:lnTo>
                <a:lnTo>
                  <a:pt x="13447" y="116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6"/>
                </a:lnTo>
                <a:lnTo>
                  <a:pt x="13711" y="116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6"/>
                </a:lnTo>
                <a:lnTo>
                  <a:pt x="13975" y="116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6"/>
                </a:lnTo>
                <a:lnTo>
                  <a:pt x="14240" y="116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6"/>
                </a:lnTo>
                <a:lnTo>
                  <a:pt x="14504" y="116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6"/>
                </a:lnTo>
                <a:lnTo>
                  <a:pt x="14768" y="116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6"/>
                </a:lnTo>
                <a:lnTo>
                  <a:pt x="15032" y="116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6"/>
                </a:lnTo>
                <a:lnTo>
                  <a:pt x="15296" y="116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6"/>
                </a:lnTo>
                <a:lnTo>
                  <a:pt x="15560" y="116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6"/>
                </a:lnTo>
                <a:lnTo>
                  <a:pt x="15824" y="116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6"/>
                </a:lnTo>
                <a:lnTo>
                  <a:pt x="16088" y="116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6"/>
                </a:lnTo>
                <a:lnTo>
                  <a:pt x="16352" y="116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6"/>
                </a:lnTo>
                <a:lnTo>
                  <a:pt x="16616" y="116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6"/>
                </a:lnTo>
                <a:lnTo>
                  <a:pt x="16880" y="116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6"/>
                </a:lnTo>
                <a:lnTo>
                  <a:pt x="17144" y="116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6"/>
                </a:lnTo>
                <a:lnTo>
                  <a:pt x="17408" y="116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6"/>
                </a:lnTo>
                <a:lnTo>
                  <a:pt x="17672" y="116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6"/>
                </a:lnTo>
                <a:lnTo>
                  <a:pt x="17936" y="116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6"/>
                </a:lnTo>
                <a:lnTo>
                  <a:pt x="18201" y="116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6"/>
                </a:lnTo>
                <a:lnTo>
                  <a:pt x="18465" y="116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6"/>
                </a:lnTo>
                <a:lnTo>
                  <a:pt x="18729" y="116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6"/>
                </a:lnTo>
                <a:lnTo>
                  <a:pt x="18993" y="116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6"/>
                </a:lnTo>
                <a:lnTo>
                  <a:pt x="19257" y="116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6"/>
                </a:lnTo>
                <a:lnTo>
                  <a:pt x="19521" y="116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6"/>
                </a:lnTo>
                <a:lnTo>
                  <a:pt x="19785" y="116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6"/>
                </a:lnTo>
                <a:lnTo>
                  <a:pt x="20049" y="116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6"/>
                </a:lnTo>
                <a:lnTo>
                  <a:pt x="20313" y="116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6"/>
                </a:lnTo>
                <a:lnTo>
                  <a:pt x="20577" y="116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6"/>
                </a:lnTo>
                <a:lnTo>
                  <a:pt x="20841" y="116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6"/>
                </a:lnTo>
                <a:lnTo>
                  <a:pt x="21105" y="116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6"/>
                </a:lnTo>
                <a:lnTo>
                  <a:pt x="21369" y="116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6"/>
                </a:lnTo>
                <a:lnTo>
                  <a:pt x="21633" y="116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6"/>
                </a:lnTo>
                <a:lnTo>
                  <a:pt x="21897" y="116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6"/>
                </a:lnTo>
                <a:lnTo>
                  <a:pt x="22161" y="116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6"/>
                </a:lnTo>
                <a:lnTo>
                  <a:pt x="22425" y="116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6"/>
                </a:lnTo>
                <a:lnTo>
                  <a:pt x="22689" y="116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6"/>
                </a:lnTo>
                <a:lnTo>
                  <a:pt x="22953" y="116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6"/>
                </a:lnTo>
                <a:lnTo>
                  <a:pt x="23218" y="116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6"/>
                </a:lnTo>
                <a:lnTo>
                  <a:pt x="23482" y="116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6"/>
                </a:lnTo>
                <a:lnTo>
                  <a:pt x="23746" y="116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6"/>
                </a:lnTo>
                <a:lnTo>
                  <a:pt x="24010" y="116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6"/>
                </a:lnTo>
                <a:lnTo>
                  <a:pt x="24274" y="116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6"/>
                </a:lnTo>
                <a:lnTo>
                  <a:pt x="24538" y="116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6"/>
                </a:lnTo>
                <a:lnTo>
                  <a:pt x="24802" y="116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6"/>
                </a:lnTo>
                <a:lnTo>
                  <a:pt x="25066" y="116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6"/>
                </a:lnTo>
                <a:lnTo>
                  <a:pt x="25330" y="116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6"/>
                </a:lnTo>
                <a:lnTo>
                  <a:pt x="25594" y="116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6"/>
                </a:lnTo>
                <a:lnTo>
                  <a:pt x="25858" y="116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6"/>
                </a:lnTo>
                <a:lnTo>
                  <a:pt x="26122" y="116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6"/>
                </a:lnTo>
                <a:lnTo>
                  <a:pt x="26386" y="116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6"/>
                </a:lnTo>
                <a:lnTo>
                  <a:pt x="26650" y="116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6"/>
                </a:lnTo>
                <a:lnTo>
                  <a:pt x="26914" y="116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6"/>
                </a:lnTo>
                <a:lnTo>
                  <a:pt x="27178" y="116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6"/>
                </a:lnTo>
                <a:lnTo>
                  <a:pt x="27442" y="116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6"/>
                </a:lnTo>
                <a:lnTo>
                  <a:pt x="27706" y="116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6"/>
                </a:lnTo>
                <a:lnTo>
                  <a:pt x="27971" y="116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6"/>
                </a:lnTo>
                <a:lnTo>
                  <a:pt x="28235" y="116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6"/>
                </a:lnTo>
                <a:lnTo>
                  <a:pt x="28499" y="116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6"/>
                </a:lnTo>
                <a:lnTo>
                  <a:pt x="28763" y="116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6"/>
                </a:lnTo>
                <a:lnTo>
                  <a:pt x="29027" y="116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6"/>
                </a:lnTo>
                <a:lnTo>
                  <a:pt x="29291" y="116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6"/>
                </a:lnTo>
                <a:lnTo>
                  <a:pt x="29555" y="116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6"/>
                </a:lnTo>
                <a:lnTo>
                  <a:pt x="29819" y="116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6"/>
                </a:lnTo>
                <a:lnTo>
                  <a:pt x="30083" y="116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6"/>
                </a:lnTo>
                <a:lnTo>
                  <a:pt x="30347" y="116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2"/>
                  <a:pt x="30783" y="7"/>
                </a:cubicBezTo>
                <a:lnTo>
                  <a:pt x="30755" y="120"/>
                </a:lnTo>
                <a:cubicBezTo>
                  <a:pt x="30745" y="117"/>
                  <a:pt x="30735" y="116"/>
                  <a:pt x="30725" y="116"/>
                </a:cubicBezTo>
                <a:lnTo>
                  <a:pt x="30611" y="116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79"/>
                  <a:pt x="30968" y="243"/>
                </a:cubicBezTo>
                <a:lnTo>
                  <a:pt x="30968" y="263"/>
                </a:lnTo>
                <a:lnTo>
                  <a:pt x="30852" y="263"/>
                </a:lnTo>
                <a:lnTo>
                  <a:pt x="30852" y="243"/>
                </a:lnTo>
                <a:cubicBezTo>
                  <a:pt x="30852" y="210"/>
                  <a:pt x="30840" y="181"/>
                  <a:pt x="30817" y="156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7"/>
                </a:lnTo>
                <a:lnTo>
                  <a:pt x="30852" y="527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1"/>
                </a:lnTo>
                <a:lnTo>
                  <a:pt x="30852" y="791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5"/>
                </a:lnTo>
                <a:lnTo>
                  <a:pt x="30852" y="1055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6"/>
                </a:moveTo>
                <a:lnTo>
                  <a:pt x="30968" y="1585"/>
                </a:lnTo>
                <a:lnTo>
                  <a:pt x="30852" y="1585"/>
                </a:lnTo>
                <a:lnTo>
                  <a:pt x="30852" y="1426"/>
                </a:lnTo>
                <a:lnTo>
                  <a:pt x="30968" y="1426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2"/>
                </a:moveTo>
                <a:cubicBezTo>
                  <a:pt x="30961" y="2297"/>
                  <a:pt x="30928" y="2356"/>
                  <a:pt x="30866" y="2400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2"/>
                </a:lnTo>
                <a:moveTo>
                  <a:pt x="30736" y="2445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29"/>
                </a:lnTo>
                <a:lnTo>
                  <a:pt x="30725" y="2329"/>
                </a:lnTo>
                <a:cubicBezTo>
                  <a:pt x="30727" y="2329"/>
                  <a:pt x="30729" y="2329"/>
                  <a:pt x="30731" y="2329"/>
                </a:cubicBezTo>
                <a:lnTo>
                  <a:pt x="30736" y="2445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29"/>
                </a:lnTo>
                <a:lnTo>
                  <a:pt x="30470" y="2329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29"/>
                </a:lnTo>
                <a:lnTo>
                  <a:pt x="30206" y="2329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29"/>
                </a:lnTo>
                <a:lnTo>
                  <a:pt x="29942" y="2329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29"/>
                </a:lnTo>
                <a:lnTo>
                  <a:pt x="29678" y="2329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29"/>
                </a:lnTo>
                <a:lnTo>
                  <a:pt x="29414" y="2329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29"/>
                </a:lnTo>
                <a:lnTo>
                  <a:pt x="29150" y="2329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29"/>
                </a:lnTo>
                <a:lnTo>
                  <a:pt x="28886" y="2329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29"/>
                </a:lnTo>
                <a:lnTo>
                  <a:pt x="28622" y="2329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29"/>
                </a:lnTo>
                <a:lnTo>
                  <a:pt x="28358" y="2329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29"/>
                </a:lnTo>
                <a:lnTo>
                  <a:pt x="28094" y="2329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29"/>
                </a:lnTo>
                <a:lnTo>
                  <a:pt x="27829" y="2329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29"/>
                </a:lnTo>
                <a:lnTo>
                  <a:pt x="27565" y="2329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29"/>
                </a:lnTo>
                <a:lnTo>
                  <a:pt x="27301" y="2329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29"/>
                </a:lnTo>
                <a:lnTo>
                  <a:pt x="27037" y="2329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29"/>
                </a:lnTo>
                <a:lnTo>
                  <a:pt x="26773" y="2329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29"/>
                </a:lnTo>
                <a:lnTo>
                  <a:pt x="26509" y="2329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29"/>
                </a:lnTo>
                <a:lnTo>
                  <a:pt x="26245" y="2329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29"/>
                </a:lnTo>
                <a:lnTo>
                  <a:pt x="25981" y="2329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29"/>
                </a:lnTo>
                <a:lnTo>
                  <a:pt x="25717" y="2329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29"/>
                </a:lnTo>
                <a:lnTo>
                  <a:pt x="25453" y="2329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29"/>
                </a:lnTo>
                <a:lnTo>
                  <a:pt x="25189" y="2329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29"/>
                </a:lnTo>
                <a:lnTo>
                  <a:pt x="24925" y="2329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29"/>
                </a:lnTo>
                <a:lnTo>
                  <a:pt x="24661" y="2329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29"/>
                </a:lnTo>
                <a:lnTo>
                  <a:pt x="24397" y="2329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29"/>
                </a:lnTo>
                <a:lnTo>
                  <a:pt x="24133" y="2329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29"/>
                </a:lnTo>
                <a:lnTo>
                  <a:pt x="23869" y="2329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29"/>
                </a:lnTo>
                <a:lnTo>
                  <a:pt x="23605" y="2329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29"/>
                </a:lnTo>
                <a:lnTo>
                  <a:pt x="23341" y="2329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29"/>
                </a:lnTo>
                <a:lnTo>
                  <a:pt x="23077" y="2329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29"/>
                </a:lnTo>
                <a:lnTo>
                  <a:pt x="22812" y="2329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29"/>
                </a:lnTo>
                <a:lnTo>
                  <a:pt x="22548" y="2329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29"/>
                </a:lnTo>
                <a:lnTo>
                  <a:pt x="22284" y="2329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29"/>
                </a:lnTo>
                <a:lnTo>
                  <a:pt x="22020" y="2329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29"/>
                </a:lnTo>
                <a:lnTo>
                  <a:pt x="21756" y="2329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29"/>
                </a:lnTo>
                <a:lnTo>
                  <a:pt x="21492" y="2329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29"/>
                </a:lnTo>
                <a:lnTo>
                  <a:pt x="21228" y="2329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29"/>
                </a:lnTo>
                <a:lnTo>
                  <a:pt x="20964" y="2329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29"/>
                </a:lnTo>
                <a:lnTo>
                  <a:pt x="20700" y="2329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29"/>
                </a:lnTo>
                <a:lnTo>
                  <a:pt x="20436" y="2329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29"/>
                </a:lnTo>
                <a:lnTo>
                  <a:pt x="20172" y="2329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29"/>
                </a:lnTo>
                <a:lnTo>
                  <a:pt x="19908" y="2329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29"/>
                </a:lnTo>
                <a:lnTo>
                  <a:pt x="19644" y="2329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29"/>
                </a:lnTo>
                <a:lnTo>
                  <a:pt x="19380" y="2329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29"/>
                </a:lnTo>
                <a:lnTo>
                  <a:pt x="19116" y="2329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29"/>
                </a:lnTo>
                <a:lnTo>
                  <a:pt x="18852" y="2329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29"/>
                </a:lnTo>
                <a:lnTo>
                  <a:pt x="18588" y="2329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29"/>
                </a:lnTo>
                <a:lnTo>
                  <a:pt x="18324" y="2329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29"/>
                </a:lnTo>
                <a:lnTo>
                  <a:pt x="18059" y="2329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29"/>
                </a:lnTo>
                <a:lnTo>
                  <a:pt x="17795" y="2329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29"/>
                </a:lnTo>
                <a:lnTo>
                  <a:pt x="17531" y="2329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29"/>
                </a:lnTo>
                <a:lnTo>
                  <a:pt x="17267" y="2329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29"/>
                </a:lnTo>
                <a:lnTo>
                  <a:pt x="17003" y="2329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29"/>
                </a:lnTo>
                <a:lnTo>
                  <a:pt x="16739" y="2329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29"/>
                </a:lnTo>
                <a:lnTo>
                  <a:pt x="16475" y="2329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29"/>
                </a:lnTo>
                <a:lnTo>
                  <a:pt x="16211" y="2329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29"/>
                </a:lnTo>
                <a:lnTo>
                  <a:pt x="15947" y="2329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29"/>
                </a:lnTo>
                <a:lnTo>
                  <a:pt x="15683" y="2329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29"/>
                </a:lnTo>
                <a:lnTo>
                  <a:pt x="15419" y="2329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29"/>
                </a:lnTo>
                <a:lnTo>
                  <a:pt x="15155" y="2329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29"/>
                </a:lnTo>
                <a:lnTo>
                  <a:pt x="14891" y="2329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29"/>
                </a:lnTo>
                <a:lnTo>
                  <a:pt x="14627" y="2329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29"/>
                </a:lnTo>
                <a:lnTo>
                  <a:pt x="14363" y="2329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29"/>
                </a:lnTo>
                <a:lnTo>
                  <a:pt x="14099" y="2329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29"/>
                </a:lnTo>
                <a:lnTo>
                  <a:pt x="13834" y="2329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29"/>
                </a:lnTo>
                <a:lnTo>
                  <a:pt x="13570" y="2329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29"/>
                </a:lnTo>
                <a:lnTo>
                  <a:pt x="13306" y="2329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29"/>
                </a:lnTo>
                <a:lnTo>
                  <a:pt x="13041" y="2329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29"/>
                </a:lnTo>
                <a:lnTo>
                  <a:pt x="12777" y="2329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29"/>
                </a:lnTo>
                <a:lnTo>
                  <a:pt x="12513" y="2329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29"/>
                </a:lnTo>
                <a:lnTo>
                  <a:pt x="12249" y="2329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29"/>
                </a:lnTo>
                <a:lnTo>
                  <a:pt x="11985" y="2329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29"/>
                </a:lnTo>
                <a:lnTo>
                  <a:pt x="11721" y="2329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29"/>
                </a:lnTo>
                <a:lnTo>
                  <a:pt x="11457" y="2329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29"/>
                </a:lnTo>
                <a:lnTo>
                  <a:pt x="11193" y="2329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29"/>
                </a:lnTo>
                <a:lnTo>
                  <a:pt x="10929" y="2329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29"/>
                </a:lnTo>
                <a:lnTo>
                  <a:pt x="10665" y="2329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29"/>
                </a:lnTo>
                <a:lnTo>
                  <a:pt x="10401" y="2329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29"/>
                </a:lnTo>
                <a:lnTo>
                  <a:pt x="10137" y="2329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29"/>
                </a:lnTo>
                <a:lnTo>
                  <a:pt x="9873" y="2329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29"/>
                </a:lnTo>
                <a:lnTo>
                  <a:pt x="9609" y="2329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29"/>
                </a:lnTo>
                <a:lnTo>
                  <a:pt x="9345" y="2329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29"/>
                </a:lnTo>
                <a:lnTo>
                  <a:pt x="9081" y="2329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29"/>
                </a:lnTo>
                <a:lnTo>
                  <a:pt x="8817" y="2329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29"/>
                </a:lnTo>
                <a:lnTo>
                  <a:pt x="8553" y="2329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29"/>
                </a:lnTo>
                <a:lnTo>
                  <a:pt x="8288" y="2329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29"/>
                </a:lnTo>
                <a:lnTo>
                  <a:pt x="8024" y="2329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29"/>
                </a:lnTo>
                <a:lnTo>
                  <a:pt x="7760" y="2329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29"/>
                </a:lnTo>
                <a:lnTo>
                  <a:pt x="7496" y="2329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29"/>
                </a:lnTo>
                <a:lnTo>
                  <a:pt x="7232" y="2329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29"/>
                </a:lnTo>
                <a:lnTo>
                  <a:pt x="6968" y="2329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29"/>
                </a:lnTo>
                <a:lnTo>
                  <a:pt x="6704" y="2329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29"/>
                </a:lnTo>
                <a:lnTo>
                  <a:pt x="6440" y="2329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29"/>
                </a:lnTo>
                <a:lnTo>
                  <a:pt x="6176" y="2329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29"/>
                </a:lnTo>
                <a:lnTo>
                  <a:pt x="5912" y="2329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29"/>
                </a:lnTo>
                <a:lnTo>
                  <a:pt x="5648" y="2329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29"/>
                </a:lnTo>
                <a:lnTo>
                  <a:pt x="5384" y="2329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29"/>
                </a:lnTo>
                <a:lnTo>
                  <a:pt x="5120" y="2329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29"/>
                </a:lnTo>
                <a:lnTo>
                  <a:pt x="4856" y="2329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29"/>
                </a:lnTo>
                <a:lnTo>
                  <a:pt x="4592" y="2329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29"/>
                </a:lnTo>
                <a:lnTo>
                  <a:pt x="4328" y="2329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29"/>
                </a:lnTo>
                <a:lnTo>
                  <a:pt x="4064" y="2329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29"/>
                </a:lnTo>
                <a:lnTo>
                  <a:pt x="3800" y="2329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29"/>
                </a:lnTo>
                <a:lnTo>
                  <a:pt x="3536" y="2329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29"/>
                </a:lnTo>
                <a:lnTo>
                  <a:pt x="3271" y="2329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29"/>
                </a:lnTo>
                <a:lnTo>
                  <a:pt x="3007" y="2329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29"/>
                </a:lnTo>
                <a:lnTo>
                  <a:pt x="2743" y="2329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29"/>
                </a:lnTo>
                <a:lnTo>
                  <a:pt x="2479" y="2329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29"/>
                </a:lnTo>
                <a:lnTo>
                  <a:pt x="2215" y="2329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29"/>
                </a:lnTo>
                <a:lnTo>
                  <a:pt x="1951" y="2329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29"/>
                </a:lnTo>
                <a:lnTo>
                  <a:pt x="1687" y="2329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29"/>
                </a:lnTo>
                <a:lnTo>
                  <a:pt x="1423" y="2329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29"/>
                </a:lnTo>
                <a:lnTo>
                  <a:pt x="1159" y="2329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29"/>
                </a:lnTo>
                <a:lnTo>
                  <a:pt x="895" y="2329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29"/>
                </a:lnTo>
                <a:lnTo>
                  <a:pt x="631" y="2329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4"/>
                  <a:pt x="198" y="2441"/>
                </a:cubicBezTo>
                <a:lnTo>
                  <a:pt x="220" y="2327"/>
                </a:lnTo>
                <a:cubicBezTo>
                  <a:pt x="228" y="2328"/>
                  <a:pt x="236" y="2329"/>
                  <a:pt x="244" y="2329"/>
                </a:cubicBezTo>
                <a:lnTo>
                  <a:pt x="367" y="2329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1"/>
                  <a:pt x="0" y="2202"/>
                </a:cubicBezTo>
                <a:lnTo>
                  <a:pt x="0" y="2191"/>
                </a:lnTo>
                <a:lnTo>
                  <a:pt x="117" y="2191"/>
                </a:lnTo>
                <a:lnTo>
                  <a:pt x="117" y="2202"/>
                </a:lnTo>
                <a:cubicBezTo>
                  <a:pt x="117" y="2238"/>
                  <a:pt x="130" y="2269"/>
                  <a:pt x="156" y="2294"/>
                </a:cubicBezTo>
                <a:lnTo>
                  <a:pt x="75" y="2378"/>
                </a:lnTo>
                <a:moveTo>
                  <a:pt x="0" y="2086"/>
                </a:moveTo>
                <a:lnTo>
                  <a:pt x="0" y="1927"/>
                </a:lnTo>
                <a:lnTo>
                  <a:pt x="117" y="1927"/>
                </a:lnTo>
                <a:lnTo>
                  <a:pt x="117" y="2086"/>
                </a:lnTo>
                <a:lnTo>
                  <a:pt x="0" y="2086"/>
                </a:lnTo>
                <a:moveTo>
                  <a:pt x="0" y="1822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2"/>
                </a:lnTo>
                <a:lnTo>
                  <a:pt x="0" y="1822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4"/>
                </a:lnTo>
                <a:lnTo>
                  <a:pt x="117" y="1134"/>
                </a:lnTo>
                <a:lnTo>
                  <a:pt x="117" y="1294"/>
                </a:lnTo>
                <a:lnTo>
                  <a:pt x="0" y="1294"/>
                </a:lnTo>
                <a:moveTo>
                  <a:pt x="0" y="1029"/>
                </a:moveTo>
                <a:lnTo>
                  <a:pt x="0" y="870"/>
                </a:lnTo>
                <a:lnTo>
                  <a:pt x="117" y="870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6"/>
                </a:lnTo>
                <a:lnTo>
                  <a:pt x="117" y="606"/>
                </a:lnTo>
                <a:lnTo>
                  <a:pt x="117" y="765"/>
                </a:lnTo>
                <a:lnTo>
                  <a:pt x="0" y="765"/>
                </a:lnTo>
                <a:moveTo>
                  <a:pt x="0" y="501"/>
                </a:moveTo>
                <a:lnTo>
                  <a:pt x="0" y="342"/>
                </a:lnTo>
                <a:lnTo>
                  <a:pt x="117" y="342"/>
                </a:lnTo>
                <a:lnTo>
                  <a:pt x="117" y="501"/>
                </a:lnTo>
                <a:lnTo>
                  <a:pt x="0" y="501"/>
                </a:lnTo>
                <a:moveTo>
                  <a:pt x="1" y="235"/>
                </a:moveTo>
                <a:cubicBezTo>
                  <a:pt x="3" y="160"/>
                  <a:pt x="34" y="99"/>
                  <a:pt x="92" y="53"/>
                </a:cubicBezTo>
                <a:lnTo>
                  <a:pt x="165" y="144"/>
                </a:lnTo>
                <a:cubicBezTo>
                  <a:pt x="134" y="168"/>
                  <a:pt x="118" y="200"/>
                  <a:pt x="117" y="239"/>
                </a:cubicBezTo>
                <a:lnTo>
                  <a:pt x="1" y="235"/>
                </a:lnTo>
                <a:moveTo>
                  <a:pt x="221" y="1"/>
                </a:moveTo>
                <a:cubicBezTo>
                  <a:pt x="228" y="0"/>
                  <a:pt x="236" y="0"/>
                  <a:pt x="244" y="0"/>
                </a:cubicBezTo>
                <a:lnTo>
                  <a:pt x="403" y="0"/>
                </a:lnTo>
                <a:lnTo>
                  <a:pt x="403" y="116"/>
                </a:lnTo>
                <a:lnTo>
                  <a:pt x="244" y="116"/>
                </a:lnTo>
                <a:cubicBezTo>
                  <a:pt x="240" y="116"/>
                  <a:pt x="236" y="116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521640" y="350316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6"/>
                </a:lnTo>
                <a:lnTo>
                  <a:pt x="508" y="116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6"/>
                </a:lnTo>
                <a:lnTo>
                  <a:pt x="772" y="116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6"/>
                </a:lnTo>
                <a:lnTo>
                  <a:pt x="1036" y="116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6"/>
                </a:lnTo>
                <a:lnTo>
                  <a:pt x="1300" y="116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6"/>
                </a:lnTo>
                <a:lnTo>
                  <a:pt x="1564" y="116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6"/>
                </a:lnTo>
                <a:lnTo>
                  <a:pt x="1828" y="116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6"/>
                </a:lnTo>
                <a:lnTo>
                  <a:pt x="2092" y="116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6"/>
                </a:lnTo>
                <a:lnTo>
                  <a:pt x="2356" y="116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6"/>
                </a:lnTo>
                <a:lnTo>
                  <a:pt x="2620" y="116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6"/>
                </a:lnTo>
                <a:lnTo>
                  <a:pt x="2884" y="116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6"/>
                </a:lnTo>
                <a:lnTo>
                  <a:pt x="3148" y="116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6"/>
                </a:lnTo>
                <a:lnTo>
                  <a:pt x="3412" y="116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6"/>
                </a:lnTo>
                <a:lnTo>
                  <a:pt x="3677" y="116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6"/>
                </a:lnTo>
                <a:lnTo>
                  <a:pt x="3941" y="116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6"/>
                </a:lnTo>
                <a:lnTo>
                  <a:pt x="4205" y="116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6"/>
                </a:lnTo>
                <a:lnTo>
                  <a:pt x="4469" y="116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6"/>
                </a:lnTo>
                <a:lnTo>
                  <a:pt x="4733" y="116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6"/>
                </a:lnTo>
                <a:lnTo>
                  <a:pt x="4997" y="116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6"/>
                </a:lnTo>
                <a:lnTo>
                  <a:pt x="5261" y="116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6"/>
                </a:lnTo>
                <a:lnTo>
                  <a:pt x="5525" y="116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6"/>
                </a:lnTo>
                <a:lnTo>
                  <a:pt x="5789" y="116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6"/>
                </a:lnTo>
                <a:lnTo>
                  <a:pt x="6053" y="116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6"/>
                </a:lnTo>
                <a:lnTo>
                  <a:pt x="6317" y="116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6"/>
                </a:lnTo>
                <a:lnTo>
                  <a:pt x="6581" y="116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6"/>
                </a:lnTo>
                <a:lnTo>
                  <a:pt x="6845" y="116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6"/>
                </a:lnTo>
                <a:lnTo>
                  <a:pt x="7109" y="116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6"/>
                </a:lnTo>
                <a:lnTo>
                  <a:pt x="7373" y="116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6"/>
                </a:lnTo>
                <a:lnTo>
                  <a:pt x="7637" y="116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6"/>
                </a:lnTo>
                <a:lnTo>
                  <a:pt x="7901" y="116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6"/>
                </a:lnTo>
                <a:lnTo>
                  <a:pt x="8165" y="116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6"/>
                </a:lnTo>
                <a:lnTo>
                  <a:pt x="8430" y="116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6"/>
                </a:lnTo>
                <a:lnTo>
                  <a:pt x="8694" y="116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6"/>
                </a:lnTo>
                <a:lnTo>
                  <a:pt x="8958" y="116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6"/>
                </a:lnTo>
                <a:lnTo>
                  <a:pt x="9222" y="116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6"/>
                </a:lnTo>
                <a:lnTo>
                  <a:pt x="9486" y="116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6"/>
                </a:lnTo>
                <a:lnTo>
                  <a:pt x="9750" y="116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6"/>
                </a:lnTo>
                <a:lnTo>
                  <a:pt x="10014" y="116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6"/>
                </a:lnTo>
                <a:lnTo>
                  <a:pt x="10278" y="116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6"/>
                </a:lnTo>
                <a:lnTo>
                  <a:pt x="10542" y="116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6"/>
                </a:lnTo>
                <a:lnTo>
                  <a:pt x="10806" y="116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6"/>
                </a:lnTo>
                <a:lnTo>
                  <a:pt x="11070" y="116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6"/>
                </a:lnTo>
                <a:lnTo>
                  <a:pt x="11334" y="116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6"/>
                </a:lnTo>
                <a:lnTo>
                  <a:pt x="11598" y="116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6"/>
                </a:lnTo>
                <a:lnTo>
                  <a:pt x="11862" y="116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6"/>
                </a:lnTo>
                <a:lnTo>
                  <a:pt x="12126" y="116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6"/>
                </a:lnTo>
                <a:lnTo>
                  <a:pt x="12390" y="116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6"/>
                </a:lnTo>
                <a:lnTo>
                  <a:pt x="12654" y="116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6"/>
                </a:lnTo>
                <a:lnTo>
                  <a:pt x="12918" y="116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6"/>
                </a:lnTo>
                <a:lnTo>
                  <a:pt x="13182" y="116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6"/>
                </a:lnTo>
                <a:lnTo>
                  <a:pt x="13447" y="116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6"/>
                </a:lnTo>
                <a:lnTo>
                  <a:pt x="13711" y="116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6"/>
                </a:lnTo>
                <a:lnTo>
                  <a:pt x="13975" y="116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6"/>
                </a:lnTo>
                <a:lnTo>
                  <a:pt x="14240" y="116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6"/>
                </a:lnTo>
                <a:lnTo>
                  <a:pt x="14504" y="116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6"/>
                </a:lnTo>
                <a:lnTo>
                  <a:pt x="14768" y="116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6"/>
                </a:lnTo>
                <a:lnTo>
                  <a:pt x="15032" y="116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6"/>
                </a:lnTo>
                <a:lnTo>
                  <a:pt x="15296" y="116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6"/>
                </a:lnTo>
                <a:lnTo>
                  <a:pt x="15560" y="116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6"/>
                </a:lnTo>
                <a:lnTo>
                  <a:pt x="15824" y="116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6"/>
                </a:lnTo>
                <a:lnTo>
                  <a:pt x="16088" y="116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6"/>
                </a:lnTo>
                <a:lnTo>
                  <a:pt x="16352" y="116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6"/>
                </a:lnTo>
                <a:lnTo>
                  <a:pt x="16616" y="116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6"/>
                </a:lnTo>
                <a:lnTo>
                  <a:pt x="16880" y="116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6"/>
                </a:lnTo>
                <a:lnTo>
                  <a:pt x="17144" y="116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6"/>
                </a:lnTo>
                <a:lnTo>
                  <a:pt x="17408" y="116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6"/>
                </a:lnTo>
                <a:lnTo>
                  <a:pt x="17672" y="116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6"/>
                </a:lnTo>
                <a:lnTo>
                  <a:pt x="17936" y="116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6"/>
                </a:lnTo>
                <a:lnTo>
                  <a:pt x="18201" y="116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6"/>
                </a:lnTo>
                <a:lnTo>
                  <a:pt x="18465" y="116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6"/>
                </a:lnTo>
                <a:lnTo>
                  <a:pt x="18729" y="116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6"/>
                </a:lnTo>
                <a:lnTo>
                  <a:pt x="18993" y="116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6"/>
                </a:lnTo>
                <a:lnTo>
                  <a:pt x="19257" y="116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6"/>
                </a:lnTo>
                <a:lnTo>
                  <a:pt x="19521" y="116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6"/>
                </a:lnTo>
                <a:lnTo>
                  <a:pt x="19785" y="116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6"/>
                </a:lnTo>
                <a:lnTo>
                  <a:pt x="20049" y="116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6"/>
                </a:lnTo>
                <a:lnTo>
                  <a:pt x="20313" y="116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6"/>
                </a:lnTo>
                <a:lnTo>
                  <a:pt x="20577" y="116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6"/>
                </a:lnTo>
                <a:lnTo>
                  <a:pt x="20841" y="116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6"/>
                </a:lnTo>
                <a:lnTo>
                  <a:pt x="21105" y="116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6"/>
                </a:lnTo>
                <a:lnTo>
                  <a:pt x="21369" y="116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6"/>
                </a:lnTo>
                <a:lnTo>
                  <a:pt x="21633" y="116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6"/>
                </a:lnTo>
                <a:lnTo>
                  <a:pt x="21897" y="116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6"/>
                </a:lnTo>
                <a:lnTo>
                  <a:pt x="22161" y="116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6"/>
                </a:lnTo>
                <a:lnTo>
                  <a:pt x="22425" y="116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6"/>
                </a:lnTo>
                <a:lnTo>
                  <a:pt x="22689" y="116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6"/>
                </a:lnTo>
                <a:lnTo>
                  <a:pt x="22953" y="116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6"/>
                </a:lnTo>
                <a:lnTo>
                  <a:pt x="23218" y="116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6"/>
                </a:lnTo>
                <a:lnTo>
                  <a:pt x="23482" y="116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6"/>
                </a:lnTo>
                <a:lnTo>
                  <a:pt x="23746" y="116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6"/>
                </a:lnTo>
                <a:lnTo>
                  <a:pt x="24010" y="116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6"/>
                </a:lnTo>
                <a:lnTo>
                  <a:pt x="24274" y="116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6"/>
                </a:lnTo>
                <a:lnTo>
                  <a:pt x="24538" y="116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6"/>
                </a:lnTo>
                <a:lnTo>
                  <a:pt x="24802" y="116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6"/>
                </a:lnTo>
                <a:lnTo>
                  <a:pt x="25066" y="116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6"/>
                </a:lnTo>
                <a:lnTo>
                  <a:pt x="25330" y="116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6"/>
                </a:lnTo>
                <a:lnTo>
                  <a:pt x="25594" y="116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6"/>
                </a:lnTo>
                <a:lnTo>
                  <a:pt x="25858" y="116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6"/>
                </a:lnTo>
                <a:lnTo>
                  <a:pt x="26122" y="116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6"/>
                </a:lnTo>
                <a:lnTo>
                  <a:pt x="26386" y="116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6"/>
                </a:lnTo>
                <a:lnTo>
                  <a:pt x="26650" y="116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6"/>
                </a:lnTo>
                <a:lnTo>
                  <a:pt x="26914" y="116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6"/>
                </a:lnTo>
                <a:lnTo>
                  <a:pt x="27178" y="116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6"/>
                </a:lnTo>
                <a:lnTo>
                  <a:pt x="27442" y="116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6"/>
                </a:lnTo>
                <a:lnTo>
                  <a:pt x="27706" y="116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6"/>
                </a:lnTo>
                <a:lnTo>
                  <a:pt x="27971" y="116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6"/>
                </a:lnTo>
                <a:lnTo>
                  <a:pt x="28235" y="116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6"/>
                </a:lnTo>
                <a:lnTo>
                  <a:pt x="28499" y="116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6"/>
                </a:lnTo>
                <a:lnTo>
                  <a:pt x="28763" y="116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6"/>
                </a:lnTo>
                <a:lnTo>
                  <a:pt x="29027" y="116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6"/>
                </a:lnTo>
                <a:lnTo>
                  <a:pt x="29291" y="116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6"/>
                </a:lnTo>
                <a:lnTo>
                  <a:pt x="29555" y="116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6"/>
                </a:lnTo>
                <a:lnTo>
                  <a:pt x="29819" y="116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6"/>
                </a:lnTo>
                <a:lnTo>
                  <a:pt x="30083" y="116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6"/>
                </a:lnTo>
                <a:lnTo>
                  <a:pt x="30347" y="116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2"/>
                  <a:pt x="30783" y="7"/>
                </a:cubicBezTo>
                <a:lnTo>
                  <a:pt x="30755" y="120"/>
                </a:lnTo>
                <a:cubicBezTo>
                  <a:pt x="30745" y="117"/>
                  <a:pt x="30735" y="116"/>
                  <a:pt x="30725" y="116"/>
                </a:cubicBezTo>
                <a:lnTo>
                  <a:pt x="30611" y="116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79"/>
                  <a:pt x="30968" y="243"/>
                </a:cubicBezTo>
                <a:lnTo>
                  <a:pt x="30968" y="263"/>
                </a:lnTo>
                <a:lnTo>
                  <a:pt x="30852" y="263"/>
                </a:lnTo>
                <a:lnTo>
                  <a:pt x="30852" y="243"/>
                </a:lnTo>
                <a:cubicBezTo>
                  <a:pt x="30852" y="210"/>
                  <a:pt x="30840" y="181"/>
                  <a:pt x="30817" y="156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7"/>
                </a:lnTo>
                <a:lnTo>
                  <a:pt x="30852" y="527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1"/>
                </a:lnTo>
                <a:lnTo>
                  <a:pt x="30852" y="791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5"/>
                </a:lnTo>
                <a:lnTo>
                  <a:pt x="30852" y="1055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6"/>
                </a:moveTo>
                <a:lnTo>
                  <a:pt x="30968" y="1585"/>
                </a:lnTo>
                <a:lnTo>
                  <a:pt x="30852" y="1585"/>
                </a:lnTo>
                <a:lnTo>
                  <a:pt x="30852" y="1426"/>
                </a:lnTo>
                <a:lnTo>
                  <a:pt x="30968" y="1426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2"/>
                </a:moveTo>
                <a:cubicBezTo>
                  <a:pt x="30961" y="2297"/>
                  <a:pt x="30928" y="2356"/>
                  <a:pt x="30866" y="2400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2"/>
                </a:lnTo>
                <a:moveTo>
                  <a:pt x="30736" y="2445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29"/>
                </a:lnTo>
                <a:lnTo>
                  <a:pt x="30725" y="2329"/>
                </a:lnTo>
                <a:cubicBezTo>
                  <a:pt x="30727" y="2329"/>
                  <a:pt x="30729" y="2329"/>
                  <a:pt x="30731" y="2329"/>
                </a:cubicBezTo>
                <a:lnTo>
                  <a:pt x="30736" y="2445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29"/>
                </a:lnTo>
                <a:lnTo>
                  <a:pt x="30470" y="2329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29"/>
                </a:lnTo>
                <a:lnTo>
                  <a:pt x="30206" y="2329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29"/>
                </a:lnTo>
                <a:lnTo>
                  <a:pt x="29942" y="2329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29"/>
                </a:lnTo>
                <a:lnTo>
                  <a:pt x="29678" y="2329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29"/>
                </a:lnTo>
                <a:lnTo>
                  <a:pt x="29414" y="2329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29"/>
                </a:lnTo>
                <a:lnTo>
                  <a:pt x="29150" y="2329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29"/>
                </a:lnTo>
                <a:lnTo>
                  <a:pt x="28886" y="2329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29"/>
                </a:lnTo>
                <a:lnTo>
                  <a:pt x="28622" y="2329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29"/>
                </a:lnTo>
                <a:lnTo>
                  <a:pt x="28358" y="2329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29"/>
                </a:lnTo>
                <a:lnTo>
                  <a:pt x="28094" y="2329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29"/>
                </a:lnTo>
                <a:lnTo>
                  <a:pt x="27829" y="2329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29"/>
                </a:lnTo>
                <a:lnTo>
                  <a:pt x="27565" y="2329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29"/>
                </a:lnTo>
                <a:lnTo>
                  <a:pt x="27301" y="2329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29"/>
                </a:lnTo>
                <a:lnTo>
                  <a:pt x="27037" y="2329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29"/>
                </a:lnTo>
                <a:lnTo>
                  <a:pt x="26773" y="2329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29"/>
                </a:lnTo>
                <a:lnTo>
                  <a:pt x="26509" y="2329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29"/>
                </a:lnTo>
                <a:lnTo>
                  <a:pt x="26245" y="2329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29"/>
                </a:lnTo>
                <a:lnTo>
                  <a:pt x="25981" y="2329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29"/>
                </a:lnTo>
                <a:lnTo>
                  <a:pt x="25717" y="2329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29"/>
                </a:lnTo>
                <a:lnTo>
                  <a:pt x="25453" y="2329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29"/>
                </a:lnTo>
                <a:lnTo>
                  <a:pt x="25189" y="2329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29"/>
                </a:lnTo>
                <a:lnTo>
                  <a:pt x="24925" y="2329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29"/>
                </a:lnTo>
                <a:lnTo>
                  <a:pt x="24661" y="2329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29"/>
                </a:lnTo>
                <a:lnTo>
                  <a:pt x="24397" y="2329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29"/>
                </a:lnTo>
                <a:lnTo>
                  <a:pt x="24133" y="2329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29"/>
                </a:lnTo>
                <a:lnTo>
                  <a:pt x="23869" y="2329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29"/>
                </a:lnTo>
                <a:lnTo>
                  <a:pt x="23605" y="2329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29"/>
                </a:lnTo>
                <a:lnTo>
                  <a:pt x="23341" y="2329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29"/>
                </a:lnTo>
                <a:lnTo>
                  <a:pt x="23077" y="2329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29"/>
                </a:lnTo>
                <a:lnTo>
                  <a:pt x="22812" y="2329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29"/>
                </a:lnTo>
                <a:lnTo>
                  <a:pt x="22548" y="2329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29"/>
                </a:lnTo>
                <a:lnTo>
                  <a:pt x="22284" y="2329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29"/>
                </a:lnTo>
                <a:lnTo>
                  <a:pt x="22020" y="2329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29"/>
                </a:lnTo>
                <a:lnTo>
                  <a:pt x="21756" y="2329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29"/>
                </a:lnTo>
                <a:lnTo>
                  <a:pt x="21492" y="2329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29"/>
                </a:lnTo>
                <a:lnTo>
                  <a:pt x="21228" y="2329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29"/>
                </a:lnTo>
                <a:lnTo>
                  <a:pt x="20964" y="2329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29"/>
                </a:lnTo>
                <a:lnTo>
                  <a:pt x="20700" y="2329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29"/>
                </a:lnTo>
                <a:lnTo>
                  <a:pt x="20436" y="2329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29"/>
                </a:lnTo>
                <a:lnTo>
                  <a:pt x="20172" y="2329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29"/>
                </a:lnTo>
                <a:lnTo>
                  <a:pt x="19908" y="2329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29"/>
                </a:lnTo>
                <a:lnTo>
                  <a:pt x="19644" y="2329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29"/>
                </a:lnTo>
                <a:lnTo>
                  <a:pt x="19380" y="2329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29"/>
                </a:lnTo>
                <a:lnTo>
                  <a:pt x="19116" y="2329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29"/>
                </a:lnTo>
                <a:lnTo>
                  <a:pt x="18852" y="2329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29"/>
                </a:lnTo>
                <a:lnTo>
                  <a:pt x="18588" y="2329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29"/>
                </a:lnTo>
                <a:lnTo>
                  <a:pt x="18324" y="2329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29"/>
                </a:lnTo>
                <a:lnTo>
                  <a:pt x="18059" y="2329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29"/>
                </a:lnTo>
                <a:lnTo>
                  <a:pt x="17795" y="2329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29"/>
                </a:lnTo>
                <a:lnTo>
                  <a:pt x="17531" y="2329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29"/>
                </a:lnTo>
                <a:lnTo>
                  <a:pt x="17267" y="2329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29"/>
                </a:lnTo>
                <a:lnTo>
                  <a:pt x="17003" y="2329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29"/>
                </a:lnTo>
                <a:lnTo>
                  <a:pt x="16739" y="2329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29"/>
                </a:lnTo>
                <a:lnTo>
                  <a:pt x="16475" y="2329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29"/>
                </a:lnTo>
                <a:lnTo>
                  <a:pt x="16211" y="2329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29"/>
                </a:lnTo>
                <a:lnTo>
                  <a:pt x="15947" y="2329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29"/>
                </a:lnTo>
                <a:lnTo>
                  <a:pt x="15683" y="2329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29"/>
                </a:lnTo>
                <a:lnTo>
                  <a:pt x="15419" y="2329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29"/>
                </a:lnTo>
                <a:lnTo>
                  <a:pt x="15155" y="2329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29"/>
                </a:lnTo>
                <a:lnTo>
                  <a:pt x="14891" y="2329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29"/>
                </a:lnTo>
                <a:lnTo>
                  <a:pt x="14627" y="2329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29"/>
                </a:lnTo>
                <a:lnTo>
                  <a:pt x="14363" y="2329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29"/>
                </a:lnTo>
                <a:lnTo>
                  <a:pt x="14099" y="2329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29"/>
                </a:lnTo>
                <a:lnTo>
                  <a:pt x="13834" y="2329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29"/>
                </a:lnTo>
                <a:lnTo>
                  <a:pt x="13570" y="2329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29"/>
                </a:lnTo>
                <a:lnTo>
                  <a:pt x="13306" y="2329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29"/>
                </a:lnTo>
                <a:lnTo>
                  <a:pt x="13041" y="2329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29"/>
                </a:lnTo>
                <a:lnTo>
                  <a:pt x="12777" y="2329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29"/>
                </a:lnTo>
                <a:lnTo>
                  <a:pt x="12513" y="2329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29"/>
                </a:lnTo>
                <a:lnTo>
                  <a:pt x="12249" y="2329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29"/>
                </a:lnTo>
                <a:lnTo>
                  <a:pt x="11985" y="2329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29"/>
                </a:lnTo>
                <a:lnTo>
                  <a:pt x="11721" y="2329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29"/>
                </a:lnTo>
                <a:lnTo>
                  <a:pt x="11457" y="2329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29"/>
                </a:lnTo>
                <a:lnTo>
                  <a:pt x="11193" y="2329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29"/>
                </a:lnTo>
                <a:lnTo>
                  <a:pt x="10929" y="2329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29"/>
                </a:lnTo>
                <a:lnTo>
                  <a:pt x="10665" y="2329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29"/>
                </a:lnTo>
                <a:lnTo>
                  <a:pt x="10401" y="2329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29"/>
                </a:lnTo>
                <a:lnTo>
                  <a:pt x="10137" y="2329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29"/>
                </a:lnTo>
                <a:lnTo>
                  <a:pt x="9873" y="2329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29"/>
                </a:lnTo>
                <a:lnTo>
                  <a:pt x="9609" y="2329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29"/>
                </a:lnTo>
                <a:lnTo>
                  <a:pt x="9345" y="2329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29"/>
                </a:lnTo>
                <a:lnTo>
                  <a:pt x="9081" y="2329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29"/>
                </a:lnTo>
                <a:lnTo>
                  <a:pt x="8817" y="2329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29"/>
                </a:lnTo>
                <a:lnTo>
                  <a:pt x="8553" y="2329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29"/>
                </a:lnTo>
                <a:lnTo>
                  <a:pt x="8288" y="2329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29"/>
                </a:lnTo>
                <a:lnTo>
                  <a:pt x="8024" y="2329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29"/>
                </a:lnTo>
                <a:lnTo>
                  <a:pt x="7760" y="2329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29"/>
                </a:lnTo>
                <a:lnTo>
                  <a:pt x="7496" y="2329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29"/>
                </a:lnTo>
                <a:lnTo>
                  <a:pt x="7232" y="2329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29"/>
                </a:lnTo>
                <a:lnTo>
                  <a:pt x="6968" y="2329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29"/>
                </a:lnTo>
                <a:lnTo>
                  <a:pt x="6704" y="2329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29"/>
                </a:lnTo>
                <a:lnTo>
                  <a:pt x="6440" y="2329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29"/>
                </a:lnTo>
                <a:lnTo>
                  <a:pt x="6176" y="2329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29"/>
                </a:lnTo>
                <a:lnTo>
                  <a:pt x="5912" y="2329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29"/>
                </a:lnTo>
                <a:lnTo>
                  <a:pt x="5648" y="2329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29"/>
                </a:lnTo>
                <a:lnTo>
                  <a:pt x="5384" y="2329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29"/>
                </a:lnTo>
                <a:lnTo>
                  <a:pt x="5120" y="2329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29"/>
                </a:lnTo>
                <a:lnTo>
                  <a:pt x="4856" y="2329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29"/>
                </a:lnTo>
                <a:lnTo>
                  <a:pt x="4592" y="2329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29"/>
                </a:lnTo>
                <a:lnTo>
                  <a:pt x="4328" y="2329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29"/>
                </a:lnTo>
                <a:lnTo>
                  <a:pt x="4064" y="2329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29"/>
                </a:lnTo>
                <a:lnTo>
                  <a:pt x="3800" y="2329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29"/>
                </a:lnTo>
                <a:lnTo>
                  <a:pt x="3536" y="2329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29"/>
                </a:lnTo>
                <a:lnTo>
                  <a:pt x="3271" y="2329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29"/>
                </a:lnTo>
                <a:lnTo>
                  <a:pt x="3007" y="2329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29"/>
                </a:lnTo>
                <a:lnTo>
                  <a:pt x="2743" y="2329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29"/>
                </a:lnTo>
                <a:lnTo>
                  <a:pt x="2479" y="2329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29"/>
                </a:lnTo>
                <a:lnTo>
                  <a:pt x="2215" y="2329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29"/>
                </a:lnTo>
                <a:lnTo>
                  <a:pt x="1951" y="2329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29"/>
                </a:lnTo>
                <a:lnTo>
                  <a:pt x="1687" y="2329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29"/>
                </a:lnTo>
                <a:lnTo>
                  <a:pt x="1423" y="2329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29"/>
                </a:lnTo>
                <a:lnTo>
                  <a:pt x="1159" y="2329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29"/>
                </a:lnTo>
                <a:lnTo>
                  <a:pt x="895" y="2329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29"/>
                </a:lnTo>
                <a:lnTo>
                  <a:pt x="631" y="2329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4"/>
                  <a:pt x="198" y="2441"/>
                </a:cubicBezTo>
                <a:lnTo>
                  <a:pt x="220" y="2327"/>
                </a:lnTo>
                <a:cubicBezTo>
                  <a:pt x="228" y="2328"/>
                  <a:pt x="236" y="2329"/>
                  <a:pt x="244" y="2329"/>
                </a:cubicBezTo>
                <a:lnTo>
                  <a:pt x="367" y="2329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1"/>
                  <a:pt x="0" y="2202"/>
                </a:cubicBezTo>
                <a:lnTo>
                  <a:pt x="0" y="2191"/>
                </a:lnTo>
                <a:lnTo>
                  <a:pt x="117" y="2191"/>
                </a:lnTo>
                <a:lnTo>
                  <a:pt x="117" y="2202"/>
                </a:lnTo>
                <a:cubicBezTo>
                  <a:pt x="117" y="2238"/>
                  <a:pt x="130" y="2269"/>
                  <a:pt x="156" y="2294"/>
                </a:cubicBezTo>
                <a:lnTo>
                  <a:pt x="75" y="2378"/>
                </a:lnTo>
                <a:moveTo>
                  <a:pt x="0" y="2086"/>
                </a:moveTo>
                <a:lnTo>
                  <a:pt x="0" y="1927"/>
                </a:lnTo>
                <a:lnTo>
                  <a:pt x="117" y="1927"/>
                </a:lnTo>
                <a:lnTo>
                  <a:pt x="117" y="2086"/>
                </a:lnTo>
                <a:lnTo>
                  <a:pt x="0" y="2086"/>
                </a:lnTo>
                <a:moveTo>
                  <a:pt x="0" y="1822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2"/>
                </a:lnTo>
                <a:lnTo>
                  <a:pt x="0" y="1822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4"/>
                </a:lnTo>
                <a:lnTo>
                  <a:pt x="117" y="1134"/>
                </a:lnTo>
                <a:lnTo>
                  <a:pt x="117" y="1294"/>
                </a:lnTo>
                <a:lnTo>
                  <a:pt x="0" y="1294"/>
                </a:lnTo>
                <a:moveTo>
                  <a:pt x="0" y="1029"/>
                </a:moveTo>
                <a:lnTo>
                  <a:pt x="0" y="870"/>
                </a:lnTo>
                <a:lnTo>
                  <a:pt x="117" y="870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6"/>
                </a:lnTo>
                <a:lnTo>
                  <a:pt x="117" y="606"/>
                </a:lnTo>
                <a:lnTo>
                  <a:pt x="117" y="765"/>
                </a:lnTo>
                <a:lnTo>
                  <a:pt x="0" y="765"/>
                </a:lnTo>
                <a:moveTo>
                  <a:pt x="0" y="501"/>
                </a:moveTo>
                <a:lnTo>
                  <a:pt x="0" y="342"/>
                </a:lnTo>
                <a:lnTo>
                  <a:pt x="117" y="342"/>
                </a:lnTo>
                <a:lnTo>
                  <a:pt x="117" y="501"/>
                </a:lnTo>
                <a:lnTo>
                  <a:pt x="0" y="501"/>
                </a:lnTo>
                <a:moveTo>
                  <a:pt x="1" y="235"/>
                </a:moveTo>
                <a:cubicBezTo>
                  <a:pt x="3" y="160"/>
                  <a:pt x="34" y="99"/>
                  <a:pt x="92" y="53"/>
                </a:cubicBezTo>
                <a:lnTo>
                  <a:pt x="165" y="144"/>
                </a:lnTo>
                <a:cubicBezTo>
                  <a:pt x="134" y="168"/>
                  <a:pt x="118" y="200"/>
                  <a:pt x="117" y="239"/>
                </a:cubicBezTo>
                <a:lnTo>
                  <a:pt x="1" y="235"/>
                </a:lnTo>
                <a:moveTo>
                  <a:pt x="221" y="1"/>
                </a:moveTo>
                <a:cubicBezTo>
                  <a:pt x="228" y="0"/>
                  <a:pt x="236" y="0"/>
                  <a:pt x="244" y="0"/>
                </a:cubicBezTo>
                <a:lnTo>
                  <a:pt x="403" y="0"/>
                </a:lnTo>
                <a:lnTo>
                  <a:pt x="403" y="116"/>
                </a:lnTo>
                <a:lnTo>
                  <a:pt x="244" y="116"/>
                </a:lnTo>
                <a:cubicBezTo>
                  <a:pt x="240" y="116"/>
                  <a:pt x="236" y="116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755760" y="2783880"/>
            <a:ext cx="38466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不要な層は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F(x)=0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に近づければよい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869840" y="3772440"/>
            <a:ext cx="806580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[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ここに論文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Figure 2: Residual learning - a building block 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を入れる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]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914400" y="392400"/>
            <a:ext cx="19879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提案手法の全体像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5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35" name=""/>
          <p:cNvSpPr/>
          <p:nvPr/>
        </p:nvSpPr>
        <p:spPr>
          <a:xfrm>
            <a:off x="542880" y="1666800"/>
            <a:ext cx="5410440" cy="2429280"/>
          </a:xfrm>
          <a:custGeom>
            <a:avLst/>
            <a:gdLst/>
            <a:ahLst/>
            <a:rect l="0" t="0" r="r" b="b"/>
            <a:pathLst>
              <a:path w="15029" h="6748">
                <a:moveTo>
                  <a:pt x="0" y="656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62"/>
                </a:lnTo>
                <a:cubicBezTo>
                  <a:pt x="15029" y="6575"/>
                  <a:pt x="15028" y="6587"/>
                  <a:pt x="15025" y="6599"/>
                </a:cubicBezTo>
                <a:cubicBezTo>
                  <a:pt x="15023" y="6610"/>
                  <a:pt x="15020" y="6622"/>
                  <a:pt x="15015" y="6633"/>
                </a:cubicBezTo>
                <a:cubicBezTo>
                  <a:pt x="15010" y="6644"/>
                  <a:pt x="15005" y="6655"/>
                  <a:pt x="14998" y="6665"/>
                </a:cubicBezTo>
                <a:cubicBezTo>
                  <a:pt x="14991" y="6675"/>
                  <a:pt x="14983" y="6685"/>
                  <a:pt x="14975" y="6693"/>
                </a:cubicBezTo>
                <a:cubicBezTo>
                  <a:pt x="14966" y="6702"/>
                  <a:pt x="14957" y="6710"/>
                  <a:pt x="14947" y="6716"/>
                </a:cubicBezTo>
                <a:cubicBezTo>
                  <a:pt x="14937" y="6723"/>
                  <a:pt x="14926" y="6729"/>
                  <a:pt x="14915" y="6733"/>
                </a:cubicBezTo>
                <a:cubicBezTo>
                  <a:pt x="14903" y="6738"/>
                  <a:pt x="14892" y="6742"/>
                  <a:pt x="14880" y="6744"/>
                </a:cubicBezTo>
                <a:cubicBezTo>
                  <a:pt x="14868" y="6746"/>
                  <a:pt x="14856" y="6748"/>
                  <a:pt x="14844" y="6748"/>
                </a:cubicBezTo>
                <a:lnTo>
                  <a:pt x="185" y="6748"/>
                </a:lnTo>
                <a:cubicBezTo>
                  <a:pt x="173" y="6748"/>
                  <a:pt x="161" y="6746"/>
                  <a:pt x="149" y="6744"/>
                </a:cubicBezTo>
                <a:cubicBezTo>
                  <a:pt x="137" y="6742"/>
                  <a:pt x="125" y="6738"/>
                  <a:pt x="114" y="6733"/>
                </a:cubicBezTo>
                <a:cubicBezTo>
                  <a:pt x="103" y="6729"/>
                  <a:pt x="92" y="6723"/>
                  <a:pt x="82" y="6716"/>
                </a:cubicBezTo>
                <a:cubicBezTo>
                  <a:pt x="72" y="6710"/>
                  <a:pt x="62" y="6702"/>
                  <a:pt x="54" y="6693"/>
                </a:cubicBezTo>
                <a:cubicBezTo>
                  <a:pt x="45" y="6685"/>
                  <a:pt x="38" y="6675"/>
                  <a:pt x="31" y="6665"/>
                </a:cubicBezTo>
                <a:cubicBezTo>
                  <a:pt x="24" y="6655"/>
                  <a:pt x="18" y="6644"/>
                  <a:pt x="14" y="6633"/>
                </a:cubicBezTo>
                <a:cubicBezTo>
                  <a:pt x="9" y="6622"/>
                  <a:pt x="6" y="6610"/>
                  <a:pt x="3" y="6599"/>
                </a:cubicBezTo>
                <a:cubicBezTo>
                  <a:pt x="1" y="6587"/>
                  <a:pt x="0" y="6575"/>
                  <a:pt x="0" y="65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542880" y="1666800"/>
            <a:ext cx="5410440" cy="2429280"/>
          </a:xfrm>
          <a:custGeom>
            <a:avLst/>
            <a:gdLst/>
            <a:ahLst/>
            <a:rect l="0" t="0" r="r" b="b"/>
            <a:pathLst>
              <a:path w="15029" h="6748">
                <a:moveTo>
                  <a:pt x="0" y="656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62"/>
                </a:lnTo>
                <a:cubicBezTo>
                  <a:pt x="15029" y="6575"/>
                  <a:pt x="15028" y="6587"/>
                  <a:pt x="15025" y="6599"/>
                </a:cubicBezTo>
                <a:cubicBezTo>
                  <a:pt x="15023" y="6610"/>
                  <a:pt x="15020" y="6622"/>
                  <a:pt x="15015" y="6633"/>
                </a:cubicBezTo>
                <a:cubicBezTo>
                  <a:pt x="15010" y="6644"/>
                  <a:pt x="15005" y="6655"/>
                  <a:pt x="14998" y="6665"/>
                </a:cubicBezTo>
                <a:cubicBezTo>
                  <a:pt x="14991" y="6675"/>
                  <a:pt x="14983" y="6685"/>
                  <a:pt x="14975" y="6693"/>
                </a:cubicBezTo>
                <a:cubicBezTo>
                  <a:pt x="14966" y="6702"/>
                  <a:pt x="14957" y="6710"/>
                  <a:pt x="14947" y="6716"/>
                </a:cubicBezTo>
                <a:cubicBezTo>
                  <a:pt x="14937" y="6723"/>
                  <a:pt x="14926" y="6729"/>
                  <a:pt x="14915" y="6733"/>
                </a:cubicBezTo>
                <a:cubicBezTo>
                  <a:pt x="14903" y="6738"/>
                  <a:pt x="14892" y="6742"/>
                  <a:pt x="14880" y="6744"/>
                </a:cubicBezTo>
                <a:cubicBezTo>
                  <a:pt x="14868" y="6746"/>
                  <a:pt x="14856" y="6748"/>
                  <a:pt x="14844" y="6748"/>
                </a:cubicBezTo>
                <a:lnTo>
                  <a:pt x="185" y="6748"/>
                </a:lnTo>
                <a:cubicBezTo>
                  <a:pt x="173" y="6748"/>
                  <a:pt x="161" y="6746"/>
                  <a:pt x="149" y="6744"/>
                </a:cubicBezTo>
                <a:cubicBezTo>
                  <a:pt x="137" y="6742"/>
                  <a:pt x="125" y="6738"/>
                  <a:pt x="114" y="6733"/>
                </a:cubicBezTo>
                <a:cubicBezTo>
                  <a:pt x="103" y="6729"/>
                  <a:pt x="92" y="6723"/>
                  <a:pt x="82" y="6716"/>
                </a:cubicBezTo>
                <a:cubicBezTo>
                  <a:pt x="72" y="6710"/>
                  <a:pt x="62" y="6702"/>
                  <a:pt x="54" y="6693"/>
                </a:cubicBezTo>
                <a:cubicBezTo>
                  <a:pt x="45" y="6685"/>
                  <a:pt x="38" y="6675"/>
                  <a:pt x="31" y="6665"/>
                </a:cubicBezTo>
                <a:cubicBezTo>
                  <a:pt x="24" y="6655"/>
                  <a:pt x="18" y="6644"/>
                  <a:pt x="14" y="6633"/>
                </a:cubicBezTo>
                <a:cubicBezTo>
                  <a:pt x="9" y="6622"/>
                  <a:pt x="6" y="6610"/>
                  <a:pt x="3" y="6599"/>
                </a:cubicBezTo>
                <a:cubicBezTo>
                  <a:pt x="1" y="6587"/>
                  <a:pt x="0" y="6575"/>
                  <a:pt x="0" y="656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33520" y="924480"/>
            <a:ext cx="93351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残差ブロックでは、ショートカット接続により入力をバイパスして足し戻す。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809280" y="24573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0"/>
                  <a:pt x="263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762120" y="1848600"/>
            <a:ext cx="5342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構造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809280" y="290484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1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059480" y="2336400"/>
            <a:ext cx="38044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通常の畳み込み層で残差を計算する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809280" y="334296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4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40"/>
                  <a:pt x="39" y="227"/>
                </a:cubicBezTo>
                <a:cubicBezTo>
                  <a:pt x="27" y="215"/>
                  <a:pt x="17" y="200"/>
                  <a:pt x="11" y="184"/>
                </a:cubicBezTo>
                <a:cubicBezTo>
                  <a:pt x="4" y="168"/>
                  <a:pt x="0" y="151"/>
                  <a:pt x="0" y="134"/>
                </a:cubicBezTo>
                <a:cubicBezTo>
                  <a:pt x="0" y="116"/>
                  <a:pt x="4" y="99"/>
                  <a:pt x="11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3" y="99"/>
                  <a:pt x="266" y="116"/>
                  <a:pt x="266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059480" y="278388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入力をショートカットでそのまま先へ送る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6238800" y="1666800"/>
            <a:ext cx="5410440" cy="2429280"/>
          </a:xfrm>
          <a:custGeom>
            <a:avLst/>
            <a:gdLst/>
            <a:ahLst/>
            <a:rect l="0" t="0" r="r" b="b"/>
            <a:pathLst>
              <a:path w="15029" h="6748">
                <a:moveTo>
                  <a:pt x="0" y="656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62"/>
                </a:lnTo>
                <a:cubicBezTo>
                  <a:pt x="15029" y="6575"/>
                  <a:pt x="15028" y="6587"/>
                  <a:pt x="15025" y="6599"/>
                </a:cubicBezTo>
                <a:cubicBezTo>
                  <a:pt x="15023" y="6610"/>
                  <a:pt x="15020" y="6622"/>
                  <a:pt x="15015" y="6633"/>
                </a:cubicBezTo>
                <a:cubicBezTo>
                  <a:pt x="15010" y="6644"/>
                  <a:pt x="15005" y="6655"/>
                  <a:pt x="14998" y="6665"/>
                </a:cubicBezTo>
                <a:cubicBezTo>
                  <a:pt x="14991" y="6675"/>
                  <a:pt x="14983" y="6685"/>
                  <a:pt x="14975" y="6693"/>
                </a:cubicBezTo>
                <a:cubicBezTo>
                  <a:pt x="14966" y="6702"/>
                  <a:pt x="14957" y="6710"/>
                  <a:pt x="14947" y="6716"/>
                </a:cubicBezTo>
                <a:cubicBezTo>
                  <a:pt x="14937" y="6723"/>
                  <a:pt x="14926" y="6729"/>
                  <a:pt x="14915" y="6733"/>
                </a:cubicBezTo>
                <a:cubicBezTo>
                  <a:pt x="14903" y="6738"/>
                  <a:pt x="14892" y="6742"/>
                  <a:pt x="14880" y="6744"/>
                </a:cubicBezTo>
                <a:cubicBezTo>
                  <a:pt x="14868" y="6746"/>
                  <a:pt x="14856" y="6748"/>
                  <a:pt x="14844" y="6748"/>
                </a:cubicBezTo>
                <a:lnTo>
                  <a:pt x="185" y="6748"/>
                </a:lnTo>
                <a:cubicBezTo>
                  <a:pt x="173" y="6748"/>
                  <a:pt x="161" y="6746"/>
                  <a:pt x="149" y="6744"/>
                </a:cubicBezTo>
                <a:cubicBezTo>
                  <a:pt x="137" y="6742"/>
                  <a:pt x="125" y="6738"/>
                  <a:pt x="114" y="6733"/>
                </a:cubicBezTo>
                <a:cubicBezTo>
                  <a:pt x="103" y="6729"/>
                  <a:pt x="92" y="6723"/>
                  <a:pt x="82" y="6716"/>
                </a:cubicBezTo>
                <a:cubicBezTo>
                  <a:pt x="72" y="6710"/>
                  <a:pt x="63" y="6702"/>
                  <a:pt x="54" y="6693"/>
                </a:cubicBezTo>
                <a:cubicBezTo>
                  <a:pt x="45" y="6685"/>
                  <a:pt x="38" y="6675"/>
                  <a:pt x="31" y="6665"/>
                </a:cubicBezTo>
                <a:cubicBezTo>
                  <a:pt x="24" y="6655"/>
                  <a:pt x="18" y="6644"/>
                  <a:pt x="14" y="6633"/>
                </a:cubicBezTo>
                <a:cubicBezTo>
                  <a:pt x="9" y="6622"/>
                  <a:pt x="6" y="6610"/>
                  <a:pt x="3" y="6599"/>
                </a:cubicBezTo>
                <a:cubicBezTo>
                  <a:pt x="1" y="6587"/>
                  <a:pt x="0" y="6575"/>
                  <a:pt x="0" y="6562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6238800" y="1666800"/>
            <a:ext cx="5410440" cy="2429280"/>
          </a:xfrm>
          <a:custGeom>
            <a:avLst/>
            <a:gdLst/>
            <a:ahLst/>
            <a:rect l="0" t="0" r="r" b="b"/>
            <a:pathLst>
              <a:path w="15029" h="6748">
                <a:moveTo>
                  <a:pt x="0" y="656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62"/>
                </a:lnTo>
                <a:cubicBezTo>
                  <a:pt x="15029" y="6575"/>
                  <a:pt x="15028" y="6587"/>
                  <a:pt x="15025" y="6599"/>
                </a:cubicBezTo>
                <a:cubicBezTo>
                  <a:pt x="15023" y="6610"/>
                  <a:pt x="15020" y="6622"/>
                  <a:pt x="15015" y="6633"/>
                </a:cubicBezTo>
                <a:cubicBezTo>
                  <a:pt x="15010" y="6644"/>
                  <a:pt x="15005" y="6655"/>
                  <a:pt x="14998" y="6665"/>
                </a:cubicBezTo>
                <a:cubicBezTo>
                  <a:pt x="14991" y="6675"/>
                  <a:pt x="14983" y="6685"/>
                  <a:pt x="14975" y="6693"/>
                </a:cubicBezTo>
                <a:cubicBezTo>
                  <a:pt x="14966" y="6702"/>
                  <a:pt x="14957" y="6710"/>
                  <a:pt x="14947" y="6716"/>
                </a:cubicBezTo>
                <a:cubicBezTo>
                  <a:pt x="14937" y="6723"/>
                  <a:pt x="14926" y="6729"/>
                  <a:pt x="14915" y="6733"/>
                </a:cubicBezTo>
                <a:cubicBezTo>
                  <a:pt x="14903" y="6738"/>
                  <a:pt x="14892" y="6742"/>
                  <a:pt x="14880" y="6744"/>
                </a:cubicBezTo>
                <a:cubicBezTo>
                  <a:pt x="14868" y="6746"/>
                  <a:pt x="14856" y="6748"/>
                  <a:pt x="14844" y="6748"/>
                </a:cubicBezTo>
                <a:lnTo>
                  <a:pt x="185" y="6748"/>
                </a:lnTo>
                <a:cubicBezTo>
                  <a:pt x="173" y="6748"/>
                  <a:pt x="161" y="6746"/>
                  <a:pt x="149" y="6744"/>
                </a:cubicBezTo>
                <a:cubicBezTo>
                  <a:pt x="137" y="6742"/>
                  <a:pt x="125" y="6738"/>
                  <a:pt x="114" y="6733"/>
                </a:cubicBezTo>
                <a:cubicBezTo>
                  <a:pt x="103" y="6729"/>
                  <a:pt x="92" y="6723"/>
                  <a:pt x="82" y="6716"/>
                </a:cubicBezTo>
                <a:cubicBezTo>
                  <a:pt x="72" y="6710"/>
                  <a:pt x="63" y="6702"/>
                  <a:pt x="54" y="6693"/>
                </a:cubicBezTo>
                <a:cubicBezTo>
                  <a:pt x="45" y="6685"/>
                  <a:pt x="38" y="6675"/>
                  <a:pt x="31" y="6665"/>
                </a:cubicBezTo>
                <a:cubicBezTo>
                  <a:pt x="24" y="6655"/>
                  <a:pt x="18" y="6644"/>
                  <a:pt x="14" y="6633"/>
                </a:cubicBezTo>
                <a:cubicBezTo>
                  <a:pt x="9" y="6622"/>
                  <a:pt x="6" y="6610"/>
                  <a:pt x="3" y="6599"/>
                </a:cubicBezTo>
                <a:cubicBezTo>
                  <a:pt x="1" y="6587"/>
                  <a:pt x="0" y="6575"/>
                  <a:pt x="0" y="6562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059480" y="3222000"/>
            <a:ext cx="35668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最後に残差と入力を足し合わせる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505560" y="2457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6458040" y="1848600"/>
            <a:ext cx="5342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効果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6505560" y="2904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755760" y="2336400"/>
            <a:ext cx="42800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恒等写像を直接学ぶより最適化しやすい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755760" y="278388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勾配がショートカット経路を通りやすくな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505560" y="37051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7"/>
                  <a:pt x="0" y="151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6755760" y="3136320"/>
            <a:ext cx="2383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33160" y="4314600"/>
            <a:ext cx="11125440" cy="857520"/>
          </a:xfrm>
          <a:custGeom>
            <a:avLst/>
            <a:gdLst/>
            <a:ahLst/>
            <a:rect l="0" t="0" r="r" b="b"/>
            <a:pathLst>
              <a:path w="30904" h="2382">
                <a:moveTo>
                  <a:pt x="0" y="0"/>
                </a:moveTo>
                <a:lnTo>
                  <a:pt x="30904" y="0"/>
                </a:lnTo>
                <a:lnTo>
                  <a:pt x="30904" y="2382"/>
                </a:lnTo>
                <a:lnTo>
                  <a:pt x="0" y="2382"/>
                </a:lnTo>
                <a:lnTo>
                  <a:pt x="0" y="0"/>
                </a:lnTo>
                <a:close/>
              </a:path>
            </a:pathLst>
          </a:custGeom>
          <a:solidFill>
            <a:srgbClr val="f8f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21640" y="430308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0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5"/>
                </a:lnTo>
                <a:lnTo>
                  <a:pt x="30852" y="1585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7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3"/>
                </a:moveTo>
                <a:lnTo>
                  <a:pt x="0" y="1664"/>
                </a:lnTo>
                <a:lnTo>
                  <a:pt x="117" y="1664"/>
                </a:lnTo>
                <a:lnTo>
                  <a:pt x="117" y="1823"/>
                </a:lnTo>
                <a:lnTo>
                  <a:pt x="0" y="1823"/>
                </a:lnTo>
                <a:moveTo>
                  <a:pt x="0" y="1559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9"/>
                </a:lnTo>
                <a:lnTo>
                  <a:pt x="0" y="1559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29"/>
                </a:moveTo>
                <a:lnTo>
                  <a:pt x="0" y="871"/>
                </a:lnTo>
                <a:lnTo>
                  <a:pt x="117" y="871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7"/>
                </a:lnTo>
                <a:lnTo>
                  <a:pt x="117" y="607"/>
                </a:lnTo>
                <a:lnTo>
                  <a:pt x="117" y="765"/>
                </a:lnTo>
                <a:lnTo>
                  <a:pt x="0" y="765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0"/>
                  <a:pt x="117" y="240"/>
                </a:cubicBezTo>
                <a:lnTo>
                  <a:pt x="1" y="236"/>
                </a:lnTo>
                <a:moveTo>
                  <a:pt x="221" y="1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21640" y="430308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0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5"/>
                </a:lnTo>
                <a:lnTo>
                  <a:pt x="30852" y="1585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7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3"/>
                </a:moveTo>
                <a:lnTo>
                  <a:pt x="0" y="1664"/>
                </a:lnTo>
                <a:lnTo>
                  <a:pt x="117" y="1664"/>
                </a:lnTo>
                <a:lnTo>
                  <a:pt x="117" y="1823"/>
                </a:lnTo>
                <a:lnTo>
                  <a:pt x="0" y="1823"/>
                </a:lnTo>
                <a:moveTo>
                  <a:pt x="0" y="1559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9"/>
                </a:lnTo>
                <a:lnTo>
                  <a:pt x="0" y="1559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29"/>
                </a:moveTo>
                <a:lnTo>
                  <a:pt x="0" y="871"/>
                </a:lnTo>
                <a:lnTo>
                  <a:pt x="117" y="871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7"/>
                </a:lnTo>
                <a:lnTo>
                  <a:pt x="117" y="607"/>
                </a:lnTo>
                <a:lnTo>
                  <a:pt x="117" y="765"/>
                </a:lnTo>
                <a:lnTo>
                  <a:pt x="0" y="765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0"/>
                  <a:pt x="117" y="240"/>
                </a:cubicBezTo>
                <a:lnTo>
                  <a:pt x="1" y="236"/>
                </a:lnTo>
                <a:moveTo>
                  <a:pt x="221" y="1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521640" y="430308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0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5"/>
                </a:lnTo>
                <a:lnTo>
                  <a:pt x="30852" y="1585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7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3"/>
                </a:moveTo>
                <a:lnTo>
                  <a:pt x="0" y="1664"/>
                </a:lnTo>
                <a:lnTo>
                  <a:pt x="117" y="1664"/>
                </a:lnTo>
                <a:lnTo>
                  <a:pt x="117" y="1823"/>
                </a:lnTo>
                <a:lnTo>
                  <a:pt x="0" y="1823"/>
                </a:lnTo>
                <a:moveTo>
                  <a:pt x="0" y="1559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9"/>
                </a:lnTo>
                <a:lnTo>
                  <a:pt x="0" y="1559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29"/>
                </a:moveTo>
                <a:lnTo>
                  <a:pt x="0" y="871"/>
                </a:lnTo>
                <a:lnTo>
                  <a:pt x="117" y="871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7"/>
                </a:lnTo>
                <a:lnTo>
                  <a:pt x="117" y="607"/>
                </a:lnTo>
                <a:lnTo>
                  <a:pt x="117" y="765"/>
                </a:lnTo>
                <a:lnTo>
                  <a:pt x="0" y="765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0"/>
                  <a:pt x="117" y="240"/>
                </a:cubicBezTo>
                <a:lnTo>
                  <a:pt x="1" y="236"/>
                </a:lnTo>
                <a:moveTo>
                  <a:pt x="221" y="1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21640" y="430308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0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5"/>
                </a:lnTo>
                <a:lnTo>
                  <a:pt x="30852" y="1585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7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3"/>
                </a:moveTo>
                <a:lnTo>
                  <a:pt x="0" y="1664"/>
                </a:lnTo>
                <a:lnTo>
                  <a:pt x="117" y="1664"/>
                </a:lnTo>
                <a:lnTo>
                  <a:pt x="117" y="1823"/>
                </a:lnTo>
                <a:lnTo>
                  <a:pt x="0" y="1823"/>
                </a:lnTo>
                <a:moveTo>
                  <a:pt x="0" y="1559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9"/>
                </a:lnTo>
                <a:lnTo>
                  <a:pt x="0" y="1559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29"/>
                </a:moveTo>
                <a:lnTo>
                  <a:pt x="0" y="871"/>
                </a:lnTo>
                <a:lnTo>
                  <a:pt x="117" y="871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7"/>
                </a:lnTo>
                <a:lnTo>
                  <a:pt x="117" y="607"/>
                </a:lnTo>
                <a:lnTo>
                  <a:pt x="117" y="765"/>
                </a:lnTo>
                <a:lnTo>
                  <a:pt x="0" y="765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0"/>
                  <a:pt x="117" y="240"/>
                </a:cubicBezTo>
                <a:lnTo>
                  <a:pt x="1" y="236"/>
                </a:lnTo>
                <a:moveTo>
                  <a:pt x="221" y="1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755760" y="3584160"/>
            <a:ext cx="40424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深いモデルでも性能劣化を避けやすい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929160" y="4572720"/>
            <a:ext cx="995580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[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ここに論文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Figure 3: VGG-19 / 34-layer plain / 34-layer residual 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の比較図を入れる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]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914400" y="392400"/>
            <a:ext cx="14544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手法の詳細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6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8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69" name=""/>
          <p:cNvSpPr txBox="1"/>
          <p:nvPr/>
        </p:nvSpPr>
        <p:spPr>
          <a:xfrm>
            <a:off x="533520" y="924480"/>
            <a:ext cx="808884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残差学習では、目標写像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H(x)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を残差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F(x)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と入力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x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の和として表す。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147640" y="1613160"/>
            <a:ext cx="185544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F (x) := H(x) − x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42880" y="3209760"/>
            <a:ext cx="5410440" cy="2438640"/>
          </a:xfrm>
          <a:custGeom>
            <a:avLst/>
            <a:gdLst/>
            <a:ahLst/>
            <a:rect l="0" t="0" r="r" b="b"/>
            <a:pathLst>
              <a:path w="15029" h="6774">
                <a:moveTo>
                  <a:pt x="0" y="658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4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9"/>
                  <a:pt x="14937" y="24"/>
                  <a:pt x="14947" y="31"/>
                </a:cubicBezTo>
                <a:cubicBezTo>
                  <a:pt x="14957" y="38"/>
                  <a:pt x="14966" y="46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6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89"/>
                </a:lnTo>
                <a:cubicBezTo>
                  <a:pt x="15029" y="6601"/>
                  <a:pt x="15028" y="6613"/>
                  <a:pt x="15025" y="6625"/>
                </a:cubicBezTo>
                <a:cubicBezTo>
                  <a:pt x="15023" y="6637"/>
                  <a:pt x="15020" y="6649"/>
                  <a:pt x="15015" y="6660"/>
                </a:cubicBezTo>
                <a:cubicBezTo>
                  <a:pt x="15010" y="6671"/>
                  <a:pt x="15005" y="6682"/>
                  <a:pt x="14998" y="6692"/>
                </a:cubicBezTo>
                <a:cubicBezTo>
                  <a:pt x="14991" y="6702"/>
                  <a:pt x="14983" y="6711"/>
                  <a:pt x="14975" y="6720"/>
                </a:cubicBezTo>
                <a:cubicBezTo>
                  <a:pt x="14966" y="6729"/>
                  <a:pt x="14957" y="6736"/>
                  <a:pt x="14947" y="6743"/>
                </a:cubicBezTo>
                <a:cubicBezTo>
                  <a:pt x="14937" y="6750"/>
                  <a:pt x="14926" y="6756"/>
                  <a:pt x="14915" y="6760"/>
                </a:cubicBezTo>
                <a:cubicBezTo>
                  <a:pt x="14903" y="6765"/>
                  <a:pt x="14892" y="6768"/>
                  <a:pt x="14880" y="6771"/>
                </a:cubicBezTo>
                <a:cubicBezTo>
                  <a:pt x="14868" y="6773"/>
                  <a:pt x="14856" y="6774"/>
                  <a:pt x="14844" y="6774"/>
                </a:cubicBezTo>
                <a:lnTo>
                  <a:pt x="185" y="6774"/>
                </a:lnTo>
                <a:cubicBezTo>
                  <a:pt x="173" y="6774"/>
                  <a:pt x="161" y="6773"/>
                  <a:pt x="149" y="6771"/>
                </a:cubicBezTo>
                <a:cubicBezTo>
                  <a:pt x="137" y="6768"/>
                  <a:pt x="125" y="6765"/>
                  <a:pt x="114" y="6760"/>
                </a:cubicBezTo>
                <a:cubicBezTo>
                  <a:pt x="103" y="6756"/>
                  <a:pt x="92" y="6750"/>
                  <a:pt x="82" y="6743"/>
                </a:cubicBezTo>
                <a:cubicBezTo>
                  <a:pt x="72" y="6736"/>
                  <a:pt x="62" y="6729"/>
                  <a:pt x="54" y="6720"/>
                </a:cubicBezTo>
                <a:cubicBezTo>
                  <a:pt x="45" y="6711"/>
                  <a:pt x="38" y="6702"/>
                  <a:pt x="31" y="6692"/>
                </a:cubicBezTo>
                <a:cubicBezTo>
                  <a:pt x="24" y="6682"/>
                  <a:pt x="18" y="6671"/>
                  <a:pt x="14" y="6660"/>
                </a:cubicBezTo>
                <a:cubicBezTo>
                  <a:pt x="9" y="6649"/>
                  <a:pt x="6" y="6637"/>
                  <a:pt x="3" y="6625"/>
                </a:cubicBezTo>
                <a:cubicBezTo>
                  <a:pt x="1" y="6613"/>
                  <a:pt x="0" y="6601"/>
                  <a:pt x="0" y="65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42880" y="3209760"/>
            <a:ext cx="5410440" cy="2438640"/>
          </a:xfrm>
          <a:custGeom>
            <a:avLst/>
            <a:gdLst/>
            <a:ahLst/>
            <a:rect l="0" t="0" r="r" b="b"/>
            <a:pathLst>
              <a:path w="15029" h="6774">
                <a:moveTo>
                  <a:pt x="0" y="658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4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9"/>
                  <a:pt x="14937" y="24"/>
                  <a:pt x="14947" y="31"/>
                </a:cubicBezTo>
                <a:cubicBezTo>
                  <a:pt x="14957" y="38"/>
                  <a:pt x="14966" y="46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6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89"/>
                </a:lnTo>
                <a:cubicBezTo>
                  <a:pt x="15029" y="6601"/>
                  <a:pt x="15028" y="6613"/>
                  <a:pt x="15025" y="6625"/>
                </a:cubicBezTo>
                <a:cubicBezTo>
                  <a:pt x="15023" y="6637"/>
                  <a:pt x="15020" y="6649"/>
                  <a:pt x="15015" y="6660"/>
                </a:cubicBezTo>
                <a:cubicBezTo>
                  <a:pt x="15010" y="6671"/>
                  <a:pt x="15005" y="6682"/>
                  <a:pt x="14998" y="6692"/>
                </a:cubicBezTo>
                <a:cubicBezTo>
                  <a:pt x="14991" y="6702"/>
                  <a:pt x="14983" y="6711"/>
                  <a:pt x="14975" y="6720"/>
                </a:cubicBezTo>
                <a:cubicBezTo>
                  <a:pt x="14966" y="6729"/>
                  <a:pt x="14957" y="6736"/>
                  <a:pt x="14947" y="6743"/>
                </a:cubicBezTo>
                <a:cubicBezTo>
                  <a:pt x="14937" y="6750"/>
                  <a:pt x="14926" y="6756"/>
                  <a:pt x="14915" y="6760"/>
                </a:cubicBezTo>
                <a:cubicBezTo>
                  <a:pt x="14903" y="6765"/>
                  <a:pt x="14892" y="6768"/>
                  <a:pt x="14880" y="6771"/>
                </a:cubicBezTo>
                <a:cubicBezTo>
                  <a:pt x="14868" y="6773"/>
                  <a:pt x="14856" y="6774"/>
                  <a:pt x="14844" y="6774"/>
                </a:cubicBezTo>
                <a:lnTo>
                  <a:pt x="185" y="6774"/>
                </a:lnTo>
                <a:cubicBezTo>
                  <a:pt x="173" y="6774"/>
                  <a:pt x="161" y="6773"/>
                  <a:pt x="149" y="6771"/>
                </a:cubicBezTo>
                <a:cubicBezTo>
                  <a:pt x="137" y="6768"/>
                  <a:pt x="125" y="6765"/>
                  <a:pt x="114" y="6760"/>
                </a:cubicBezTo>
                <a:cubicBezTo>
                  <a:pt x="103" y="6756"/>
                  <a:pt x="92" y="6750"/>
                  <a:pt x="82" y="6743"/>
                </a:cubicBezTo>
                <a:cubicBezTo>
                  <a:pt x="72" y="6736"/>
                  <a:pt x="62" y="6729"/>
                  <a:pt x="54" y="6720"/>
                </a:cubicBezTo>
                <a:cubicBezTo>
                  <a:pt x="45" y="6711"/>
                  <a:pt x="38" y="6702"/>
                  <a:pt x="31" y="6692"/>
                </a:cubicBezTo>
                <a:cubicBezTo>
                  <a:pt x="24" y="6682"/>
                  <a:pt x="18" y="6671"/>
                  <a:pt x="14" y="6660"/>
                </a:cubicBezTo>
                <a:cubicBezTo>
                  <a:pt x="9" y="6649"/>
                  <a:pt x="6" y="6637"/>
                  <a:pt x="3" y="6625"/>
                </a:cubicBezTo>
                <a:cubicBezTo>
                  <a:pt x="1" y="6613"/>
                  <a:pt x="0" y="6601"/>
                  <a:pt x="0" y="6589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5186520" y="2385000"/>
            <a:ext cx="171828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H(x) = F (x) + x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809280" y="400968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4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1"/>
                  <a:pt x="239" y="215"/>
                  <a:pt x="226" y="227"/>
                </a:cubicBezTo>
                <a:cubicBezTo>
                  <a:pt x="214" y="240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40"/>
                  <a:pt x="39" y="227"/>
                </a:cubicBezTo>
                <a:cubicBezTo>
                  <a:pt x="27" y="215"/>
                  <a:pt x="17" y="201"/>
                  <a:pt x="11" y="184"/>
                </a:cubicBezTo>
                <a:cubicBezTo>
                  <a:pt x="4" y="168"/>
                  <a:pt x="0" y="151"/>
                  <a:pt x="0" y="134"/>
                </a:cubicBezTo>
                <a:cubicBezTo>
                  <a:pt x="0" y="116"/>
                  <a:pt x="4" y="99"/>
                  <a:pt x="11" y="83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1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3"/>
                </a:cubicBezTo>
                <a:cubicBezTo>
                  <a:pt x="263" y="99"/>
                  <a:pt x="266" y="116"/>
                  <a:pt x="266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62120" y="3391560"/>
            <a:ext cx="13341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記号の意味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809280" y="445752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2"/>
                </a:moveTo>
                <a:cubicBezTo>
                  <a:pt x="266" y="150"/>
                  <a:pt x="263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8"/>
                  <a:pt x="0" y="150"/>
                  <a:pt x="0" y="132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3" y="98"/>
                  <a:pt x="266" y="115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059480" y="3888720"/>
            <a:ext cx="2264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x: block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への入力特徴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809280" y="489564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2"/>
                </a:moveTo>
                <a:cubicBezTo>
                  <a:pt x="266" y="150"/>
                  <a:pt x="263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8"/>
                  <a:pt x="200" y="248"/>
                  <a:pt x="183" y="255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6" y="248"/>
                  <a:pt x="52" y="238"/>
                  <a:pt x="39" y="226"/>
                </a:cubicBezTo>
                <a:cubicBezTo>
                  <a:pt x="27" y="214"/>
                  <a:pt x="17" y="199"/>
                  <a:pt x="11" y="183"/>
                </a:cubicBezTo>
                <a:cubicBezTo>
                  <a:pt x="4" y="167"/>
                  <a:pt x="0" y="150"/>
                  <a:pt x="0" y="132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3" y="98"/>
                  <a:pt x="266" y="115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059480" y="4336560"/>
            <a:ext cx="35035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H(x): block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全体で実現したい写像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6238800" y="3209760"/>
            <a:ext cx="5410440" cy="2438640"/>
          </a:xfrm>
          <a:custGeom>
            <a:avLst/>
            <a:gdLst/>
            <a:ahLst/>
            <a:rect l="0" t="0" r="r" b="b"/>
            <a:pathLst>
              <a:path w="15029" h="6774">
                <a:moveTo>
                  <a:pt x="0" y="658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4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9"/>
                  <a:pt x="14937" y="24"/>
                  <a:pt x="14947" y="31"/>
                </a:cubicBezTo>
                <a:cubicBezTo>
                  <a:pt x="14957" y="38"/>
                  <a:pt x="14966" y="46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6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89"/>
                </a:lnTo>
                <a:cubicBezTo>
                  <a:pt x="15029" y="6601"/>
                  <a:pt x="15028" y="6613"/>
                  <a:pt x="15025" y="6625"/>
                </a:cubicBezTo>
                <a:cubicBezTo>
                  <a:pt x="15023" y="6637"/>
                  <a:pt x="15020" y="6649"/>
                  <a:pt x="15015" y="6660"/>
                </a:cubicBezTo>
                <a:cubicBezTo>
                  <a:pt x="15010" y="6671"/>
                  <a:pt x="15005" y="6682"/>
                  <a:pt x="14998" y="6692"/>
                </a:cubicBezTo>
                <a:cubicBezTo>
                  <a:pt x="14991" y="6702"/>
                  <a:pt x="14983" y="6711"/>
                  <a:pt x="14975" y="6720"/>
                </a:cubicBezTo>
                <a:cubicBezTo>
                  <a:pt x="14966" y="6729"/>
                  <a:pt x="14957" y="6736"/>
                  <a:pt x="14947" y="6743"/>
                </a:cubicBezTo>
                <a:cubicBezTo>
                  <a:pt x="14937" y="6750"/>
                  <a:pt x="14926" y="6756"/>
                  <a:pt x="14915" y="6760"/>
                </a:cubicBezTo>
                <a:cubicBezTo>
                  <a:pt x="14903" y="6765"/>
                  <a:pt x="14892" y="6768"/>
                  <a:pt x="14880" y="6771"/>
                </a:cubicBezTo>
                <a:cubicBezTo>
                  <a:pt x="14868" y="6773"/>
                  <a:pt x="14856" y="6774"/>
                  <a:pt x="14844" y="6774"/>
                </a:cubicBezTo>
                <a:lnTo>
                  <a:pt x="185" y="6774"/>
                </a:lnTo>
                <a:cubicBezTo>
                  <a:pt x="173" y="6774"/>
                  <a:pt x="161" y="6773"/>
                  <a:pt x="149" y="6771"/>
                </a:cubicBezTo>
                <a:cubicBezTo>
                  <a:pt x="137" y="6768"/>
                  <a:pt x="125" y="6765"/>
                  <a:pt x="114" y="6760"/>
                </a:cubicBezTo>
                <a:cubicBezTo>
                  <a:pt x="103" y="6756"/>
                  <a:pt x="92" y="6750"/>
                  <a:pt x="82" y="6743"/>
                </a:cubicBezTo>
                <a:cubicBezTo>
                  <a:pt x="72" y="6736"/>
                  <a:pt x="63" y="6729"/>
                  <a:pt x="54" y="6720"/>
                </a:cubicBezTo>
                <a:cubicBezTo>
                  <a:pt x="45" y="6711"/>
                  <a:pt x="38" y="6702"/>
                  <a:pt x="31" y="6692"/>
                </a:cubicBezTo>
                <a:cubicBezTo>
                  <a:pt x="24" y="6682"/>
                  <a:pt x="18" y="6671"/>
                  <a:pt x="14" y="6660"/>
                </a:cubicBezTo>
                <a:cubicBezTo>
                  <a:pt x="9" y="6649"/>
                  <a:pt x="6" y="6637"/>
                  <a:pt x="3" y="6625"/>
                </a:cubicBezTo>
                <a:cubicBezTo>
                  <a:pt x="1" y="6613"/>
                  <a:pt x="0" y="6601"/>
                  <a:pt x="0" y="6589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238800" y="3209760"/>
            <a:ext cx="5410440" cy="2438640"/>
          </a:xfrm>
          <a:custGeom>
            <a:avLst/>
            <a:gdLst/>
            <a:ahLst/>
            <a:rect l="0" t="0" r="r" b="b"/>
            <a:pathLst>
              <a:path w="15029" h="6774">
                <a:moveTo>
                  <a:pt x="0" y="658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4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9"/>
                  <a:pt x="14937" y="24"/>
                  <a:pt x="14947" y="31"/>
                </a:cubicBezTo>
                <a:cubicBezTo>
                  <a:pt x="14957" y="38"/>
                  <a:pt x="14966" y="46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6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89"/>
                </a:lnTo>
                <a:cubicBezTo>
                  <a:pt x="15029" y="6601"/>
                  <a:pt x="15028" y="6613"/>
                  <a:pt x="15025" y="6625"/>
                </a:cubicBezTo>
                <a:cubicBezTo>
                  <a:pt x="15023" y="6637"/>
                  <a:pt x="15020" y="6649"/>
                  <a:pt x="15015" y="6660"/>
                </a:cubicBezTo>
                <a:cubicBezTo>
                  <a:pt x="15010" y="6671"/>
                  <a:pt x="15005" y="6682"/>
                  <a:pt x="14998" y="6692"/>
                </a:cubicBezTo>
                <a:cubicBezTo>
                  <a:pt x="14991" y="6702"/>
                  <a:pt x="14983" y="6711"/>
                  <a:pt x="14975" y="6720"/>
                </a:cubicBezTo>
                <a:cubicBezTo>
                  <a:pt x="14966" y="6729"/>
                  <a:pt x="14957" y="6736"/>
                  <a:pt x="14947" y="6743"/>
                </a:cubicBezTo>
                <a:cubicBezTo>
                  <a:pt x="14937" y="6750"/>
                  <a:pt x="14926" y="6756"/>
                  <a:pt x="14915" y="6760"/>
                </a:cubicBezTo>
                <a:cubicBezTo>
                  <a:pt x="14903" y="6765"/>
                  <a:pt x="14892" y="6768"/>
                  <a:pt x="14880" y="6771"/>
                </a:cubicBezTo>
                <a:cubicBezTo>
                  <a:pt x="14868" y="6773"/>
                  <a:pt x="14856" y="6774"/>
                  <a:pt x="14844" y="6774"/>
                </a:cubicBezTo>
                <a:lnTo>
                  <a:pt x="185" y="6774"/>
                </a:lnTo>
                <a:cubicBezTo>
                  <a:pt x="173" y="6774"/>
                  <a:pt x="161" y="6773"/>
                  <a:pt x="149" y="6771"/>
                </a:cubicBezTo>
                <a:cubicBezTo>
                  <a:pt x="137" y="6768"/>
                  <a:pt x="125" y="6765"/>
                  <a:pt x="114" y="6760"/>
                </a:cubicBezTo>
                <a:cubicBezTo>
                  <a:pt x="103" y="6756"/>
                  <a:pt x="92" y="6750"/>
                  <a:pt x="82" y="6743"/>
                </a:cubicBezTo>
                <a:cubicBezTo>
                  <a:pt x="72" y="6736"/>
                  <a:pt x="63" y="6729"/>
                  <a:pt x="54" y="6720"/>
                </a:cubicBezTo>
                <a:cubicBezTo>
                  <a:pt x="45" y="6711"/>
                  <a:pt x="38" y="6702"/>
                  <a:pt x="31" y="6692"/>
                </a:cubicBezTo>
                <a:cubicBezTo>
                  <a:pt x="24" y="6682"/>
                  <a:pt x="18" y="6671"/>
                  <a:pt x="14" y="6660"/>
                </a:cubicBezTo>
                <a:cubicBezTo>
                  <a:pt x="9" y="6649"/>
                  <a:pt x="6" y="6637"/>
                  <a:pt x="3" y="6625"/>
                </a:cubicBezTo>
                <a:cubicBezTo>
                  <a:pt x="1" y="6613"/>
                  <a:pt x="0" y="6601"/>
                  <a:pt x="0" y="6589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059480" y="4774680"/>
            <a:ext cx="29077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F(x): 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層が学習する残差成分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505560" y="40096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1"/>
                  <a:pt x="239" y="215"/>
                  <a:pt x="226" y="227"/>
                </a:cubicBezTo>
                <a:cubicBezTo>
                  <a:pt x="214" y="240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40"/>
                  <a:pt x="39" y="227"/>
                </a:cubicBezTo>
                <a:cubicBezTo>
                  <a:pt x="27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1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6458040" y="3391560"/>
            <a:ext cx="8010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読み方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6505560" y="445752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8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755760" y="3888720"/>
            <a:ext cx="47390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H(x)=x 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が望ましいなら 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F(x)=0 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を学べばよい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6505560" y="48956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8"/>
                  <a:pt x="200" y="248"/>
                  <a:pt x="183" y="255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6" y="248"/>
                  <a:pt x="52" y="238"/>
                  <a:pt x="39" y="226"/>
                </a:cubicBezTo>
                <a:cubicBezTo>
                  <a:pt x="27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6755760" y="4336560"/>
            <a:ext cx="39427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+x 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はショートカットで足し戻す入力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6755760" y="477468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恒等ショートカットなら追加パラメータは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755760" y="5136480"/>
            <a:ext cx="4762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不要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914400" y="392400"/>
            <a:ext cx="28846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手法の詳細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2: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数式の要点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7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99" name=""/>
          <p:cNvSpPr/>
          <p:nvPr/>
        </p:nvSpPr>
        <p:spPr>
          <a:xfrm>
            <a:off x="542880" y="1666800"/>
            <a:ext cx="5410440" cy="2429280"/>
          </a:xfrm>
          <a:custGeom>
            <a:avLst/>
            <a:gdLst/>
            <a:ahLst/>
            <a:rect l="0" t="0" r="r" b="b"/>
            <a:pathLst>
              <a:path w="15029" h="6748">
                <a:moveTo>
                  <a:pt x="0" y="656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62"/>
                </a:lnTo>
                <a:cubicBezTo>
                  <a:pt x="15029" y="6575"/>
                  <a:pt x="15028" y="6587"/>
                  <a:pt x="15025" y="6599"/>
                </a:cubicBezTo>
                <a:cubicBezTo>
                  <a:pt x="15023" y="6610"/>
                  <a:pt x="15020" y="6622"/>
                  <a:pt x="15015" y="6633"/>
                </a:cubicBezTo>
                <a:cubicBezTo>
                  <a:pt x="15010" y="6644"/>
                  <a:pt x="15005" y="6655"/>
                  <a:pt x="14998" y="6665"/>
                </a:cubicBezTo>
                <a:cubicBezTo>
                  <a:pt x="14991" y="6675"/>
                  <a:pt x="14983" y="6685"/>
                  <a:pt x="14975" y="6693"/>
                </a:cubicBezTo>
                <a:cubicBezTo>
                  <a:pt x="14966" y="6702"/>
                  <a:pt x="14957" y="6710"/>
                  <a:pt x="14947" y="6716"/>
                </a:cubicBezTo>
                <a:cubicBezTo>
                  <a:pt x="14937" y="6723"/>
                  <a:pt x="14926" y="6729"/>
                  <a:pt x="14915" y="6733"/>
                </a:cubicBezTo>
                <a:cubicBezTo>
                  <a:pt x="14903" y="6738"/>
                  <a:pt x="14892" y="6742"/>
                  <a:pt x="14880" y="6744"/>
                </a:cubicBezTo>
                <a:cubicBezTo>
                  <a:pt x="14868" y="6746"/>
                  <a:pt x="14856" y="6748"/>
                  <a:pt x="14844" y="6748"/>
                </a:cubicBezTo>
                <a:lnTo>
                  <a:pt x="185" y="6748"/>
                </a:lnTo>
                <a:cubicBezTo>
                  <a:pt x="173" y="6748"/>
                  <a:pt x="161" y="6746"/>
                  <a:pt x="149" y="6744"/>
                </a:cubicBezTo>
                <a:cubicBezTo>
                  <a:pt x="137" y="6742"/>
                  <a:pt x="125" y="6738"/>
                  <a:pt x="114" y="6733"/>
                </a:cubicBezTo>
                <a:cubicBezTo>
                  <a:pt x="103" y="6729"/>
                  <a:pt x="92" y="6723"/>
                  <a:pt x="82" y="6716"/>
                </a:cubicBezTo>
                <a:cubicBezTo>
                  <a:pt x="72" y="6710"/>
                  <a:pt x="62" y="6702"/>
                  <a:pt x="54" y="6693"/>
                </a:cubicBezTo>
                <a:cubicBezTo>
                  <a:pt x="45" y="6685"/>
                  <a:pt x="38" y="6675"/>
                  <a:pt x="31" y="6665"/>
                </a:cubicBezTo>
                <a:cubicBezTo>
                  <a:pt x="24" y="6655"/>
                  <a:pt x="18" y="6644"/>
                  <a:pt x="14" y="6633"/>
                </a:cubicBezTo>
                <a:cubicBezTo>
                  <a:pt x="9" y="6622"/>
                  <a:pt x="6" y="6610"/>
                  <a:pt x="3" y="6599"/>
                </a:cubicBezTo>
                <a:cubicBezTo>
                  <a:pt x="1" y="6587"/>
                  <a:pt x="0" y="6575"/>
                  <a:pt x="0" y="65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542880" y="1666800"/>
            <a:ext cx="5410440" cy="2429280"/>
          </a:xfrm>
          <a:custGeom>
            <a:avLst/>
            <a:gdLst/>
            <a:ahLst/>
            <a:rect l="0" t="0" r="r" b="b"/>
            <a:pathLst>
              <a:path w="15029" h="6748">
                <a:moveTo>
                  <a:pt x="0" y="656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62"/>
                </a:lnTo>
                <a:cubicBezTo>
                  <a:pt x="15029" y="6575"/>
                  <a:pt x="15028" y="6587"/>
                  <a:pt x="15025" y="6599"/>
                </a:cubicBezTo>
                <a:cubicBezTo>
                  <a:pt x="15023" y="6610"/>
                  <a:pt x="15020" y="6622"/>
                  <a:pt x="15015" y="6633"/>
                </a:cubicBezTo>
                <a:cubicBezTo>
                  <a:pt x="15010" y="6644"/>
                  <a:pt x="15005" y="6655"/>
                  <a:pt x="14998" y="6665"/>
                </a:cubicBezTo>
                <a:cubicBezTo>
                  <a:pt x="14991" y="6675"/>
                  <a:pt x="14983" y="6685"/>
                  <a:pt x="14975" y="6693"/>
                </a:cubicBezTo>
                <a:cubicBezTo>
                  <a:pt x="14966" y="6702"/>
                  <a:pt x="14957" y="6710"/>
                  <a:pt x="14947" y="6716"/>
                </a:cubicBezTo>
                <a:cubicBezTo>
                  <a:pt x="14937" y="6723"/>
                  <a:pt x="14926" y="6729"/>
                  <a:pt x="14915" y="6733"/>
                </a:cubicBezTo>
                <a:cubicBezTo>
                  <a:pt x="14903" y="6738"/>
                  <a:pt x="14892" y="6742"/>
                  <a:pt x="14880" y="6744"/>
                </a:cubicBezTo>
                <a:cubicBezTo>
                  <a:pt x="14868" y="6746"/>
                  <a:pt x="14856" y="6748"/>
                  <a:pt x="14844" y="6748"/>
                </a:cubicBezTo>
                <a:lnTo>
                  <a:pt x="185" y="6748"/>
                </a:lnTo>
                <a:cubicBezTo>
                  <a:pt x="173" y="6748"/>
                  <a:pt x="161" y="6746"/>
                  <a:pt x="149" y="6744"/>
                </a:cubicBezTo>
                <a:cubicBezTo>
                  <a:pt x="137" y="6742"/>
                  <a:pt x="125" y="6738"/>
                  <a:pt x="114" y="6733"/>
                </a:cubicBezTo>
                <a:cubicBezTo>
                  <a:pt x="103" y="6729"/>
                  <a:pt x="92" y="6723"/>
                  <a:pt x="82" y="6716"/>
                </a:cubicBezTo>
                <a:cubicBezTo>
                  <a:pt x="72" y="6710"/>
                  <a:pt x="62" y="6702"/>
                  <a:pt x="54" y="6693"/>
                </a:cubicBezTo>
                <a:cubicBezTo>
                  <a:pt x="45" y="6685"/>
                  <a:pt x="38" y="6675"/>
                  <a:pt x="31" y="6665"/>
                </a:cubicBezTo>
                <a:cubicBezTo>
                  <a:pt x="24" y="6655"/>
                  <a:pt x="18" y="6644"/>
                  <a:pt x="14" y="6633"/>
                </a:cubicBezTo>
                <a:cubicBezTo>
                  <a:pt x="9" y="6622"/>
                  <a:pt x="6" y="6610"/>
                  <a:pt x="3" y="6599"/>
                </a:cubicBezTo>
                <a:cubicBezTo>
                  <a:pt x="1" y="6587"/>
                  <a:pt x="0" y="6575"/>
                  <a:pt x="0" y="656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533520" y="924480"/>
            <a:ext cx="785412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残差学習の効果を、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や既存モデルとの比較で検証する。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809280" y="24573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0"/>
                  <a:pt x="263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762120" y="1848600"/>
            <a:ext cx="16009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データセット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809280" y="290484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1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059480" y="2336400"/>
            <a:ext cx="3823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画像分類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: ImageNet 2012, CIFAR-10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809280" y="334296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4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40"/>
                  <a:pt x="39" y="227"/>
                </a:cubicBezTo>
                <a:cubicBezTo>
                  <a:pt x="27" y="215"/>
                  <a:pt x="17" y="200"/>
                  <a:pt x="11" y="184"/>
                </a:cubicBezTo>
                <a:cubicBezTo>
                  <a:pt x="4" y="168"/>
                  <a:pt x="0" y="151"/>
                  <a:pt x="0" y="134"/>
                </a:cubicBezTo>
                <a:cubicBezTo>
                  <a:pt x="0" y="116"/>
                  <a:pt x="4" y="99"/>
                  <a:pt x="11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3" y="99"/>
                  <a:pt x="266" y="116"/>
                  <a:pt x="266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059480" y="2783880"/>
            <a:ext cx="36068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物体検出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: PASCAL VOC, MS COCO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6238800" y="1666800"/>
            <a:ext cx="5410440" cy="2429280"/>
          </a:xfrm>
          <a:custGeom>
            <a:avLst/>
            <a:gdLst/>
            <a:ahLst/>
            <a:rect l="0" t="0" r="r" b="b"/>
            <a:pathLst>
              <a:path w="15029" h="6748">
                <a:moveTo>
                  <a:pt x="0" y="656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62"/>
                </a:lnTo>
                <a:cubicBezTo>
                  <a:pt x="15029" y="6575"/>
                  <a:pt x="15028" y="6587"/>
                  <a:pt x="15025" y="6599"/>
                </a:cubicBezTo>
                <a:cubicBezTo>
                  <a:pt x="15023" y="6610"/>
                  <a:pt x="15020" y="6622"/>
                  <a:pt x="15015" y="6633"/>
                </a:cubicBezTo>
                <a:cubicBezTo>
                  <a:pt x="15010" y="6644"/>
                  <a:pt x="15005" y="6655"/>
                  <a:pt x="14998" y="6665"/>
                </a:cubicBezTo>
                <a:cubicBezTo>
                  <a:pt x="14991" y="6675"/>
                  <a:pt x="14983" y="6685"/>
                  <a:pt x="14975" y="6693"/>
                </a:cubicBezTo>
                <a:cubicBezTo>
                  <a:pt x="14966" y="6702"/>
                  <a:pt x="14957" y="6710"/>
                  <a:pt x="14947" y="6716"/>
                </a:cubicBezTo>
                <a:cubicBezTo>
                  <a:pt x="14937" y="6723"/>
                  <a:pt x="14926" y="6729"/>
                  <a:pt x="14915" y="6733"/>
                </a:cubicBezTo>
                <a:cubicBezTo>
                  <a:pt x="14903" y="6738"/>
                  <a:pt x="14892" y="6742"/>
                  <a:pt x="14880" y="6744"/>
                </a:cubicBezTo>
                <a:cubicBezTo>
                  <a:pt x="14868" y="6746"/>
                  <a:pt x="14856" y="6748"/>
                  <a:pt x="14844" y="6748"/>
                </a:cubicBezTo>
                <a:lnTo>
                  <a:pt x="185" y="6748"/>
                </a:lnTo>
                <a:cubicBezTo>
                  <a:pt x="173" y="6748"/>
                  <a:pt x="161" y="6746"/>
                  <a:pt x="149" y="6744"/>
                </a:cubicBezTo>
                <a:cubicBezTo>
                  <a:pt x="137" y="6742"/>
                  <a:pt x="125" y="6738"/>
                  <a:pt x="114" y="6733"/>
                </a:cubicBezTo>
                <a:cubicBezTo>
                  <a:pt x="103" y="6729"/>
                  <a:pt x="92" y="6723"/>
                  <a:pt x="82" y="6716"/>
                </a:cubicBezTo>
                <a:cubicBezTo>
                  <a:pt x="72" y="6710"/>
                  <a:pt x="63" y="6702"/>
                  <a:pt x="54" y="6693"/>
                </a:cubicBezTo>
                <a:cubicBezTo>
                  <a:pt x="45" y="6685"/>
                  <a:pt x="38" y="6675"/>
                  <a:pt x="31" y="6665"/>
                </a:cubicBezTo>
                <a:cubicBezTo>
                  <a:pt x="24" y="6655"/>
                  <a:pt x="18" y="6644"/>
                  <a:pt x="14" y="6633"/>
                </a:cubicBezTo>
                <a:cubicBezTo>
                  <a:pt x="9" y="6622"/>
                  <a:pt x="6" y="6610"/>
                  <a:pt x="3" y="6599"/>
                </a:cubicBezTo>
                <a:cubicBezTo>
                  <a:pt x="1" y="6587"/>
                  <a:pt x="0" y="6575"/>
                  <a:pt x="0" y="65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6238800" y="1666800"/>
            <a:ext cx="5410440" cy="2429280"/>
          </a:xfrm>
          <a:custGeom>
            <a:avLst/>
            <a:gdLst/>
            <a:ahLst/>
            <a:rect l="0" t="0" r="r" b="b"/>
            <a:pathLst>
              <a:path w="15029" h="6748">
                <a:moveTo>
                  <a:pt x="0" y="656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6562"/>
                </a:lnTo>
                <a:cubicBezTo>
                  <a:pt x="15029" y="6575"/>
                  <a:pt x="15028" y="6587"/>
                  <a:pt x="15025" y="6599"/>
                </a:cubicBezTo>
                <a:cubicBezTo>
                  <a:pt x="15023" y="6610"/>
                  <a:pt x="15020" y="6622"/>
                  <a:pt x="15015" y="6633"/>
                </a:cubicBezTo>
                <a:cubicBezTo>
                  <a:pt x="15010" y="6644"/>
                  <a:pt x="15005" y="6655"/>
                  <a:pt x="14998" y="6665"/>
                </a:cubicBezTo>
                <a:cubicBezTo>
                  <a:pt x="14991" y="6675"/>
                  <a:pt x="14983" y="6685"/>
                  <a:pt x="14975" y="6693"/>
                </a:cubicBezTo>
                <a:cubicBezTo>
                  <a:pt x="14966" y="6702"/>
                  <a:pt x="14957" y="6710"/>
                  <a:pt x="14947" y="6716"/>
                </a:cubicBezTo>
                <a:cubicBezTo>
                  <a:pt x="14937" y="6723"/>
                  <a:pt x="14926" y="6729"/>
                  <a:pt x="14915" y="6733"/>
                </a:cubicBezTo>
                <a:cubicBezTo>
                  <a:pt x="14903" y="6738"/>
                  <a:pt x="14892" y="6742"/>
                  <a:pt x="14880" y="6744"/>
                </a:cubicBezTo>
                <a:cubicBezTo>
                  <a:pt x="14868" y="6746"/>
                  <a:pt x="14856" y="6748"/>
                  <a:pt x="14844" y="6748"/>
                </a:cubicBezTo>
                <a:lnTo>
                  <a:pt x="185" y="6748"/>
                </a:lnTo>
                <a:cubicBezTo>
                  <a:pt x="173" y="6748"/>
                  <a:pt x="161" y="6746"/>
                  <a:pt x="149" y="6744"/>
                </a:cubicBezTo>
                <a:cubicBezTo>
                  <a:pt x="137" y="6742"/>
                  <a:pt x="125" y="6738"/>
                  <a:pt x="114" y="6733"/>
                </a:cubicBezTo>
                <a:cubicBezTo>
                  <a:pt x="103" y="6729"/>
                  <a:pt x="92" y="6723"/>
                  <a:pt x="82" y="6716"/>
                </a:cubicBezTo>
                <a:cubicBezTo>
                  <a:pt x="72" y="6710"/>
                  <a:pt x="63" y="6702"/>
                  <a:pt x="54" y="6693"/>
                </a:cubicBezTo>
                <a:cubicBezTo>
                  <a:pt x="45" y="6685"/>
                  <a:pt x="38" y="6675"/>
                  <a:pt x="31" y="6665"/>
                </a:cubicBezTo>
                <a:cubicBezTo>
                  <a:pt x="24" y="6655"/>
                  <a:pt x="18" y="6644"/>
                  <a:pt x="14" y="6633"/>
                </a:cubicBezTo>
                <a:cubicBezTo>
                  <a:pt x="9" y="6622"/>
                  <a:pt x="6" y="6610"/>
                  <a:pt x="3" y="6599"/>
                </a:cubicBezTo>
                <a:cubicBezTo>
                  <a:pt x="1" y="6587"/>
                  <a:pt x="0" y="6575"/>
                  <a:pt x="0" y="656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1059480" y="3222000"/>
            <a:ext cx="35668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分類と検出の両方で汎用性を確認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505560" y="2457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6458040" y="1848600"/>
            <a:ext cx="10674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比較対象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6755760" y="2336400"/>
            <a:ext cx="4453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Network: 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同じ層数でショートカット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6505560" y="32572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755760" y="2698200"/>
            <a:ext cx="4762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なし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505560" y="37051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7"/>
                  <a:pt x="0" y="151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6755760" y="3136320"/>
            <a:ext cx="37504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VGG, GoogLeNet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などの既存モデル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33160" y="4276440"/>
            <a:ext cx="11125440" cy="648000"/>
          </a:xfrm>
          <a:custGeom>
            <a:avLst/>
            <a:gdLst/>
            <a:ahLst/>
            <a:rect l="0" t="0" r="r" b="b"/>
            <a:pathLst>
              <a:path w="30904" h="1800">
                <a:moveTo>
                  <a:pt x="0" y="0"/>
                </a:moveTo>
                <a:lnTo>
                  <a:pt x="30904" y="0"/>
                </a:lnTo>
                <a:lnTo>
                  <a:pt x="30904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33160" y="4276440"/>
            <a:ext cx="76680" cy="648000"/>
          </a:xfrm>
          <a:custGeom>
            <a:avLst/>
            <a:gdLst/>
            <a:ahLst/>
            <a:rect l="0" t="0" r="r" b="b"/>
            <a:pathLst>
              <a:path w="213" h="1800">
                <a:moveTo>
                  <a:pt x="0" y="0"/>
                </a:moveTo>
                <a:lnTo>
                  <a:pt x="213" y="0"/>
                </a:lnTo>
                <a:lnTo>
                  <a:pt x="213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6755760" y="3584160"/>
            <a:ext cx="33508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18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層から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152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層までの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781200" y="4430520"/>
            <a:ext cx="981720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CIFAR-10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では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1000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層を超えるネットワークも試し、深層化の限界を検証している。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914400" y="392400"/>
            <a:ext cx="9943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実験設定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8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9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30" name=""/>
          <p:cNvSpPr/>
          <p:nvPr/>
        </p:nvSpPr>
        <p:spPr>
          <a:xfrm>
            <a:off x="542880" y="1514160"/>
            <a:ext cx="3571920" cy="2439000"/>
          </a:xfrm>
          <a:custGeom>
            <a:avLst/>
            <a:gdLst/>
            <a:ahLst/>
            <a:rect l="0" t="0" r="r" b="b"/>
            <a:pathLst>
              <a:path w="9922" h="6775">
                <a:moveTo>
                  <a:pt x="0" y="6589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37" y="0"/>
                </a:lnTo>
                <a:cubicBezTo>
                  <a:pt x="9749" y="0"/>
                  <a:pt x="9761" y="2"/>
                  <a:pt x="9773" y="4"/>
                </a:cubicBezTo>
                <a:cubicBezTo>
                  <a:pt x="9785" y="6"/>
                  <a:pt x="9797" y="10"/>
                  <a:pt x="9808" y="14"/>
                </a:cubicBezTo>
                <a:cubicBezTo>
                  <a:pt x="9819" y="19"/>
                  <a:pt x="9830" y="25"/>
                  <a:pt x="9840" y="32"/>
                </a:cubicBezTo>
                <a:cubicBezTo>
                  <a:pt x="9850" y="38"/>
                  <a:pt x="9860" y="46"/>
                  <a:pt x="9868" y="55"/>
                </a:cubicBezTo>
                <a:cubicBezTo>
                  <a:pt x="9877" y="63"/>
                  <a:pt x="9885" y="73"/>
                  <a:pt x="9891" y="83"/>
                </a:cubicBezTo>
                <a:cubicBezTo>
                  <a:pt x="9898" y="93"/>
                  <a:pt x="9904" y="103"/>
                  <a:pt x="9908" y="115"/>
                </a:cubicBezTo>
                <a:cubicBezTo>
                  <a:pt x="9913" y="126"/>
                  <a:pt x="9917" y="138"/>
                  <a:pt x="9919" y="149"/>
                </a:cubicBezTo>
                <a:cubicBezTo>
                  <a:pt x="9921" y="161"/>
                  <a:pt x="9922" y="173"/>
                  <a:pt x="9922" y="186"/>
                </a:cubicBezTo>
                <a:lnTo>
                  <a:pt x="9922" y="6589"/>
                </a:lnTo>
                <a:cubicBezTo>
                  <a:pt x="9922" y="6602"/>
                  <a:pt x="9921" y="6614"/>
                  <a:pt x="9919" y="6626"/>
                </a:cubicBezTo>
                <a:cubicBezTo>
                  <a:pt x="9917" y="6638"/>
                  <a:pt x="9913" y="6649"/>
                  <a:pt x="9908" y="6660"/>
                </a:cubicBezTo>
                <a:cubicBezTo>
                  <a:pt x="9904" y="6672"/>
                  <a:pt x="9898" y="6682"/>
                  <a:pt x="9891" y="6692"/>
                </a:cubicBezTo>
                <a:cubicBezTo>
                  <a:pt x="9885" y="6703"/>
                  <a:pt x="9877" y="6712"/>
                  <a:pt x="9868" y="6720"/>
                </a:cubicBezTo>
                <a:cubicBezTo>
                  <a:pt x="9860" y="6729"/>
                  <a:pt x="9850" y="6737"/>
                  <a:pt x="9840" y="6743"/>
                </a:cubicBezTo>
                <a:cubicBezTo>
                  <a:pt x="9830" y="6750"/>
                  <a:pt x="9819" y="6756"/>
                  <a:pt x="9808" y="6761"/>
                </a:cubicBezTo>
                <a:cubicBezTo>
                  <a:pt x="9797" y="6765"/>
                  <a:pt x="9785" y="6769"/>
                  <a:pt x="9773" y="6771"/>
                </a:cubicBezTo>
                <a:cubicBezTo>
                  <a:pt x="9761" y="6774"/>
                  <a:pt x="9749" y="6775"/>
                  <a:pt x="9737" y="6775"/>
                </a:cubicBezTo>
                <a:lnTo>
                  <a:pt x="185" y="6775"/>
                </a:lnTo>
                <a:cubicBezTo>
                  <a:pt x="173" y="6775"/>
                  <a:pt x="161" y="6774"/>
                  <a:pt x="149" y="6771"/>
                </a:cubicBezTo>
                <a:cubicBezTo>
                  <a:pt x="137" y="6769"/>
                  <a:pt x="125" y="6765"/>
                  <a:pt x="114" y="6761"/>
                </a:cubicBezTo>
                <a:cubicBezTo>
                  <a:pt x="103" y="6756"/>
                  <a:pt x="92" y="6750"/>
                  <a:pt x="82" y="6743"/>
                </a:cubicBezTo>
                <a:cubicBezTo>
                  <a:pt x="72" y="6737"/>
                  <a:pt x="62" y="6729"/>
                  <a:pt x="54" y="6720"/>
                </a:cubicBezTo>
                <a:cubicBezTo>
                  <a:pt x="45" y="6712"/>
                  <a:pt x="38" y="6703"/>
                  <a:pt x="31" y="6692"/>
                </a:cubicBezTo>
                <a:cubicBezTo>
                  <a:pt x="24" y="6682"/>
                  <a:pt x="18" y="6672"/>
                  <a:pt x="14" y="6660"/>
                </a:cubicBezTo>
                <a:cubicBezTo>
                  <a:pt x="9" y="6649"/>
                  <a:pt x="6" y="6638"/>
                  <a:pt x="3" y="6626"/>
                </a:cubicBezTo>
                <a:cubicBezTo>
                  <a:pt x="1" y="6614"/>
                  <a:pt x="0" y="6602"/>
                  <a:pt x="0" y="6589"/>
                </a:cubicBezTo>
                <a:close/>
              </a:path>
            </a:pathLst>
          </a:custGeom>
          <a:solidFill>
            <a:srgbClr val="f9f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42880" y="1514160"/>
            <a:ext cx="3571920" cy="2439000"/>
          </a:xfrm>
          <a:custGeom>
            <a:avLst/>
            <a:gdLst/>
            <a:ahLst/>
            <a:rect l="0" t="0" r="r" b="b"/>
            <a:pathLst>
              <a:path w="9922" h="6775">
                <a:moveTo>
                  <a:pt x="0" y="6589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37" y="0"/>
                </a:lnTo>
                <a:cubicBezTo>
                  <a:pt x="9749" y="0"/>
                  <a:pt x="9761" y="2"/>
                  <a:pt x="9773" y="4"/>
                </a:cubicBezTo>
                <a:cubicBezTo>
                  <a:pt x="9785" y="6"/>
                  <a:pt x="9797" y="10"/>
                  <a:pt x="9808" y="14"/>
                </a:cubicBezTo>
                <a:cubicBezTo>
                  <a:pt x="9819" y="19"/>
                  <a:pt x="9830" y="25"/>
                  <a:pt x="9840" y="32"/>
                </a:cubicBezTo>
                <a:cubicBezTo>
                  <a:pt x="9850" y="38"/>
                  <a:pt x="9860" y="46"/>
                  <a:pt x="9868" y="55"/>
                </a:cubicBezTo>
                <a:cubicBezTo>
                  <a:pt x="9877" y="63"/>
                  <a:pt x="9885" y="73"/>
                  <a:pt x="9891" y="83"/>
                </a:cubicBezTo>
                <a:cubicBezTo>
                  <a:pt x="9898" y="93"/>
                  <a:pt x="9904" y="103"/>
                  <a:pt x="9908" y="115"/>
                </a:cubicBezTo>
                <a:cubicBezTo>
                  <a:pt x="9913" y="126"/>
                  <a:pt x="9917" y="138"/>
                  <a:pt x="9919" y="149"/>
                </a:cubicBezTo>
                <a:cubicBezTo>
                  <a:pt x="9921" y="161"/>
                  <a:pt x="9922" y="173"/>
                  <a:pt x="9922" y="186"/>
                </a:cubicBezTo>
                <a:lnTo>
                  <a:pt x="9922" y="6589"/>
                </a:lnTo>
                <a:cubicBezTo>
                  <a:pt x="9922" y="6602"/>
                  <a:pt x="9921" y="6614"/>
                  <a:pt x="9919" y="6626"/>
                </a:cubicBezTo>
                <a:cubicBezTo>
                  <a:pt x="9917" y="6638"/>
                  <a:pt x="9913" y="6649"/>
                  <a:pt x="9908" y="6660"/>
                </a:cubicBezTo>
                <a:cubicBezTo>
                  <a:pt x="9904" y="6672"/>
                  <a:pt x="9898" y="6682"/>
                  <a:pt x="9891" y="6692"/>
                </a:cubicBezTo>
                <a:cubicBezTo>
                  <a:pt x="9885" y="6703"/>
                  <a:pt x="9877" y="6712"/>
                  <a:pt x="9868" y="6720"/>
                </a:cubicBezTo>
                <a:cubicBezTo>
                  <a:pt x="9860" y="6729"/>
                  <a:pt x="9850" y="6737"/>
                  <a:pt x="9840" y="6743"/>
                </a:cubicBezTo>
                <a:cubicBezTo>
                  <a:pt x="9830" y="6750"/>
                  <a:pt x="9819" y="6756"/>
                  <a:pt x="9808" y="6761"/>
                </a:cubicBezTo>
                <a:cubicBezTo>
                  <a:pt x="9797" y="6765"/>
                  <a:pt x="9785" y="6769"/>
                  <a:pt x="9773" y="6771"/>
                </a:cubicBezTo>
                <a:cubicBezTo>
                  <a:pt x="9761" y="6774"/>
                  <a:pt x="9749" y="6775"/>
                  <a:pt x="9737" y="6775"/>
                </a:cubicBezTo>
                <a:lnTo>
                  <a:pt x="185" y="6775"/>
                </a:lnTo>
                <a:cubicBezTo>
                  <a:pt x="173" y="6775"/>
                  <a:pt x="161" y="6774"/>
                  <a:pt x="149" y="6771"/>
                </a:cubicBezTo>
                <a:cubicBezTo>
                  <a:pt x="137" y="6769"/>
                  <a:pt x="125" y="6765"/>
                  <a:pt x="114" y="6761"/>
                </a:cubicBezTo>
                <a:cubicBezTo>
                  <a:pt x="103" y="6756"/>
                  <a:pt x="92" y="6750"/>
                  <a:pt x="82" y="6743"/>
                </a:cubicBezTo>
                <a:cubicBezTo>
                  <a:pt x="72" y="6737"/>
                  <a:pt x="62" y="6729"/>
                  <a:pt x="54" y="6720"/>
                </a:cubicBezTo>
                <a:cubicBezTo>
                  <a:pt x="45" y="6712"/>
                  <a:pt x="38" y="6703"/>
                  <a:pt x="31" y="6692"/>
                </a:cubicBezTo>
                <a:cubicBezTo>
                  <a:pt x="24" y="6682"/>
                  <a:pt x="18" y="6672"/>
                  <a:pt x="14" y="6660"/>
                </a:cubicBezTo>
                <a:cubicBezTo>
                  <a:pt x="9" y="6649"/>
                  <a:pt x="6" y="6638"/>
                  <a:pt x="3" y="6626"/>
                </a:cubicBezTo>
                <a:cubicBezTo>
                  <a:pt x="1" y="6614"/>
                  <a:pt x="0" y="6602"/>
                  <a:pt x="0" y="6589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33520" y="924480"/>
            <a:ext cx="970956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では、深いモデルが浅いモデルより良くなり、深さの恩恵を受けられた。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23960" y="1681560"/>
            <a:ext cx="154512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Degradation</a:t>
            </a:r>
            <a:r>
              <a:rPr b="0" lang="zh-CN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解消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723960" y="2066760"/>
            <a:ext cx="2702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18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723960" y="2486160"/>
            <a:ext cx="2869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より良くなり、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723960" y="2895480"/>
            <a:ext cx="3078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とは逆の傾向を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4305240" y="1514160"/>
            <a:ext cx="3581640" cy="2439000"/>
          </a:xfrm>
          <a:custGeom>
            <a:avLst/>
            <a:gdLst/>
            <a:ahLst/>
            <a:rect l="0" t="0" r="r" b="b"/>
            <a:pathLst>
              <a:path w="9949" h="6775">
                <a:moveTo>
                  <a:pt x="0" y="6589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64" y="0"/>
                </a:lnTo>
                <a:cubicBezTo>
                  <a:pt x="9776" y="0"/>
                  <a:pt x="9788" y="2"/>
                  <a:pt x="9800" y="4"/>
                </a:cubicBezTo>
                <a:cubicBezTo>
                  <a:pt x="9812" y="6"/>
                  <a:pt x="9823" y="10"/>
                  <a:pt x="9835" y="14"/>
                </a:cubicBezTo>
                <a:cubicBezTo>
                  <a:pt x="9846" y="19"/>
                  <a:pt x="9857" y="25"/>
                  <a:pt x="9867" y="32"/>
                </a:cubicBezTo>
                <a:cubicBezTo>
                  <a:pt x="9877" y="38"/>
                  <a:pt x="9886" y="46"/>
                  <a:pt x="9895" y="55"/>
                </a:cubicBezTo>
                <a:cubicBezTo>
                  <a:pt x="9903" y="63"/>
                  <a:pt x="9911" y="73"/>
                  <a:pt x="9918" y="83"/>
                </a:cubicBezTo>
                <a:cubicBezTo>
                  <a:pt x="9925" y="93"/>
                  <a:pt x="9930" y="103"/>
                  <a:pt x="9935" y="115"/>
                </a:cubicBezTo>
                <a:cubicBezTo>
                  <a:pt x="9940" y="126"/>
                  <a:pt x="9943" y="138"/>
                  <a:pt x="9945" y="149"/>
                </a:cubicBezTo>
                <a:cubicBezTo>
                  <a:pt x="9948" y="161"/>
                  <a:pt x="9949" y="173"/>
                  <a:pt x="9949" y="186"/>
                </a:cubicBezTo>
                <a:lnTo>
                  <a:pt x="9949" y="6589"/>
                </a:lnTo>
                <a:cubicBezTo>
                  <a:pt x="9949" y="6602"/>
                  <a:pt x="9948" y="6614"/>
                  <a:pt x="9945" y="6626"/>
                </a:cubicBezTo>
                <a:cubicBezTo>
                  <a:pt x="9943" y="6638"/>
                  <a:pt x="9940" y="6649"/>
                  <a:pt x="9935" y="6660"/>
                </a:cubicBezTo>
                <a:cubicBezTo>
                  <a:pt x="9930" y="6672"/>
                  <a:pt x="9925" y="6682"/>
                  <a:pt x="9918" y="6692"/>
                </a:cubicBezTo>
                <a:cubicBezTo>
                  <a:pt x="9911" y="6703"/>
                  <a:pt x="9903" y="6712"/>
                  <a:pt x="9895" y="6720"/>
                </a:cubicBezTo>
                <a:cubicBezTo>
                  <a:pt x="9886" y="6729"/>
                  <a:pt x="9877" y="6737"/>
                  <a:pt x="9867" y="6743"/>
                </a:cubicBezTo>
                <a:cubicBezTo>
                  <a:pt x="9857" y="6750"/>
                  <a:pt x="9846" y="6756"/>
                  <a:pt x="9835" y="6761"/>
                </a:cubicBezTo>
                <a:cubicBezTo>
                  <a:pt x="9823" y="6765"/>
                  <a:pt x="9812" y="6769"/>
                  <a:pt x="9800" y="6771"/>
                </a:cubicBezTo>
                <a:cubicBezTo>
                  <a:pt x="9788" y="6774"/>
                  <a:pt x="9776" y="6775"/>
                  <a:pt x="9764" y="6775"/>
                </a:cubicBezTo>
                <a:lnTo>
                  <a:pt x="185" y="6775"/>
                </a:lnTo>
                <a:cubicBezTo>
                  <a:pt x="173" y="6775"/>
                  <a:pt x="161" y="6774"/>
                  <a:pt x="149" y="6771"/>
                </a:cubicBezTo>
                <a:cubicBezTo>
                  <a:pt x="137" y="6769"/>
                  <a:pt x="125" y="6765"/>
                  <a:pt x="114" y="6761"/>
                </a:cubicBezTo>
                <a:cubicBezTo>
                  <a:pt x="103" y="6756"/>
                  <a:pt x="92" y="6750"/>
                  <a:pt x="82" y="6743"/>
                </a:cubicBezTo>
                <a:cubicBezTo>
                  <a:pt x="72" y="6737"/>
                  <a:pt x="63" y="6729"/>
                  <a:pt x="54" y="6720"/>
                </a:cubicBezTo>
                <a:cubicBezTo>
                  <a:pt x="45" y="6712"/>
                  <a:pt x="38" y="6703"/>
                  <a:pt x="31" y="6692"/>
                </a:cubicBezTo>
                <a:cubicBezTo>
                  <a:pt x="24" y="6682"/>
                  <a:pt x="18" y="6672"/>
                  <a:pt x="14" y="6660"/>
                </a:cubicBezTo>
                <a:cubicBezTo>
                  <a:pt x="9" y="6649"/>
                  <a:pt x="6" y="6638"/>
                  <a:pt x="3" y="6626"/>
                </a:cubicBezTo>
                <a:cubicBezTo>
                  <a:pt x="1" y="6614"/>
                  <a:pt x="0" y="6602"/>
                  <a:pt x="0" y="6589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4305240" y="1514160"/>
            <a:ext cx="3581640" cy="2439000"/>
          </a:xfrm>
          <a:custGeom>
            <a:avLst/>
            <a:gdLst/>
            <a:ahLst/>
            <a:rect l="0" t="0" r="r" b="b"/>
            <a:pathLst>
              <a:path w="9949" h="6775">
                <a:moveTo>
                  <a:pt x="0" y="6589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64" y="0"/>
                </a:lnTo>
                <a:cubicBezTo>
                  <a:pt x="9776" y="0"/>
                  <a:pt x="9788" y="2"/>
                  <a:pt x="9800" y="4"/>
                </a:cubicBezTo>
                <a:cubicBezTo>
                  <a:pt x="9812" y="6"/>
                  <a:pt x="9823" y="10"/>
                  <a:pt x="9835" y="14"/>
                </a:cubicBezTo>
                <a:cubicBezTo>
                  <a:pt x="9846" y="19"/>
                  <a:pt x="9857" y="25"/>
                  <a:pt x="9867" y="32"/>
                </a:cubicBezTo>
                <a:cubicBezTo>
                  <a:pt x="9877" y="38"/>
                  <a:pt x="9886" y="46"/>
                  <a:pt x="9895" y="55"/>
                </a:cubicBezTo>
                <a:cubicBezTo>
                  <a:pt x="9903" y="63"/>
                  <a:pt x="9911" y="73"/>
                  <a:pt x="9918" y="83"/>
                </a:cubicBezTo>
                <a:cubicBezTo>
                  <a:pt x="9925" y="93"/>
                  <a:pt x="9930" y="103"/>
                  <a:pt x="9935" y="115"/>
                </a:cubicBezTo>
                <a:cubicBezTo>
                  <a:pt x="9940" y="126"/>
                  <a:pt x="9943" y="138"/>
                  <a:pt x="9945" y="149"/>
                </a:cubicBezTo>
                <a:cubicBezTo>
                  <a:pt x="9948" y="161"/>
                  <a:pt x="9949" y="173"/>
                  <a:pt x="9949" y="186"/>
                </a:cubicBezTo>
                <a:lnTo>
                  <a:pt x="9949" y="6589"/>
                </a:lnTo>
                <a:cubicBezTo>
                  <a:pt x="9949" y="6602"/>
                  <a:pt x="9948" y="6614"/>
                  <a:pt x="9945" y="6626"/>
                </a:cubicBezTo>
                <a:cubicBezTo>
                  <a:pt x="9943" y="6638"/>
                  <a:pt x="9940" y="6649"/>
                  <a:pt x="9935" y="6660"/>
                </a:cubicBezTo>
                <a:cubicBezTo>
                  <a:pt x="9930" y="6672"/>
                  <a:pt x="9925" y="6682"/>
                  <a:pt x="9918" y="6692"/>
                </a:cubicBezTo>
                <a:cubicBezTo>
                  <a:pt x="9911" y="6703"/>
                  <a:pt x="9903" y="6712"/>
                  <a:pt x="9895" y="6720"/>
                </a:cubicBezTo>
                <a:cubicBezTo>
                  <a:pt x="9886" y="6729"/>
                  <a:pt x="9877" y="6737"/>
                  <a:pt x="9867" y="6743"/>
                </a:cubicBezTo>
                <a:cubicBezTo>
                  <a:pt x="9857" y="6750"/>
                  <a:pt x="9846" y="6756"/>
                  <a:pt x="9835" y="6761"/>
                </a:cubicBezTo>
                <a:cubicBezTo>
                  <a:pt x="9823" y="6765"/>
                  <a:pt x="9812" y="6769"/>
                  <a:pt x="9800" y="6771"/>
                </a:cubicBezTo>
                <a:cubicBezTo>
                  <a:pt x="9788" y="6774"/>
                  <a:pt x="9776" y="6775"/>
                  <a:pt x="9764" y="6775"/>
                </a:cubicBezTo>
                <a:lnTo>
                  <a:pt x="185" y="6775"/>
                </a:lnTo>
                <a:cubicBezTo>
                  <a:pt x="173" y="6775"/>
                  <a:pt x="161" y="6774"/>
                  <a:pt x="149" y="6771"/>
                </a:cubicBezTo>
                <a:cubicBezTo>
                  <a:pt x="137" y="6769"/>
                  <a:pt x="125" y="6765"/>
                  <a:pt x="114" y="6761"/>
                </a:cubicBezTo>
                <a:cubicBezTo>
                  <a:pt x="103" y="6756"/>
                  <a:pt x="92" y="6750"/>
                  <a:pt x="82" y="6743"/>
                </a:cubicBezTo>
                <a:cubicBezTo>
                  <a:pt x="72" y="6737"/>
                  <a:pt x="63" y="6729"/>
                  <a:pt x="54" y="6720"/>
                </a:cubicBezTo>
                <a:cubicBezTo>
                  <a:pt x="45" y="6712"/>
                  <a:pt x="38" y="6703"/>
                  <a:pt x="31" y="6692"/>
                </a:cubicBezTo>
                <a:cubicBezTo>
                  <a:pt x="24" y="6682"/>
                  <a:pt x="18" y="6672"/>
                  <a:pt x="14" y="6660"/>
                </a:cubicBezTo>
                <a:cubicBezTo>
                  <a:pt x="9" y="6649"/>
                  <a:pt x="6" y="6638"/>
                  <a:pt x="3" y="6626"/>
                </a:cubicBezTo>
                <a:cubicBezTo>
                  <a:pt x="1" y="6614"/>
                  <a:pt x="0" y="6602"/>
                  <a:pt x="0" y="6589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723960" y="331452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示した。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4489560" y="1681560"/>
            <a:ext cx="863280" cy="27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ImageNet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4489560" y="1983600"/>
            <a:ext cx="103716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c9342f"/>
                </a:solidFill>
                <a:latin typeface="NotoSansJP"/>
                <a:ea typeface="NotoSansJP"/>
              </a:rPr>
              <a:t>4.49%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8076960" y="1514160"/>
            <a:ext cx="3572280" cy="2439000"/>
          </a:xfrm>
          <a:custGeom>
            <a:avLst/>
            <a:gdLst/>
            <a:ahLst/>
            <a:rect l="0" t="0" r="r" b="b"/>
            <a:pathLst>
              <a:path w="9923" h="6775">
                <a:moveTo>
                  <a:pt x="0" y="6589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38" y="0"/>
                </a:lnTo>
                <a:cubicBezTo>
                  <a:pt x="9750" y="0"/>
                  <a:pt x="9762" y="2"/>
                  <a:pt x="9774" y="4"/>
                </a:cubicBezTo>
                <a:cubicBezTo>
                  <a:pt x="9786" y="6"/>
                  <a:pt x="9797" y="10"/>
                  <a:pt x="9809" y="14"/>
                </a:cubicBezTo>
                <a:cubicBezTo>
                  <a:pt x="9820" y="19"/>
                  <a:pt x="9831" y="25"/>
                  <a:pt x="9841" y="32"/>
                </a:cubicBezTo>
                <a:cubicBezTo>
                  <a:pt x="9851" y="38"/>
                  <a:pt x="9860" y="46"/>
                  <a:pt x="9869" y="55"/>
                </a:cubicBezTo>
                <a:cubicBezTo>
                  <a:pt x="9877" y="63"/>
                  <a:pt x="9885" y="73"/>
                  <a:pt x="9892" y="83"/>
                </a:cubicBezTo>
                <a:cubicBezTo>
                  <a:pt x="9899" y="93"/>
                  <a:pt x="9904" y="103"/>
                  <a:pt x="9909" y="115"/>
                </a:cubicBezTo>
                <a:cubicBezTo>
                  <a:pt x="9914" y="126"/>
                  <a:pt x="9917" y="138"/>
                  <a:pt x="9919" y="149"/>
                </a:cubicBezTo>
                <a:cubicBezTo>
                  <a:pt x="9922" y="161"/>
                  <a:pt x="9923" y="173"/>
                  <a:pt x="9923" y="186"/>
                </a:cubicBezTo>
                <a:lnTo>
                  <a:pt x="9923" y="6589"/>
                </a:lnTo>
                <a:cubicBezTo>
                  <a:pt x="9923" y="6602"/>
                  <a:pt x="9922" y="6614"/>
                  <a:pt x="9919" y="6626"/>
                </a:cubicBezTo>
                <a:cubicBezTo>
                  <a:pt x="9917" y="6638"/>
                  <a:pt x="9914" y="6649"/>
                  <a:pt x="9909" y="6660"/>
                </a:cubicBezTo>
                <a:cubicBezTo>
                  <a:pt x="9904" y="6672"/>
                  <a:pt x="9899" y="6682"/>
                  <a:pt x="9892" y="6692"/>
                </a:cubicBezTo>
                <a:cubicBezTo>
                  <a:pt x="9885" y="6703"/>
                  <a:pt x="9877" y="6712"/>
                  <a:pt x="9869" y="6720"/>
                </a:cubicBezTo>
                <a:cubicBezTo>
                  <a:pt x="9860" y="6729"/>
                  <a:pt x="9851" y="6737"/>
                  <a:pt x="9841" y="6743"/>
                </a:cubicBezTo>
                <a:cubicBezTo>
                  <a:pt x="9831" y="6750"/>
                  <a:pt x="9820" y="6756"/>
                  <a:pt x="9809" y="6761"/>
                </a:cubicBezTo>
                <a:cubicBezTo>
                  <a:pt x="9797" y="6765"/>
                  <a:pt x="9786" y="6769"/>
                  <a:pt x="9774" y="6771"/>
                </a:cubicBezTo>
                <a:cubicBezTo>
                  <a:pt x="9762" y="6774"/>
                  <a:pt x="9750" y="6775"/>
                  <a:pt x="9738" y="6775"/>
                </a:cubicBezTo>
                <a:lnTo>
                  <a:pt x="185" y="6775"/>
                </a:lnTo>
                <a:cubicBezTo>
                  <a:pt x="173" y="6775"/>
                  <a:pt x="161" y="6774"/>
                  <a:pt x="149" y="6771"/>
                </a:cubicBezTo>
                <a:cubicBezTo>
                  <a:pt x="137" y="6769"/>
                  <a:pt x="126" y="6765"/>
                  <a:pt x="114" y="6761"/>
                </a:cubicBezTo>
                <a:cubicBezTo>
                  <a:pt x="103" y="6756"/>
                  <a:pt x="93" y="6750"/>
                  <a:pt x="82" y="6743"/>
                </a:cubicBezTo>
                <a:cubicBezTo>
                  <a:pt x="72" y="6737"/>
                  <a:pt x="63" y="6729"/>
                  <a:pt x="54" y="6720"/>
                </a:cubicBezTo>
                <a:cubicBezTo>
                  <a:pt x="46" y="6712"/>
                  <a:pt x="38" y="6703"/>
                  <a:pt x="31" y="6692"/>
                </a:cubicBezTo>
                <a:cubicBezTo>
                  <a:pt x="25" y="6682"/>
                  <a:pt x="19" y="6672"/>
                  <a:pt x="14" y="6660"/>
                </a:cubicBezTo>
                <a:cubicBezTo>
                  <a:pt x="10" y="6649"/>
                  <a:pt x="6" y="6638"/>
                  <a:pt x="4" y="6626"/>
                </a:cubicBezTo>
                <a:cubicBezTo>
                  <a:pt x="1" y="6614"/>
                  <a:pt x="0" y="6602"/>
                  <a:pt x="0" y="6589"/>
                </a:cubicBezTo>
                <a:close/>
              </a:path>
            </a:pathLst>
          </a:custGeom>
          <a:solidFill>
            <a:srgbClr val="f9f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8076960" y="1514160"/>
            <a:ext cx="3572280" cy="2439000"/>
          </a:xfrm>
          <a:custGeom>
            <a:avLst/>
            <a:gdLst/>
            <a:ahLst/>
            <a:rect l="0" t="0" r="r" b="b"/>
            <a:pathLst>
              <a:path w="9923" h="6775">
                <a:moveTo>
                  <a:pt x="0" y="6589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38" y="0"/>
                </a:lnTo>
                <a:cubicBezTo>
                  <a:pt x="9750" y="0"/>
                  <a:pt x="9762" y="2"/>
                  <a:pt x="9774" y="4"/>
                </a:cubicBezTo>
                <a:cubicBezTo>
                  <a:pt x="9786" y="6"/>
                  <a:pt x="9797" y="10"/>
                  <a:pt x="9809" y="14"/>
                </a:cubicBezTo>
                <a:cubicBezTo>
                  <a:pt x="9820" y="19"/>
                  <a:pt x="9831" y="25"/>
                  <a:pt x="9841" y="32"/>
                </a:cubicBezTo>
                <a:cubicBezTo>
                  <a:pt x="9851" y="38"/>
                  <a:pt x="9860" y="46"/>
                  <a:pt x="9869" y="55"/>
                </a:cubicBezTo>
                <a:cubicBezTo>
                  <a:pt x="9877" y="63"/>
                  <a:pt x="9885" y="73"/>
                  <a:pt x="9892" y="83"/>
                </a:cubicBezTo>
                <a:cubicBezTo>
                  <a:pt x="9899" y="93"/>
                  <a:pt x="9904" y="103"/>
                  <a:pt x="9909" y="115"/>
                </a:cubicBezTo>
                <a:cubicBezTo>
                  <a:pt x="9914" y="126"/>
                  <a:pt x="9917" y="138"/>
                  <a:pt x="9919" y="149"/>
                </a:cubicBezTo>
                <a:cubicBezTo>
                  <a:pt x="9922" y="161"/>
                  <a:pt x="9923" y="173"/>
                  <a:pt x="9923" y="186"/>
                </a:cubicBezTo>
                <a:lnTo>
                  <a:pt x="9923" y="6589"/>
                </a:lnTo>
                <a:cubicBezTo>
                  <a:pt x="9923" y="6602"/>
                  <a:pt x="9922" y="6614"/>
                  <a:pt x="9919" y="6626"/>
                </a:cubicBezTo>
                <a:cubicBezTo>
                  <a:pt x="9917" y="6638"/>
                  <a:pt x="9914" y="6649"/>
                  <a:pt x="9909" y="6660"/>
                </a:cubicBezTo>
                <a:cubicBezTo>
                  <a:pt x="9904" y="6672"/>
                  <a:pt x="9899" y="6682"/>
                  <a:pt x="9892" y="6692"/>
                </a:cubicBezTo>
                <a:cubicBezTo>
                  <a:pt x="9885" y="6703"/>
                  <a:pt x="9877" y="6712"/>
                  <a:pt x="9869" y="6720"/>
                </a:cubicBezTo>
                <a:cubicBezTo>
                  <a:pt x="9860" y="6729"/>
                  <a:pt x="9851" y="6737"/>
                  <a:pt x="9841" y="6743"/>
                </a:cubicBezTo>
                <a:cubicBezTo>
                  <a:pt x="9831" y="6750"/>
                  <a:pt x="9820" y="6756"/>
                  <a:pt x="9809" y="6761"/>
                </a:cubicBezTo>
                <a:cubicBezTo>
                  <a:pt x="9797" y="6765"/>
                  <a:pt x="9786" y="6769"/>
                  <a:pt x="9774" y="6771"/>
                </a:cubicBezTo>
                <a:cubicBezTo>
                  <a:pt x="9762" y="6774"/>
                  <a:pt x="9750" y="6775"/>
                  <a:pt x="9738" y="6775"/>
                </a:cubicBezTo>
                <a:lnTo>
                  <a:pt x="185" y="6775"/>
                </a:lnTo>
                <a:cubicBezTo>
                  <a:pt x="173" y="6775"/>
                  <a:pt x="161" y="6774"/>
                  <a:pt x="149" y="6771"/>
                </a:cubicBezTo>
                <a:cubicBezTo>
                  <a:pt x="137" y="6769"/>
                  <a:pt x="126" y="6765"/>
                  <a:pt x="114" y="6761"/>
                </a:cubicBezTo>
                <a:cubicBezTo>
                  <a:pt x="103" y="6756"/>
                  <a:pt x="93" y="6750"/>
                  <a:pt x="82" y="6743"/>
                </a:cubicBezTo>
                <a:cubicBezTo>
                  <a:pt x="72" y="6737"/>
                  <a:pt x="63" y="6729"/>
                  <a:pt x="54" y="6720"/>
                </a:cubicBezTo>
                <a:cubicBezTo>
                  <a:pt x="46" y="6712"/>
                  <a:pt x="38" y="6703"/>
                  <a:pt x="31" y="6692"/>
                </a:cubicBezTo>
                <a:cubicBezTo>
                  <a:pt x="25" y="6682"/>
                  <a:pt x="19" y="6672"/>
                  <a:pt x="14" y="6660"/>
                </a:cubicBezTo>
                <a:cubicBezTo>
                  <a:pt x="10" y="6649"/>
                  <a:pt x="6" y="6638"/>
                  <a:pt x="4" y="6626"/>
                </a:cubicBezTo>
                <a:cubicBezTo>
                  <a:pt x="1" y="6614"/>
                  <a:pt x="0" y="6602"/>
                  <a:pt x="0" y="6589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4489560" y="2504160"/>
            <a:ext cx="23691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111111"/>
                </a:solidFill>
                <a:latin typeface="NotoSansJP"/>
                <a:ea typeface="NotoSansJP"/>
              </a:rPr>
              <a:t>ResNet-152</a:t>
            </a:r>
            <a:r>
              <a:rPr b="0" lang="zh-CN" sz="1200" spc="-1" strike="noStrike">
                <a:solidFill>
                  <a:srgbClr val="111111"/>
                </a:solidFill>
                <a:latin typeface="NotoSansJP"/>
                <a:ea typeface="NotoSansJP"/>
              </a:rPr>
              <a:t>単体の</a:t>
            </a:r>
            <a:r>
              <a:rPr b="0" lang="en-US" sz="1200" spc="-1" strike="noStrike">
                <a:solidFill>
                  <a:srgbClr val="111111"/>
                </a:solidFill>
                <a:latin typeface="NotoSansJP"/>
                <a:ea typeface="NotoSansJP"/>
              </a:rPr>
              <a:t>Top-5</a:t>
            </a:r>
            <a:r>
              <a:rPr b="0" lang="zh-CN" sz="1200" spc="-1" strike="noStrike">
                <a:solidFill>
                  <a:srgbClr val="111111"/>
                </a:solidFill>
                <a:latin typeface="NotoSansJP"/>
                <a:ea typeface="NotoSansJP"/>
              </a:rPr>
              <a:t>エラー率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8254800" y="1681560"/>
            <a:ext cx="858600" cy="27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Ensemble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8254800" y="1983600"/>
            <a:ext cx="103716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c9342f"/>
                </a:solidFill>
                <a:latin typeface="NotoSansJP"/>
                <a:ea typeface="NotoSansJP"/>
              </a:rPr>
              <a:t>3.57%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33160" y="4171680"/>
            <a:ext cx="11125440" cy="857520"/>
          </a:xfrm>
          <a:custGeom>
            <a:avLst/>
            <a:gdLst/>
            <a:ahLst/>
            <a:rect l="0" t="0" r="r" b="b"/>
            <a:pathLst>
              <a:path w="30904" h="2382">
                <a:moveTo>
                  <a:pt x="0" y="0"/>
                </a:moveTo>
                <a:lnTo>
                  <a:pt x="30904" y="0"/>
                </a:lnTo>
                <a:lnTo>
                  <a:pt x="30904" y="2382"/>
                </a:lnTo>
                <a:lnTo>
                  <a:pt x="0" y="2382"/>
                </a:lnTo>
                <a:lnTo>
                  <a:pt x="0" y="0"/>
                </a:lnTo>
                <a:close/>
              </a:path>
            </a:pathLst>
          </a:custGeom>
          <a:solidFill>
            <a:srgbClr val="f8f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521640" y="416016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1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4"/>
                </a:lnTo>
                <a:lnTo>
                  <a:pt x="30852" y="1584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89"/>
                </a:moveTo>
                <a:lnTo>
                  <a:pt x="30968" y="1848"/>
                </a:lnTo>
                <a:lnTo>
                  <a:pt x="30852" y="1848"/>
                </a:lnTo>
                <a:lnTo>
                  <a:pt x="30852" y="1689"/>
                </a:lnTo>
                <a:lnTo>
                  <a:pt x="30968" y="1689"/>
                </a:lnTo>
                <a:moveTo>
                  <a:pt x="30968" y="1955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5"/>
                </a:lnTo>
                <a:lnTo>
                  <a:pt x="30968" y="1955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8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2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2"/>
                </a:lnTo>
                <a:lnTo>
                  <a:pt x="0" y="1822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30"/>
                </a:moveTo>
                <a:lnTo>
                  <a:pt x="0" y="871"/>
                </a:lnTo>
                <a:lnTo>
                  <a:pt x="117" y="871"/>
                </a:lnTo>
                <a:lnTo>
                  <a:pt x="117" y="1030"/>
                </a:lnTo>
                <a:lnTo>
                  <a:pt x="0" y="1030"/>
                </a:lnTo>
                <a:moveTo>
                  <a:pt x="0" y="766"/>
                </a:moveTo>
                <a:lnTo>
                  <a:pt x="0" y="607"/>
                </a:lnTo>
                <a:lnTo>
                  <a:pt x="117" y="607"/>
                </a:lnTo>
                <a:lnTo>
                  <a:pt x="117" y="766"/>
                </a:lnTo>
                <a:lnTo>
                  <a:pt x="0" y="766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1"/>
                  <a:pt x="117" y="240"/>
                </a:cubicBezTo>
                <a:lnTo>
                  <a:pt x="1" y="236"/>
                </a:lnTo>
                <a:moveTo>
                  <a:pt x="221" y="2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8"/>
                </a:cubicBezTo>
                <a:lnTo>
                  <a:pt x="221" y="2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521640" y="416016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1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4"/>
                </a:lnTo>
                <a:lnTo>
                  <a:pt x="30852" y="1584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89"/>
                </a:moveTo>
                <a:lnTo>
                  <a:pt x="30968" y="1848"/>
                </a:lnTo>
                <a:lnTo>
                  <a:pt x="30852" y="1848"/>
                </a:lnTo>
                <a:lnTo>
                  <a:pt x="30852" y="1689"/>
                </a:lnTo>
                <a:lnTo>
                  <a:pt x="30968" y="1689"/>
                </a:lnTo>
                <a:moveTo>
                  <a:pt x="30968" y="1955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5"/>
                </a:lnTo>
                <a:lnTo>
                  <a:pt x="30968" y="1955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8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2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2"/>
                </a:lnTo>
                <a:lnTo>
                  <a:pt x="0" y="1822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30"/>
                </a:moveTo>
                <a:lnTo>
                  <a:pt x="0" y="871"/>
                </a:lnTo>
                <a:lnTo>
                  <a:pt x="117" y="871"/>
                </a:lnTo>
                <a:lnTo>
                  <a:pt x="117" y="1030"/>
                </a:lnTo>
                <a:lnTo>
                  <a:pt x="0" y="1030"/>
                </a:lnTo>
                <a:moveTo>
                  <a:pt x="0" y="766"/>
                </a:moveTo>
                <a:lnTo>
                  <a:pt x="0" y="607"/>
                </a:lnTo>
                <a:lnTo>
                  <a:pt x="117" y="607"/>
                </a:lnTo>
                <a:lnTo>
                  <a:pt x="117" y="766"/>
                </a:lnTo>
                <a:lnTo>
                  <a:pt x="0" y="766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1"/>
                  <a:pt x="117" y="240"/>
                </a:cubicBezTo>
                <a:lnTo>
                  <a:pt x="1" y="236"/>
                </a:lnTo>
                <a:moveTo>
                  <a:pt x="221" y="2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8"/>
                </a:cubicBezTo>
                <a:lnTo>
                  <a:pt x="221" y="2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521640" y="416016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1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4"/>
                </a:lnTo>
                <a:lnTo>
                  <a:pt x="30852" y="1584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89"/>
                </a:moveTo>
                <a:lnTo>
                  <a:pt x="30968" y="1848"/>
                </a:lnTo>
                <a:lnTo>
                  <a:pt x="30852" y="1848"/>
                </a:lnTo>
                <a:lnTo>
                  <a:pt x="30852" y="1689"/>
                </a:lnTo>
                <a:lnTo>
                  <a:pt x="30968" y="1689"/>
                </a:lnTo>
                <a:moveTo>
                  <a:pt x="30968" y="1955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5"/>
                </a:lnTo>
                <a:lnTo>
                  <a:pt x="30968" y="1955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8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2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2"/>
                </a:lnTo>
                <a:lnTo>
                  <a:pt x="0" y="1822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30"/>
                </a:moveTo>
                <a:lnTo>
                  <a:pt x="0" y="871"/>
                </a:lnTo>
                <a:lnTo>
                  <a:pt x="117" y="871"/>
                </a:lnTo>
                <a:lnTo>
                  <a:pt x="117" y="1030"/>
                </a:lnTo>
                <a:lnTo>
                  <a:pt x="0" y="1030"/>
                </a:lnTo>
                <a:moveTo>
                  <a:pt x="0" y="766"/>
                </a:moveTo>
                <a:lnTo>
                  <a:pt x="0" y="607"/>
                </a:lnTo>
                <a:lnTo>
                  <a:pt x="117" y="607"/>
                </a:lnTo>
                <a:lnTo>
                  <a:pt x="117" y="766"/>
                </a:lnTo>
                <a:lnTo>
                  <a:pt x="0" y="766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1"/>
                  <a:pt x="117" y="240"/>
                </a:cubicBezTo>
                <a:lnTo>
                  <a:pt x="1" y="236"/>
                </a:lnTo>
                <a:moveTo>
                  <a:pt x="221" y="2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8"/>
                </a:cubicBezTo>
                <a:lnTo>
                  <a:pt x="221" y="2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521640" y="416016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1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4"/>
                </a:lnTo>
                <a:lnTo>
                  <a:pt x="30852" y="1584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89"/>
                </a:moveTo>
                <a:lnTo>
                  <a:pt x="30968" y="1848"/>
                </a:lnTo>
                <a:lnTo>
                  <a:pt x="30852" y="1848"/>
                </a:lnTo>
                <a:lnTo>
                  <a:pt x="30852" y="1689"/>
                </a:lnTo>
                <a:lnTo>
                  <a:pt x="30968" y="1689"/>
                </a:lnTo>
                <a:moveTo>
                  <a:pt x="30968" y="1955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5"/>
                </a:lnTo>
                <a:lnTo>
                  <a:pt x="30968" y="1955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8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2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2"/>
                </a:lnTo>
                <a:lnTo>
                  <a:pt x="0" y="1822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30"/>
                </a:moveTo>
                <a:lnTo>
                  <a:pt x="0" y="871"/>
                </a:lnTo>
                <a:lnTo>
                  <a:pt x="117" y="871"/>
                </a:lnTo>
                <a:lnTo>
                  <a:pt x="117" y="1030"/>
                </a:lnTo>
                <a:lnTo>
                  <a:pt x="0" y="1030"/>
                </a:lnTo>
                <a:moveTo>
                  <a:pt x="0" y="766"/>
                </a:moveTo>
                <a:lnTo>
                  <a:pt x="0" y="607"/>
                </a:lnTo>
                <a:lnTo>
                  <a:pt x="117" y="607"/>
                </a:lnTo>
                <a:lnTo>
                  <a:pt x="117" y="766"/>
                </a:lnTo>
                <a:lnTo>
                  <a:pt x="0" y="766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1"/>
                  <a:pt x="117" y="240"/>
                </a:cubicBezTo>
                <a:lnTo>
                  <a:pt x="1" y="236"/>
                </a:lnTo>
                <a:moveTo>
                  <a:pt x="221" y="2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8"/>
                </a:cubicBezTo>
                <a:lnTo>
                  <a:pt x="221" y="2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8254800" y="2504160"/>
            <a:ext cx="13557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111111"/>
                </a:solidFill>
                <a:latin typeface="NotoSansJP"/>
                <a:ea typeface="NotoSansJP"/>
              </a:rPr>
              <a:t>ILSVRC 2015</a:t>
            </a:r>
            <a:r>
              <a:rPr b="0" lang="zh-CN" sz="1200" spc="-1" strike="noStrike">
                <a:solidFill>
                  <a:srgbClr val="111111"/>
                </a:solidFill>
                <a:latin typeface="NotoSansJP"/>
                <a:ea typeface="NotoSansJP"/>
              </a:rPr>
              <a:t>で優勝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090440" y="4429800"/>
            <a:ext cx="997884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[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ここに論文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Figure 4 / Table 4: Plain Net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と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ResNet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の学習曲線‧性能比較を入れる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]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914400" y="392400"/>
            <a:ext cx="4975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結果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9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1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62" name=""/>
          <p:cNvSpPr/>
          <p:nvPr/>
        </p:nvSpPr>
        <p:spPr>
          <a:xfrm>
            <a:off x="542880" y="1666800"/>
            <a:ext cx="5410440" cy="2791080"/>
          </a:xfrm>
          <a:custGeom>
            <a:avLst/>
            <a:gdLst/>
            <a:ahLst/>
            <a:rect l="0" t="0" r="r" b="b"/>
            <a:pathLst>
              <a:path w="15029" h="7753">
                <a:moveTo>
                  <a:pt x="0" y="75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7568"/>
                </a:lnTo>
                <a:cubicBezTo>
                  <a:pt x="15029" y="7580"/>
                  <a:pt x="15028" y="7592"/>
                  <a:pt x="15025" y="7604"/>
                </a:cubicBezTo>
                <a:cubicBezTo>
                  <a:pt x="15023" y="7616"/>
                  <a:pt x="15020" y="7627"/>
                  <a:pt x="15015" y="7639"/>
                </a:cubicBezTo>
                <a:cubicBezTo>
                  <a:pt x="15010" y="7650"/>
                  <a:pt x="15005" y="7661"/>
                  <a:pt x="14998" y="7671"/>
                </a:cubicBezTo>
                <a:cubicBezTo>
                  <a:pt x="14991" y="7681"/>
                  <a:pt x="14983" y="7690"/>
                  <a:pt x="14975" y="7699"/>
                </a:cubicBezTo>
                <a:cubicBezTo>
                  <a:pt x="14966" y="7707"/>
                  <a:pt x="14957" y="7715"/>
                  <a:pt x="14947" y="7722"/>
                </a:cubicBezTo>
                <a:cubicBezTo>
                  <a:pt x="14937" y="7729"/>
                  <a:pt x="14926" y="7734"/>
                  <a:pt x="14915" y="7739"/>
                </a:cubicBezTo>
                <a:cubicBezTo>
                  <a:pt x="14903" y="7744"/>
                  <a:pt x="14892" y="7747"/>
                  <a:pt x="14880" y="7749"/>
                </a:cubicBezTo>
                <a:cubicBezTo>
                  <a:pt x="14868" y="7752"/>
                  <a:pt x="14856" y="7753"/>
                  <a:pt x="14844" y="7753"/>
                </a:cubicBezTo>
                <a:lnTo>
                  <a:pt x="185" y="7753"/>
                </a:lnTo>
                <a:cubicBezTo>
                  <a:pt x="173" y="7753"/>
                  <a:pt x="161" y="7752"/>
                  <a:pt x="149" y="7749"/>
                </a:cubicBezTo>
                <a:cubicBezTo>
                  <a:pt x="137" y="7747"/>
                  <a:pt x="125" y="7744"/>
                  <a:pt x="114" y="7739"/>
                </a:cubicBezTo>
                <a:cubicBezTo>
                  <a:pt x="103" y="7734"/>
                  <a:pt x="92" y="7729"/>
                  <a:pt x="82" y="7722"/>
                </a:cubicBezTo>
                <a:cubicBezTo>
                  <a:pt x="72" y="7715"/>
                  <a:pt x="62" y="7707"/>
                  <a:pt x="54" y="7699"/>
                </a:cubicBezTo>
                <a:cubicBezTo>
                  <a:pt x="45" y="7690"/>
                  <a:pt x="38" y="7681"/>
                  <a:pt x="31" y="7671"/>
                </a:cubicBezTo>
                <a:cubicBezTo>
                  <a:pt x="24" y="7661"/>
                  <a:pt x="18" y="7650"/>
                  <a:pt x="14" y="7639"/>
                </a:cubicBezTo>
                <a:cubicBezTo>
                  <a:pt x="9" y="7627"/>
                  <a:pt x="6" y="7616"/>
                  <a:pt x="3" y="7604"/>
                </a:cubicBezTo>
                <a:cubicBezTo>
                  <a:pt x="1" y="7592"/>
                  <a:pt x="0" y="7580"/>
                  <a:pt x="0" y="7568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542880" y="1666800"/>
            <a:ext cx="5410440" cy="2791080"/>
          </a:xfrm>
          <a:custGeom>
            <a:avLst/>
            <a:gdLst/>
            <a:ahLst/>
            <a:rect l="0" t="0" r="r" b="b"/>
            <a:pathLst>
              <a:path w="15029" h="7753">
                <a:moveTo>
                  <a:pt x="0" y="75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7568"/>
                </a:lnTo>
                <a:cubicBezTo>
                  <a:pt x="15029" y="7580"/>
                  <a:pt x="15028" y="7592"/>
                  <a:pt x="15025" y="7604"/>
                </a:cubicBezTo>
                <a:cubicBezTo>
                  <a:pt x="15023" y="7616"/>
                  <a:pt x="15020" y="7627"/>
                  <a:pt x="15015" y="7639"/>
                </a:cubicBezTo>
                <a:cubicBezTo>
                  <a:pt x="15010" y="7650"/>
                  <a:pt x="15005" y="7661"/>
                  <a:pt x="14998" y="7671"/>
                </a:cubicBezTo>
                <a:cubicBezTo>
                  <a:pt x="14991" y="7681"/>
                  <a:pt x="14983" y="7690"/>
                  <a:pt x="14975" y="7699"/>
                </a:cubicBezTo>
                <a:cubicBezTo>
                  <a:pt x="14966" y="7707"/>
                  <a:pt x="14957" y="7715"/>
                  <a:pt x="14947" y="7722"/>
                </a:cubicBezTo>
                <a:cubicBezTo>
                  <a:pt x="14937" y="7729"/>
                  <a:pt x="14926" y="7734"/>
                  <a:pt x="14915" y="7739"/>
                </a:cubicBezTo>
                <a:cubicBezTo>
                  <a:pt x="14903" y="7744"/>
                  <a:pt x="14892" y="7747"/>
                  <a:pt x="14880" y="7749"/>
                </a:cubicBezTo>
                <a:cubicBezTo>
                  <a:pt x="14868" y="7752"/>
                  <a:pt x="14856" y="7753"/>
                  <a:pt x="14844" y="7753"/>
                </a:cubicBezTo>
                <a:lnTo>
                  <a:pt x="185" y="7753"/>
                </a:lnTo>
                <a:cubicBezTo>
                  <a:pt x="173" y="7753"/>
                  <a:pt x="161" y="7752"/>
                  <a:pt x="149" y="7749"/>
                </a:cubicBezTo>
                <a:cubicBezTo>
                  <a:pt x="137" y="7747"/>
                  <a:pt x="125" y="7744"/>
                  <a:pt x="114" y="7739"/>
                </a:cubicBezTo>
                <a:cubicBezTo>
                  <a:pt x="103" y="7734"/>
                  <a:pt x="92" y="7729"/>
                  <a:pt x="82" y="7722"/>
                </a:cubicBezTo>
                <a:cubicBezTo>
                  <a:pt x="72" y="7715"/>
                  <a:pt x="62" y="7707"/>
                  <a:pt x="54" y="7699"/>
                </a:cubicBezTo>
                <a:cubicBezTo>
                  <a:pt x="45" y="7690"/>
                  <a:pt x="38" y="7681"/>
                  <a:pt x="31" y="7671"/>
                </a:cubicBezTo>
                <a:cubicBezTo>
                  <a:pt x="24" y="7661"/>
                  <a:pt x="18" y="7650"/>
                  <a:pt x="14" y="7639"/>
                </a:cubicBezTo>
                <a:cubicBezTo>
                  <a:pt x="9" y="7627"/>
                  <a:pt x="6" y="7616"/>
                  <a:pt x="3" y="7604"/>
                </a:cubicBezTo>
                <a:cubicBezTo>
                  <a:pt x="1" y="7592"/>
                  <a:pt x="0" y="7580"/>
                  <a:pt x="0" y="7568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533520" y="924480"/>
            <a:ext cx="876168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の層の応答は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より小さく、残差学習の仮説を支持する。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809280" y="24573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0"/>
                  <a:pt x="263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762120" y="1848600"/>
            <a:ext cx="13341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残差の見方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809280" y="290484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1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059480" y="233640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多くの層は入力を大きく変える必要がない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1059480" y="2783880"/>
            <a:ext cx="46821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深い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ほど残差応答が小さい傾向があ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809280" y="370512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1"/>
                  <a:pt x="263" y="167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7"/>
                  <a:pt x="0" y="151"/>
                  <a:pt x="0" y="132"/>
                </a:cubicBezTo>
                <a:cubicBezTo>
                  <a:pt x="0" y="115"/>
                  <a:pt x="4" y="98"/>
                  <a:pt x="11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5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059480" y="3136320"/>
            <a:ext cx="2383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1059480" y="358416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恒等写像に近い振る舞いを許す構造が効い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6238800" y="1666800"/>
            <a:ext cx="5410440" cy="2791080"/>
          </a:xfrm>
          <a:custGeom>
            <a:avLst/>
            <a:gdLst/>
            <a:ahLst/>
            <a:rect l="0" t="0" r="r" b="b"/>
            <a:pathLst>
              <a:path w="15029" h="7753">
                <a:moveTo>
                  <a:pt x="0" y="75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7568"/>
                </a:lnTo>
                <a:cubicBezTo>
                  <a:pt x="15029" y="7580"/>
                  <a:pt x="15028" y="7592"/>
                  <a:pt x="15025" y="7604"/>
                </a:cubicBezTo>
                <a:cubicBezTo>
                  <a:pt x="15023" y="7616"/>
                  <a:pt x="15020" y="7627"/>
                  <a:pt x="15015" y="7639"/>
                </a:cubicBezTo>
                <a:cubicBezTo>
                  <a:pt x="15010" y="7650"/>
                  <a:pt x="15005" y="7661"/>
                  <a:pt x="14998" y="7671"/>
                </a:cubicBezTo>
                <a:cubicBezTo>
                  <a:pt x="14991" y="7681"/>
                  <a:pt x="14983" y="7690"/>
                  <a:pt x="14975" y="7699"/>
                </a:cubicBezTo>
                <a:cubicBezTo>
                  <a:pt x="14966" y="7707"/>
                  <a:pt x="14957" y="7715"/>
                  <a:pt x="14947" y="7722"/>
                </a:cubicBezTo>
                <a:cubicBezTo>
                  <a:pt x="14937" y="7729"/>
                  <a:pt x="14926" y="7734"/>
                  <a:pt x="14915" y="7739"/>
                </a:cubicBezTo>
                <a:cubicBezTo>
                  <a:pt x="14903" y="7744"/>
                  <a:pt x="14892" y="7747"/>
                  <a:pt x="14880" y="7749"/>
                </a:cubicBezTo>
                <a:cubicBezTo>
                  <a:pt x="14868" y="7752"/>
                  <a:pt x="14856" y="7753"/>
                  <a:pt x="14844" y="7753"/>
                </a:cubicBezTo>
                <a:lnTo>
                  <a:pt x="185" y="7753"/>
                </a:lnTo>
                <a:cubicBezTo>
                  <a:pt x="173" y="7753"/>
                  <a:pt x="161" y="7752"/>
                  <a:pt x="149" y="7749"/>
                </a:cubicBezTo>
                <a:cubicBezTo>
                  <a:pt x="137" y="7747"/>
                  <a:pt x="125" y="7744"/>
                  <a:pt x="114" y="7739"/>
                </a:cubicBezTo>
                <a:cubicBezTo>
                  <a:pt x="103" y="7734"/>
                  <a:pt x="92" y="7729"/>
                  <a:pt x="82" y="7722"/>
                </a:cubicBezTo>
                <a:cubicBezTo>
                  <a:pt x="72" y="7715"/>
                  <a:pt x="63" y="7707"/>
                  <a:pt x="54" y="7699"/>
                </a:cubicBezTo>
                <a:cubicBezTo>
                  <a:pt x="45" y="7690"/>
                  <a:pt x="38" y="7681"/>
                  <a:pt x="31" y="7671"/>
                </a:cubicBezTo>
                <a:cubicBezTo>
                  <a:pt x="24" y="7661"/>
                  <a:pt x="18" y="7650"/>
                  <a:pt x="14" y="7639"/>
                </a:cubicBezTo>
                <a:cubicBezTo>
                  <a:pt x="9" y="7627"/>
                  <a:pt x="6" y="7616"/>
                  <a:pt x="3" y="7604"/>
                </a:cubicBezTo>
                <a:cubicBezTo>
                  <a:pt x="1" y="7592"/>
                  <a:pt x="0" y="7580"/>
                  <a:pt x="0" y="75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6238800" y="1666800"/>
            <a:ext cx="5410440" cy="2791080"/>
          </a:xfrm>
          <a:custGeom>
            <a:avLst/>
            <a:gdLst/>
            <a:ahLst/>
            <a:rect l="0" t="0" r="r" b="b"/>
            <a:pathLst>
              <a:path w="15029" h="7753">
                <a:moveTo>
                  <a:pt x="0" y="75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7568"/>
                </a:lnTo>
                <a:cubicBezTo>
                  <a:pt x="15029" y="7580"/>
                  <a:pt x="15028" y="7592"/>
                  <a:pt x="15025" y="7604"/>
                </a:cubicBezTo>
                <a:cubicBezTo>
                  <a:pt x="15023" y="7616"/>
                  <a:pt x="15020" y="7627"/>
                  <a:pt x="15015" y="7639"/>
                </a:cubicBezTo>
                <a:cubicBezTo>
                  <a:pt x="15010" y="7650"/>
                  <a:pt x="15005" y="7661"/>
                  <a:pt x="14998" y="7671"/>
                </a:cubicBezTo>
                <a:cubicBezTo>
                  <a:pt x="14991" y="7681"/>
                  <a:pt x="14983" y="7690"/>
                  <a:pt x="14975" y="7699"/>
                </a:cubicBezTo>
                <a:cubicBezTo>
                  <a:pt x="14966" y="7707"/>
                  <a:pt x="14957" y="7715"/>
                  <a:pt x="14947" y="7722"/>
                </a:cubicBezTo>
                <a:cubicBezTo>
                  <a:pt x="14937" y="7729"/>
                  <a:pt x="14926" y="7734"/>
                  <a:pt x="14915" y="7739"/>
                </a:cubicBezTo>
                <a:cubicBezTo>
                  <a:pt x="14903" y="7744"/>
                  <a:pt x="14892" y="7747"/>
                  <a:pt x="14880" y="7749"/>
                </a:cubicBezTo>
                <a:cubicBezTo>
                  <a:pt x="14868" y="7752"/>
                  <a:pt x="14856" y="7753"/>
                  <a:pt x="14844" y="7753"/>
                </a:cubicBezTo>
                <a:lnTo>
                  <a:pt x="185" y="7753"/>
                </a:lnTo>
                <a:cubicBezTo>
                  <a:pt x="173" y="7753"/>
                  <a:pt x="161" y="7752"/>
                  <a:pt x="149" y="7749"/>
                </a:cubicBezTo>
                <a:cubicBezTo>
                  <a:pt x="137" y="7747"/>
                  <a:pt x="125" y="7744"/>
                  <a:pt x="114" y="7739"/>
                </a:cubicBezTo>
                <a:cubicBezTo>
                  <a:pt x="103" y="7734"/>
                  <a:pt x="92" y="7729"/>
                  <a:pt x="82" y="7722"/>
                </a:cubicBezTo>
                <a:cubicBezTo>
                  <a:pt x="72" y="7715"/>
                  <a:pt x="63" y="7707"/>
                  <a:pt x="54" y="7699"/>
                </a:cubicBezTo>
                <a:cubicBezTo>
                  <a:pt x="45" y="7690"/>
                  <a:pt x="38" y="7681"/>
                  <a:pt x="31" y="7671"/>
                </a:cubicBezTo>
                <a:cubicBezTo>
                  <a:pt x="24" y="7661"/>
                  <a:pt x="18" y="7650"/>
                  <a:pt x="14" y="7639"/>
                </a:cubicBezTo>
                <a:cubicBezTo>
                  <a:pt x="9" y="7627"/>
                  <a:pt x="6" y="7616"/>
                  <a:pt x="3" y="7604"/>
                </a:cubicBezTo>
                <a:cubicBezTo>
                  <a:pt x="1" y="7592"/>
                  <a:pt x="0" y="7580"/>
                  <a:pt x="0" y="7568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1059480" y="3936600"/>
            <a:ext cx="7138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ている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6505560" y="2457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6458040" y="1848600"/>
            <a:ext cx="8010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汎用性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6505560" y="2904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6755760" y="233640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分類だけでなく検出タスクでも効果を示す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6755760" y="2783880"/>
            <a:ext cx="48484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MS COCO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では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VGG-16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から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ResNet-101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への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6505560" y="37051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7"/>
                  <a:pt x="0" y="151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6755760" y="3136320"/>
            <a:ext cx="19026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置換で性能が向上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533160" y="4676760"/>
            <a:ext cx="11125440" cy="857520"/>
          </a:xfrm>
          <a:custGeom>
            <a:avLst/>
            <a:gdLst/>
            <a:ahLst/>
            <a:rect l="0" t="0" r="r" b="b"/>
            <a:pathLst>
              <a:path w="30904" h="2382">
                <a:moveTo>
                  <a:pt x="0" y="0"/>
                </a:moveTo>
                <a:lnTo>
                  <a:pt x="30904" y="0"/>
                </a:lnTo>
                <a:lnTo>
                  <a:pt x="30904" y="2382"/>
                </a:lnTo>
                <a:lnTo>
                  <a:pt x="0" y="2382"/>
                </a:lnTo>
                <a:lnTo>
                  <a:pt x="0" y="0"/>
                </a:lnTo>
                <a:close/>
              </a:path>
            </a:pathLst>
          </a:custGeom>
          <a:solidFill>
            <a:srgbClr val="f8f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521640" y="466524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6"/>
                </a:lnTo>
                <a:lnTo>
                  <a:pt x="508" y="116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6"/>
                </a:lnTo>
                <a:lnTo>
                  <a:pt x="772" y="116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6"/>
                </a:lnTo>
                <a:lnTo>
                  <a:pt x="1036" y="116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6"/>
                </a:lnTo>
                <a:lnTo>
                  <a:pt x="1300" y="116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6"/>
                </a:lnTo>
                <a:lnTo>
                  <a:pt x="1564" y="116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6"/>
                </a:lnTo>
                <a:lnTo>
                  <a:pt x="1828" y="116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6"/>
                </a:lnTo>
                <a:lnTo>
                  <a:pt x="2092" y="116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6"/>
                </a:lnTo>
                <a:lnTo>
                  <a:pt x="2356" y="116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6"/>
                </a:lnTo>
                <a:lnTo>
                  <a:pt x="2620" y="116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6"/>
                </a:lnTo>
                <a:lnTo>
                  <a:pt x="2884" y="116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6"/>
                </a:lnTo>
                <a:lnTo>
                  <a:pt x="3148" y="116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6"/>
                </a:lnTo>
                <a:lnTo>
                  <a:pt x="3412" y="116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6"/>
                </a:lnTo>
                <a:lnTo>
                  <a:pt x="3677" y="116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6"/>
                </a:lnTo>
                <a:lnTo>
                  <a:pt x="3941" y="116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6"/>
                </a:lnTo>
                <a:lnTo>
                  <a:pt x="4205" y="116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6"/>
                </a:lnTo>
                <a:lnTo>
                  <a:pt x="4469" y="116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6"/>
                </a:lnTo>
                <a:lnTo>
                  <a:pt x="4733" y="116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6"/>
                </a:lnTo>
                <a:lnTo>
                  <a:pt x="4997" y="116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6"/>
                </a:lnTo>
                <a:lnTo>
                  <a:pt x="5261" y="116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6"/>
                </a:lnTo>
                <a:lnTo>
                  <a:pt x="5525" y="116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6"/>
                </a:lnTo>
                <a:lnTo>
                  <a:pt x="5789" y="116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6"/>
                </a:lnTo>
                <a:lnTo>
                  <a:pt x="6053" y="116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6"/>
                </a:lnTo>
                <a:lnTo>
                  <a:pt x="6317" y="116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6"/>
                </a:lnTo>
                <a:lnTo>
                  <a:pt x="6581" y="116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6"/>
                </a:lnTo>
                <a:lnTo>
                  <a:pt x="6845" y="116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6"/>
                </a:lnTo>
                <a:lnTo>
                  <a:pt x="7109" y="116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6"/>
                </a:lnTo>
                <a:lnTo>
                  <a:pt x="7373" y="116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6"/>
                </a:lnTo>
                <a:lnTo>
                  <a:pt x="7637" y="116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6"/>
                </a:lnTo>
                <a:lnTo>
                  <a:pt x="7901" y="116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6"/>
                </a:lnTo>
                <a:lnTo>
                  <a:pt x="8165" y="116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6"/>
                </a:lnTo>
                <a:lnTo>
                  <a:pt x="8430" y="116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6"/>
                </a:lnTo>
                <a:lnTo>
                  <a:pt x="8694" y="116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6"/>
                </a:lnTo>
                <a:lnTo>
                  <a:pt x="8958" y="116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6"/>
                </a:lnTo>
                <a:lnTo>
                  <a:pt x="9222" y="116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6"/>
                </a:lnTo>
                <a:lnTo>
                  <a:pt x="9486" y="116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6"/>
                </a:lnTo>
                <a:lnTo>
                  <a:pt x="9750" y="116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6"/>
                </a:lnTo>
                <a:lnTo>
                  <a:pt x="10014" y="116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6"/>
                </a:lnTo>
                <a:lnTo>
                  <a:pt x="10278" y="116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6"/>
                </a:lnTo>
                <a:lnTo>
                  <a:pt x="10542" y="116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6"/>
                </a:lnTo>
                <a:lnTo>
                  <a:pt x="10806" y="116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6"/>
                </a:lnTo>
                <a:lnTo>
                  <a:pt x="11070" y="116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6"/>
                </a:lnTo>
                <a:lnTo>
                  <a:pt x="11334" y="116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6"/>
                </a:lnTo>
                <a:lnTo>
                  <a:pt x="11598" y="116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6"/>
                </a:lnTo>
                <a:lnTo>
                  <a:pt x="11862" y="116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6"/>
                </a:lnTo>
                <a:lnTo>
                  <a:pt x="12126" y="116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6"/>
                </a:lnTo>
                <a:lnTo>
                  <a:pt x="12390" y="116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6"/>
                </a:lnTo>
                <a:lnTo>
                  <a:pt x="12654" y="116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6"/>
                </a:lnTo>
                <a:lnTo>
                  <a:pt x="12918" y="116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6"/>
                </a:lnTo>
                <a:lnTo>
                  <a:pt x="13182" y="116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6"/>
                </a:lnTo>
                <a:lnTo>
                  <a:pt x="13447" y="116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6"/>
                </a:lnTo>
                <a:lnTo>
                  <a:pt x="13711" y="116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6"/>
                </a:lnTo>
                <a:lnTo>
                  <a:pt x="13975" y="116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6"/>
                </a:lnTo>
                <a:lnTo>
                  <a:pt x="14240" y="116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6"/>
                </a:lnTo>
                <a:lnTo>
                  <a:pt x="14504" y="116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6"/>
                </a:lnTo>
                <a:lnTo>
                  <a:pt x="14768" y="116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6"/>
                </a:lnTo>
                <a:lnTo>
                  <a:pt x="15032" y="116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6"/>
                </a:lnTo>
                <a:lnTo>
                  <a:pt x="15296" y="116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6"/>
                </a:lnTo>
                <a:lnTo>
                  <a:pt x="15560" y="116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6"/>
                </a:lnTo>
                <a:lnTo>
                  <a:pt x="15824" y="116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6"/>
                </a:lnTo>
                <a:lnTo>
                  <a:pt x="16088" y="116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6"/>
                </a:lnTo>
                <a:lnTo>
                  <a:pt x="16352" y="116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6"/>
                </a:lnTo>
                <a:lnTo>
                  <a:pt x="16616" y="116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6"/>
                </a:lnTo>
                <a:lnTo>
                  <a:pt x="16880" y="116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6"/>
                </a:lnTo>
                <a:lnTo>
                  <a:pt x="17144" y="116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6"/>
                </a:lnTo>
                <a:lnTo>
                  <a:pt x="17408" y="116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6"/>
                </a:lnTo>
                <a:lnTo>
                  <a:pt x="17672" y="116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6"/>
                </a:lnTo>
                <a:lnTo>
                  <a:pt x="17936" y="116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6"/>
                </a:lnTo>
                <a:lnTo>
                  <a:pt x="18201" y="116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6"/>
                </a:lnTo>
                <a:lnTo>
                  <a:pt x="18465" y="116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6"/>
                </a:lnTo>
                <a:lnTo>
                  <a:pt x="18729" y="116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6"/>
                </a:lnTo>
                <a:lnTo>
                  <a:pt x="18993" y="116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6"/>
                </a:lnTo>
                <a:lnTo>
                  <a:pt x="19257" y="116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6"/>
                </a:lnTo>
                <a:lnTo>
                  <a:pt x="19521" y="116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6"/>
                </a:lnTo>
                <a:lnTo>
                  <a:pt x="19785" y="116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6"/>
                </a:lnTo>
                <a:lnTo>
                  <a:pt x="20049" y="116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6"/>
                </a:lnTo>
                <a:lnTo>
                  <a:pt x="20313" y="116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6"/>
                </a:lnTo>
                <a:lnTo>
                  <a:pt x="20577" y="116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6"/>
                </a:lnTo>
                <a:lnTo>
                  <a:pt x="20841" y="116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6"/>
                </a:lnTo>
                <a:lnTo>
                  <a:pt x="21105" y="116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6"/>
                </a:lnTo>
                <a:lnTo>
                  <a:pt x="21369" y="116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6"/>
                </a:lnTo>
                <a:lnTo>
                  <a:pt x="21633" y="116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6"/>
                </a:lnTo>
                <a:lnTo>
                  <a:pt x="21897" y="116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6"/>
                </a:lnTo>
                <a:lnTo>
                  <a:pt x="22161" y="116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6"/>
                </a:lnTo>
                <a:lnTo>
                  <a:pt x="22425" y="116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6"/>
                </a:lnTo>
                <a:lnTo>
                  <a:pt x="22689" y="116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6"/>
                </a:lnTo>
                <a:lnTo>
                  <a:pt x="22953" y="116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6"/>
                </a:lnTo>
                <a:lnTo>
                  <a:pt x="23218" y="116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6"/>
                </a:lnTo>
                <a:lnTo>
                  <a:pt x="23482" y="116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6"/>
                </a:lnTo>
                <a:lnTo>
                  <a:pt x="23746" y="116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6"/>
                </a:lnTo>
                <a:lnTo>
                  <a:pt x="24010" y="116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6"/>
                </a:lnTo>
                <a:lnTo>
                  <a:pt x="24274" y="116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6"/>
                </a:lnTo>
                <a:lnTo>
                  <a:pt x="24538" y="116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6"/>
                </a:lnTo>
                <a:lnTo>
                  <a:pt x="24802" y="116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6"/>
                </a:lnTo>
                <a:lnTo>
                  <a:pt x="25066" y="116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6"/>
                </a:lnTo>
                <a:lnTo>
                  <a:pt x="25330" y="116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6"/>
                </a:lnTo>
                <a:lnTo>
                  <a:pt x="25594" y="116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6"/>
                </a:lnTo>
                <a:lnTo>
                  <a:pt x="25858" y="116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6"/>
                </a:lnTo>
                <a:lnTo>
                  <a:pt x="26122" y="116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6"/>
                </a:lnTo>
                <a:lnTo>
                  <a:pt x="26386" y="116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6"/>
                </a:lnTo>
                <a:lnTo>
                  <a:pt x="26650" y="116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6"/>
                </a:lnTo>
                <a:lnTo>
                  <a:pt x="26914" y="116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6"/>
                </a:lnTo>
                <a:lnTo>
                  <a:pt x="27178" y="116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6"/>
                </a:lnTo>
                <a:lnTo>
                  <a:pt x="27442" y="116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6"/>
                </a:lnTo>
                <a:lnTo>
                  <a:pt x="27706" y="116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6"/>
                </a:lnTo>
                <a:lnTo>
                  <a:pt x="27971" y="116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6"/>
                </a:lnTo>
                <a:lnTo>
                  <a:pt x="28235" y="116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6"/>
                </a:lnTo>
                <a:lnTo>
                  <a:pt x="28499" y="116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6"/>
                </a:lnTo>
                <a:lnTo>
                  <a:pt x="28763" y="116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6"/>
                </a:lnTo>
                <a:lnTo>
                  <a:pt x="29027" y="116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6"/>
                </a:lnTo>
                <a:lnTo>
                  <a:pt x="29291" y="116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6"/>
                </a:lnTo>
                <a:lnTo>
                  <a:pt x="29555" y="116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6"/>
                </a:lnTo>
                <a:lnTo>
                  <a:pt x="29819" y="116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6"/>
                </a:lnTo>
                <a:lnTo>
                  <a:pt x="30083" y="116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6"/>
                </a:lnTo>
                <a:lnTo>
                  <a:pt x="30347" y="116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2"/>
                  <a:pt x="30783" y="7"/>
                </a:cubicBezTo>
                <a:lnTo>
                  <a:pt x="30755" y="120"/>
                </a:lnTo>
                <a:cubicBezTo>
                  <a:pt x="30745" y="117"/>
                  <a:pt x="30735" y="116"/>
                  <a:pt x="30725" y="116"/>
                </a:cubicBezTo>
                <a:lnTo>
                  <a:pt x="30611" y="116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3"/>
                  <a:pt x="30968" y="179"/>
                  <a:pt x="30968" y="243"/>
                </a:cubicBezTo>
                <a:lnTo>
                  <a:pt x="30968" y="263"/>
                </a:lnTo>
                <a:lnTo>
                  <a:pt x="30852" y="263"/>
                </a:lnTo>
                <a:lnTo>
                  <a:pt x="30852" y="243"/>
                </a:lnTo>
                <a:cubicBezTo>
                  <a:pt x="30852" y="210"/>
                  <a:pt x="30840" y="181"/>
                  <a:pt x="30817" y="156"/>
                </a:cubicBezTo>
                <a:lnTo>
                  <a:pt x="30902" y="77"/>
                </a:lnTo>
                <a:moveTo>
                  <a:pt x="30968" y="368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8"/>
                </a:lnTo>
                <a:lnTo>
                  <a:pt x="30968" y="368"/>
                </a:lnTo>
                <a:moveTo>
                  <a:pt x="30968" y="634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4"/>
                </a:lnTo>
                <a:lnTo>
                  <a:pt x="30968" y="634"/>
                </a:lnTo>
                <a:moveTo>
                  <a:pt x="30968" y="898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8"/>
                </a:lnTo>
                <a:lnTo>
                  <a:pt x="30968" y="898"/>
                </a:lnTo>
                <a:moveTo>
                  <a:pt x="30968" y="1162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2"/>
                </a:lnTo>
                <a:lnTo>
                  <a:pt x="30968" y="1162"/>
                </a:lnTo>
                <a:moveTo>
                  <a:pt x="30968" y="1426"/>
                </a:moveTo>
                <a:lnTo>
                  <a:pt x="30968" y="1584"/>
                </a:lnTo>
                <a:lnTo>
                  <a:pt x="30852" y="1584"/>
                </a:lnTo>
                <a:lnTo>
                  <a:pt x="30852" y="1426"/>
                </a:lnTo>
                <a:lnTo>
                  <a:pt x="30968" y="1426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2"/>
                </a:moveTo>
                <a:cubicBezTo>
                  <a:pt x="30961" y="2297"/>
                  <a:pt x="30928" y="2356"/>
                  <a:pt x="30866" y="2400"/>
                </a:cubicBezTo>
                <a:lnTo>
                  <a:pt x="30799" y="2305"/>
                </a:lnTo>
                <a:cubicBezTo>
                  <a:pt x="30831" y="2283"/>
                  <a:pt x="30848" y="2252"/>
                  <a:pt x="30851" y="2212"/>
                </a:cubicBezTo>
                <a:lnTo>
                  <a:pt x="30967" y="2222"/>
                </a:lnTo>
                <a:moveTo>
                  <a:pt x="30736" y="2445"/>
                </a:moveTo>
                <a:cubicBezTo>
                  <a:pt x="30733" y="2445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29"/>
                </a:lnTo>
                <a:lnTo>
                  <a:pt x="30725" y="2329"/>
                </a:lnTo>
                <a:cubicBezTo>
                  <a:pt x="30727" y="2329"/>
                  <a:pt x="30729" y="2329"/>
                  <a:pt x="30731" y="2329"/>
                </a:cubicBezTo>
                <a:lnTo>
                  <a:pt x="30736" y="2445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29"/>
                </a:lnTo>
                <a:lnTo>
                  <a:pt x="30470" y="2329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29"/>
                </a:lnTo>
                <a:lnTo>
                  <a:pt x="30206" y="2329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29"/>
                </a:lnTo>
                <a:lnTo>
                  <a:pt x="29942" y="2329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29"/>
                </a:lnTo>
                <a:lnTo>
                  <a:pt x="29678" y="2329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29"/>
                </a:lnTo>
                <a:lnTo>
                  <a:pt x="29414" y="2329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29"/>
                </a:lnTo>
                <a:lnTo>
                  <a:pt x="29150" y="2329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29"/>
                </a:lnTo>
                <a:lnTo>
                  <a:pt x="28886" y="2329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29"/>
                </a:lnTo>
                <a:lnTo>
                  <a:pt x="28622" y="2329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29"/>
                </a:lnTo>
                <a:lnTo>
                  <a:pt x="28358" y="2329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29"/>
                </a:lnTo>
                <a:lnTo>
                  <a:pt x="28094" y="2329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29"/>
                </a:lnTo>
                <a:lnTo>
                  <a:pt x="27829" y="2329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29"/>
                </a:lnTo>
                <a:lnTo>
                  <a:pt x="27565" y="2329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29"/>
                </a:lnTo>
                <a:lnTo>
                  <a:pt x="27301" y="2329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29"/>
                </a:lnTo>
                <a:lnTo>
                  <a:pt x="27037" y="2329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29"/>
                </a:lnTo>
                <a:lnTo>
                  <a:pt x="26773" y="2329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29"/>
                </a:lnTo>
                <a:lnTo>
                  <a:pt x="26509" y="2329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29"/>
                </a:lnTo>
                <a:lnTo>
                  <a:pt x="26245" y="2329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29"/>
                </a:lnTo>
                <a:lnTo>
                  <a:pt x="25981" y="2329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29"/>
                </a:lnTo>
                <a:lnTo>
                  <a:pt x="25717" y="2329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29"/>
                </a:lnTo>
                <a:lnTo>
                  <a:pt x="25453" y="2329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29"/>
                </a:lnTo>
                <a:lnTo>
                  <a:pt x="25189" y="2329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29"/>
                </a:lnTo>
                <a:lnTo>
                  <a:pt x="24925" y="2329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29"/>
                </a:lnTo>
                <a:lnTo>
                  <a:pt x="24661" y="2329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29"/>
                </a:lnTo>
                <a:lnTo>
                  <a:pt x="24397" y="2329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29"/>
                </a:lnTo>
                <a:lnTo>
                  <a:pt x="24133" y="2329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29"/>
                </a:lnTo>
                <a:lnTo>
                  <a:pt x="23869" y="2329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29"/>
                </a:lnTo>
                <a:lnTo>
                  <a:pt x="23605" y="2329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29"/>
                </a:lnTo>
                <a:lnTo>
                  <a:pt x="23341" y="2329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29"/>
                </a:lnTo>
                <a:lnTo>
                  <a:pt x="23077" y="2329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29"/>
                </a:lnTo>
                <a:lnTo>
                  <a:pt x="22812" y="2329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29"/>
                </a:lnTo>
                <a:lnTo>
                  <a:pt x="22548" y="2329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29"/>
                </a:lnTo>
                <a:lnTo>
                  <a:pt x="22284" y="2329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29"/>
                </a:lnTo>
                <a:lnTo>
                  <a:pt x="22020" y="2329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29"/>
                </a:lnTo>
                <a:lnTo>
                  <a:pt x="21756" y="2329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29"/>
                </a:lnTo>
                <a:lnTo>
                  <a:pt x="21492" y="2329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29"/>
                </a:lnTo>
                <a:lnTo>
                  <a:pt x="21228" y="2329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29"/>
                </a:lnTo>
                <a:lnTo>
                  <a:pt x="20964" y="2329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29"/>
                </a:lnTo>
                <a:lnTo>
                  <a:pt x="20700" y="2329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29"/>
                </a:lnTo>
                <a:lnTo>
                  <a:pt x="20436" y="2329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29"/>
                </a:lnTo>
                <a:lnTo>
                  <a:pt x="20172" y="2329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29"/>
                </a:lnTo>
                <a:lnTo>
                  <a:pt x="19908" y="2329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29"/>
                </a:lnTo>
                <a:lnTo>
                  <a:pt x="19644" y="2329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29"/>
                </a:lnTo>
                <a:lnTo>
                  <a:pt x="19380" y="2329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29"/>
                </a:lnTo>
                <a:lnTo>
                  <a:pt x="19116" y="2329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29"/>
                </a:lnTo>
                <a:lnTo>
                  <a:pt x="18852" y="2329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29"/>
                </a:lnTo>
                <a:lnTo>
                  <a:pt x="18588" y="2329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29"/>
                </a:lnTo>
                <a:lnTo>
                  <a:pt x="18324" y="2329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29"/>
                </a:lnTo>
                <a:lnTo>
                  <a:pt x="18059" y="2329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29"/>
                </a:lnTo>
                <a:lnTo>
                  <a:pt x="17795" y="2329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29"/>
                </a:lnTo>
                <a:lnTo>
                  <a:pt x="17531" y="2329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29"/>
                </a:lnTo>
                <a:lnTo>
                  <a:pt x="17267" y="2329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29"/>
                </a:lnTo>
                <a:lnTo>
                  <a:pt x="17003" y="2329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29"/>
                </a:lnTo>
                <a:lnTo>
                  <a:pt x="16739" y="2329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29"/>
                </a:lnTo>
                <a:lnTo>
                  <a:pt x="16475" y="2329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29"/>
                </a:lnTo>
                <a:lnTo>
                  <a:pt x="16211" y="2329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29"/>
                </a:lnTo>
                <a:lnTo>
                  <a:pt x="15947" y="2329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29"/>
                </a:lnTo>
                <a:lnTo>
                  <a:pt x="15683" y="2329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29"/>
                </a:lnTo>
                <a:lnTo>
                  <a:pt x="15419" y="2329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29"/>
                </a:lnTo>
                <a:lnTo>
                  <a:pt x="15155" y="2329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29"/>
                </a:lnTo>
                <a:lnTo>
                  <a:pt x="14891" y="2329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29"/>
                </a:lnTo>
                <a:lnTo>
                  <a:pt x="14627" y="2329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29"/>
                </a:lnTo>
                <a:lnTo>
                  <a:pt x="14363" y="2329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29"/>
                </a:lnTo>
                <a:lnTo>
                  <a:pt x="14099" y="2329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29"/>
                </a:lnTo>
                <a:lnTo>
                  <a:pt x="13834" y="2329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29"/>
                </a:lnTo>
                <a:lnTo>
                  <a:pt x="13570" y="2329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29"/>
                </a:lnTo>
                <a:lnTo>
                  <a:pt x="13306" y="2329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29"/>
                </a:lnTo>
                <a:lnTo>
                  <a:pt x="13041" y="2329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29"/>
                </a:lnTo>
                <a:lnTo>
                  <a:pt x="12777" y="2329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29"/>
                </a:lnTo>
                <a:lnTo>
                  <a:pt x="12513" y="2329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29"/>
                </a:lnTo>
                <a:lnTo>
                  <a:pt x="12249" y="2329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29"/>
                </a:lnTo>
                <a:lnTo>
                  <a:pt x="11985" y="2329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29"/>
                </a:lnTo>
                <a:lnTo>
                  <a:pt x="11721" y="2329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29"/>
                </a:lnTo>
                <a:lnTo>
                  <a:pt x="11457" y="2329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29"/>
                </a:lnTo>
                <a:lnTo>
                  <a:pt x="11193" y="2329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29"/>
                </a:lnTo>
                <a:lnTo>
                  <a:pt x="10929" y="2329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29"/>
                </a:lnTo>
                <a:lnTo>
                  <a:pt x="10665" y="2329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29"/>
                </a:lnTo>
                <a:lnTo>
                  <a:pt x="10401" y="2329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29"/>
                </a:lnTo>
                <a:lnTo>
                  <a:pt x="10137" y="2329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29"/>
                </a:lnTo>
                <a:lnTo>
                  <a:pt x="9873" y="2329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29"/>
                </a:lnTo>
                <a:lnTo>
                  <a:pt x="9609" y="2329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29"/>
                </a:lnTo>
                <a:lnTo>
                  <a:pt x="9345" y="2329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29"/>
                </a:lnTo>
                <a:lnTo>
                  <a:pt x="9081" y="2329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29"/>
                </a:lnTo>
                <a:lnTo>
                  <a:pt x="8817" y="2329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29"/>
                </a:lnTo>
                <a:lnTo>
                  <a:pt x="8553" y="2329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29"/>
                </a:lnTo>
                <a:lnTo>
                  <a:pt x="8288" y="2329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29"/>
                </a:lnTo>
                <a:lnTo>
                  <a:pt x="8024" y="2329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29"/>
                </a:lnTo>
                <a:lnTo>
                  <a:pt x="7760" y="2329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29"/>
                </a:lnTo>
                <a:lnTo>
                  <a:pt x="7496" y="2329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29"/>
                </a:lnTo>
                <a:lnTo>
                  <a:pt x="7232" y="2329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29"/>
                </a:lnTo>
                <a:lnTo>
                  <a:pt x="6968" y="2329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29"/>
                </a:lnTo>
                <a:lnTo>
                  <a:pt x="6704" y="2329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29"/>
                </a:lnTo>
                <a:lnTo>
                  <a:pt x="6440" y="2329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29"/>
                </a:lnTo>
                <a:lnTo>
                  <a:pt x="6176" y="2329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29"/>
                </a:lnTo>
                <a:lnTo>
                  <a:pt x="5912" y="2329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29"/>
                </a:lnTo>
                <a:lnTo>
                  <a:pt x="5648" y="2329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29"/>
                </a:lnTo>
                <a:lnTo>
                  <a:pt x="5384" y="2329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29"/>
                </a:lnTo>
                <a:lnTo>
                  <a:pt x="5120" y="2329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29"/>
                </a:lnTo>
                <a:lnTo>
                  <a:pt x="4856" y="2329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29"/>
                </a:lnTo>
                <a:lnTo>
                  <a:pt x="4592" y="2329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29"/>
                </a:lnTo>
                <a:lnTo>
                  <a:pt x="4328" y="2329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29"/>
                </a:lnTo>
                <a:lnTo>
                  <a:pt x="4064" y="2329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29"/>
                </a:lnTo>
                <a:lnTo>
                  <a:pt x="3800" y="2329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29"/>
                </a:lnTo>
                <a:lnTo>
                  <a:pt x="3536" y="2329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29"/>
                </a:lnTo>
                <a:lnTo>
                  <a:pt x="3271" y="2329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29"/>
                </a:lnTo>
                <a:lnTo>
                  <a:pt x="3007" y="2329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29"/>
                </a:lnTo>
                <a:lnTo>
                  <a:pt x="2743" y="2329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29"/>
                </a:lnTo>
                <a:lnTo>
                  <a:pt x="2479" y="2329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29"/>
                </a:lnTo>
                <a:lnTo>
                  <a:pt x="2215" y="2329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29"/>
                </a:lnTo>
                <a:lnTo>
                  <a:pt x="1951" y="2329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29"/>
                </a:lnTo>
                <a:lnTo>
                  <a:pt x="1687" y="2329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29"/>
                </a:lnTo>
                <a:lnTo>
                  <a:pt x="1423" y="2329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29"/>
                </a:lnTo>
                <a:lnTo>
                  <a:pt x="1159" y="2329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29"/>
                </a:lnTo>
                <a:lnTo>
                  <a:pt x="895" y="2329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29"/>
                </a:lnTo>
                <a:lnTo>
                  <a:pt x="631" y="2329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4"/>
                  <a:pt x="198" y="2441"/>
                </a:cubicBezTo>
                <a:lnTo>
                  <a:pt x="220" y="2327"/>
                </a:lnTo>
                <a:cubicBezTo>
                  <a:pt x="228" y="2328"/>
                  <a:pt x="236" y="2329"/>
                  <a:pt x="244" y="2329"/>
                </a:cubicBezTo>
                <a:lnTo>
                  <a:pt x="367" y="2329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1"/>
                  <a:pt x="0" y="2202"/>
                </a:cubicBezTo>
                <a:lnTo>
                  <a:pt x="0" y="2191"/>
                </a:lnTo>
                <a:lnTo>
                  <a:pt x="117" y="2191"/>
                </a:lnTo>
                <a:lnTo>
                  <a:pt x="117" y="2202"/>
                </a:lnTo>
                <a:cubicBezTo>
                  <a:pt x="117" y="2238"/>
                  <a:pt x="130" y="2269"/>
                  <a:pt x="156" y="2294"/>
                </a:cubicBezTo>
                <a:lnTo>
                  <a:pt x="75" y="2378"/>
                </a:lnTo>
                <a:moveTo>
                  <a:pt x="0" y="2086"/>
                </a:moveTo>
                <a:lnTo>
                  <a:pt x="0" y="1927"/>
                </a:lnTo>
                <a:lnTo>
                  <a:pt x="117" y="1927"/>
                </a:lnTo>
                <a:lnTo>
                  <a:pt x="117" y="2086"/>
                </a:lnTo>
                <a:lnTo>
                  <a:pt x="0" y="2086"/>
                </a:lnTo>
                <a:moveTo>
                  <a:pt x="0" y="1822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2"/>
                </a:lnTo>
                <a:lnTo>
                  <a:pt x="0" y="1822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30"/>
                </a:moveTo>
                <a:lnTo>
                  <a:pt x="0" y="871"/>
                </a:lnTo>
                <a:lnTo>
                  <a:pt x="117" y="871"/>
                </a:lnTo>
                <a:lnTo>
                  <a:pt x="117" y="1030"/>
                </a:lnTo>
                <a:lnTo>
                  <a:pt x="0" y="1030"/>
                </a:lnTo>
                <a:moveTo>
                  <a:pt x="0" y="766"/>
                </a:moveTo>
                <a:lnTo>
                  <a:pt x="0" y="607"/>
                </a:lnTo>
                <a:lnTo>
                  <a:pt x="117" y="607"/>
                </a:lnTo>
                <a:lnTo>
                  <a:pt x="117" y="766"/>
                </a:lnTo>
                <a:lnTo>
                  <a:pt x="0" y="766"/>
                </a:lnTo>
                <a:moveTo>
                  <a:pt x="0" y="502"/>
                </a:moveTo>
                <a:lnTo>
                  <a:pt x="0" y="342"/>
                </a:lnTo>
                <a:lnTo>
                  <a:pt x="117" y="342"/>
                </a:lnTo>
                <a:lnTo>
                  <a:pt x="117" y="502"/>
                </a:lnTo>
                <a:lnTo>
                  <a:pt x="0" y="502"/>
                </a:lnTo>
                <a:moveTo>
                  <a:pt x="1" y="235"/>
                </a:moveTo>
                <a:cubicBezTo>
                  <a:pt x="3" y="160"/>
                  <a:pt x="34" y="99"/>
                  <a:pt x="92" y="53"/>
                </a:cubicBezTo>
                <a:lnTo>
                  <a:pt x="165" y="144"/>
                </a:lnTo>
                <a:cubicBezTo>
                  <a:pt x="134" y="168"/>
                  <a:pt x="118" y="200"/>
                  <a:pt x="117" y="239"/>
                </a:cubicBezTo>
                <a:lnTo>
                  <a:pt x="1" y="235"/>
                </a:lnTo>
                <a:moveTo>
                  <a:pt x="221" y="1"/>
                </a:moveTo>
                <a:cubicBezTo>
                  <a:pt x="228" y="0"/>
                  <a:pt x="236" y="0"/>
                  <a:pt x="244" y="0"/>
                </a:cubicBezTo>
                <a:lnTo>
                  <a:pt x="403" y="0"/>
                </a:lnTo>
                <a:lnTo>
                  <a:pt x="403" y="116"/>
                </a:lnTo>
                <a:lnTo>
                  <a:pt x="244" y="116"/>
                </a:lnTo>
                <a:cubicBezTo>
                  <a:pt x="240" y="116"/>
                  <a:pt x="236" y="116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521640" y="466524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6"/>
                </a:lnTo>
                <a:lnTo>
                  <a:pt x="508" y="116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6"/>
                </a:lnTo>
                <a:lnTo>
                  <a:pt x="772" y="116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6"/>
                </a:lnTo>
                <a:lnTo>
                  <a:pt x="1036" y="116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6"/>
                </a:lnTo>
                <a:lnTo>
                  <a:pt x="1300" y="116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6"/>
                </a:lnTo>
                <a:lnTo>
                  <a:pt x="1564" y="116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6"/>
                </a:lnTo>
                <a:lnTo>
                  <a:pt x="1828" y="116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6"/>
                </a:lnTo>
                <a:lnTo>
                  <a:pt x="2092" y="116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6"/>
                </a:lnTo>
                <a:lnTo>
                  <a:pt x="2356" y="116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6"/>
                </a:lnTo>
                <a:lnTo>
                  <a:pt x="2620" y="116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6"/>
                </a:lnTo>
                <a:lnTo>
                  <a:pt x="2884" y="116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6"/>
                </a:lnTo>
                <a:lnTo>
                  <a:pt x="3148" y="116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6"/>
                </a:lnTo>
                <a:lnTo>
                  <a:pt x="3412" y="116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6"/>
                </a:lnTo>
                <a:lnTo>
                  <a:pt x="3677" y="116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6"/>
                </a:lnTo>
                <a:lnTo>
                  <a:pt x="3941" y="116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6"/>
                </a:lnTo>
                <a:lnTo>
                  <a:pt x="4205" y="116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6"/>
                </a:lnTo>
                <a:lnTo>
                  <a:pt x="4469" y="116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6"/>
                </a:lnTo>
                <a:lnTo>
                  <a:pt x="4733" y="116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6"/>
                </a:lnTo>
                <a:lnTo>
                  <a:pt x="4997" y="116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6"/>
                </a:lnTo>
                <a:lnTo>
                  <a:pt x="5261" y="116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6"/>
                </a:lnTo>
                <a:lnTo>
                  <a:pt x="5525" y="116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6"/>
                </a:lnTo>
                <a:lnTo>
                  <a:pt x="5789" y="116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6"/>
                </a:lnTo>
                <a:lnTo>
                  <a:pt x="6053" y="116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6"/>
                </a:lnTo>
                <a:lnTo>
                  <a:pt x="6317" y="116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6"/>
                </a:lnTo>
                <a:lnTo>
                  <a:pt x="6581" y="116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6"/>
                </a:lnTo>
                <a:lnTo>
                  <a:pt x="6845" y="116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6"/>
                </a:lnTo>
                <a:lnTo>
                  <a:pt x="7109" y="116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6"/>
                </a:lnTo>
                <a:lnTo>
                  <a:pt x="7373" y="116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6"/>
                </a:lnTo>
                <a:lnTo>
                  <a:pt x="7637" y="116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6"/>
                </a:lnTo>
                <a:lnTo>
                  <a:pt x="7901" y="116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6"/>
                </a:lnTo>
                <a:lnTo>
                  <a:pt x="8165" y="116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6"/>
                </a:lnTo>
                <a:lnTo>
                  <a:pt x="8430" y="116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6"/>
                </a:lnTo>
                <a:lnTo>
                  <a:pt x="8694" y="116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6"/>
                </a:lnTo>
                <a:lnTo>
                  <a:pt x="8958" y="116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6"/>
                </a:lnTo>
                <a:lnTo>
                  <a:pt x="9222" y="116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6"/>
                </a:lnTo>
                <a:lnTo>
                  <a:pt x="9486" y="116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6"/>
                </a:lnTo>
                <a:lnTo>
                  <a:pt x="9750" y="116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6"/>
                </a:lnTo>
                <a:lnTo>
                  <a:pt x="10014" y="116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6"/>
                </a:lnTo>
                <a:lnTo>
                  <a:pt x="10278" y="116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6"/>
                </a:lnTo>
                <a:lnTo>
                  <a:pt x="10542" y="116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6"/>
                </a:lnTo>
                <a:lnTo>
                  <a:pt x="10806" y="116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6"/>
                </a:lnTo>
                <a:lnTo>
                  <a:pt x="11070" y="116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6"/>
                </a:lnTo>
                <a:lnTo>
                  <a:pt x="11334" y="116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6"/>
                </a:lnTo>
                <a:lnTo>
                  <a:pt x="11598" y="116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6"/>
                </a:lnTo>
                <a:lnTo>
                  <a:pt x="11862" y="116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6"/>
                </a:lnTo>
                <a:lnTo>
                  <a:pt x="12126" y="116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6"/>
                </a:lnTo>
                <a:lnTo>
                  <a:pt x="12390" y="116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6"/>
                </a:lnTo>
                <a:lnTo>
                  <a:pt x="12654" y="116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6"/>
                </a:lnTo>
                <a:lnTo>
                  <a:pt x="12918" y="116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6"/>
                </a:lnTo>
                <a:lnTo>
                  <a:pt x="13182" y="116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6"/>
                </a:lnTo>
                <a:lnTo>
                  <a:pt x="13447" y="116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6"/>
                </a:lnTo>
                <a:lnTo>
                  <a:pt x="13711" y="116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6"/>
                </a:lnTo>
                <a:lnTo>
                  <a:pt x="13975" y="116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6"/>
                </a:lnTo>
                <a:lnTo>
                  <a:pt x="14240" y="116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6"/>
                </a:lnTo>
                <a:lnTo>
                  <a:pt x="14504" y="116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6"/>
                </a:lnTo>
                <a:lnTo>
                  <a:pt x="14768" y="116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6"/>
                </a:lnTo>
                <a:lnTo>
                  <a:pt x="15032" y="116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6"/>
                </a:lnTo>
                <a:lnTo>
                  <a:pt x="15296" y="116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6"/>
                </a:lnTo>
                <a:lnTo>
                  <a:pt x="15560" y="116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6"/>
                </a:lnTo>
                <a:lnTo>
                  <a:pt x="15824" y="116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6"/>
                </a:lnTo>
                <a:lnTo>
                  <a:pt x="16088" y="116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6"/>
                </a:lnTo>
                <a:lnTo>
                  <a:pt x="16352" y="116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6"/>
                </a:lnTo>
                <a:lnTo>
                  <a:pt x="16616" y="116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6"/>
                </a:lnTo>
                <a:lnTo>
                  <a:pt x="16880" y="116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6"/>
                </a:lnTo>
                <a:lnTo>
                  <a:pt x="17144" y="116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6"/>
                </a:lnTo>
                <a:lnTo>
                  <a:pt x="17408" y="116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6"/>
                </a:lnTo>
                <a:lnTo>
                  <a:pt x="17672" y="116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6"/>
                </a:lnTo>
                <a:lnTo>
                  <a:pt x="17936" y="116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6"/>
                </a:lnTo>
                <a:lnTo>
                  <a:pt x="18201" y="116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6"/>
                </a:lnTo>
                <a:lnTo>
                  <a:pt x="18465" y="116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6"/>
                </a:lnTo>
                <a:lnTo>
                  <a:pt x="18729" y="116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6"/>
                </a:lnTo>
                <a:lnTo>
                  <a:pt x="18993" y="116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6"/>
                </a:lnTo>
                <a:lnTo>
                  <a:pt x="19257" y="116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6"/>
                </a:lnTo>
                <a:lnTo>
                  <a:pt x="19521" y="116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6"/>
                </a:lnTo>
                <a:lnTo>
                  <a:pt x="19785" y="116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6"/>
                </a:lnTo>
                <a:lnTo>
                  <a:pt x="20049" y="116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6"/>
                </a:lnTo>
                <a:lnTo>
                  <a:pt x="20313" y="116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6"/>
                </a:lnTo>
                <a:lnTo>
                  <a:pt x="20577" y="116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6"/>
                </a:lnTo>
                <a:lnTo>
                  <a:pt x="20841" y="116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6"/>
                </a:lnTo>
                <a:lnTo>
                  <a:pt x="21105" y="116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6"/>
                </a:lnTo>
                <a:lnTo>
                  <a:pt x="21369" y="116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6"/>
                </a:lnTo>
                <a:lnTo>
                  <a:pt x="21633" y="116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6"/>
                </a:lnTo>
                <a:lnTo>
                  <a:pt x="21897" y="116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6"/>
                </a:lnTo>
                <a:lnTo>
                  <a:pt x="22161" y="116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6"/>
                </a:lnTo>
                <a:lnTo>
                  <a:pt x="22425" y="116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6"/>
                </a:lnTo>
                <a:lnTo>
                  <a:pt x="22689" y="116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6"/>
                </a:lnTo>
                <a:lnTo>
                  <a:pt x="22953" y="116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6"/>
                </a:lnTo>
                <a:lnTo>
                  <a:pt x="23218" y="116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6"/>
                </a:lnTo>
                <a:lnTo>
                  <a:pt x="23482" y="116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6"/>
                </a:lnTo>
                <a:lnTo>
                  <a:pt x="23746" y="116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6"/>
                </a:lnTo>
                <a:lnTo>
                  <a:pt x="24010" y="116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6"/>
                </a:lnTo>
                <a:lnTo>
                  <a:pt x="24274" y="116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6"/>
                </a:lnTo>
                <a:lnTo>
                  <a:pt x="24538" y="116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6"/>
                </a:lnTo>
                <a:lnTo>
                  <a:pt x="24802" y="116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6"/>
                </a:lnTo>
                <a:lnTo>
                  <a:pt x="25066" y="116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6"/>
                </a:lnTo>
                <a:lnTo>
                  <a:pt x="25330" y="116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6"/>
                </a:lnTo>
                <a:lnTo>
                  <a:pt x="25594" y="116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6"/>
                </a:lnTo>
                <a:lnTo>
                  <a:pt x="25858" y="116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6"/>
                </a:lnTo>
                <a:lnTo>
                  <a:pt x="26122" y="116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6"/>
                </a:lnTo>
                <a:lnTo>
                  <a:pt x="26386" y="116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6"/>
                </a:lnTo>
                <a:lnTo>
                  <a:pt x="26650" y="116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6"/>
                </a:lnTo>
                <a:lnTo>
                  <a:pt x="26914" y="116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6"/>
                </a:lnTo>
                <a:lnTo>
                  <a:pt x="27178" y="116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6"/>
                </a:lnTo>
                <a:lnTo>
                  <a:pt x="27442" y="116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6"/>
                </a:lnTo>
                <a:lnTo>
                  <a:pt x="27706" y="116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6"/>
                </a:lnTo>
                <a:lnTo>
                  <a:pt x="27971" y="116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6"/>
                </a:lnTo>
                <a:lnTo>
                  <a:pt x="28235" y="116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6"/>
                </a:lnTo>
                <a:lnTo>
                  <a:pt x="28499" y="116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6"/>
                </a:lnTo>
                <a:lnTo>
                  <a:pt x="28763" y="116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6"/>
                </a:lnTo>
                <a:lnTo>
                  <a:pt x="29027" y="116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6"/>
                </a:lnTo>
                <a:lnTo>
                  <a:pt x="29291" y="116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6"/>
                </a:lnTo>
                <a:lnTo>
                  <a:pt x="29555" y="116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6"/>
                </a:lnTo>
                <a:lnTo>
                  <a:pt x="29819" y="116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6"/>
                </a:lnTo>
                <a:lnTo>
                  <a:pt x="30083" y="116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6"/>
                </a:lnTo>
                <a:lnTo>
                  <a:pt x="30347" y="116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2"/>
                  <a:pt x="30783" y="7"/>
                </a:cubicBezTo>
                <a:lnTo>
                  <a:pt x="30755" y="120"/>
                </a:lnTo>
                <a:cubicBezTo>
                  <a:pt x="30745" y="117"/>
                  <a:pt x="30735" y="116"/>
                  <a:pt x="30725" y="116"/>
                </a:cubicBezTo>
                <a:lnTo>
                  <a:pt x="30611" y="116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3"/>
                  <a:pt x="30968" y="179"/>
                  <a:pt x="30968" y="243"/>
                </a:cubicBezTo>
                <a:lnTo>
                  <a:pt x="30968" y="263"/>
                </a:lnTo>
                <a:lnTo>
                  <a:pt x="30852" y="263"/>
                </a:lnTo>
                <a:lnTo>
                  <a:pt x="30852" y="243"/>
                </a:lnTo>
                <a:cubicBezTo>
                  <a:pt x="30852" y="210"/>
                  <a:pt x="30840" y="181"/>
                  <a:pt x="30817" y="156"/>
                </a:cubicBezTo>
                <a:lnTo>
                  <a:pt x="30902" y="77"/>
                </a:lnTo>
                <a:moveTo>
                  <a:pt x="30968" y="368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8"/>
                </a:lnTo>
                <a:lnTo>
                  <a:pt x="30968" y="368"/>
                </a:lnTo>
                <a:moveTo>
                  <a:pt x="30968" y="634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4"/>
                </a:lnTo>
                <a:lnTo>
                  <a:pt x="30968" y="634"/>
                </a:lnTo>
                <a:moveTo>
                  <a:pt x="30968" y="898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8"/>
                </a:lnTo>
                <a:lnTo>
                  <a:pt x="30968" y="898"/>
                </a:lnTo>
                <a:moveTo>
                  <a:pt x="30968" y="1162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2"/>
                </a:lnTo>
                <a:lnTo>
                  <a:pt x="30968" y="1162"/>
                </a:lnTo>
                <a:moveTo>
                  <a:pt x="30968" y="1426"/>
                </a:moveTo>
                <a:lnTo>
                  <a:pt x="30968" y="1584"/>
                </a:lnTo>
                <a:lnTo>
                  <a:pt x="30852" y="1584"/>
                </a:lnTo>
                <a:lnTo>
                  <a:pt x="30852" y="1426"/>
                </a:lnTo>
                <a:lnTo>
                  <a:pt x="30968" y="1426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2"/>
                </a:moveTo>
                <a:cubicBezTo>
                  <a:pt x="30961" y="2297"/>
                  <a:pt x="30928" y="2356"/>
                  <a:pt x="30866" y="2400"/>
                </a:cubicBezTo>
                <a:lnTo>
                  <a:pt x="30799" y="2305"/>
                </a:lnTo>
                <a:cubicBezTo>
                  <a:pt x="30831" y="2283"/>
                  <a:pt x="30848" y="2252"/>
                  <a:pt x="30851" y="2212"/>
                </a:cubicBezTo>
                <a:lnTo>
                  <a:pt x="30967" y="2222"/>
                </a:lnTo>
                <a:moveTo>
                  <a:pt x="30736" y="2445"/>
                </a:moveTo>
                <a:cubicBezTo>
                  <a:pt x="30733" y="2445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29"/>
                </a:lnTo>
                <a:lnTo>
                  <a:pt x="30725" y="2329"/>
                </a:lnTo>
                <a:cubicBezTo>
                  <a:pt x="30727" y="2329"/>
                  <a:pt x="30729" y="2329"/>
                  <a:pt x="30731" y="2329"/>
                </a:cubicBezTo>
                <a:lnTo>
                  <a:pt x="30736" y="2445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29"/>
                </a:lnTo>
                <a:lnTo>
                  <a:pt x="30470" y="2329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29"/>
                </a:lnTo>
                <a:lnTo>
                  <a:pt x="30206" y="2329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29"/>
                </a:lnTo>
                <a:lnTo>
                  <a:pt x="29942" y="2329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29"/>
                </a:lnTo>
                <a:lnTo>
                  <a:pt x="29678" y="2329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29"/>
                </a:lnTo>
                <a:lnTo>
                  <a:pt x="29414" y="2329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29"/>
                </a:lnTo>
                <a:lnTo>
                  <a:pt x="29150" y="2329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29"/>
                </a:lnTo>
                <a:lnTo>
                  <a:pt x="28886" y="2329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29"/>
                </a:lnTo>
                <a:lnTo>
                  <a:pt x="28622" y="2329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29"/>
                </a:lnTo>
                <a:lnTo>
                  <a:pt x="28358" y="2329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29"/>
                </a:lnTo>
                <a:lnTo>
                  <a:pt x="28094" y="2329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29"/>
                </a:lnTo>
                <a:lnTo>
                  <a:pt x="27829" y="2329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29"/>
                </a:lnTo>
                <a:lnTo>
                  <a:pt x="27565" y="2329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29"/>
                </a:lnTo>
                <a:lnTo>
                  <a:pt x="27301" y="2329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29"/>
                </a:lnTo>
                <a:lnTo>
                  <a:pt x="27037" y="2329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29"/>
                </a:lnTo>
                <a:lnTo>
                  <a:pt x="26773" y="2329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29"/>
                </a:lnTo>
                <a:lnTo>
                  <a:pt x="26509" y="2329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29"/>
                </a:lnTo>
                <a:lnTo>
                  <a:pt x="26245" y="2329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29"/>
                </a:lnTo>
                <a:lnTo>
                  <a:pt x="25981" y="2329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29"/>
                </a:lnTo>
                <a:lnTo>
                  <a:pt x="25717" y="2329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29"/>
                </a:lnTo>
                <a:lnTo>
                  <a:pt x="25453" y="2329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29"/>
                </a:lnTo>
                <a:lnTo>
                  <a:pt x="25189" y="2329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29"/>
                </a:lnTo>
                <a:lnTo>
                  <a:pt x="24925" y="2329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29"/>
                </a:lnTo>
                <a:lnTo>
                  <a:pt x="24661" y="2329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29"/>
                </a:lnTo>
                <a:lnTo>
                  <a:pt x="24397" y="2329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29"/>
                </a:lnTo>
                <a:lnTo>
                  <a:pt x="24133" y="2329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29"/>
                </a:lnTo>
                <a:lnTo>
                  <a:pt x="23869" y="2329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29"/>
                </a:lnTo>
                <a:lnTo>
                  <a:pt x="23605" y="2329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29"/>
                </a:lnTo>
                <a:lnTo>
                  <a:pt x="23341" y="2329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29"/>
                </a:lnTo>
                <a:lnTo>
                  <a:pt x="23077" y="2329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29"/>
                </a:lnTo>
                <a:lnTo>
                  <a:pt x="22812" y="2329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29"/>
                </a:lnTo>
                <a:lnTo>
                  <a:pt x="22548" y="2329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29"/>
                </a:lnTo>
                <a:lnTo>
                  <a:pt x="22284" y="2329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29"/>
                </a:lnTo>
                <a:lnTo>
                  <a:pt x="22020" y="2329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29"/>
                </a:lnTo>
                <a:lnTo>
                  <a:pt x="21756" y="2329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29"/>
                </a:lnTo>
                <a:lnTo>
                  <a:pt x="21492" y="2329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29"/>
                </a:lnTo>
                <a:lnTo>
                  <a:pt x="21228" y="2329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29"/>
                </a:lnTo>
                <a:lnTo>
                  <a:pt x="20964" y="2329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29"/>
                </a:lnTo>
                <a:lnTo>
                  <a:pt x="20700" y="2329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29"/>
                </a:lnTo>
                <a:lnTo>
                  <a:pt x="20436" y="2329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29"/>
                </a:lnTo>
                <a:lnTo>
                  <a:pt x="20172" y="2329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29"/>
                </a:lnTo>
                <a:lnTo>
                  <a:pt x="19908" y="2329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29"/>
                </a:lnTo>
                <a:lnTo>
                  <a:pt x="19644" y="2329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29"/>
                </a:lnTo>
                <a:lnTo>
                  <a:pt x="19380" y="2329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29"/>
                </a:lnTo>
                <a:lnTo>
                  <a:pt x="19116" y="2329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29"/>
                </a:lnTo>
                <a:lnTo>
                  <a:pt x="18852" y="2329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29"/>
                </a:lnTo>
                <a:lnTo>
                  <a:pt x="18588" y="2329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29"/>
                </a:lnTo>
                <a:lnTo>
                  <a:pt x="18324" y="2329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29"/>
                </a:lnTo>
                <a:lnTo>
                  <a:pt x="18059" y="2329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29"/>
                </a:lnTo>
                <a:lnTo>
                  <a:pt x="17795" y="2329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29"/>
                </a:lnTo>
                <a:lnTo>
                  <a:pt x="17531" y="2329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29"/>
                </a:lnTo>
                <a:lnTo>
                  <a:pt x="17267" y="2329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29"/>
                </a:lnTo>
                <a:lnTo>
                  <a:pt x="17003" y="2329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29"/>
                </a:lnTo>
                <a:lnTo>
                  <a:pt x="16739" y="2329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29"/>
                </a:lnTo>
                <a:lnTo>
                  <a:pt x="16475" y="2329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29"/>
                </a:lnTo>
                <a:lnTo>
                  <a:pt x="16211" y="2329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29"/>
                </a:lnTo>
                <a:lnTo>
                  <a:pt x="15947" y="2329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29"/>
                </a:lnTo>
                <a:lnTo>
                  <a:pt x="15683" y="2329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29"/>
                </a:lnTo>
                <a:lnTo>
                  <a:pt x="15419" y="2329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29"/>
                </a:lnTo>
                <a:lnTo>
                  <a:pt x="15155" y="2329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29"/>
                </a:lnTo>
                <a:lnTo>
                  <a:pt x="14891" y="2329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29"/>
                </a:lnTo>
                <a:lnTo>
                  <a:pt x="14627" y="2329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29"/>
                </a:lnTo>
                <a:lnTo>
                  <a:pt x="14363" y="2329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29"/>
                </a:lnTo>
                <a:lnTo>
                  <a:pt x="14099" y="2329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29"/>
                </a:lnTo>
                <a:lnTo>
                  <a:pt x="13834" y="2329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29"/>
                </a:lnTo>
                <a:lnTo>
                  <a:pt x="13570" y="2329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29"/>
                </a:lnTo>
                <a:lnTo>
                  <a:pt x="13306" y="2329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29"/>
                </a:lnTo>
                <a:lnTo>
                  <a:pt x="13041" y="2329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29"/>
                </a:lnTo>
                <a:lnTo>
                  <a:pt x="12777" y="2329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29"/>
                </a:lnTo>
                <a:lnTo>
                  <a:pt x="12513" y="2329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29"/>
                </a:lnTo>
                <a:lnTo>
                  <a:pt x="12249" y="2329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29"/>
                </a:lnTo>
                <a:lnTo>
                  <a:pt x="11985" y="2329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29"/>
                </a:lnTo>
                <a:lnTo>
                  <a:pt x="11721" y="2329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29"/>
                </a:lnTo>
                <a:lnTo>
                  <a:pt x="11457" y="2329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29"/>
                </a:lnTo>
                <a:lnTo>
                  <a:pt x="11193" y="2329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29"/>
                </a:lnTo>
                <a:lnTo>
                  <a:pt x="10929" y="2329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29"/>
                </a:lnTo>
                <a:lnTo>
                  <a:pt x="10665" y="2329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29"/>
                </a:lnTo>
                <a:lnTo>
                  <a:pt x="10401" y="2329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29"/>
                </a:lnTo>
                <a:lnTo>
                  <a:pt x="10137" y="2329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29"/>
                </a:lnTo>
                <a:lnTo>
                  <a:pt x="9873" y="2329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29"/>
                </a:lnTo>
                <a:lnTo>
                  <a:pt x="9609" y="2329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29"/>
                </a:lnTo>
                <a:lnTo>
                  <a:pt x="9345" y="2329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29"/>
                </a:lnTo>
                <a:lnTo>
                  <a:pt x="9081" y="2329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29"/>
                </a:lnTo>
                <a:lnTo>
                  <a:pt x="8817" y="2329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29"/>
                </a:lnTo>
                <a:lnTo>
                  <a:pt x="8553" y="2329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29"/>
                </a:lnTo>
                <a:lnTo>
                  <a:pt x="8288" y="2329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29"/>
                </a:lnTo>
                <a:lnTo>
                  <a:pt x="8024" y="2329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29"/>
                </a:lnTo>
                <a:lnTo>
                  <a:pt x="7760" y="2329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29"/>
                </a:lnTo>
                <a:lnTo>
                  <a:pt x="7496" y="2329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29"/>
                </a:lnTo>
                <a:lnTo>
                  <a:pt x="7232" y="2329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29"/>
                </a:lnTo>
                <a:lnTo>
                  <a:pt x="6968" y="2329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29"/>
                </a:lnTo>
                <a:lnTo>
                  <a:pt x="6704" y="2329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29"/>
                </a:lnTo>
                <a:lnTo>
                  <a:pt x="6440" y="2329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29"/>
                </a:lnTo>
                <a:lnTo>
                  <a:pt x="6176" y="2329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29"/>
                </a:lnTo>
                <a:lnTo>
                  <a:pt x="5912" y="2329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29"/>
                </a:lnTo>
                <a:lnTo>
                  <a:pt x="5648" y="2329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29"/>
                </a:lnTo>
                <a:lnTo>
                  <a:pt x="5384" y="2329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29"/>
                </a:lnTo>
                <a:lnTo>
                  <a:pt x="5120" y="2329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29"/>
                </a:lnTo>
                <a:lnTo>
                  <a:pt x="4856" y="2329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29"/>
                </a:lnTo>
                <a:lnTo>
                  <a:pt x="4592" y="2329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29"/>
                </a:lnTo>
                <a:lnTo>
                  <a:pt x="4328" y="2329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29"/>
                </a:lnTo>
                <a:lnTo>
                  <a:pt x="4064" y="2329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29"/>
                </a:lnTo>
                <a:lnTo>
                  <a:pt x="3800" y="2329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29"/>
                </a:lnTo>
                <a:lnTo>
                  <a:pt x="3536" y="2329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29"/>
                </a:lnTo>
                <a:lnTo>
                  <a:pt x="3271" y="2329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29"/>
                </a:lnTo>
                <a:lnTo>
                  <a:pt x="3007" y="2329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29"/>
                </a:lnTo>
                <a:lnTo>
                  <a:pt x="2743" y="2329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29"/>
                </a:lnTo>
                <a:lnTo>
                  <a:pt x="2479" y="2329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29"/>
                </a:lnTo>
                <a:lnTo>
                  <a:pt x="2215" y="2329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29"/>
                </a:lnTo>
                <a:lnTo>
                  <a:pt x="1951" y="2329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29"/>
                </a:lnTo>
                <a:lnTo>
                  <a:pt x="1687" y="2329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29"/>
                </a:lnTo>
                <a:lnTo>
                  <a:pt x="1423" y="2329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29"/>
                </a:lnTo>
                <a:lnTo>
                  <a:pt x="1159" y="2329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29"/>
                </a:lnTo>
                <a:lnTo>
                  <a:pt x="895" y="2329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29"/>
                </a:lnTo>
                <a:lnTo>
                  <a:pt x="631" y="2329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4"/>
                  <a:pt x="198" y="2441"/>
                </a:cubicBezTo>
                <a:lnTo>
                  <a:pt x="220" y="2327"/>
                </a:lnTo>
                <a:cubicBezTo>
                  <a:pt x="228" y="2328"/>
                  <a:pt x="236" y="2329"/>
                  <a:pt x="244" y="2329"/>
                </a:cubicBezTo>
                <a:lnTo>
                  <a:pt x="367" y="2329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1"/>
                  <a:pt x="0" y="2202"/>
                </a:cubicBezTo>
                <a:lnTo>
                  <a:pt x="0" y="2191"/>
                </a:lnTo>
                <a:lnTo>
                  <a:pt x="117" y="2191"/>
                </a:lnTo>
                <a:lnTo>
                  <a:pt x="117" y="2202"/>
                </a:lnTo>
                <a:cubicBezTo>
                  <a:pt x="117" y="2238"/>
                  <a:pt x="130" y="2269"/>
                  <a:pt x="156" y="2294"/>
                </a:cubicBezTo>
                <a:lnTo>
                  <a:pt x="75" y="2378"/>
                </a:lnTo>
                <a:moveTo>
                  <a:pt x="0" y="2086"/>
                </a:moveTo>
                <a:lnTo>
                  <a:pt x="0" y="1927"/>
                </a:lnTo>
                <a:lnTo>
                  <a:pt x="117" y="1927"/>
                </a:lnTo>
                <a:lnTo>
                  <a:pt x="117" y="2086"/>
                </a:lnTo>
                <a:lnTo>
                  <a:pt x="0" y="2086"/>
                </a:lnTo>
                <a:moveTo>
                  <a:pt x="0" y="1822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2"/>
                </a:lnTo>
                <a:lnTo>
                  <a:pt x="0" y="1822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30"/>
                </a:moveTo>
                <a:lnTo>
                  <a:pt x="0" y="871"/>
                </a:lnTo>
                <a:lnTo>
                  <a:pt x="117" y="871"/>
                </a:lnTo>
                <a:lnTo>
                  <a:pt x="117" y="1030"/>
                </a:lnTo>
                <a:lnTo>
                  <a:pt x="0" y="1030"/>
                </a:lnTo>
                <a:moveTo>
                  <a:pt x="0" y="766"/>
                </a:moveTo>
                <a:lnTo>
                  <a:pt x="0" y="607"/>
                </a:lnTo>
                <a:lnTo>
                  <a:pt x="117" y="607"/>
                </a:lnTo>
                <a:lnTo>
                  <a:pt x="117" y="766"/>
                </a:lnTo>
                <a:lnTo>
                  <a:pt x="0" y="766"/>
                </a:lnTo>
                <a:moveTo>
                  <a:pt x="0" y="502"/>
                </a:moveTo>
                <a:lnTo>
                  <a:pt x="0" y="342"/>
                </a:lnTo>
                <a:lnTo>
                  <a:pt x="117" y="342"/>
                </a:lnTo>
                <a:lnTo>
                  <a:pt x="117" y="502"/>
                </a:lnTo>
                <a:lnTo>
                  <a:pt x="0" y="502"/>
                </a:lnTo>
                <a:moveTo>
                  <a:pt x="1" y="235"/>
                </a:moveTo>
                <a:cubicBezTo>
                  <a:pt x="3" y="160"/>
                  <a:pt x="34" y="99"/>
                  <a:pt x="92" y="53"/>
                </a:cubicBezTo>
                <a:lnTo>
                  <a:pt x="165" y="144"/>
                </a:lnTo>
                <a:cubicBezTo>
                  <a:pt x="134" y="168"/>
                  <a:pt x="118" y="200"/>
                  <a:pt x="117" y="239"/>
                </a:cubicBezTo>
                <a:lnTo>
                  <a:pt x="1" y="235"/>
                </a:lnTo>
                <a:moveTo>
                  <a:pt x="221" y="1"/>
                </a:moveTo>
                <a:cubicBezTo>
                  <a:pt x="228" y="0"/>
                  <a:pt x="236" y="0"/>
                  <a:pt x="244" y="0"/>
                </a:cubicBezTo>
                <a:lnTo>
                  <a:pt x="403" y="0"/>
                </a:lnTo>
                <a:lnTo>
                  <a:pt x="403" y="116"/>
                </a:lnTo>
                <a:lnTo>
                  <a:pt x="244" y="116"/>
                </a:lnTo>
                <a:cubicBezTo>
                  <a:pt x="240" y="116"/>
                  <a:pt x="236" y="116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521640" y="466524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6"/>
                </a:lnTo>
                <a:lnTo>
                  <a:pt x="508" y="116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6"/>
                </a:lnTo>
                <a:lnTo>
                  <a:pt x="772" y="116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6"/>
                </a:lnTo>
                <a:lnTo>
                  <a:pt x="1036" y="116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6"/>
                </a:lnTo>
                <a:lnTo>
                  <a:pt x="1300" y="116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6"/>
                </a:lnTo>
                <a:lnTo>
                  <a:pt x="1564" y="116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6"/>
                </a:lnTo>
                <a:lnTo>
                  <a:pt x="1828" y="116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6"/>
                </a:lnTo>
                <a:lnTo>
                  <a:pt x="2092" y="116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6"/>
                </a:lnTo>
                <a:lnTo>
                  <a:pt x="2356" y="116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6"/>
                </a:lnTo>
                <a:lnTo>
                  <a:pt x="2620" y="116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6"/>
                </a:lnTo>
                <a:lnTo>
                  <a:pt x="2884" y="116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6"/>
                </a:lnTo>
                <a:lnTo>
                  <a:pt x="3148" y="116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6"/>
                </a:lnTo>
                <a:lnTo>
                  <a:pt x="3412" y="116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6"/>
                </a:lnTo>
                <a:lnTo>
                  <a:pt x="3677" y="116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6"/>
                </a:lnTo>
                <a:lnTo>
                  <a:pt x="3941" y="116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6"/>
                </a:lnTo>
                <a:lnTo>
                  <a:pt x="4205" y="116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6"/>
                </a:lnTo>
                <a:lnTo>
                  <a:pt x="4469" y="116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6"/>
                </a:lnTo>
                <a:lnTo>
                  <a:pt x="4733" y="116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6"/>
                </a:lnTo>
                <a:lnTo>
                  <a:pt x="4997" y="116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6"/>
                </a:lnTo>
                <a:lnTo>
                  <a:pt x="5261" y="116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6"/>
                </a:lnTo>
                <a:lnTo>
                  <a:pt x="5525" y="116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6"/>
                </a:lnTo>
                <a:lnTo>
                  <a:pt x="5789" y="116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6"/>
                </a:lnTo>
                <a:lnTo>
                  <a:pt x="6053" y="116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6"/>
                </a:lnTo>
                <a:lnTo>
                  <a:pt x="6317" y="116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6"/>
                </a:lnTo>
                <a:lnTo>
                  <a:pt x="6581" y="116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6"/>
                </a:lnTo>
                <a:lnTo>
                  <a:pt x="6845" y="116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6"/>
                </a:lnTo>
                <a:lnTo>
                  <a:pt x="7109" y="116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6"/>
                </a:lnTo>
                <a:lnTo>
                  <a:pt x="7373" y="116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6"/>
                </a:lnTo>
                <a:lnTo>
                  <a:pt x="7637" y="116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6"/>
                </a:lnTo>
                <a:lnTo>
                  <a:pt x="7901" y="116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6"/>
                </a:lnTo>
                <a:lnTo>
                  <a:pt x="8165" y="116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6"/>
                </a:lnTo>
                <a:lnTo>
                  <a:pt x="8430" y="116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6"/>
                </a:lnTo>
                <a:lnTo>
                  <a:pt x="8694" y="116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6"/>
                </a:lnTo>
                <a:lnTo>
                  <a:pt x="8958" y="116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6"/>
                </a:lnTo>
                <a:lnTo>
                  <a:pt x="9222" y="116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6"/>
                </a:lnTo>
                <a:lnTo>
                  <a:pt x="9486" y="116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6"/>
                </a:lnTo>
                <a:lnTo>
                  <a:pt x="9750" y="116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6"/>
                </a:lnTo>
                <a:lnTo>
                  <a:pt x="10014" y="116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6"/>
                </a:lnTo>
                <a:lnTo>
                  <a:pt x="10278" y="116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6"/>
                </a:lnTo>
                <a:lnTo>
                  <a:pt x="10542" y="116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6"/>
                </a:lnTo>
                <a:lnTo>
                  <a:pt x="10806" y="116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6"/>
                </a:lnTo>
                <a:lnTo>
                  <a:pt x="11070" y="116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6"/>
                </a:lnTo>
                <a:lnTo>
                  <a:pt x="11334" y="116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6"/>
                </a:lnTo>
                <a:lnTo>
                  <a:pt x="11598" y="116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6"/>
                </a:lnTo>
                <a:lnTo>
                  <a:pt x="11862" y="116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6"/>
                </a:lnTo>
                <a:lnTo>
                  <a:pt x="12126" y="116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6"/>
                </a:lnTo>
                <a:lnTo>
                  <a:pt x="12390" y="116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6"/>
                </a:lnTo>
                <a:lnTo>
                  <a:pt x="12654" y="116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6"/>
                </a:lnTo>
                <a:lnTo>
                  <a:pt x="12918" y="116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6"/>
                </a:lnTo>
                <a:lnTo>
                  <a:pt x="13182" y="116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6"/>
                </a:lnTo>
                <a:lnTo>
                  <a:pt x="13447" y="116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6"/>
                </a:lnTo>
                <a:lnTo>
                  <a:pt x="13711" y="116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6"/>
                </a:lnTo>
                <a:lnTo>
                  <a:pt x="13975" y="116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6"/>
                </a:lnTo>
                <a:lnTo>
                  <a:pt x="14240" y="116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6"/>
                </a:lnTo>
                <a:lnTo>
                  <a:pt x="14504" y="116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6"/>
                </a:lnTo>
                <a:lnTo>
                  <a:pt x="14768" y="116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6"/>
                </a:lnTo>
                <a:lnTo>
                  <a:pt x="15032" y="116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6"/>
                </a:lnTo>
                <a:lnTo>
                  <a:pt x="15296" y="116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6"/>
                </a:lnTo>
                <a:lnTo>
                  <a:pt x="15560" y="116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6"/>
                </a:lnTo>
                <a:lnTo>
                  <a:pt x="15824" y="116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6"/>
                </a:lnTo>
                <a:lnTo>
                  <a:pt x="16088" y="116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6"/>
                </a:lnTo>
                <a:lnTo>
                  <a:pt x="16352" y="116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6"/>
                </a:lnTo>
                <a:lnTo>
                  <a:pt x="16616" y="116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6"/>
                </a:lnTo>
                <a:lnTo>
                  <a:pt x="16880" y="116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6"/>
                </a:lnTo>
                <a:lnTo>
                  <a:pt x="17144" y="116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6"/>
                </a:lnTo>
                <a:lnTo>
                  <a:pt x="17408" y="116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6"/>
                </a:lnTo>
                <a:lnTo>
                  <a:pt x="17672" y="116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6"/>
                </a:lnTo>
                <a:lnTo>
                  <a:pt x="17936" y="116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6"/>
                </a:lnTo>
                <a:lnTo>
                  <a:pt x="18201" y="116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6"/>
                </a:lnTo>
                <a:lnTo>
                  <a:pt x="18465" y="116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6"/>
                </a:lnTo>
                <a:lnTo>
                  <a:pt x="18729" y="116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6"/>
                </a:lnTo>
                <a:lnTo>
                  <a:pt x="18993" y="116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6"/>
                </a:lnTo>
                <a:lnTo>
                  <a:pt x="19257" y="116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6"/>
                </a:lnTo>
                <a:lnTo>
                  <a:pt x="19521" y="116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6"/>
                </a:lnTo>
                <a:lnTo>
                  <a:pt x="19785" y="116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6"/>
                </a:lnTo>
                <a:lnTo>
                  <a:pt x="20049" y="116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6"/>
                </a:lnTo>
                <a:lnTo>
                  <a:pt x="20313" y="116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6"/>
                </a:lnTo>
                <a:lnTo>
                  <a:pt x="20577" y="116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6"/>
                </a:lnTo>
                <a:lnTo>
                  <a:pt x="20841" y="116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6"/>
                </a:lnTo>
                <a:lnTo>
                  <a:pt x="21105" y="116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6"/>
                </a:lnTo>
                <a:lnTo>
                  <a:pt x="21369" y="116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6"/>
                </a:lnTo>
                <a:lnTo>
                  <a:pt x="21633" y="116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6"/>
                </a:lnTo>
                <a:lnTo>
                  <a:pt x="21897" y="116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6"/>
                </a:lnTo>
                <a:lnTo>
                  <a:pt x="22161" y="116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6"/>
                </a:lnTo>
                <a:lnTo>
                  <a:pt x="22425" y="116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6"/>
                </a:lnTo>
                <a:lnTo>
                  <a:pt x="22689" y="116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6"/>
                </a:lnTo>
                <a:lnTo>
                  <a:pt x="22953" y="116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6"/>
                </a:lnTo>
                <a:lnTo>
                  <a:pt x="23218" y="116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6"/>
                </a:lnTo>
                <a:lnTo>
                  <a:pt x="23482" y="116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6"/>
                </a:lnTo>
                <a:lnTo>
                  <a:pt x="23746" y="116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6"/>
                </a:lnTo>
                <a:lnTo>
                  <a:pt x="24010" y="116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6"/>
                </a:lnTo>
                <a:lnTo>
                  <a:pt x="24274" y="116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6"/>
                </a:lnTo>
                <a:lnTo>
                  <a:pt x="24538" y="116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6"/>
                </a:lnTo>
                <a:lnTo>
                  <a:pt x="24802" y="116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6"/>
                </a:lnTo>
                <a:lnTo>
                  <a:pt x="25066" y="116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6"/>
                </a:lnTo>
                <a:lnTo>
                  <a:pt x="25330" y="116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6"/>
                </a:lnTo>
                <a:lnTo>
                  <a:pt x="25594" y="116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6"/>
                </a:lnTo>
                <a:lnTo>
                  <a:pt x="25858" y="116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6"/>
                </a:lnTo>
                <a:lnTo>
                  <a:pt x="26122" y="116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6"/>
                </a:lnTo>
                <a:lnTo>
                  <a:pt x="26386" y="116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6"/>
                </a:lnTo>
                <a:lnTo>
                  <a:pt x="26650" y="116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6"/>
                </a:lnTo>
                <a:lnTo>
                  <a:pt x="26914" y="116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6"/>
                </a:lnTo>
                <a:lnTo>
                  <a:pt x="27178" y="116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6"/>
                </a:lnTo>
                <a:lnTo>
                  <a:pt x="27442" y="116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6"/>
                </a:lnTo>
                <a:lnTo>
                  <a:pt x="27706" y="116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6"/>
                </a:lnTo>
                <a:lnTo>
                  <a:pt x="27971" y="116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6"/>
                </a:lnTo>
                <a:lnTo>
                  <a:pt x="28235" y="116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6"/>
                </a:lnTo>
                <a:lnTo>
                  <a:pt x="28499" y="116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6"/>
                </a:lnTo>
                <a:lnTo>
                  <a:pt x="28763" y="116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6"/>
                </a:lnTo>
                <a:lnTo>
                  <a:pt x="29027" y="116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6"/>
                </a:lnTo>
                <a:lnTo>
                  <a:pt x="29291" y="116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6"/>
                </a:lnTo>
                <a:lnTo>
                  <a:pt x="29555" y="116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6"/>
                </a:lnTo>
                <a:lnTo>
                  <a:pt x="29819" y="116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6"/>
                </a:lnTo>
                <a:lnTo>
                  <a:pt x="30083" y="116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6"/>
                </a:lnTo>
                <a:lnTo>
                  <a:pt x="30347" y="116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2"/>
                  <a:pt x="30783" y="7"/>
                </a:cubicBezTo>
                <a:lnTo>
                  <a:pt x="30755" y="120"/>
                </a:lnTo>
                <a:cubicBezTo>
                  <a:pt x="30745" y="117"/>
                  <a:pt x="30735" y="116"/>
                  <a:pt x="30725" y="116"/>
                </a:cubicBezTo>
                <a:lnTo>
                  <a:pt x="30611" y="116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3"/>
                  <a:pt x="30968" y="179"/>
                  <a:pt x="30968" y="243"/>
                </a:cubicBezTo>
                <a:lnTo>
                  <a:pt x="30968" y="263"/>
                </a:lnTo>
                <a:lnTo>
                  <a:pt x="30852" y="263"/>
                </a:lnTo>
                <a:lnTo>
                  <a:pt x="30852" y="243"/>
                </a:lnTo>
                <a:cubicBezTo>
                  <a:pt x="30852" y="210"/>
                  <a:pt x="30840" y="181"/>
                  <a:pt x="30817" y="156"/>
                </a:cubicBezTo>
                <a:lnTo>
                  <a:pt x="30902" y="77"/>
                </a:lnTo>
                <a:moveTo>
                  <a:pt x="30968" y="368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8"/>
                </a:lnTo>
                <a:lnTo>
                  <a:pt x="30968" y="368"/>
                </a:lnTo>
                <a:moveTo>
                  <a:pt x="30968" y="634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4"/>
                </a:lnTo>
                <a:lnTo>
                  <a:pt x="30968" y="634"/>
                </a:lnTo>
                <a:moveTo>
                  <a:pt x="30968" y="898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8"/>
                </a:lnTo>
                <a:lnTo>
                  <a:pt x="30968" y="898"/>
                </a:lnTo>
                <a:moveTo>
                  <a:pt x="30968" y="1162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2"/>
                </a:lnTo>
                <a:lnTo>
                  <a:pt x="30968" y="1162"/>
                </a:lnTo>
                <a:moveTo>
                  <a:pt x="30968" y="1426"/>
                </a:moveTo>
                <a:lnTo>
                  <a:pt x="30968" y="1584"/>
                </a:lnTo>
                <a:lnTo>
                  <a:pt x="30852" y="1584"/>
                </a:lnTo>
                <a:lnTo>
                  <a:pt x="30852" y="1426"/>
                </a:lnTo>
                <a:lnTo>
                  <a:pt x="30968" y="1426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2"/>
                </a:moveTo>
                <a:cubicBezTo>
                  <a:pt x="30961" y="2297"/>
                  <a:pt x="30928" y="2356"/>
                  <a:pt x="30866" y="2400"/>
                </a:cubicBezTo>
                <a:lnTo>
                  <a:pt x="30799" y="2305"/>
                </a:lnTo>
                <a:cubicBezTo>
                  <a:pt x="30831" y="2283"/>
                  <a:pt x="30848" y="2252"/>
                  <a:pt x="30851" y="2212"/>
                </a:cubicBezTo>
                <a:lnTo>
                  <a:pt x="30967" y="2222"/>
                </a:lnTo>
                <a:moveTo>
                  <a:pt x="30736" y="2445"/>
                </a:moveTo>
                <a:cubicBezTo>
                  <a:pt x="30733" y="2445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29"/>
                </a:lnTo>
                <a:lnTo>
                  <a:pt x="30725" y="2329"/>
                </a:lnTo>
                <a:cubicBezTo>
                  <a:pt x="30727" y="2329"/>
                  <a:pt x="30729" y="2329"/>
                  <a:pt x="30731" y="2329"/>
                </a:cubicBezTo>
                <a:lnTo>
                  <a:pt x="30736" y="2445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29"/>
                </a:lnTo>
                <a:lnTo>
                  <a:pt x="30470" y="2329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29"/>
                </a:lnTo>
                <a:lnTo>
                  <a:pt x="30206" y="2329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29"/>
                </a:lnTo>
                <a:lnTo>
                  <a:pt x="29942" y="2329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29"/>
                </a:lnTo>
                <a:lnTo>
                  <a:pt x="29678" y="2329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29"/>
                </a:lnTo>
                <a:lnTo>
                  <a:pt x="29414" y="2329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29"/>
                </a:lnTo>
                <a:lnTo>
                  <a:pt x="29150" y="2329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29"/>
                </a:lnTo>
                <a:lnTo>
                  <a:pt x="28886" y="2329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29"/>
                </a:lnTo>
                <a:lnTo>
                  <a:pt x="28622" y="2329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29"/>
                </a:lnTo>
                <a:lnTo>
                  <a:pt x="28358" y="2329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29"/>
                </a:lnTo>
                <a:lnTo>
                  <a:pt x="28094" y="2329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29"/>
                </a:lnTo>
                <a:lnTo>
                  <a:pt x="27829" y="2329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29"/>
                </a:lnTo>
                <a:lnTo>
                  <a:pt x="27565" y="2329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29"/>
                </a:lnTo>
                <a:lnTo>
                  <a:pt x="27301" y="2329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29"/>
                </a:lnTo>
                <a:lnTo>
                  <a:pt x="27037" y="2329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29"/>
                </a:lnTo>
                <a:lnTo>
                  <a:pt x="26773" y="2329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29"/>
                </a:lnTo>
                <a:lnTo>
                  <a:pt x="26509" y="2329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29"/>
                </a:lnTo>
                <a:lnTo>
                  <a:pt x="26245" y="2329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29"/>
                </a:lnTo>
                <a:lnTo>
                  <a:pt x="25981" y="2329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29"/>
                </a:lnTo>
                <a:lnTo>
                  <a:pt x="25717" y="2329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29"/>
                </a:lnTo>
                <a:lnTo>
                  <a:pt x="25453" y="2329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29"/>
                </a:lnTo>
                <a:lnTo>
                  <a:pt x="25189" y="2329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29"/>
                </a:lnTo>
                <a:lnTo>
                  <a:pt x="24925" y="2329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29"/>
                </a:lnTo>
                <a:lnTo>
                  <a:pt x="24661" y="2329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29"/>
                </a:lnTo>
                <a:lnTo>
                  <a:pt x="24397" y="2329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29"/>
                </a:lnTo>
                <a:lnTo>
                  <a:pt x="24133" y="2329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29"/>
                </a:lnTo>
                <a:lnTo>
                  <a:pt x="23869" y="2329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29"/>
                </a:lnTo>
                <a:lnTo>
                  <a:pt x="23605" y="2329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29"/>
                </a:lnTo>
                <a:lnTo>
                  <a:pt x="23341" y="2329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29"/>
                </a:lnTo>
                <a:lnTo>
                  <a:pt x="23077" y="2329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29"/>
                </a:lnTo>
                <a:lnTo>
                  <a:pt x="22812" y="2329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29"/>
                </a:lnTo>
                <a:lnTo>
                  <a:pt x="22548" y="2329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29"/>
                </a:lnTo>
                <a:lnTo>
                  <a:pt x="22284" y="2329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29"/>
                </a:lnTo>
                <a:lnTo>
                  <a:pt x="22020" y="2329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29"/>
                </a:lnTo>
                <a:lnTo>
                  <a:pt x="21756" y="2329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29"/>
                </a:lnTo>
                <a:lnTo>
                  <a:pt x="21492" y="2329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29"/>
                </a:lnTo>
                <a:lnTo>
                  <a:pt x="21228" y="2329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29"/>
                </a:lnTo>
                <a:lnTo>
                  <a:pt x="20964" y="2329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29"/>
                </a:lnTo>
                <a:lnTo>
                  <a:pt x="20700" y="2329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29"/>
                </a:lnTo>
                <a:lnTo>
                  <a:pt x="20436" y="2329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29"/>
                </a:lnTo>
                <a:lnTo>
                  <a:pt x="20172" y="2329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29"/>
                </a:lnTo>
                <a:lnTo>
                  <a:pt x="19908" y="2329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29"/>
                </a:lnTo>
                <a:lnTo>
                  <a:pt x="19644" y="2329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29"/>
                </a:lnTo>
                <a:lnTo>
                  <a:pt x="19380" y="2329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29"/>
                </a:lnTo>
                <a:lnTo>
                  <a:pt x="19116" y="2329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29"/>
                </a:lnTo>
                <a:lnTo>
                  <a:pt x="18852" y="2329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29"/>
                </a:lnTo>
                <a:lnTo>
                  <a:pt x="18588" y="2329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29"/>
                </a:lnTo>
                <a:lnTo>
                  <a:pt x="18324" y="2329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29"/>
                </a:lnTo>
                <a:lnTo>
                  <a:pt x="18059" y="2329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29"/>
                </a:lnTo>
                <a:lnTo>
                  <a:pt x="17795" y="2329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29"/>
                </a:lnTo>
                <a:lnTo>
                  <a:pt x="17531" y="2329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29"/>
                </a:lnTo>
                <a:lnTo>
                  <a:pt x="17267" y="2329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29"/>
                </a:lnTo>
                <a:lnTo>
                  <a:pt x="17003" y="2329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29"/>
                </a:lnTo>
                <a:lnTo>
                  <a:pt x="16739" y="2329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29"/>
                </a:lnTo>
                <a:lnTo>
                  <a:pt x="16475" y="2329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29"/>
                </a:lnTo>
                <a:lnTo>
                  <a:pt x="16211" y="2329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29"/>
                </a:lnTo>
                <a:lnTo>
                  <a:pt x="15947" y="2329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29"/>
                </a:lnTo>
                <a:lnTo>
                  <a:pt x="15683" y="2329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29"/>
                </a:lnTo>
                <a:lnTo>
                  <a:pt x="15419" y="2329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29"/>
                </a:lnTo>
                <a:lnTo>
                  <a:pt x="15155" y="2329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29"/>
                </a:lnTo>
                <a:lnTo>
                  <a:pt x="14891" y="2329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29"/>
                </a:lnTo>
                <a:lnTo>
                  <a:pt x="14627" y="2329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29"/>
                </a:lnTo>
                <a:lnTo>
                  <a:pt x="14363" y="2329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29"/>
                </a:lnTo>
                <a:lnTo>
                  <a:pt x="14099" y="2329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29"/>
                </a:lnTo>
                <a:lnTo>
                  <a:pt x="13834" y="2329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29"/>
                </a:lnTo>
                <a:lnTo>
                  <a:pt x="13570" y="2329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29"/>
                </a:lnTo>
                <a:lnTo>
                  <a:pt x="13306" y="2329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29"/>
                </a:lnTo>
                <a:lnTo>
                  <a:pt x="13041" y="2329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29"/>
                </a:lnTo>
                <a:lnTo>
                  <a:pt x="12777" y="2329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29"/>
                </a:lnTo>
                <a:lnTo>
                  <a:pt x="12513" y="2329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29"/>
                </a:lnTo>
                <a:lnTo>
                  <a:pt x="12249" y="2329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29"/>
                </a:lnTo>
                <a:lnTo>
                  <a:pt x="11985" y="2329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29"/>
                </a:lnTo>
                <a:lnTo>
                  <a:pt x="11721" y="2329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29"/>
                </a:lnTo>
                <a:lnTo>
                  <a:pt x="11457" y="2329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29"/>
                </a:lnTo>
                <a:lnTo>
                  <a:pt x="11193" y="2329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29"/>
                </a:lnTo>
                <a:lnTo>
                  <a:pt x="10929" y="2329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29"/>
                </a:lnTo>
                <a:lnTo>
                  <a:pt x="10665" y="2329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29"/>
                </a:lnTo>
                <a:lnTo>
                  <a:pt x="10401" y="2329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29"/>
                </a:lnTo>
                <a:lnTo>
                  <a:pt x="10137" y="2329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29"/>
                </a:lnTo>
                <a:lnTo>
                  <a:pt x="9873" y="2329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29"/>
                </a:lnTo>
                <a:lnTo>
                  <a:pt x="9609" y="2329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29"/>
                </a:lnTo>
                <a:lnTo>
                  <a:pt x="9345" y="2329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29"/>
                </a:lnTo>
                <a:lnTo>
                  <a:pt x="9081" y="2329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29"/>
                </a:lnTo>
                <a:lnTo>
                  <a:pt x="8817" y="2329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29"/>
                </a:lnTo>
                <a:lnTo>
                  <a:pt x="8553" y="2329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29"/>
                </a:lnTo>
                <a:lnTo>
                  <a:pt x="8288" y="2329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29"/>
                </a:lnTo>
                <a:lnTo>
                  <a:pt x="8024" y="2329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29"/>
                </a:lnTo>
                <a:lnTo>
                  <a:pt x="7760" y="2329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29"/>
                </a:lnTo>
                <a:lnTo>
                  <a:pt x="7496" y="2329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29"/>
                </a:lnTo>
                <a:lnTo>
                  <a:pt x="7232" y="2329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29"/>
                </a:lnTo>
                <a:lnTo>
                  <a:pt x="6968" y="2329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29"/>
                </a:lnTo>
                <a:lnTo>
                  <a:pt x="6704" y="2329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29"/>
                </a:lnTo>
                <a:lnTo>
                  <a:pt x="6440" y="2329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29"/>
                </a:lnTo>
                <a:lnTo>
                  <a:pt x="6176" y="2329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29"/>
                </a:lnTo>
                <a:lnTo>
                  <a:pt x="5912" y="2329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29"/>
                </a:lnTo>
                <a:lnTo>
                  <a:pt x="5648" y="2329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29"/>
                </a:lnTo>
                <a:lnTo>
                  <a:pt x="5384" y="2329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29"/>
                </a:lnTo>
                <a:lnTo>
                  <a:pt x="5120" y="2329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29"/>
                </a:lnTo>
                <a:lnTo>
                  <a:pt x="4856" y="2329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29"/>
                </a:lnTo>
                <a:lnTo>
                  <a:pt x="4592" y="2329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29"/>
                </a:lnTo>
                <a:lnTo>
                  <a:pt x="4328" y="2329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29"/>
                </a:lnTo>
                <a:lnTo>
                  <a:pt x="4064" y="2329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29"/>
                </a:lnTo>
                <a:lnTo>
                  <a:pt x="3800" y="2329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29"/>
                </a:lnTo>
                <a:lnTo>
                  <a:pt x="3536" y="2329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29"/>
                </a:lnTo>
                <a:lnTo>
                  <a:pt x="3271" y="2329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29"/>
                </a:lnTo>
                <a:lnTo>
                  <a:pt x="3007" y="2329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29"/>
                </a:lnTo>
                <a:lnTo>
                  <a:pt x="2743" y="2329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29"/>
                </a:lnTo>
                <a:lnTo>
                  <a:pt x="2479" y="2329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29"/>
                </a:lnTo>
                <a:lnTo>
                  <a:pt x="2215" y="2329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29"/>
                </a:lnTo>
                <a:lnTo>
                  <a:pt x="1951" y="2329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29"/>
                </a:lnTo>
                <a:lnTo>
                  <a:pt x="1687" y="2329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29"/>
                </a:lnTo>
                <a:lnTo>
                  <a:pt x="1423" y="2329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29"/>
                </a:lnTo>
                <a:lnTo>
                  <a:pt x="1159" y="2329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29"/>
                </a:lnTo>
                <a:lnTo>
                  <a:pt x="895" y="2329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29"/>
                </a:lnTo>
                <a:lnTo>
                  <a:pt x="631" y="2329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4"/>
                  <a:pt x="198" y="2441"/>
                </a:cubicBezTo>
                <a:lnTo>
                  <a:pt x="220" y="2327"/>
                </a:lnTo>
                <a:cubicBezTo>
                  <a:pt x="228" y="2328"/>
                  <a:pt x="236" y="2329"/>
                  <a:pt x="244" y="2329"/>
                </a:cubicBezTo>
                <a:lnTo>
                  <a:pt x="367" y="2329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1"/>
                  <a:pt x="0" y="2202"/>
                </a:cubicBezTo>
                <a:lnTo>
                  <a:pt x="0" y="2191"/>
                </a:lnTo>
                <a:lnTo>
                  <a:pt x="117" y="2191"/>
                </a:lnTo>
                <a:lnTo>
                  <a:pt x="117" y="2202"/>
                </a:lnTo>
                <a:cubicBezTo>
                  <a:pt x="117" y="2238"/>
                  <a:pt x="130" y="2269"/>
                  <a:pt x="156" y="2294"/>
                </a:cubicBezTo>
                <a:lnTo>
                  <a:pt x="75" y="2378"/>
                </a:lnTo>
                <a:moveTo>
                  <a:pt x="0" y="2086"/>
                </a:moveTo>
                <a:lnTo>
                  <a:pt x="0" y="1927"/>
                </a:lnTo>
                <a:lnTo>
                  <a:pt x="117" y="1927"/>
                </a:lnTo>
                <a:lnTo>
                  <a:pt x="117" y="2086"/>
                </a:lnTo>
                <a:lnTo>
                  <a:pt x="0" y="2086"/>
                </a:lnTo>
                <a:moveTo>
                  <a:pt x="0" y="1822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2"/>
                </a:lnTo>
                <a:lnTo>
                  <a:pt x="0" y="1822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30"/>
                </a:moveTo>
                <a:lnTo>
                  <a:pt x="0" y="871"/>
                </a:lnTo>
                <a:lnTo>
                  <a:pt x="117" y="871"/>
                </a:lnTo>
                <a:lnTo>
                  <a:pt x="117" y="1030"/>
                </a:lnTo>
                <a:lnTo>
                  <a:pt x="0" y="1030"/>
                </a:lnTo>
                <a:moveTo>
                  <a:pt x="0" y="766"/>
                </a:moveTo>
                <a:lnTo>
                  <a:pt x="0" y="607"/>
                </a:lnTo>
                <a:lnTo>
                  <a:pt x="117" y="607"/>
                </a:lnTo>
                <a:lnTo>
                  <a:pt x="117" y="766"/>
                </a:lnTo>
                <a:lnTo>
                  <a:pt x="0" y="766"/>
                </a:lnTo>
                <a:moveTo>
                  <a:pt x="0" y="502"/>
                </a:moveTo>
                <a:lnTo>
                  <a:pt x="0" y="342"/>
                </a:lnTo>
                <a:lnTo>
                  <a:pt x="117" y="342"/>
                </a:lnTo>
                <a:lnTo>
                  <a:pt x="117" y="502"/>
                </a:lnTo>
                <a:lnTo>
                  <a:pt x="0" y="502"/>
                </a:lnTo>
                <a:moveTo>
                  <a:pt x="1" y="235"/>
                </a:moveTo>
                <a:cubicBezTo>
                  <a:pt x="3" y="160"/>
                  <a:pt x="34" y="99"/>
                  <a:pt x="92" y="53"/>
                </a:cubicBezTo>
                <a:lnTo>
                  <a:pt x="165" y="144"/>
                </a:lnTo>
                <a:cubicBezTo>
                  <a:pt x="134" y="168"/>
                  <a:pt x="118" y="200"/>
                  <a:pt x="117" y="239"/>
                </a:cubicBezTo>
                <a:lnTo>
                  <a:pt x="1" y="235"/>
                </a:lnTo>
                <a:moveTo>
                  <a:pt x="221" y="1"/>
                </a:moveTo>
                <a:cubicBezTo>
                  <a:pt x="228" y="0"/>
                  <a:pt x="236" y="0"/>
                  <a:pt x="244" y="0"/>
                </a:cubicBezTo>
                <a:lnTo>
                  <a:pt x="403" y="0"/>
                </a:lnTo>
                <a:lnTo>
                  <a:pt x="403" y="116"/>
                </a:lnTo>
                <a:lnTo>
                  <a:pt x="244" y="116"/>
                </a:lnTo>
                <a:cubicBezTo>
                  <a:pt x="240" y="116"/>
                  <a:pt x="236" y="116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521640" y="466524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6"/>
                </a:lnTo>
                <a:lnTo>
                  <a:pt x="508" y="116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6"/>
                </a:lnTo>
                <a:lnTo>
                  <a:pt x="772" y="116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6"/>
                </a:lnTo>
                <a:lnTo>
                  <a:pt x="1036" y="116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6"/>
                </a:lnTo>
                <a:lnTo>
                  <a:pt x="1300" y="116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6"/>
                </a:lnTo>
                <a:lnTo>
                  <a:pt x="1564" y="116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6"/>
                </a:lnTo>
                <a:lnTo>
                  <a:pt x="1828" y="116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6"/>
                </a:lnTo>
                <a:lnTo>
                  <a:pt x="2092" y="116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6"/>
                </a:lnTo>
                <a:lnTo>
                  <a:pt x="2356" y="116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6"/>
                </a:lnTo>
                <a:lnTo>
                  <a:pt x="2620" y="116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6"/>
                </a:lnTo>
                <a:lnTo>
                  <a:pt x="2884" y="116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6"/>
                </a:lnTo>
                <a:lnTo>
                  <a:pt x="3148" y="116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6"/>
                </a:lnTo>
                <a:lnTo>
                  <a:pt x="3412" y="116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6"/>
                </a:lnTo>
                <a:lnTo>
                  <a:pt x="3677" y="116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6"/>
                </a:lnTo>
                <a:lnTo>
                  <a:pt x="3941" y="116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6"/>
                </a:lnTo>
                <a:lnTo>
                  <a:pt x="4205" y="116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6"/>
                </a:lnTo>
                <a:lnTo>
                  <a:pt x="4469" y="116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6"/>
                </a:lnTo>
                <a:lnTo>
                  <a:pt x="4733" y="116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6"/>
                </a:lnTo>
                <a:lnTo>
                  <a:pt x="4997" y="116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6"/>
                </a:lnTo>
                <a:lnTo>
                  <a:pt x="5261" y="116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6"/>
                </a:lnTo>
                <a:lnTo>
                  <a:pt x="5525" y="116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6"/>
                </a:lnTo>
                <a:lnTo>
                  <a:pt x="5789" y="116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6"/>
                </a:lnTo>
                <a:lnTo>
                  <a:pt x="6053" y="116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6"/>
                </a:lnTo>
                <a:lnTo>
                  <a:pt x="6317" y="116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6"/>
                </a:lnTo>
                <a:lnTo>
                  <a:pt x="6581" y="116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6"/>
                </a:lnTo>
                <a:lnTo>
                  <a:pt x="6845" y="116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6"/>
                </a:lnTo>
                <a:lnTo>
                  <a:pt x="7109" y="116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6"/>
                </a:lnTo>
                <a:lnTo>
                  <a:pt x="7373" y="116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6"/>
                </a:lnTo>
                <a:lnTo>
                  <a:pt x="7637" y="116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6"/>
                </a:lnTo>
                <a:lnTo>
                  <a:pt x="7901" y="116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6"/>
                </a:lnTo>
                <a:lnTo>
                  <a:pt x="8165" y="116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6"/>
                </a:lnTo>
                <a:lnTo>
                  <a:pt x="8430" y="116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6"/>
                </a:lnTo>
                <a:lnTo>
                  <a:pt x="8694" y="116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6"/>
                </a:lnTo>
                <a:lnTo>
                  <a:pt x="8958" y="116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6"/>
                </a:lnTo>
                <a:lnTo>
                  <a:pt x="9222" y="116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6"/>
                </a:lnTo>
                <a:lnTo>
                  <a:pt x="9486" y="116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6"/>
                </a:lnTo>
                <a:lnTo>
                  <a:pt x="9750" y="116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6"/>
                </a:lnTo>
                <a:lnTo>
                  <a:pt x="10014" y="116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6"/>
                </a:lnTo>
                <a:lnTo>
                  <a:pt x="10278" y="116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6"/>
                </a:lnTo>
                <a:lnTo>
                  <a:pt x="10542" y="116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6"/>
                </a:lnTo>
                <a:lnTo>
                  <a:pt x="10806" y="116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6"/>
                </a:lnTo>
                <a:lnTo>
                  <a:pt x="11070" y="116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6"/>
                </a:lnTo>
                <a:lnTo>
                  <a:pt x="11334" y="116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6"/>
                </a:lnTo>
                <a:lnTo>
                  <a:pt x="11598" y="116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6"/>
                </a:lnTo>
                <a:lnTo>
                  <a:pt x="11862" y="116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6"/>
                </a:lnTo>
                <a:lnTo>
                  <a:pt x="12126" y="116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6"/>
                </a:lnTo>
                <a:lnTo>
                  <a:pt x="12390" y="116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6"/>
                </a:lnTo>
                <a:lnTo>
                  <a:pt x="12654" y="116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6"/>
                </a:lnTo>
                <a:lnTo>
                  <a:pt x="12918" y="116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6"/>
                </a:lnTo>
                <a:lnTo>
                  <a:pt x="13182" y="116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6"/>
                </a:lnTo>
                <a:lnTo>
                  <a:pt x="13447" y="116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6"/>
                </a:lnTo>
                <a:lnTo>
                  <a:pt x="13711" y="116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6"/>
                </a:lnTo>
                <a:lnTo>
                  <a:pt x="13975" y="116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6"/>
                </a:lnTo>
                <a:lnTo>
                  <a:pt x="14240" y="116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6"/>
                </a:lnTo>
                <a:lnTo>
                  <a:pt x="14504" y="116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6"/>
                </a:lnTo>
                <a:lnTo>
                  <a:pt x="14768" y="116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6"/>
                </a:lnTo>
                <a:lnTo>
                  <a:pt x="15032" y="116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6"/>
                </a:lnTo>
                <a:lnTo>
                  <a:pt x="15296" y="116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6"/>
                </a:lnTo>
                <a:lnTo>
                  <a:pt x="15560" y="116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6"/>
                </a:lnTo>
                <a:lnTo>
                  <a:pt x="15824" y="116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6"/>
                </a:lnTo>
                <a:lnTo>
                  <a:pt x="16088" y="116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6"/>
                </a:lnTo>
                <a:lnTo>
                  <a:pt x="16352" y="116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6"/>
                </a:lnTo>
                <a:lnTo>
                  <a:pt x="16616" y="116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6"/>
                </a:lnTo>
                <a:lnTo>
                  <a:pt x="16880" y="116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6"/>
                </a:lnTo>
                <a:lnTo>
                  <a:pt x="17144" y="116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6"/>
                </a:lnTo>
                <a:lnTo>
                  <a:pt x="17408" y="116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6"/>
                </a:lnTo>
                <a:lnTo>
                  <a:pt x="17672" y="116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6"/>
                </a:lnTo>
                <a:lnTo>
                  <a:pt x="17936" y="116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6"/>
                </a:lnTo>
                <a:lnTo>
                  <a:pt x="18201" y="116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6"/>
                </a:lnTo>
                <a:lnTo>
                  <a:pt x="18465" y="116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6"/>
                </a:lnTo>
                <a:lnTo>
                  <a:pt x="18729" y="116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6"/>
                </a:lnTo>
                <a:lnTo>
                  <a:pt x="18993" y="116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6"/>
                </a:lnTo>
                <a:lnTo>
                  <a:pt x="19257" y="116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6"/>
                </a:lnTo>
                <a:lnTo>
                  <a:pt x="19521" y="116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6"/>
                </a:lnTo>
                <a:lnTo>
                  <a:pt x="19785" y="116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6"/>
                </a:lnTo>
                <a:lnTo>
                  <a:pt x="20049" y="116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6"/>
                </a:lnTo>
                <a:lnTo>
                  <a:pt x="20313" y="116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6"/>
                </a:lnTo>
                <a:lnTo>
                  <a:pt x="20577" y="116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6"/>
                </a:lnTo>
                <a:lnTo>
                  <a:pt x="20841" y="116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6"/>
                </a:lnTo>
                <a:lnTo>
                  <a:pt x="21105" y="116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6"/>
                </a:lnTo>
                <a:lnTo>
                  <a:pt x="21369" y="116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6"/>
                </a:lnTo>
                <a:lnTo>
                  <a:pt x="21633" y="116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6"/>
                </a:lnTo>
                <a:lnTo>
                  <a:pt x="21897" y="116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6"/>
                </a:lnTo>
                <a:lnTo>
                  <a:pt x="22161" y="116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6"/>
                </a:lnTo>
                <a:lnTo>
                  <a:pt x="22425" y="116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6"/>
                </a:lnTo>
                <a:lnTo>
                  <a:pt x="22689" y="116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6"/>
                </a:lnTo>
                <a:lnTo>
                  <a:pt x="22953" y="116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6"/>
                </a:lnTo>
                <a:lnTo>
                  <a:pt x="23218" y="116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6"/>
                </a:lnTo>
                <a:lnTo>
                  <a:pt x="23482" y="116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6"/>
                </a:lnTo>
                <a:lnTo>
                  <a:pt x="23746" y="116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6"/>
                </a:lnTo>
                <a:lnTo>
                  <a:pt x="24010" y="116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6"/>
                </a:lnTo>
                <a:lnTo>
                  <a:pt x="24274" y="116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6"/>
                </a:lnTo>
                <a:lnTo>
                  <a:pt x="24538" y="116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6"/>
                </a:lnTo>
                <a:lnTo>
                  <a:pt x="24802" y="116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6"/>
                </a:lnTo>
                <a:lnTo>
                  <a:pt x="25066" y="116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6"/>
                </a:lnTo>
                <a:lnTo>
                  <a:pt x="25330" y="116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6"/>
                </a:lnTo>
                <a:lnTo>
                  <a:pt x="25594" y="116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6"/>
                </a:lnTo>
                <a:lnTo>
                  <a:pt x="25858" y="116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6"/>
                </a:lnTo>
                <a:lnTo>
                  <a:pt x="26122" y="116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6"/>
                </a:lnTo>
                <a:lnTo>
                  <a:pt x="26386" y="116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6"/>
                </a:lnTo>
                <a:lnTo>
                  <a:pt x="26650" y="116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6"/>
                </a:lnTo>
                <a:lnTo>
                  <a:pt x="26914" y="116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6"/>
                </a:lnTo>
                <a:lnTo>
                  <a:pt x="27178" y="116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6"/>
                </a:lnTo>
                <a:lnTo>
                  <a:pt x="27442" y="116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6"/>
                </a:lnTo>
                <a:lnTo>
                  <a:pt x="27706" y="116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6"/>
                </a:lnTo>
                <a:lnTo>
                  <a:pt x="27971" y="116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6"/>
                </a:lnTo>
                <a:lnTo>
                  <a:pt x="28235" y="116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6"/>
                </a:lnTo>
                <a:lnTo>
                  <a:pt x="28499" y="116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6"/>
                </a:lnTo>
                <a:lnTo>
                  <a:pt x="28763" y="116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6"/>
                </a:lnTo>
                <a:lnTo>
                  <a:pt x="29027" y="116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6"/>
                </a:lnTo>
                <a:lnTo>
                  <a:pt x="29291" y="116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6"/>
                </a:lnTo>
                <a:lnTo>
                  <a:pt x="29555" y="116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6"/>
                </a:lnTo>
                <a:lnTo>
                  <a:pt x="29819" y="116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6"/>
                </a:lnTo>
                <a:lnTo>
                  <a:pt x="30083" y="116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6"/>
                </a:lnTo>
                <a:lnTo>
                  <a:pt x="30347" y="116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2"/>
                  <a:pt x="30783" y="7"/>
                </a:cubicBezTo>
                <a:lnTo>
                  <a:pt x="30755" y="120"/>
                </a:lnTo>
                <a:cubicBezTo>
                  <a:pt x="30745" y="117"/>
                  <a:pt x="30735" y="116"/>
                  <a:pt x="30725" y="116"/>
                </a:cubicBezTo>
                <a:lnTo>
                  <a:pt x="30611" y="116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3"/>
                  <a:pt x="30968" y="179"/>
                  <a:pt x="30968" y="243"/>
                </a:cubicBezTo>
                <a:lnTo>
                  <a:pt x="30968" y="263"/>
                </a:lnTo>
                <a:lnTo>
                  <a:pt x="30852" y="263"/>
                </a:lnTo>
                <a:lnTo>
                  <a:pt x="30852" y="243"/>
                </a:lnTo>
                <a:cubicBezTo>
                  <a:pt x="30852" y="210"/>
                  <a:pt x="30840" y="181"/>
                  <a:pt x="30817" y="156"/>
                </a:cubicBezTo>
                <a:lnTo>
                  <a:pt x="30902" y="77"/>
                </a:lnTo>
                <a:moveTo>
                  <a:pt x="30968" y="368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8"/>
                </a:lnTo>
                <a:lnTo>
                  <a:pt x="30968" y="368"/>
                </a:lnTo>
                <a:moveTo>
                  <a:pt x="30968" y="634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4"/>
                </a:lnTo>
                <a:lnTo>
                  <a:pt x="30968" y="634"/>
                </a:lnTo>
                <a:moveTo>
                  <a:pt x="30968" y="898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8"/>
                </a:lnTo>
                <a:lnTo>
                  <a:pt x="30968" y="898"/>
                </a:lnTo>
                <a:moveTo>
                  <a:pt x="30968" y="1162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2"/>
                </a:lnTo>
                <a:lnTo>
                  <a:pt x="30968" y="1162"/>
                </a:lnTo>
                <a:moveTo>
                  <a:pt x="30968" y="1426"/>
                </a:moveTo>
                <a:lnTo>
                  <a:pt x="30968" y="1584"/>
                </a:lnTo>
                <a:lnTo>
                  <a:pt x="30852" y="1584"/>
                </a:lnTo>
                <a:lnTo>
                  <a:pt x="30852" y="1426"/>
                </a:lnTo>
                <a:lnTo>
                  <a:pt x="30968" y="1426"/>
                </a:lnTo>
                <a:moveTo>
                  <a:pt x="30968" y="1690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90"/>
                </a:lnTo>
                <a:lnTo>
                  <a:pt x="30968" y="1690"/>
                </a:lnTo>
                <a:moveTo>
                  <a:pt x="30968" y="1954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4"/>
                </a:lnTo>
                <a:lnTo>
                  <a:pt x="30968" y="1954"/>
                </a:lnTo>
                <a:moveTo>
                  <a:pt x="30967" y="2222"/>
                </a:moveTo>
                <a:cubicBezTo>
                  <a:pt x="30961" y="2297"/>
                  <a:pt x="30928" y="2356"/>
                  <a:pt x="30866" y="2400"/>
                </a:cubicBezTo>
                <a:lnTo>
                  <a:pt x="30799" y="2305"/>
                </a:lnTo>
                <a:cubicBezTo>
                  <a:pt x="30831" y="2283"/>
                  <a:pt x="30848" y="2252"/>
                  <a:pt x="30851" y="2212"/>
                </a:cubicBezTo>
                <a:lnTo>
                  <a:pt x="30967" y="2222"/>
                </a:lnTo>
                <a:moveTo>
                  <a:pt x="30736" y="2445"/>
                </a:moveTo>
                <a:cubicBezTo>
                  <a:pt x="30733" y="2445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29"/>
                </a:lnTo>
                <a:lnTo>
                  <a:pt x="30725" y="2329"/>
                </a:lnTo>
                <a:cubicBezTo>
                  <a:pt x="30727" y="2329"/>
                  <a:pt x="30729" y="2329"/>
                  <a:pt x="30731" y="2329"/>
                </a:cubicBezTo>
                <a:lnTo>
                  <a:pt x="30736" y="2445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29"/>
                </a:lnTo>
                <a:lnTo>
                  <a:pt x="30470" y="2329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29"/>
                </a:lnTo>
                <a:lnTo>
                  <a:pt x="30206" y="2329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29"/>
                </a:lnTo>
                <a:lnTo>
                  <a:pt x="29942" y="2329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29"/>
                </a:lnTo>
                <a:lnTo>
                  <a:pt x="29678" y="2329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29"/>
                </a:lnTo>
                <a:lnTo>
                  <a:pt x="29414" y="2329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29"/>
                </a:lnTo>
                <a:lnTo>
                  <a:pt x="29150" y="2329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29"/>
                </a:lnTo>
                <a:lnTo>
                  <a:pt x="28886" y="2329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29"/>
                </a:lnTo>
                <a:lnTo>
                  <a:pt x="28622" y="2329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29"/>
                </a:lnTo>
                <a:lnTo>
                  <a:pt x="28358" y="2329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29"/>
                </a:lnTo>
                <a:lnTo>
                  <a:pt x="28094" y="2329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29"/>
                </a:lnTo>
                <a:lnTo>
                  <a:pt x="27829" y="2329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29"/>
                </a:lnTo>
                <a:lnTo>
                  <a:pt x="27565" y="2329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29"/>
                </a:lnTo>
                <a:lnTo>
                  <a:pt x="27301" y="2329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29"/>
                </a:lnTo>
                <a:lnTo>
                  <a:pt x="27037" y="2329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29"/>
                </a:lnTo>
                <a:lnTo>
                  <a:pt x="26773" y="2329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29"/>
                </a:lnTo>
                <a:lnTo>
                  <a:pt x="26509" y="2329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29"/>
                </a:lnTo>
                <a:lnTo>
                  <a:pt x="26245" y="2329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29"/>
                </a:lnTo>
                <a:lnTo>
                  <a:pt x="25981" y="2329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29"/>
                </a:lnTo>
                <a:lnTo>
                  <a:pt x="25717" y="2329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29"/>
                </a:lnTo>
                <a:lnTo>
                  <a:pt x="25453" y="2329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29"/>
                </a:lnTo>
                <a:lnTo>
                  <a:pt x="25189" y="2329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29"/>
                </a:lnTo>
                <a:lnTo>
                  <a:pt x="24925" y="2329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29"/>
                </a:lnTo>
                <a:lnTo>
                  <a:pt x="24661" y="2329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29"/>
                </a:lnTo>
                <a:lnTo>
                  <a:pt x="24397" y="2329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29"/>
                </a:lnTo>
                <a:lnTo>
                  <a:pt x="24133" y="2329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29"/>
                </a:lnTo>
                <a:lnTo>
                  <a:pt x="23869" y="2329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29"/>
                </a:lnTo>
                <a:lnTo>
                  <a:pt x="23605" y="2329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29"/>
                </a:lnTo>
                <a:lnTo>
                  <a:pt x="23341" y="2329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29"/>
                </a:lnTo>
                <a:lnTo>
                  <a:pt x="23077" y="2329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29"/>
                </a:lnTo>
                <a:lnTo>
                  <a:pt x="22812" y="2329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29"/>
                </a:lnTo>
                <a:lnTo>
                  <a:pt x="22548" y="2329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29"/>
                </a:lnTo>
                <a:lnTo>
                  <a:pt x="22284" y="2329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29"/>
                </a:lnTo>
                <a:lnTo>
                  <a:pt x="22020" y="2329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29"/>
                </a:lnTo>
                <a:lnTo>
                  <a:pt x="21756" y="2329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29"/>
                </a:lnTo>
                <a:lnTo>
                  <a:pt x="21492" y="2329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29"/>
                </a:lnTo>
                <a:lnTo>
                  <a:pt x="21228" y="2329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29"/>
                </a:lnTo>
                <a:lnTo>
                  <a:pt x="20964" y="2329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29"/>
                </a:lnTo>
                <a:lnTo>
                  <a:pt x="20700" y="2329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29"/>
                </a:lnTo>
                <a:lnTo>
                  <a:pt x="20436" y="2329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29"/>
                </a:lnTo>
                <a:lnTo>
                  <a:pt x="20172" y="2329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29"/>
                </a:lnTo>
                <a:lnTo>
                  <a:pt x="19908" y="2329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29"/>
                </a:lnTo>
                <a:lnTo>
                  <a:pt x="19644" y="2329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29"/>
                </a:lnTo>
                <a:lnTo>
                  <a:pt x="19380" y="2329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29"/>
                </a:lnTo>
                <a:lnTo>
                  <a:pt x="19116" y="2329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29"/>
                </a:lnTo>
                <a:lnTo>
                  <a:pt x="18852" y="2329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29"/>
                </a:lnTo>
                <a:lnTo>
                  <a:pt x="18588" y="2329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29"/>
                </a:lnTo>
                <a:lnTo>
                  <a:pt x="18324" y="2329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29"/>
                </a:lnTo>
                <a:lnTo>
                  <a:pt x="18059" y="2329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29"/>
                </a:lnTo>
                <a:lnTo>
                  <a:pt x="17795" y="2329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29"/>
                </a:lnTo>
                <a:lnTo>
                  <a:pt x="17531" y="2329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29"/>
                </a:lnTo>
                <a:lnTo>
                  <a:pt x="17267" y="2329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29"/>
                </a:lnTo>
                <a:lnTo>
                  <a:pt x="17003" y="2329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29"/>
                </a:lnTo>
                <a:lnTo>
                  <a:pt x="16739" y="2329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29"/>
                </a:lnTo>
                <a:lnTo>
                  <a:pt x="16475" y="2329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29"/>
                </a:lnTo>
                <a:lnTo>
                  <a:pt x="16211" y="2329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29"/>
                </a:lnTo>
                <a:lnTo>
                  <a:pt x="15947" y="2329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29"/>
                </a:lnTo>
                <a:lnTo>
                  <a:pt x="15683" y="2329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29"/>
                </a:lnTo>
                <a:lnTo>
                  <a:pt x="15419" y="2329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29"/>
                </a:lnTo>
                <a:lnTo>
                  <a:pt x="15155" y="2329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29"/>
                </a:lnTo>
                <a:lnTo>
                  <a:pt x="14891" y="2329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29"/>
                </a:lnTo>
                <a:lnTo>
                  <a:pt x="14627" y="2329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29"/>
                </a:lnTo>
                <a:lnTo>
                  <a:pt x="14363" y="2329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29"/>
                </a:lnTo>
                <a:lnTo>
                  <a:pt x="14099" y="2329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29"/>
                </a:lnTo>
                <a:lnTo>
                  <a:pt x="13834" y="2329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29"/>
                </a:lnTo>
                <a:lnTo>
                  <a:pt x="13570" y="2329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29"/>
                </a:lnTo>
                <a:lnTo>
                  <a:pt x="13306" y="2329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29"/>
                </a:lnTo>
                <a:lnTo>
                  <a:pt x="13041" y="2329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29"/>
                </a:lnTo>
                <a:lnTo>
                  <a:pt x="12777" y="2329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29"/>
                </a:lnTo>
                <a:lnTo>
                  <a:pt x="12513" y="2329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29"/>
                </a:lnTo>
                <a:lnTo>
                  <a:pt x="12249" y="2329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29"/>
                </a:lnTo>
                <a:lnTo>
                  <a:pt x="11985" y="2329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29"/>
                </a:lnTo>
                <a:lnTo>
                  <a:pt x="11721" y="2329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29"/>
                </a:lnTo>
                <a:lnTo>
                  <a:pt x="11457" y="2329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29"/>
                </a:lnTo>
                <a:lnTo>
                  <a:pt x="11193" y="2329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29"/>
                </a:lnTo>
                <a:lnTo>
                  <a:pt x="10929" y="2329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29"/>
                </a:lnTo>
                <a:lnTo>
                  <a:pt x="10665" y="2329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29"/>
                </a:lnTo>
                <a:lnTo>
                  <a:pt x="10401" y="2329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29"/>
                </a:lnTo>
                <a:lnTo>
                  <a:pt x="10137" y="2329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29"/>
                </a:lnTo>
                <a:lnTo>
                  <a:pt x="9873" y="2329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29"/>
                </a:lnTo>
                <a:lnTo>
                  <a:pt x="9609" y="2329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29"/>
                </a:lnTo>
                <a:lnTo>
                  <a:pt x="9345" y="2329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29"/>
                </a:lnTo>
                <a:lnTo>
                  <a:pt x="9081" y="2329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29"/>
                </a:lnTo>
                <a:lnTo>
                  <a:pt x="8817" y="2329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29"/>
                </a:lnTo>
                <a:lnTo>
                  <a:pt x="8553" y="2329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29"/>
                </a:lnTo>
                <a:lnTo>
                  <a:pt x="8288" y="2329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29"/>
                </a:lnTo>
                <a:lnTo>
                  <a:pt x="8024" y="2329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29"/>
                </a:lnTo>
                <a:lnTo>
                  <a:pt x="7760" y="2329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29"/>
                </a:lnTo>
                <a:lnTo>
                  <a:pt x="7496" y="2329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29"/>
                </a:lnTo>
                <a:lnTo>
                  <a:pt x="7232" y="2329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29"/>
                </a:lnTo>
                <a:lnTo>
                  <a:pt x="6968" y="2329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29"/>
                </a:lnTo>
                <a:lnTo>
                  <a:pt x="6704" y="2329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29"/>
                </a:lnTo>
                <a:lnTo>
                  <a:pt x="6440" y="2329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29"/>
                </a:lnTo>
                <a:lnTo>
                  <a:pt x="6176" y="2329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29"/>
                </a:lnTo>
                <a:lnTo>
                  <a:pt x="5912" y="2329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29"/>
                </a:lnTo>
                <a:lnTo>
                  <a:pt x="5648" y="2329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29"/>
                </a:lnTo>
                <a:lnTo>
                  <a:pt x="5384" y="2329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29"/>
                </a:lnTo>
                <a:lnTo>
                  <a:pt x="5120" y="2329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29"/>
                </a:lnTo>
                <a:lnTo>
                  <a:pt x="4856" y="2329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29"/>
                </a:lnTo>
                <a:lnTo>
                  <a:pt x="4592" y="2329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29"/>
                </a:lnTo>
                <a:lnTo>
                  <a:pt x="4328" y="2329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29"/>
                </a:lnTo>
                <a:lnTo>
                  <a:pt x="4064" y="2329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29"/>
                </a:lnTo>
                <a:lnTo>
                  <a:pt x="3800" y="2329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29"/>
                </a:lnTo>
                <a:lnTo>
                  <a:pt x="3536" y="2329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29"/>
                </a:lnTo>
                <a:lnTo>
                  <a:pt x="3271" y="2329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29"/>
                </a:lnTo>
                <a:lnTo>
                  <a:pt x="3007" y="2329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29"/>
                </a:lnTo>
                <a:lnTo>
                  <a:pt x="2743" y="2329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29"/>
                </a:lnTo>
                <a:lnTo>
                  <a:pt x="2479" y="2329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29"/>
                </a:lnTo>
                <a:lnTo>
                  <a:pt x="2215" y="2329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29"/>
                </a:lnTo>
                <a:lnTo>
                  <a:pt x="1951" y="2329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29"/>
                </a:lnTo>
                <a:lnTo>
                  <a:pt x="1687" y="2329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29"/>
                </a:lnTo>
                <a:lnTo>
                  <a:pt x="1423" y="2329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29"/>
                </a:lnTo>
                <a:lnTo>
                  <a:pt x="1159" y="2329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29"/>
                </a:lnTo>
                <a:lnTo>
                  <a:pt x="895" y="2329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29"/>
                </a:lnTo>
                <a:lnTo>
                  <a:pt x="631" y="2329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4"/>
                  <a:pt x="198" y="2441"/>
                </a:cubicBezTo>
                <a:lnTo>
                  <a:pt x="220" y="2327"/>
                </a:lnTo>
                <a:cubicBezTo>
                  <a:pt x="228" y="2328"/>
                  <a:pt x="236" y="2329"/>
                  <a:pt x="244" y="2329"/>
                </a:cubicBezTo>
                <a:lnTo>
                  <a:pt x="367" y="2329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1"/>
                  <a:pt x="0" y="2202"/>
                </a:cubicBezTo>
                <a:lnTo>
                  <a:pt x="0" y="2191"/>
                </a:lnTo>
                <a:lnTo>
                  <a:pt x="117" y="2191"/>
                </a:lnTo>
                <a:lnTo>
                  <a:pt x="117" y="2202"/>
                </a:lnTo>
                <a:cubicBezTo>
                  <a:pt x="117" y="2238"/>
                  <a:pt x="130" y="2269"/>
                  <a:pt x="156" y="2294"/>
                </a:cubicBezTo>
                <a:lnTo>
                  <a:pt x="75" y="2378"/>
                </a:lnTo>
                <a:moveTo>
                  <a:pt x="0" y="2086"/>
                </a:moveTo>
                <a:lnTo>
                  <a:pt x="0" y="1927"/>
                </a:lnTo>
                <a:lnTo>
                  <a:pt x="117" y="1927"/>
                </a:lnTo>
                <a:lnTo>
                  <a:pt x="117" y="2086"/>
                </a:lnTo>
                <a:lnTo>
                  <a:pt x="0" y="2086"/>
                </a:lnTo>
                <a:moveTo>
                  <a:pt x="0" y="1822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2"/>
                </a:lnTo>
                <a:lnTo>
                  <a:pt x="0" y="1822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30"/>
                </a:moveTo>
                <a:lnTo>
                  <a:pt x="0" y="871"/>
                </a:lnTo>
                <a:lnTo>
                  <a:pt x="117" y="871"/>
                </a:lnTo>
                <a:lnTo>
                  <a:pt x="117" y="1030"/>
                </a:lnTo>
                <a:lnTo>
                  <a:pt x="0" y="1030"/>
                </a:lnTo>
                <a:moveTo>
                  <a:pt x="0" y="766"/>
                </a:moveTo>
                <a:lnTo>
                  <a:pt x="0" y="607"/>
                </a:lnTo>
                <a:lnTo>
                  <a:pt x="117" y="607"/>
                </a:lnTo>
                <a:lnTo>
                  <a:pt x="117" y="766"/>
                </a:lnTo>
                <a:lnTo>
                  <a:pt x="0" y="766"/>
                </a:lnTo>
                <a:moveTo>
                  <a:pt x="0" y="502"/>
                </a:moveTo>
                <a:lnTo>
                  <a:pt x="0" y="342"/>
                </a:lnTo>
                <a:lnTo>
                  <a:pt x="117" y="342"/>
                </a:lnTo>
                <a:lnTo>
                  <a:pt x="117" y="502"/>
                </a:lnTo>
                <a:lnTo>
                  <a:pt x="0" y="502"/>
                </a:lnTo>
                <a:moveTo>
                  <a:pt x="1" y="235"/>
                </a:moveTo>
                <a:cubicBezTo>
                  <a:pt x="3" y="160"/>
                  <a:pt x="34" y="99"/>
                  <a:pt x="92" y="53"/>
                </a:cubicBezTo>
                <a:lnTo>
                  <a:pt x="165" y="144"/>
                </a:lnTo>
                <a:cubicBezTo>
                  <a:pt x="134" y="168"/>
                  <a:pt x="118" y="200"/>
                  <a:pt x="117" y="239"/>
                </a:cubicBezTo>
                <a:lnTo>
                  <a:pt x="1" y="235"/>
                </a:lnTo>
                <a:moveTo>
                  <a:pt x="221" y="1"/>
                </a:moveTo>
                <a:cubicBezTo>
                  <a:pt x="228" y="0"/>
                  <a:pt x="236" y="0"/>
                  <a:pt x="244" y="0"/>
                </a:cubicBezTo>
                <a:lnTo>
                  <a:pt x="403" y="0"/>
                </a:lnTo>
                <a:lnTo>
                  <a:pt x="403" y="116"/>
                </a:lnTo>
                <a:lnTo>
                  <a:pt x="244" y="116"/>
                </a:lnTo>
                <a:cubicBezTo>
                  <a:pt x="240" y="116"/>
                  <a:pt x="236" y="116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6755760" y="358416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学習された特徴がタスク横断で有効だった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629720" y="4934520"/>
            <a:ext cx="853092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[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ここに論文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Figure 7: Standard deviations of layer responses 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を入れる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]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914400" y="392400"/>
            <a:ext cx="4975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考察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10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97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98" name=""/>
          <p:cNvSpPr/>
          <p:nvPr/>
        </p:nvSpPr>
        <p:spPr>
          <a:xfrm>
            <a:off x="542880" y="1666800"/>
            <a:ext cx="5410440" cy="3143520"/>
          </a:xfrm>
          <a:custGeom>
            <a:avLst/>
            <a:gdLst/>
            <a:ahLst/>
            <a:rect l="0" t="0" r="r" b="b"/>
            <a:pathLst>
              <a:path w="15029" h="8732">
                <a:moveTo>
                  <a:pt x="0" y="854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8547"/>
                </a:lnTo>
                <a:cubicBezTo>
                  <a:pt x="15029" y="8559"/>
                  <a:pt x="15028" y="8571"/>
                  <a:pt x="15025" y="8583"/>
                </a:cubicBezTo>
                <a:cubicBezTo>
                  <a:pt x="15023" y="8595"/>
                  <a:pt x="15020" y="8606"/>
                  <a:pt x="15015" y="8618"/>
                </a:cubicBezTo>
                <a:cubicBezTo>
                  <a:pt x="15010" y="8629"/>
                  <a:pt x="15005" y="8640"/>
                  <a:pt x="14998" y="8650"/>
                </a:cubicBezTo>
                <a:cubicBezTo>
                  <a:pt x="14991" y="8660"/>
                  <a:pt x="14983" y="8669"/>
                  <a:pt x="14975" y="8678"/>
                </a:cubicBezTo>
                <a:cubicBezTo>
                  <a:pt x="14966" y="8686"/>
                  <a:pt x="14957" y="8694"/>
                  <a:pt x="14947" y="8701"/>
                </a:cubicBezTo>
                <a:cubicBezTo>
                  <a:pt x="14937" y="8707"/>
                  <a:pt x="14926" y="8713"/>
                  <a:pt x="14915" y="8718"/>
                </a:cubicBezTo>
                <a:cubicBezTo>
                  <a:pt x="14903" y="8723"/>
                  <a:pt x="14892" y="8726"/>
                  <a:pt x="14880" y="8728"/>
                </a:cubicBezTo>
                <a:cubicBezTo>
                  <a:pt x="14868" y="8731"/>
                  <a:pt x="14856" y="8732"/>
                  <a:pt x="14844" y="8732"/>
                </a:cubicBezTo>
                <a:lnTo>
                  <a:pt x="185" y="8732"/>
                </a:lnTo>
                <a:cubicBezTo>
                  <a:pt x="173" y="8732"/>
                  <a:pt x="161" y="8731"/>
                  <a:pt x="149" y="8728"/>
                </a:cubicBezTo>
                <a:cubicBezTo>
                  <a:pt x="137" y="8726"/>
                  <a:pt x="125" y="8723"/>
                  <a:pt x="114" y="8718"/>
                </a:cubicBezTo>
                <a:cubicBezTo>
                  <a:pt x="103" y="8713"/>
                  <a:pt x="92" y="8707"/>
                  <a:pt x="82" y="8701"/>
                </a:cubicBezTo>
                <a:cubicBezTo>
                  <a:pt x="72" y="8694"/>
                  <a:pt x="62" y="8686"/>
                  <a:pt x="54" y="8678"/>
                </a:cubicBezTo>
                <a:cubicBezTo>
                  <a:pt x="45" y="8669"/>
                  <a:pt x="38" y="8660"/>
                  <a:pt x="31" y="8650"/>
                </a:cubicBezTo>
                <a:cubicBezTo>
                  <a:pt x="24" y="8640"/>
                  <a:pt x="18" y="8629"/>
                  <a:pt x="14" y="8618"/>
                </a:cubicBezTo>
                <a:cubicBezTo>
                  <a:pt x="9" y="8606"/>
                  <a:pt x="6" y="8595"/>
                  <a:pt x="3" y="8583"/>
                </a:cubicBezTo>
                <a:cubicBezTo>
                  <a:pt x="1" y="8571"/>
                  <a:pt x="0" y="8559"/>
                  <a:pt x="0" y="85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542880" y="1666800"/>
            <a:ext cx="5410440" cy="3143520"/>
          </a:xfrm>
          <a:custGeom>
            <a:avLst/>
            <a:gdLst/>
            <a:ahLst/>
            <a:rect l="0" t="0" r="r" b="b"/>
            <a:pathLst>
              <a:path w="15029" h="8732">
                <a:moveTo>
                  <a:pt x="0" y="854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8547"/>
                </a:lnTo>
                <a:cubicBezTo>
                  <a:pt x="15029" y="8559"/>
                  <a:pt x="15028" y="8571"/>
                  <a:pt x="15025" y="8583"/>
                </a:cubicBezTo>
                <a:cubicBezTo>
                  <a:pt x="15023" y="8595"/>
                  <a:pt x="15020" y="8606"/>
                  <a:pt x="15015" y="8618"/>
                </a:cubicBezTo>
                <a:cubicBezTo>
                  <a:pt x="15010" y="8629"/>
                  <a:pt x="15005" y="8640"/>
                  <a:pt x="14998" y="8650"/>
                </a:cubicBezTo>
                <a:cubicBezTo>
                  <a:pt x="14991" y="8660"/>
                  <a:pt x="14983" y="8669"/>
                  <a:pt x="14975" y="8678"/>
                </a:cubicBezTo>
                <a:cubicBezTo>
                  <a:pt x="14966" y="8686"/>
                  <a:pt x="14957" y="8694"/>
                  <a:pt x="14947" y="8701"/>
                </a:cubicBezTo>
                <a:cubicBezTo>
                  <a:pt x="14937" y="8707"/>
                  <a:pt x="14926" y="8713"/>
                  <a:pt x="14915" y="8718"/>
                </a:cubicBezTo>
                <a:cubicBezTo>
                  <a:pt x="14903" y="8723"/>
                  <a:pt x="14892" y="8726"/>
                  <a:pt x="14880" y="8728"/>
                </a:cubicBezTo>
                <a:cubicBezTo>
                  <a:pt x="14868" y="8731"/>
                  <a:pt x="14856" y="8732"/>
                  <a:pt x="14844" y="8732"/>
                </a:cubicBezTo>
                <a:lnTo>
                  <a:pt x="185" y="8732"/>
                </a:lnTo>
                <a:cubicBezTo>
                  <a:pt x="173" y="8732"/>
                  <a:pt x="161" y="8731"/>
                  <a:pt x="149" y="8728"/>
                </a:cubicBezTo>
                <a:cubicBezTo>
                  <a:pt x="137" y="8726"/>
                  <a:pt x="125" y="8723"/>
                  <a:pt x="114" y="8718"/>
                </a:cubicBezTo>
                <a:cubicBezTo>
                  <a:pt x="103" y="8713"/>
                  <a:pt x="92" y="8707"/>
                  <a:pt x="82" y="8701"/>
                </a:cubicBezTo>
                <a:cubicBezTo>
                  <a:pt x="72" y="8694"/>
                  <a:pt x="62" y="8686"/>
                  <a:pt x="54" y="8678"/>
                </a:cubicBezTo>
                <a:cubicBezTo>
                  <a:pt x="45" y="8669"/>
                  <a:pt x="38" y="8660"/>
                  <a:pt x="31" y="8650"/>
                </a:cubicBezTo>
                <a:cubicBezTo>
                  <a:pt x="24" y="8640"/>
                  <a:pt x="18" y="8629"/>
                  <a:pt x="14" y="8618"/>
                </a:cubicBezTo>
                <a:cubicBezTo>
                  <a:pt x="9" y="8606"/>
                  <a:pt x="6" y="8595"/>
                  <a:pt x="3" y="8583"/>
                </a:cubicBezTo>
                <a:cubicBezTo>
                  <a:pt x="1" y="8571"/>
                  <a:pt x="0" y="8559"/>
                  <a:pt x="0" y="8547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533520" y="924480"/>
            <a:ext cx="917604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は深層化を可能にしたが、深さだけで全てが解決するわけではない。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809280" y="24573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0"/>
                  <a:pt x="263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762120" y="1848600"/>
            <a:ext cx="5342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限界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059480" y="233640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非常に深くすると計算量とメモリ消費が増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809280" y="325728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4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5"/>
                  <a:pt x="17" y="200"/>
                  <a:pt x="11" y="184"/>
                </a:cubicBezTo>
                <a:cubicBezTo>
                  <a:pt x="4" y="168"/>
                  <a:pt x="0" y="151"/>
                  <a:pt x="0" y="134"/>
                </a:cubicBezTo>
                <a:cubicBezTo>
                  <a:pt x="0" y="116"/>
                  <a:pt x="4" y="99"/>
                  <a:pt x="11" y="83"/>
                </a:cubicBezTo>
                <a:cubicBezTo>
                  <a:pt x="17" y="67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7"/>
                  <a:pt x="255" y="83"/>
                </a:cubicBezTo>
                <a:cubicBezTo>
                  <a:pt x="263" y="99"/>
                  <a:pt x="266" y="116"/>
                  <a:pt x="266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059480" y="2698200"/>
            <a:ext cx="4762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える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059480" y="313632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タスクによっては深さ以外の設計も重要に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809280" y="40575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0"/>
                  <a:pt x="263" y="166"/>
                  <a:pt x="255" y="183"/>
                </a:cubicBezTo>
                <a:cubicBezTo>
                  <a:pt x="248" y="199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199"/>
                  <a:pt x="11" y="183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059480" y="3498120"/>
            <a:ext cx="4762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なる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059480" y="393660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ショートカットだけで表現効率の全問題を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6238800" y="1666800"/>
            <a:ext cx="5410440" cy="3143520"/>
          </a:xfrm>
          <a:custGeom>
            <a:avLst/>
            <a:gdLst/>
            <a:ahLst/>
            <a:rect l="0" t="0" r="r" b="b"/>
            <a:pathLst>
              <a:path w="15029" h="8732">
                <a:moveTo>
                  <a:pt x="0" y="854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8547"/>
                </a:lnTo>
                <a:cubicBezTo>
                  <a:pt x="15029" y="8559"/>
                  <a:pt x="15028" y="8571"/>
                  <a:pt x="15025" y="8583"/>
                </a:cubicBezTo>
                <a:cubicBezTo>
                  <a:pt x="15023" y="8595"/>
                  <a:pt x="15020" y="8606"/>
                  <a:pt x="15015" y="8618"/>
                </a:cubicBezTo>
                <a:cubicBezTo>
                  <a:pt x="15010" y="8629"/>
                  <a:pt x="15005" y="8640"/>
                  <a:pt x="14998" y="8650"/>
                </a:cubicBezTo>
                <a:cubicBezTo>
                  <a:pt x="14991" y="8660"/>
                  <a:pt x="14983" y="8669"/>
                  <a:pt x="14975" y="8678"/>
                </a:cubicBezTo>
                <a:cubicBezTo>
                  <a:pt x="14966" y="8686"/>
                  <a:pt x="14957" y="8694"/>
                  <a:pt x="14947" y="8701"/>
                </a:cubicBezTo>
                <a:cubicBezTo>
                  <a:pt x="14937" y="8707"/>
                  <a:pt x="14926" y="8713"/>
                  <a:pt x="14915" y="8718"/>
                </a:cubicBezTo>
                <a:cubicBezTo>
                  <a:pt x="14903" y="8723"/>
                  <a:pt x="14892" y="8726"/>
                  <a:pt x="14880" y="8728"/>
                </a:cubicBezTo>
                <a:cubicBezTo>
                  <a:pt x="14868" y="8731"/>
                  <a:pt x="14856" y="8732"/>
                  <a:pt x="14844" y="8732"/>
                </a:cubicBezTo>
                <a:lnTo>
                  <a:pt x="185" y="8732"/>
                </a:lnTo>
                <a:cubicBezTo>
                  <a:pt x="173" y="8732"/>
                  <a:pt x="161" y="8731"/>
                  <a:pt x="149" y="8728"/>
                </a:cubicBezTo>
                <a:cubicBezTo>
                  <a:pt x="137" y="8726"/>
                  <a:pt x="125" y="8723"/>
                  <a:pt x="114" y="8718"/>
                </a:cubicBezTo>
                <a:cubicBezTo>
                  <a:pt x="103" y="8713"/>
                  <a:pt x="92" y="8707"/>
                  <a:pt x="82" y="8701"/>
                </a:cubicBezTo>
                <a:cubicBezTo>
                  <a:pt x="72" y="8694"/>
                  <a:pt x="63" y="8686"/>
                  <a:pt x="54" y="8678"/>
                </a:cubicBezTo>
                <a:cubicBezTo>
                  <a:pt x="45" y="8669"/>
                  <a:pt x="38" y="8660"/>
                  <a:pt x="31" y="8650"/>
                </a:cubicBezTo>
                <a:cubicBezTo>
                  <a:pt x="24" y="8640"/>
                  <a:pt x="18" y="8629"/>
                  <a:pt x="14" y="8618"/>
                </a:cubicBezTo>
                <a:cubicBezTo>
                  <a:pt x="9" y="8606"/>
                  <a:pt x="6" y="8595"/>
                  <a:pt x="3" y="8583"/>
                </a:cubicBezTo>
                <a:cubicBezTo>
                  <a:pt x="1" y="8571"/>
                  <a:pt x="0" y="8559"/>
                  <a:pt x="0" y="8547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6238800" y="1666800"/>
            <a:ext cx="5410440" cy="3143520"/>
          </a:xfrm>
          <a:custGeom>
            <a:avLst/>
            <a:gdLst/>
            <a:ahLst/>
            <a:rect l="0" t="0" r="r" b="b"/>
            <a:pathLst>
              <a:path w="15029" h="8732">
                <a:moveTo>
                  <a:pt x="0" y="854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8547"/>
                </a:lnTo>
                <a:cubicBezTo>
                  <a:pt x="15029" y="8559"/>
                  <a:pt x="15028" y="8571"/>
                  <a:pt x="15025" y="8583"/>
                </a:cubicBezTo>
                <a:cubicBezTo>
                  <a:pt x="15023" y="8595"/>
                  <a:pt x="15020" y="8606"/>
                  <a:pt x="15015" y="8618"/>
                </a:cubicBezTo>
                <a:cubicBezTo>
                  <a:pt x="15010" y="8629"/>
                  <a:pt x="15005" y="8640"/>
                  <a:pt x="14998" y="8650"/>
                </a:cubicBezTo>
                <a:cubicBezTo>
                  <a:pt x="14991" y="8660"/>
                  <a:pt x="14983" y="8669"/>
                  <a:pt x="14975" y="8678"/>
                </a:cubicBezTo>
                <a:cubicBezTo>
                  <a:pt x="14966" y="8686"/>
                  <a:pt x="14957" y="8694"/>
                  <a:pt x="14947" y="8701"/>
                </a:cubicBezTo>
                <a:cubicBezTo>
                  <a:pt x="14937" y="8707"/>
                  <a:pt x="14926" y="8713"/>
                  <a:pt x="14915" y="8718"/>
                </a:cubicBezTo>
                <a:cubicBezTo>
                  <a:pt x="14903" y="8723"/>
                  <a:pt x="14892" y="8726"/>
                  <a:pt x="14880" y="8728"/>
                </a:cubicBezTo>
                <a:cubicBezTo>
                  <a:pt x="14868" y="8731"/>
                  <a:pt x="14856" y="8732"/>
                  <a:pt x="14844" y="8732"/>
                </a:cubicBezTo>
                <a:lnTo>
                  <a:pt x="185" y="8732"/>
                </a:lnTo>
                <a:cubicBezTo>
                  <a:pt x="173" y="8732"/>
                  <a:pt x="161" y="8731"/>
                  <a:pt x="149" y="8728"/>
                </a:cubicBezTo>
                <a:cubicBezTo>
                  <a:pt x="137" y="8726"/>
                  <a:pt x="125" y="8723"/>
                  <a:pt x="114" y="8718"/>
                </a:cubicBezTo>
                <a:cubicBezTo>
                  <a:pt x="103" y="8713"/>
                  <a:pt x="92" y="8707"/>
                  <a:pt x="82" y="8701"/>
                </a:cubicBezTo>
                <a:cubicBezTo>
                  <a:pt x="72" y="8694"/>
                  <a:pt x="63" y="8686"/>
                  <a:pt x="54" y="8678"/>
                </a:cubicBezTo>
                <a:cubicBezTo>
                  <a:pt x="45" y="8669"/>
                  <a:pt x="38" y="8660"/>
                  <a:pt x="31" y="8650"/>
                </a:cubicBezTo>
                <a:cubicBezTo>
                  <a:pt x="24" y="8640"/>
                  <a:pt x="18" y="8629"/>
                  <a:pt x="14" y="8618"/>
                </a:cubicBezTo>
                <a:cubicBezTo>
                  <a:pt x="9" y="8606"/>
                  <a:pt x="6" y="8595"/>
                  <a:pt x="3" y="8583"/>
                </a:cubicBezTo>
                <a:cubicBezTo>
                  <a:pt x="1" y="8571"/>
                  <a:pt x="0" y="8559"/>
                  <a:pt x="0" y="8547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059480" y="4298400"/>
            <a:ext cx="19026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解くわけではない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6505560" y="2457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6458040" y="1848600"/>
            <a:ext cx="13341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今後の発展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6505560" y="2904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755760" y="2336400"/>
            <a:ext cx="25801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より効率的な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block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設計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6755760" y="278388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検出‧セグメンテーションなど下流タスク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6505560" y="37051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7"/>
                  <a:pt x="0" y="151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6755760" y="3136320"/>
            <a:ext cx="9518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への応用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533160" y="4991040"/>
            <a:ext cx="11125440" cy="648000"/>
          </a:xfrm>
          <a:custGeom>
            <a:avLst/>
            <a:gdLst/>
            <a:ahLst/>
            <a:rect l="0" t="0" r="r" b="b"/>
            <a:pathLst>
              <a:path w="30904" h="1800">
                <a:moveTo>
                  <a:pt x="0" y="0"/>
                </a:moveTo>
                <a:lnTo>
                  <a:pt x="30904" y="0"/>
                </a:lnTo>
                <a:lnTo>
                  <a:pt x="30904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533160" y="4991040"/>
            <a:ext cx="76680" cy="648000"/>
          </a:xfrm>
          <a:custGeom>
            <a:avLst/>
            <a:gdLst/>
            <a:ahLst/>
            <a:rect l="0" t="0" r="r" b="b"/>
            <a:pathLst>
              <a:path w="213" h="1800">
                <a:moveTo>
                  <a:pt x="0" y="0"/>
                </a:moveTo>
                <a:lnTo>
                  <a:pt x="213" y="0"/>
                </a:lnTo>
                <a:lnTo>
                  <a:pt x="213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6755760" y="3584160"/>
            <a:ext cx="47163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ConvNeXt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のような現代的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ConvNet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への発展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781200" y="5144760"/>
            <a:ext cx="860364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以後の多くのモデルは、残差接続を基本部品として利用している。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914400" y="392400"/>
            <a:ext cx="19879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限界‧今後の課題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31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32" name=""/>
          <p:cNvSpPr/>
          <p:nvPr/>
        </p:nvSpPr>
        <p:spPr>
          <a:xfrm>
            <a:off x="542880" y="1723680"/>
            <a:ext cx="3571920" cy="2439000"/>
          </a:xfrm>
          <a:custGeom>
            <a:avLst/>
            <a:gdLst/>
            <a:ahLst/>
            <a:rect l="0" t="0" r="r" b="b"/>
            <a:pathLst>
              <a:path w="9922" h="6775">
                <a:moveTo>
                  <a:pt x="0" y="6590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37" y="0"/>
                </a:lnTo>
                <a:cubicBezTo>
                  <a:pt x="9749" y="0"/>
                  <a:pt x="9761" y="2"/>
                  <a:pt x="9773" y="4"/>
                </a:cubicBezTo>
                <a:cubicBezTo>
                  <a:pt x="9785" y="6"/>
                  <a:pt x="9797" y="10"/>
                  <a:pt x="9808" y="15"/>
                </a:cubicBezTo>
                <a:cubicBezTo>
                  <a:pt x="9819" y="19"/>
                  <a:pt x="9830" y="25"/>
                  <a:pt x="9840" y="32"/>
                </a:cubicBezTo>
                <a:cubicBezTo>
                  <a:pt x="9850" y="38"/>
                  <a:pt x="9860" y="46"/>
                  <a:pt x="9868" y="55"/>
                </a:cubicBezTo>
                <a:cubicBezTo>
                  <a:pt x="9877" y="63"/>
                  <a:pt x="9885" y="73"/>
                  <a:pt x="9891" y="83"/>
                </a:cubicBezTo>
                <a:cubicBezTo>
                  <a:pt x="9898" y="93"/>
                  <a:pt x="9904" y="104"/>
                  <a:pt x="9908" y="115"/>
                </a:cubicBezTo>
                <a:cubicBezTo>
                  <a:pt x="9913" y="126"/>
                  <a:pt x="9917" y="138"/>
                  <a:pt x="9919" y="150"/>
                </a:cubicBezTo>
                <a:cubicBezTo>
                  <a:pt x="9921" y="161"/>
                  <a:pt x="9922" y="174"/>
                  <a:pt x="9922" y="186"/>
                </a:cubicBezTo>
                <a:lnTo>
                  <a:pt x="9922" y="6590"/>
                </a:lnTo>
                <a:cubicBezTo>
                  <a:pt x="9922" y="6602"/>
                  <a:pt x="9921" y="6614"/>
                  <a:pt x="9919" y="6626"/>
                </a:cubicBezTo>
                <a:cubicBezTo>
                  <a:pt x="9917" y="6638"/>
                  <a:pt x="9913" y="6649"/>
                  <a:pt x="9908" y="6660"/>
                </a:cubicBezTo>
                <a:cubicBezTo>
                  <a:pt x="9904" y="6672"/>
                  <a:pt x="9898" y="6682"/>
                  <a:pt x="9891" y="6692"/>
                </a:cubicBezTo>
                <a:cubicBezTo>
                  <a:pt x="9885" y="6703"/>
                  <a:pt x="9877" y="6712"/>
                  <a:pt x="9868" y="6721"/>
                </a:cubicBezTo>
                <a:cubicBezTo>
                  <a:pt x="9860" y="6729"/>
                  <a:pt x="9850" y="6737"/>
                  <a:pt x="9840" y="6744"/>
                </a:cubicBezTo>
                <a:cubicBezTo>
                  <a:pt x="9830" y="6750"/>
                  <a:pt x="9819" y="6756"/>
                  <a:pt x="9808" y="6761"/>
                </a:cubicBezTo>
                <a:cubicBezTo>
                  <a:pt x="9797" y="6765"/>
                  <a:pt x="9785" y="6769"/>
                  <a:pt x="9773" y="6771"/>
                </a:cubicBezTo>
                <a:cubicBezTo>
                  <a:pt x="9761" y="6774"/>
                  <a:pt x="9749" y="6775"/>
                  <a:pt x="9737" y="6775"/>
                </a:cubicBezTo>
                <a:lnTo>
                  <a:pt x="185" y="6775"/>
                </a:lnTo>
                <a:cubicBezTo>
                  <a:pt x="173" y="6775"/>
                  <a:pt x="161" y="6774"/>
                  <a:pt x="149" y="6771"/>
                </a:cubicBezTo>
                <a:cubicBezTo>
                  <a:pt x="137" y="6769"/>
                  <a:pt x="125" y="6765"/>
                  <a:pt x="114" y="6761"/>
                </a:cubicBezTo>
                <a:cubicBezTo>
                  <a:pt x="103" y="6756"/>
                  <a:pt x="92" y="6750"/>
                  <a:pt x="82" y="6744"/>
                </a:cubicBezTo>
                <a:cubicBezTo>
                  <a:pt x="72" y="6737"/>
                  <a:pt x="62" y="6729"/>
                  <a:pt x="54" y="6721"/>
                </a:cubicBezTo>
                <a:cubicBezTo>
                  <a:pt x="45" y="6712"/>
                  <a:pt x="38" y="6703"/>
                  <a:pt x="31" y="6692"/>
                </a:cubicBezTo>
                <a:cubicBezTo>
                  <a:pt x="24" y="6682"/>
                  <a:pt x="18" y="6672"/>
                  <a:pt x="14" y="6660"/>
                </a:cubicBezTo>
                <a:cubicBezTo>
                  <a:pt x="9" y="6649"/>
                  <a:pt x="6" y="6638"/>
                  <a:pt x="3" y="6626"/>
                </a:cubicBezTo>
                <a:cubicBezTo>
                  <a:pt x="1" y="6614"/>
                  <a:pt x="0" y="6602"/>
                  <a:pt x="0" y="6590"/>
                </a:cubicBezTo>
                <a:close/>
              </a:path>
            </a:pathLst>
          </a:custGeom>
          <a:solidFill>
            <a:srgbClr val="f9f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542880" y="1723680"/>
            <a:ext cx="3571920" cy="2439000"/>
          </a:xfrm>
          <a:custGeom>
            <a:avLst/>
            <a:gdLst/>
            <a:ahLst/>
            <a:rect l="0" t="0" r="r" b="b"/>
            <a:pathLst>
              <a:path w="9922" h="6775">
                <a:moveTo>
                  <a:pt x="0" y="6590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37" y="0"/>
                </a:lnTo>
                <a:cubicBezTo>
                  <a:pt x="9749" y="0"/>
                  <a:pt x="9761" y="2"/>
                  <a:pt x="9773" y="4"/>
                </a:cubicBezTo>
                <a:cubicBezTo>
                  <a:pt x="9785" y="6"/>
                  <a:pt x="9797" y="10"/>
                  <a:pt x="9808" y="15"/>
                </a:cubicBezTo>
                <a:cubicBezTo>
                  <a:pt x="9819" y="19"/>
                  <a:pt x="9830" y="25"/>
                  <a:pt x="9840" y="32"/>
                </a:cubicBezTo>
                <a:cubicBezTo>
                  <a:pt x="9850" y="38"/>
                  <a:pt x="9860" y="46"/>
                  <a:pt x="9868" y="55"/>
                </a:cubicBezTo>
                <a:cubicBezTo>
                  <a:pt x="9877" y="63"/>
                  <a:pt x="9885" y="73"/>
                  <a:pt x="9891" y="83"/>
                </a:cubicBezTo>
                <a:cubicBezTo>
                  <a:pt x="9898" y="93"/>
                  <a:pt x="9904" y="104"/>
                  <a:pt x="9908" y="115"/>
                </a:cubicBezTo>
                <a:cubicBezTo>
                  <a:pt x="9913" y="126"/>
                  <a:pt x="9917" y="138"/>
                  <a:pt x="9919" y="150"/>
                </a:cubicBezTo>
                <a:cubicBezTo>
                  <a:pt x="9921" y="161"/>
                  <a:pt x="9922" y="174"/>
                  <a:pt x="9922" y="186"/>
                </a:cubicBezTo>
                <a:lnTo>
                  <a:pt x="9922" y="6590"/>
                </a:lnTo>
                <a:cubicBezTo>
                  <a:pt x="9922" y="6602"/>
                  <a:pt x="9921" y="6614"/>
                  <a:pt x="9919" y="6626"/>
                </a:cubicBezTo>
                <a:cubicBezTo>
                  <a:pt x="9917" y="6638"/>
                  <a:pt x="9913" y="6649"/>
                  <a:pt x="9908" y="6660"/>
                </a:cubicBezTo>
                <a:cubicBezTo>
                  <a:pt x="9904" y="6672"/>
                  <a:pt x="9898" y="6682"/>
                  <a:pt x="9891" y="6692"/>
                </a:cubicBezTo>
                <a:cubicBezTo>
                  <a:pt x="9885" y="6703"/>
                  <a:pt x="9877" y="6712"/>
                  <a:pt x="9868" y="6721"/>
                </a:cubicBezTo>
                <a:cubicBezTo>
                  <a:pt x="9860" y="6729"/>
                  <a:pt x="9850" y="6737"/>
                  <a:pt x="9840" y="6744"/>
                </a:cubicBezTo>
                <a:cubicBezTo>
                  <a:pt x="9830" y="6750"/>
                  <a:pt x="9819" y="6756"/>
                  <a:pt x="9808" y="6761"/>
                </a:cubicBezTo>
                <a:cubicBezTo>
                  <a:pt x="9797" y="6765"/>
                  <a:pt x="9785" y="6769"/>
                  <a:pt x="9773" y="6771"/>
                </a:cubicBezTo>
                <a:cubicBezTo>
                  <a:pt x="9761" y="6774"/>
                  <a:pt x="9749" y="6775"/>
                  <a:pt x="9737" y="6775"/>
                </a:cubicBezTo>
                <a:lnTo>
                  <a:pt x="185" y="6775"/>
                </a:lnTo>
                <a:cubicBezTo>
                  <a:pt x="173" y="6775"/>
                  <a:pt x="161" y="6774"/>
                  <a:pt x="149" y="6771"/>
                </a:cubicBezTo>
                <a:cubicBezTo>
                  <a:pt x="137" y="6769"/>
                  <a:pt x="125" y="6765"/>
                  <a:pt x="114" y="6761"/>
                </a:cubicBezTo>
                <a:cubicBezTo>
                  <a:pt x="103" y="6756"/>
                  <a:pt x="92" y="6750"/>
                  <a:pt x="82" y="6744"/>
                </a:cubicBezTo>
                <a:cubicBezTo>
                  <a:pt x="72" y="6737"/>
                  <a:pt x="62" y="6729"/>
                  <a:pt x="54" y="6721"/>
                </a:cubicBezTo>
                <a:cubicBezTo>
                  <a:pt x="45" y="6712"/>
                  <a:pt x="38" y="6703"/>
                  <a:pt x="31" y="6692"/>
                </a:cubicBezTo>
                <a:cubicBezTo>
                  <a:pt x="24" y="6682"/>
                  <a:pt x="18" y="6672"/>
                  <a:pt x="14" y="6660"/>
                </a:cubicBezTo>
                <a:cubicBezTo>
                  <a:pt x="9" y="6649"/>
                  <a:pt x="6" y="6638"/>
                  <a:pt x="3" y="6626"/>
                </a:cubicBezTo>
                <a:cubicBezTo>
                  <a:pt x="1" y="6614"/>
                  <a:pt x="0" y="6602"/>
                  <a:pt x="0" y="6590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533520" y="924480"/>
            <a:ext cx="1104300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は、残差学習とショートカットにより、超深層ネットワークの最適化を可能にした。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723960" y="1891080"/>
            <a:ext cx="39996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背景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723960" y="227664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深いネットワークは表現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723960" y="269568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力が高いが、単純な深層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723960" y="3105000"/>
            <a:ext cx="3041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化では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Degradation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問題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4305240" y="1723680"/>
            <a:ext cx="3581640" cy="2439000"/>
          </a:xfrm>
          <a:custGeom>
            <a:avLst/>
            <a:gdLst/>
            <a:ahLst/>
            <a:rect l="0" t="0" r="r" b="b"/>
            <a:pathLst>
              <a:path w="9949" h="6775">
                <a:moveTo>
                  <a:pt x="0" y="6590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64" y="0"/>
                </a:lnTo>
                <a:cubicBezTo>
                  <a:pt x="9776" y="0"/>
                  <a:pt x="9788" y="2"/>
                  <a:pt x="9800" y="4"/>
                </a:cubicBezTo>
                <a:cubicBezTo>
                  <a:pt x="9812" y="6"/>
                  <a:pt x="9823" y="10"/>
                  <a:pt x="9835" y="15"/>
                </a:cubicBezTo>
                <a:cubicBezTo>
                  <a:pt x="9846" y="19"/>
                  <a:pt x="9857" y="25"/>
                  <a:pt x="9867" y="32"/>
                </a:cubicBezTo>
                <a:cubicBezTo>
                  <a:pt x="9877" y="38"/>
                  <a:pt x="9886" y="46"/>
                  <a:pt x="9895" y="55"/>
                </a:cubicBezTo>
                <a:cubicBezTo>
                  <a:pt x="9903" y="63"/>
                  <a:pt x="9911" y="73"/>
                  <a:pt x="9918" y="83"/>
                </a:cubicBezTo>
                <a:cubicBezTo>
                  <a:pt x="9925" y="93"/>
                  <a:pt x="9930" y="104"/>
                  <a:pt x="9935" y="115"/>
                </a:cubicBezTo>
                <a:cubicBezTo>
                  <a:pt x="9940" y="126"/>
                  <a:pt x="9943" y="138"/>
                  <a:pt x="9945" y="150"/>
                </a:cubicBezTo>
                <a:cubicBezTo>
                  <a:pt x="9948" y="161"/>
                  <a:pt x="9949" y="174"/>
                  <a:pt x="9949" y="186"/>
                </a:cubicBezTo>
                <a:lnTo>
                  <a:pt x="9949" y="6590"/>
                </a:lnTo>
                <a:cubicBezTo>
                  <a:pt x="9949" y="6602"/>
                  <a:pt x="9948" y="6614"/>
                  <a:pt x="9945" y="6626"/>
                </a:cubicBezTo>
                <a:cubicBezTo>
                  <a:pt x="9943" y="6638"/>
                  <a:pt x="9940" y="6649"/>
                  <a:pt x="9935" y="6660"/>
                </a:cubicBezTo>
                <a:cubicBezTo>
                  <a:pt x="9930" y="6672"/>
                  <a:pt x="9925" y="6682"/>
                  <a:pt x="9918" y="6692"/>
                </a:cubicBezTo>
                <a:cubicBezTo>
                  <a:pt x="9911" y="6703"/>
                  <a:pt x="9903" y="6712"/>
                  <a:pt x="9895" y="6721"/>
                </a:cubicBezTo>
                <a:cubicBezTo>
                  <a:pt x="9886" y="6729"/>
                  <a:pt x="9877" y="6737"/>
                  <a:pt x="9867" y="6744"/>
                </a:cubicBezTo>
                <a:cubicBezTo>
                  <a:pt x="9857" y="6750"/>
                  <a:pt x="9846" y="6756"/>
                  <a:pt x="9835" y="6761"/>
                </a:cubicBezTo>
                <a:cubicBezTo>
                  <a:pt x="9823" y="6765"/>
                  <a:pt x="9812" y="6769"/>
                  <a:pt x="9800" y="6771"/>
                </a:cubicBezTo>
                <a:cubicBezTo>
                  <a:pt x="9788" y="6774"/>
                  <a:pt x="9776" y="6775"/>
                  <a:pt x="9764" y="6775"/>
                </a:cubicBezTo>
                <a:lnTo>
                  <a:pt x="185" y="6775"/>
                </a:lnTo>
                <a:cubicBezTo>
                  <a:pt x="173" y="6775"/>
                  <a:pt x="161" y="6774"/>
                  <a:pt x="149" y="6771"/>
                </a:cubicBezTo>
                <a:cubicBezTo>
                  <a:pt x="137" y="6769"/>
                  <a:pt x="125" y="6765"/>
                  <a:pt x="114" y="6761"/>
                </a:cubicBezTo>
                <a:cubicBezTo>
                  <a:pt x="103" y="6756"/>
                  <a:pt x="92" y="6750"/>
                  <a:pt x="82" y="6744"/>
                </a:cubicBezTo>
                <a:cubicBezTo>
                  <a:pt x="72" y="6737"/>
                  <a:pt x="63" y="6729"/>
                  <a:pt x="54" y="6721"/>
                </a:cubicBezTo>
                <a:cubicBezTo>
                  <a:pt x="45" y="6712"/>
                  <a:pt x="38" y="6703"/>
                  <a:pt x="31" y="6692"/>
                </a:cubicBezTo>
                <a:cubicBezTo>
                  <a:pt x="24" y="6682"/>
                  <a:pt x="18" y="6672"/>
                  <a:pt x="14" y="6660"/>
                </a:cubicBezTo>
                <a:cubicBezTo>
                  <a:pt x="9" y="6649"/>
                  <a:pt x="6" y="6638"/>
                  <a:pt x="3" y="6626"/>
                </a:cubicBezTo>
                <a:cubicBezTo>
                  <a:pt x="1" y="6614"/>
                  <a:pt x="0" y="6602"/>
                  <a:pt x="0" y="6590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4305240" y="1723680"/>
            <a:ext cx="3581640" cy="2439000"/>
          </a:xfrm>
          <a:custGeom>
            <a:avLst/>
            <a:gdLst/>
            <a:ahLst/>
            <a:rect l="0" t="0" r="r" b="b"/>
            <a:pathLst>
              <a:path w="9949" h="6775">
                <a:moveTo>
                  <a:pt x="0" y="6590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64" y="0"/>
                </a:lnTo>
                <a:cubicBezTo>
                  <a:pt x="9776" y="0"/>
                  <a:pt x="9788" y="2"/>
                  <a:pt x="9800" y="4"/>
                </a:cubicBezTo>
                <a:cubicBezTo>
                  <a:pt x="9812" y="6"/>
                  <a:pt x="9823" y="10"/>
                  <a:pt x="9835" y="15"/>
                </a:cubicBezTo>
                <a:cubicBezTo>
                  <a:pt x="9846" y="19"/>
                  <a:pt x="9857" y="25"/>
                  <a:pt x="9867" y="32"/>
                </a:cubicBezTo>
                <a:cubicBezTo>
                  <a:pt x="9877" y="38"/>
                  <a:pt x="9886" y="46"/>
                  <a:pt x="9895" y="55"/>
                </a:cubicBezTo>
                <a:cubicBezTo>
                  <a:pt x="9903" y="63"/>
                  <a:pt x="9911" y="73"/>
                  <a:pt x="9918" y="83"/>
                </a:cubicBezTo>
                <a:cubicBezTo>
                  <a:pt x="9925" y="93"/>
                  <a:pt x="9930" y="104"/>
                  <a:pt x="9935" y="115"/>
                </a:cubicBezTo>
                <a:cubicBezTo>
                  <a:pt x="9940" y="126"/>
                  <a:pt x="9943" y="138"/>
                  <a:pt x="9945" y="150"/>
                </a:cubicBezTo>
                <a:cubicBezTo>
                  <a:pt x="9948" y="161"/>
                  <a:pt x="9949" y="174"/>
                  <a:pt x="9949" y="186"/>
                </a:cubicBezTo>
                <a:lnTo>
                  <a:pt x="9949" y="6590"/>
                </a:lnTo>
                <a:cubicBezTo>
                  <a:pt x="9949" y="6602"/>
                  <a:pt x="9948" y="6614"/>
                  <a:pt x="9945" y="6626"/>
                </a:cubicBezTo>
                <a:cubicBezTo>
                  <a:pt x="9943" y="6638"/>
                  <a:pt x="9940" y="6649"/>
                  <a:pt x="9935" y="6660"/>
                </a:cubicBezTo>
                <a:cubicBezTo>
                  <a:pt x="9930" y="6672"/>
                  <a:pt x="9925" y="6682"/>
                  <a:pt x="9918" y="6692"/>
                </a:cubicBezTo>
                <a:cubicBezTo>
                  <a:pt x="9911" y="6703"/>
                  <a:pt x="9903" y="6712"/>
                  <a:pt x="9895" y="6721"/>
                </a:cubicBezTo>
                <a:cubicBezTo>
                  <a:pt x="9886" y="6729"/>
                  <a:pt x="9877" y="6737"/>
                  <a:pt x="9867" y="6744"/>
                </a:cubicBezTo>
                <a:cubicBezTo>
                  <a:pt x="9857" y="6750"/>
                  <a:pt x="9846" y="6756"/>
                  <a:pt x="9835" y="6761"/>
                </a:cubicBezTo>
                <a:cubicBezTo>
                  <a:pt x="9823" y="6765"/>
                  <a:pt x="9812" y="6769"/>
                  <a:pt x="9800" y="6771"/>
                </a:cubicBezTo>
                <a:cubicBezTo>
                  <a:pt x="9788" y="6774"/>
                  <a:pt x="9776" y="6775"/>
                  <a:pt x="9764" y="6775"/>
                </a:cubicBezTo>
                <a:lnTo>
                  <a:pt x="185" y="6775"/>
                </a:lnTo>
                <a:cubicBezTo>
                  <a:pt x="173" y="6775"/>
                  <a:pt x="161" y="6774"/>
                  <a:pt x="149" y="6771"/>
                </a:cubicBezTo>
                <a:cubicBezTo>
                  <a:pt x="137" y="6769"/>
                  <a:pt x="125" y="6765"/>
                  <a:pt x="114" y="6761"/>
                </a:cubicBezTo>
                <a:cubicBezTo>
                  <a:pt x="103" y="6756"/>
                  <a:pt x="92" y="6750"/>
                  <a:pt x="82" y="6744"/>
                </a:cubicBezTo>
                <a:cubicBezTo>
                  <a:pt x="72" y="6737"/>
                  <a:pt x="63" y="6729"/>
                  <a:pt x="54" y="6721"/>
                </a:cubicBezTo>
                <a:cubicBezTo>
                  <a:pt x="45" y="6712"/>
                  <a:pt x="38" y="6703"/>
                  <a:pt x="31" y="6692"/>
                </a:cubicBezTo>
                <a:cubicBezTo>
                  <a:pt x="24" y="6682"/>
                  <a:pt x="18" y="6672"/>
                  <a:pt x="14" y="6660"/>
                </a:cubicBezTo>
                <a:cubicBezTo>
                  <a:pt x="9" y="6649"/>
                  <a:pt x="6" y="6638"/>
                  <a:pt x="3" y="6626"/>
                </a:cubicBezTo>
                <a:cubicBezTo>
                  <a:pt x="1" y="6614"/>
                  <a:pt x="0" y="6602"/>
                  <a:pt x="0" y="6590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723960" y="3524400"/>
            <a:ext cx="1379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が起きる。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4489560" y="1891080"/>
            <a:ext cx="39996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方法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4489560" y="2276640"/>
            <a:ext cx="3249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H(x)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を直接学ばず、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F(x)+x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8076960" y="1723680"/>
            <a:ext cx="3572280" cy="2439000"/>
          </a:xfrm>
          <a:custGeom>
            <a:avLst/>
            <a:gdLst/>
            <a:ahLst/>
            <a:rect l="0" t="0" r="r" b="b"/>
            <a:pathLst>
              <a:path w="9923" h="6775">
                <a:moveTo>
                  <a:pt x="0" y="6590"/>
                </a:moveTo>
                <a:lnTo>
                  <a:pt x="0" y="186"/>
                </a:lnTo>
                <a:cubicBezTo>
                  <a:pt x="0" y="174"/>
                  <a:pt x="1" y="161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38" y="0"/>
                </a:lnTo>
                <a:cubicBezTo>
                  <a:pt x="9750" y="0"/>
                  <a:pt x="9762" y="2"/>
                  <a:pt x="9774" y="4"/>
                </a:cubicBezTo>
                <a:cubicBezTo>
                  <a:pt x="9786" y="6"/>
                  <a:pt x="9797" y="10"/>
                  <a:pt x="9809" y="15"/>
                </a:cubicBezTo>
                <a:cubicBezTo>
                  <a:pt x="9820" y="19"/>
                  <a:pt x="9831" y="25"/>
                  <a:pt x="9841" y="32"/>
                </a:cubicBezTo>
                <a:cubicBezTo>
                  <a:pt x="9851" y="38"/>
                  <a:pt x="9860" y="46"/>
                  <a:pt x="9869" y="55"/>
                </a:cubicBezTo>
                <a:cubicBezTo>
                  <a:pt x="9877" y="63"/>
                  <a:pt x="9885" y="73"/>
                  <a:pt x="9892" y="83"/>
                </a:cubicBezTo>
                <a:cubicBezTo>
                  <a:pt x="9899" y="93"/>
                  <a:pt x="9904" y="104"/>
                  <a:pt x="9909" y="115"/>
                </a:cubicBezTo>
                <a:cubicBezTo>
                  <a:pt x="9914" y="126"/>
                  <a:pt x="9917" y="138"/>
                  <a:pt x="9919" y="150"/>
                </a:cubicBezTo>
                <a:cubicBezTo>
                  <a:pt x="9922" y="161"/>
                  <a:pt x="9923" y="174"/>
                  <a:pt x="9923" y="186"/>
                </a:cubicBezTo>
                <a:lnTo>
                  <a:pt x="9923" y="6590"/>
                </a:lnTo>
                <a:cubicBezTo>
                  <a:pt x="9923" y="6602"/>
                  <a:pt x="9922" y="6614"/>
                  <a:pt x="9919" y="6626"/>
                </a:cubicBezTo>
                <a:cubicBezTo>
                  <a:pt x="9917" y="6638"/>
                  <a:pt x="9914" y="6649"/>
                  <a:pt x="9909" y="6660"/>
                </a:cubicBezTo>
                <a:cubicBezTo>
                  <a:pt x="9904" y="6672"/>
                  <a:pt x="9899" y="6682"/>
                  <a:pt x="9892" y="6692"/>
                </a:cubicBezTo>
                <a:cubicBezTo>
                  <a:pt x="9885" y="6703"/>
                  <a:pt x="9877" y="6712"/>
                  <a:pt x="9869" y="6721"/>
                </a:cubicBezTo>
                <a:cubicBezTo>
                  <a:pt x="9860" y="6729"/>
                  <a:pt x="9851" y="6737"/>
                  <a:pt x="9841" y="6744"/>
                </a:cubicBezTo>
                <a:cubicBezTo>
                  <a:pt x="9831" y="6750"/>
                  <a:pt x="9820" y="6756"/>
                  <a:pt x="9809" y="6761"/>
                </a:cubicBezTo>
                <a:cubicBezTo>
                  <a:pt x="9797" y="6765"/>
                  <a:pt x="9786" y="6769"/>
                  <a:pt x="9774" y="6771"/>
                </a:cubicBezTo>
                <a:cubicBezTo>
                  <a:pt x="9762" y="6774"/>
                  <a:pt x="9750" y="6775"/>
                  <a:pt x="9738" y="6775"/>
                </a:cubicBezTo>
                <a:lnTo>
                  <a:pt x="185" y="6775"/>
                </a:lnTo>
                <a:cubicBezTo>
                  <a:pt x="173" y="6775"/>
                  <a:pt x="161" y="6774"/>
                  <a:pt x="149" y="6771"/>
                </a:cubicBezTo>
                <a:cubicBezTo>
                  <a:pt x="137" y="6769"/>
                  <a:pt x="126" y="6765"/>
                  <a:pt x="114" y="6761"/>
                </a:cubicBezTo>
                <a:cubicBezTo>
                  <a:pt x="103" y="6756"/>
                  <a:pt x="93" y="6750"/>
                  <a:pt x="82" y="6744"/>
                </a:cubicBezTo>
                <a:cubicBezTo>
                  <a:pt x="72" y="6737"/>
                  <a:pt x="63" y="6729"/>
                  <a:pt x="54" y="6721"/>
                </a:cubicBezTo>
                <a:cubicBezTo>
                  <a:pt x="46" y="6712"/>
                  <a:pt x="38" y="6703"/>
                  <a:pt x="31" y="6692"/>
                </a:cubicBezTo>
                <a:cubicBezTo>
                  <a:pt x="25" y="6682"/>
                  <a:pt x="19" y="6672"/>
                  <a:pt x="14" y="6660"/>
                </a:cubicBezTo>
                <a:cubicBezTo>
                  <a:pt x="10" y="6649"/>
                  <a:pt x="6" y="6638"/>
                  <a:pt x="4" y="6626"/>
                </a:cubicBezTo>
                <a:cubicBezTo>
                  <a:pt x="1" y="6614"/>
                  <a:pt x="0" y="6602"/>
                  <a:pt x="0" y="6590"/>
                </a:cubicBezTo>
                <a:close/>
              </a:path>
            </a:pathLst>
          </a:custGeom>
          <a:solidFill>
            <a:srgbClr val="f9f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8076960" y="1723680"/>
            <a:ext cx="3572280" cy="2439000"/>
          </a:xfrm>
          <a:custGeom>
            <a:avLst/>
            <a:gdLst/>
            <a:ahLst/>
            <a:rect l="0" t="0" r="r" b="b"/>
            <a:pathLst>
              <a:path w="9923" h="6775">
                <a:moveTo>
                  <a:pt x="0" y="6590"/>
                </a:moveTo>
                <a:lnTo>
                  <a:pt x="0" y="186"/>
                </a:lnTo>
                <a:cubicBezTo>
                  <a:pt x="0" y="174"/>
                  <a:pt x="1" y="161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38" y="0"/>
                </a:lnTo>
                <a:cubicBezTo>
                  <a:pt x="9750" y="0"/>
                  <a:pt x="9762" y="2"/>
                  <a:pt x="9774" y="4"/>
                </a:cubicBezTo>
                <a:cubicBezTo>
                  <a:pt x="9786" y="6"/>
                  <a:pt x="9797" y="10"/>
                  <a:pt x="9809" y="15"/>
                </a:cubicBezTo>
                <a:cubicBezTo>
                  <a:pt x="9820" y="19"/>
                  <a:pt x="9831" y="25"/>
                  <a:pt x="9841" y="32"/>
                </a:cubicBezTo>
                <a:cubicBezTo>
                  <a:pt x="9851" y="38"/>
                  <a:pt x="9860" y="46"/>
                  <a:pt x="9869" y="55"/>
                </a:cubicBezTo>
                <a:cubicBezTo>
                  <a:pt x="9877" y="63"/>
                  <a:pt x="9885" y="73"/>
                  <a:pt x="9892" y="83"/>
                </a:cubicBezTo>
                <a:cubicBezTo>
                  <a:pt x="9899" y="93"/>
                  <a:pt x="9904" y="104"/>
                  <a:pt x="9909" y="115"/>
                </a:cubicBezTo>
                <a:cubicBezTo>
                  <a:pt x="9914" y="126"/>
                  <a:pt x="9917" y="138"/>
                  <a:pt x="9919" y="150"/>
                </a:cubicBezTo>
                <a:cubicBezTo>
                  <a:pt x="9922" y="161"/>
                  <a:pt x="9923" y="174"/>
                  <a:pt x="9923" y="186"/>
                </a:cubicBezTo>
                <a:lnTo>
                  <a:pt x="9923" y="6590"/>
                </a:lnTo>
                <a:cubicBezTo>
                  <a:pt x="9923" y="6602"/>
                  <a:pt x="9922" y="6614"/>
                  <a:pt x="9919" y="6626"/>
                </a:cubicBezTo>
                <a:cubicBezTo>
                  <a:pt x="9917" y="6638"/>
                  <a:pt x="9914" y="6649"/>
                  <a:pt x="9909" y="6660"/>
                </a:cubicBezTo>
                <a:cubicBezTo>
                  <a:pt x="9904" y="6672"/>
                  <a:pt x="9899" y="6682"/>
                  <a:pt x="9892" y="6692"/>
                </a:cubicBezTo>
                <a:cubicBezTo>
                  <a:pt x="9885" y="6703"/>
                  <a:pt x="9877" y="6712"/>
                  <a:pt x="9869" y="6721"/>
                </a:cubicBezTo>
                <a:cubicBezTo>
                  <a:pt x="9860" y="6729"/>
                  <a:pt x="9851" y="6737"/>
                  <a:pt x="9841" y="6744"/>
                </a:cubicBezTo>
                <a:cubicBezTo>
                  <a:pt x="9831" y="6750"/>
                  <a:pt x="9820" y="6756"/>
                  <a:pt x="9809" y="6761"/>
                </a:cubicBezTo>
                <a:cubicBezTo>
                  <a:pt x="9797" y="6765"/>
                  <a:pt x="9786" y="6769"/>
                  <a:pt x="9774" y="6771"/>
                </a:cubicBezTo>
                <a:cubicBezTo>
                  <a:pt x="9762" y="6774"/>
                  <a:pt x="9750" y="6775"/>
                  <a:pt x="9738" y="6775"/>
                </a:cubicBezTo>
                <a:lnTo>
                  <a:pt x="185" y="6775"/>
                </a:lnTo>
                <a:cubicBezTo>
                  <a:pt x="173" y="6775"/>
                  <a:pt x="161" y="6774"/>
                  <a:pt x="149" y="6771"/>
                </a:cubicBezTo>
                <a:cubicBezTo>
                  <a:pt x="137" y="6769"/>
                  <a:pt x="126" y="6765"/>
                  <a:pt x="114" y="6761"/>
                </a:cubicBezTo>
                <a:cubicBezTo>
                  <a:pt x="103" y="6756"/>
                  <a:pt x="93" y="6750"/>
                  <a:pt x="82" y="6744"/>
                </a:cubicBezTo>
                <a:cubicBezTo>
                  <a:pt x="72" y="6737"/>
                  <a:pt x="63" y="6729"/>
                  <a:pt x="54" y="6721"/>
                </a:cubicBezTo>
                <a:cubicBezTo>
                  <a:pt x="46" y="6712"/>
                  <a:pt x="38" y="6703"/>
                  <a:pt x="31" y="6692"/>
                </a:cubicBezTo>
                <a:cubicBezTo>
                  <a:pt x="25" y="6682"/>
                  <a:pt x="19" y="6672"/>
                  <a:pt x="14" y="6660"/>
                </a:cubicBezTo>
                <a:cubicBezTo>
                  <a:pt x="10" y="6649"/>
                  <a:pt x="6" y="6638"/>
                  <a:pt x="4" y="6626"/>
                </a:cubicBezTo>
                <a:cubicBezTo>
                  <a:pt x="1" y="6614"/>
                  <a:pt x="0" y="6602"/>
                  <a:pt x="0" y="6590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4489560" y="269568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として残差を学習する。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8254800" y="1891080"/>
            <a:ext cx="39996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結論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8254800" y="227664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深いモデルほど性能を伸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8254800" y="2695680"/>
            <a:ext cx="27590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ばせるようになり、分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8254800" y="310500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類‧検出で有効性を示し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533160" y="4343040"/>
            <a:ext cx="11125440" cy="1010160"/>
          </a:xfrm>
          <a:custGeom>
            <a:avLst/>
            <a:gdLst/>
            <a:ahLst/>
            <a:rect l="0" t="0" r="r" b="b"/>
            <a:pathLst>
              <a:path w="30904" h="2806">
                <a:moveTo>
                  <a:pt x="0" y="0"/>
                </a:moveTo>
                <a:lnTo>
                  <a:pt x="30904" y="0"/>
                </a:lnTo>
                <a:lnTo>
                  <a:pt x="30904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533160" y="4343040"/>
            <a:ext cx="76680" cy="1010160"/>
          </a:xfrm>
          <a:custGeom>
            <a:avLst/>
            <a:gdLst/>
            <a:ahLst/>
            <a:rect l="0" t="0" r="r" b="b"/>
            <a:pathLst>
              <a:path w="213" h="2806">
                <a:moveTo>
                  <a:pt x="0" y="0"/>
                </a:moveTo>
                <a:lnTo>
                  <a:pt x="213" y="0"/>
                </a:lnTo>
                <a:lnTo>
                  <a:pt x="213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8254800" y="352440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781200" y="4497120"/>
            <a:ext cx="1030284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輪読では「深くしたいが最適化できない」という課題から、残差学習へ進む流れを押さえ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781200" y="4868640"/>
            <a:ext cx="51588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る。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914400" y="392400"/>
            <a:ext cx="7459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まとめ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LibreOffice/24.2.7.2$Linux_AARCH64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