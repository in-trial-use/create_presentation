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s/slide1.xml" ContentType="application/vnd.openxmlformats-officedocument.presentationml.slide+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_rels/presentation.xml.rels" ContentType="application/vnd.openxmlformats-package.relationships+xml"/>
  <Override PartName="/ppt/media/image1.png" ContentType="image/png"/>
</Types>
</file>

<file path=_rels/.rels><?xml version="1.0" encoding="UTF-8"?>
<Relationships xmlns="http://schemas.openxmlformats.org/package/2006/relationships"><Relationship Id="rId1" Type="http://schemas.openxmlformats.org/officedocument/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subTitle"/>
          </p:nvPr>
        </p:nvSpPr>
        <p:spPr>
          <a:xfrm>
            <a:off x="609480" y="1520280"/>
            <a:ext cx="10972080" cy="37684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59200"/>
            <a:ext cx="10972080" cy="108468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 name="PlaceHolder 2"/>
          <p:cNvSpPr>
            <a:spLocks noGrp="1"/>
          </p:cNvSpPr>
          <p:nvPr>
            <p:ph type="body"/>
          </p:nvPr>
        </p:nvSpPr>
        <p:spPr>
          <a:xfrm>
            <a:off x="609480" y="1520280"/>
            <a:ext cx="10972080" cy="37684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7" name=""/>
          <p:cNvSpPr txBox="1"/>
          <p:nvPr/>
        </p:nvSpPr>
        <p:spPr>
          <a:xfrm>
            <a:off x="4926240" y="1859400"/>
            <a:ext cx="2411640" cy="361440"/>
          </a:xfrm>
          <a:prstGeom prst="rect">
            <a:avLst/>
          </a:prstGeom>
          <a:noFill/>
          <a:ln w="0">
            <a:noFill/>
          </a:ln>
        </p:spPr>
        <p:txBody>
          <a:bodyPr wrap="none" lIns="0" rIns="0" tIns="0" bIns="0" anchor="t">
            <a:noAutofit/>
          </a:bodyPr>
          <a:p>
            <a:r>
              <a:rPr b="0" lang="zh-CN" sz="1950" spc="-1" strike="noStrike">
                <a:solidFill>
                  <a:srgbClr val="0b4b78"/>
                </a:solidFill>
                <a:latin typeface="NotoSansJP"/>
                <a:ea typeface="NotoSansJP"/>
              </a:rPr>
              <a:t>論文紹介 </a:t>
            </a:r>
            <a:r>
              <a:rPr b="0" lang="en-US" sz="1950" spc="-1" strike="noStrike">
                <a:solidFill>
                  <a:srgbClr val="0b4b78"/>
                </a:solidFill>
                <a:latin typeface="NotoSansJP"/>
                <a:ea typeface="NotoSansJP"/>
              </a:rPr>
              <a:t>2026/04/07</a:t>
            </a:r>
            <a:endParaRPr b="0" lang="en-US" sz="1950" spc="-1" strike="noStrike">
              <a:solidFill>
                <a:srgbClr val="000000"/>
              </a:solidFill>
              <a:latin typeface="Times New Roman"/>
            </a:endParaRPr>
          </a:p>
        </p:txBody>
      </p:sp>
      <p:pic>
        <p:nvPicPr>
          <p:cNvPr id="8" name="" descr=""/>
          <p:cNvPicPr/>
          <p:nvPr/>
        </p:nvPicPr>
        <p:blipFill>
          <a:blip r:embed="rId1"/>
          <a:stretch/>
        </p:blipFill>
        <p:spPr>
          <a:xfrm>
            <a:off x="4809960" y="-190440"/>
            <a:ext cx="2571480" cy="2571480"/>
          </a:xfrm>
          <a:prstGeom prst="rect">
            <a:avLst/>
          </a:prstGeom>
          <a:ln w="0">
            <a:noFill/>
          </a:ln>
        </p:spPr>
      </p:pic>
      <p:sp>
        <p:nvSpPr>
          <p:cNvPr id="9" name=""/>
          <p:cNvSpPr/>
          <p:nvPr/>
        </p:nvSpPr>
        <p:spPr>
          <a:xfrm>
            <a:off x="0" y="3771720"/>
            <a:ext cx="12192120" cy="3086280"/>
          </a:xfrm>
          <a:custGeom>
            <a:avLst/>
            <a:gdLst/>
            <a:ahLst/>
            <a:rect l="0" t="0" r="r" b="b"/>
            <a:pathLst>
              <a:path w="33867" h="8573">
                <a:moveTo>
                  <a:pt x="0" y="0"/>
                </a:moveTo>
                <a:lnTo>
                  <a:pt x="33867" y="0"/>
                </a:lnTo>
                <a:lnTo>
                  <a:pt x="33867" y="8573"/>
                </a:lnTo>
                <a:lnTo>
                  <a:pt x="0" y="8573"/>
                </a:lnTo>
                <a:lnTo>
                  <a:pt x="0" y="0"/>
                </a:ln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10" name=""/>
          <p:cNvSpPr txBox="1"/>
          <p:nvPr/>
        </p:nvSpPr>
        <p:spPr>
          <a:xfrm>
            <a:off x="2048040" y="2500920"/>
            <a:ext cx="8110080" cy="690840"/>
          </a:xfrm>
          <a:prstGeom prst="rect">
            <a:avLst/>
          </a:prstGeom>
          <a:noFill/>
          <a:ln w="0">
            <a:noFill/>
          </a:ln>
        </p:spPr>
        <p:txBody>
          <a:bodyPr wrap="none" lIns="0" rIns="0" tIns="0" bIns="0" anchor="t">
            <a:noAutofit/>
          </a:bodyPr>
          <a:p>
            <a:r>
              <a:rPr b="0" lang="zh-CN" sz="3750" spc="-1" strike="noStrike">
                <a:solidFill>
                  <a:srgbClr val="0b4b78"/>
                </a:solidFill>
                <a:latin typeface="NotoSansJP"/>
                <a:ea typeface="NotoSansJP"/>
              </a:rPr>
              <a:t>畳み込みニューラルネットワーク入門</a:t>
            </a:r>
            <a:endParaRPr b="0" lang="en-US" sz="3750" spc="-1" strike="noStrike">
              <a:solidFill>
                <a:srgbClr val="000000"/>
              </a:solidFill>
              <a:latin typeface="Times New Roman"/>
            </a:endParaRPr>
          </a:p>
        </p:txBody>
      </p:sp>
      <p:sp>
        <p:nvSpPr>
          <p:cNvPr id="11" name=""/>
          <p:cNvSpPr txBox="1"/>
          <p:nvPr/>
        </p:nvSpPr>
        <p:spPr>
          <a:xfrm>
            <a:off x="5353200" y="4708800"/>
            <a:ext cx="1600920" cy="331200"/>
          </a:xfrm>
          <a:prstGeom prst="rect">
            <a:avLst/>
          </a:prstGeom>
          <a:noFill/>
          <a:ln w="0">
            <a:noFill/>
          </a:ln>
        </p:spPr>
        <p:txBody>
          <a:bodyPr wrap="none" lIns="0" rIns="0" tIns="0" bIns="0" anchor="t">
            <a:noAutofit/>
          </a:bodyPr>
          <a:p>
            <a:r>
              <a:rPr b="0" lang="zh-CN" sz="1800" spc="-1" strike="noStrike">
                <a:solidFill>
                  <a:srgbClr val="ffffff"/>
                </a:solidFill>
                <a:latin typeface="NotoSansJP"/>
                <a:ea typeface="NotoSansJP"/>
              </a:rPr>
              <a:t>理学部　化学科</a:t>
            </a:r>
            <a:endParaRPr b="0" lang="en-US" sz="1800" spc="-1" strike="noStrike">
              <a:solidFill>
                <a:srgbClr val="000000"/>
              </a:solidFill>
              <a:latin typeface="Times New Roman"/>
            </a:endParaRPr>
          </a:p>
        </p:txBody>
      </p:sp>
      <p:sp>
        <p:nvSpPr>
          <p:cNvPr id="12" name=""/>
          <p:cNvSpPr txBox="1"/>
          <p:nvPr/>
        </p:nvSpPr>
        <p:spPr>
          <a:xfrm>
            <a:off x="5438880" y="5285880"/>
            <a:ext cx="1433160" cy="415080"/>
          </a:xfrm>
          <a:prstGeom prst="rect">
            <a:avLst/>
          </a:prstGeom>
          <a:noFill/>
          <a:ln w="0">
            <a:noFill/>
          </a:ln>
        </p:spPr>
        <p:txBody>
          <a:bodyPr wrap="none" lIns="0" rIns="0" tIns="0" bIns="0" anchor="t">
            <a:noAutofit/>
          </a:bodyPr>
          <a:p>
            <a:r>
              <a:rPr b="0" lang="zh-CN" sz="2250" spc="-1" strike="noStrike">
                <a:solidFill>
                  <a:srgbClr val="ffffff"/>
                </a:solidFill>
                <a:latin typeface="NotoSansJP"/>
                <a:ea typeface="NotoSansJP"/>
              </a:rPr>
              <a:t>知能　太郎</a:t>
            </a:r>
            <a:endParaRPr b="0" lang="en-US" sz="2250" spc="-1" strike="noStrike">
              <a:solidFill>
                <a:srgbClr val="000000"/>
              </a:solidFill>
              <a:latin typeface="Times New Roman"/>
            </a:endParaRPr>
          </a:p>
        </p:txBody>
      </p:sp>
      <p:sp>
        <p:nvSpPr>
          <p:cNvPr id="13" name=""/>
          <p:cNvSpPr txBox="1"/>
          <p:nvPr/>
        </p:nvSpPr>
        <p:spPr>
          <a:xfrm>
            <a:off x="11946600" y="6436800"/>
            <a:ext cx="304560" cy="416520"/>
          </a:xfrm>
          <a:prstGeom prst="rect">
            <a:avLst/>
          </a:prstGeom>
          <a:noFill/>
          <a:ln w="0">
            <a:noFill/>
          </a:ln>
        </p:spPr>
        <p:txBody>
          <a:bodyPr wrap="none" lIns="0" rIns="0" tIns="0" bIns="0" anchor="t">
            <a:noAutofit/>
          </a:bodyPr>
          <a:p>
            <a:r>
              <a:rPr b="0" lang="en-US" sz="2400" spc="-1" strike="noStrike">
                <a:solidFill>
                  <a:srgbClr val="111111"/>
                </a:solidFill>
                <a:latin typeface="NotoSansJP"/>
                <a:ea typeface="NotoSansJP"/>
              </a:rPr>
              <a:t>1</a:t>
            </a:r>
            <a:endParaRPr b="0" lang="en-US" sz="24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17" name=""/>
          <p:cNvSpPr txBox="1"/>
          <p:nvPr/>
        </p:nvSpPr>
        <p:spPr>
          <a:xfrm>
            <a:off x="3009960" y="2207880"/>
            <a:ext cx="1623240" cy="443880"/>
          </a:xfrm>
          <a:prstGeom prst="rect">
            <a:avLst/>
          </a:prstGeom>
          <a:noFill/>
          <a:ln w="0">
            <a:noFill/>
          </a:ln>
        </p:spPr>
        <p:txBody>
          <a:bodyPr wrap="none" lIns="0" rIns="0" tIns="0" bIns="0" anchor="t">
            <a:noAutofit/>
          </a:bodyPr>
          <a:p>
            <a:r>
              <a:rPr b="0" lang="en-US" sz="2400" spc="-1" strike="noStrike">
                <a:solidFill>
                  <a:srgbClr val="0b4b78"/>
                </a:solidFill>
                <a:latin typeface="NotoSansJP"/>
                <a:ea typeface="NotoSansJP"/>
              </a:rPr>
              <a:t>1. </a:t>
            </a:r>
            <a:r>
              <a:rPr b="0" lang="zh-CN" sz="2400" spc="-1" strike="noStrike">
                <a:solidFill>
                  <a:srgbClr val="0b4b78"/>
                </a:solidFill>
                <a:latin typeface="NotoSansJP"/>
                <a:ea typeface="NotoSansJP"/>
              </a:rPr>
              <a:t>研究背景</a:t>
            </a:r>
            <a:endParaRPr b="0" lang="en-US" sz="2400" spc="-1" strike="noStrike">
              <a:solidFill>
                <a:srgbClr val="000000"/>
              </a:solidFill>
              <a:latin typeface="Times New Roman"/>
            </a:endParaRPr>
          </a:p>
        </p:txBody>
      </p:sp>
      <p:sp>
        <p:nvSpPr>
          <p:cNvPr id="18" name=""/>
          <p:cNvSpPr txBox="1"/>
          <p:nvPr/>
        </p:nvSpPr>
        <p:spPr>
          <a:xfrm>
            <a:off x="3009960" y="2665080"/>
            <a:ext cx="2537640" cy="443880"/>
          </a:xfrm>
          <a:prstGeom prst="rect">
            <a:avLst/>
          </a:prstGeom>
          <a:noFill/>
          <a:ln w="0">
            <a:noFill/>
          </a:ln>
        </p:spPr>
        <p:txBody>
          <a:bodyPr wrap="none" lIns="0" rIns="0" tIns="0" bIns="0" anchor="t">
            <a:noAutofit/>
          </a:bodyPr>
          <a:p>
            <a:r>
              <a:rPr b="0" lang="en-US" sz="2400" spc="-1" strike="noStrike">
                <a:solidFill>
                  <a:srgbClr val="0b4b78"/>
                </a:solidFill>
                <a:latin typeface="NotoSansJP"/>
                <a:ea typeface="NotoSansJP"/>
              </a:rPr>
              <a:t>2. </a:t>
            </a:r>
            <a:r>
              <a:rPr b="0" lang="zh-CN" sz="2400" spc="-1" strike="noStrike">
                <a:solidFill>
                  <a:srgbClr val="0b4b78"/>
                </a:solidFill>
                <a:latin typeface="NotoSansJP"/>
                <a:ea typeface="NotoSansJP"/>
              </a:rPr>
              <a:t>解決したい課題</a:t>
            </a:r>
            <a:endParaRPr b="0" lang="en-US" sz="2400" spc="-1" strike="noStrike">
              <a:solidFill>
                <a:srgbClr val="000000"/>
              </a:solidFill>
              <a:latin typeface="Times New Roman"/>
            </a:endParaRPr>
          </a:p>
        </p:txBody>
      </p:sp>
      <p:sp>
        <p:nvSpPr>
          <p:cNvPr id="19" name=""/>
          <p:cNvSpPr txBox="1"/>
          <p:nvPr/>
        </p:nvSpPr>
        <p:spPr>
          <a:xfrm>
            <a:off x="3009960" y="3122280"/>
            <a:ext cx="2842200" cy="443880"/>
          </a:xfrm>
          <a:prstGeom prst="rect">
            <a:avLst/>
          </a:prstGeom>
          <a:noFill/>
          <a:ln w="0">
            <a:noFill/>
          </a:ln>
        </p:spPr>
        <p:txBody>
          <a:bodyPr wrap="none" lIns="0" rIns="0" tIns="0" bIns="0" anchor="t">
            <a:noAutofit/>
          </a:bodyPr>
          <a:p>
            <a:r>
              <a:rPr b="0" lang="en-US" sz="2400" spc="-1" strike="noStrike">
                <a:solidFill>
                  <a:srgbClr val="0b4b78"/>
                </a:solidFill>
                <a:latin typeface="NotoSansJP"/>
                <a:ea typeface="NotoSansJP"/>
              </a:rPr>
              <a:t>3. </a:t>
            </a:r>
            <a:r>
              <a:rPr b="0" lang="zh-CN" sz="2400" spc="-1" strike="noStrike">
                <a:solidFill>
                  <a:srgbClr val="0b4b78"/>
                </a:solidFill>
                <a:latin typeface="NotoSansJP"/>
                <a:ea typeface="NotoSansJP"/>
              </a:rPr>
              <a:t>提案手法の全体像</a:t>
            </a:r>
            <a:endParaRPr b="0" lang="en-US" sz="2400" spc="-1" strike="noStrike">
              <a:solidFill>
                <a:srgbClr val="000000"/>
              </a:solidFill>
              <a:latin typeface="Times New Roman"/>
            </a:endParaRPr>
          </a:p>
        </p:txBody>
      </p:sp>
      <p:sp>
        <p:nvSpPr>
          <p:cNvPr id="20" name=""/>
          <p:cNvSpPr txBox="1"/>
          <p:nvPr/>
        </p:nvSpPr>
        <p:spPr>
          <a:xfrm>
            <a:off x="3009960" y="3579480"/>
            <a:ext cx="2842200" cy="443880"/>
          </a:xfrm>
          <a:prstGeom prst="rect">
            <a:avLst/>
          </a:prstGeom>
          <a:noFill/>
          <a:ln w="0">
            <a:noFill/>
          </a:ln>
        </p:spPr>
        <p:txBody>
          <a:bodyPr wrap="none" lIns="0" rIns="0" tIns="0" bIns="0" anchor="t">
            <a:noAutofit/>
          </a:bodyPr>
          <a:p>
            <a:r>
              <a:rPr b="0" lang="en-US" sz="2400" spc="-1" strike="noStrike">
                <a:solidFill>
                  <a:srgbClr val="0b4b78"/>
                </a:solidFill>
                <a:latin typeface="NotoSansJP"/>
                <a:ea typeface="NotoSansJP"/>
              </a:rPr>
              <a:t>4. </a:t>
            </a:r>
            <a:r>
              <a:rPr b="0" lang="zh-CN" sz="2400" spc="-1" strike="noStrike">
                <a:solidFill>
                  <a:srgbClr val="0b4b78"/>
                </a:solidFill>
                <a:latin typeface="NotoSansJP"/>
                <a:ea typeface="NotoSansJP"/>
              </a:rPr>
              <a:t>手法の詳細と数式</a:t>
            </a:r>
            <a:endParaRPr b="0" lang="en-US" sz="2400" spc="-1" strike="noStrike">
              <a:solidFill>
                <a:srgbClr val="000000"/>
              </a:solidFill>
              <a:latin typeface="Times New Roman"/>
            </a:endParaRPr>
          </a:p>
        </p:txBody>
      </p:sp>
      <p:sp>
        <p:nvSpPr>
          <p:cNvPr id="21" name=""/>
          <p:cNvSpPr txBox="1"/>
          <p:nvPr/>
        </p:nvSpPr>
        <p:spPr>
          <a:xfrm>
            <a:off x="3009960" y="4036680"/>
            <a:ext cx="4061520" cy="443880"/>
          </a:xfrm>
          <a:prstGeom prst="rect">
            <a:avLst/>
          </a:prstGeom>
          <a:noFill/>
          <a:ln w="0">
            <a:noFill/>
          </a:ln>
        </p:spPr>
        <p:txBody>
          <a:bodyPr wrap="none" lIns="0" rIns="0" tIns="0" bIns="0" anchor="t">
            <a:noAutofit/>
          </a:bodyPr>
          <a:p>
            <a:r>
              <a:rPr b="0" lang="en-US" sz="2400" spc="-1" strike="noStrike">
                <a:solidFill>
                  <a:srgbClr val="0b4b78"/>
                </a:solidFill>
                <a:latin typeface="NotoSansJP"/>
                <a:ea typeface="NotoSansJP"/>
              </a:rPr>
              <a:t>5. </a:t>
            </a:r>
            <a:r>
              <a:rPr b="0" lang="zh-CN" sz="2400" spc="-1" strike="noStrike">
                <a:solidFill>
                  <a:srgbClr val="0b4b78"/>
                </a:solidFill>
                <a:latin typeface="NotoSansJP"/>
                <a:ea typeface="NotoSansJP"/>
              </a:rPr>
              <a:t>実験‧結果‧考察‧まとめ</a:t>
            </a:r>
            <a:endParaRPr b="0" lang="en-US" sz="2400" spc="-1" strike="noStrike">
              <a:solidFill>
                <a:srgbClr val="000000"/>
              </a:solidFill>
              <a:latin typeface="Times New Roman"/>
            </a:endParaRPr>
          </a:p>
        </p:txBody>
      </p:sp>
      <p:sp>
        <p:nvSpPr>
          <p:cNvPr id="22" name=""/>
          <p:cNvSpPr/>
          <p:nvPr/>
        </p:nvSpPr>
        <p:spPr>
          <a:xfrm>
            <a:off x="209520" y="266400"/>
            <a:ext cx="152640" cy="305280"/>
          </a:xfrm>
          <a:custGeom>
            <a:avLst/>
            <a:gdLst/>
            <a:ahLst/>
            <a:rect l="0" t="0" r="r" b="b"/>
            <a:pathLst>
              <a:path w="424" h="848">
                <a:moveTo>
                  <a:pt x="0" y="0"/>
                </a:moveTo>
                <a:lnTo>
                  <a:pt x="424" y="0"/>
                </a:lnTo>
                <a:lnTo>
                  <a:pt x="424" y="848"/>
                </a:lnTo>
                <a:lnTo>
                  <a:pt x="0" y="848"/>
                </a:lnTo>
                <a:lnTo>
                  <a:pt x="0" y="0"/>
                </a:ln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pic>
        <p:nvPicPr>
          <p:cNvPr id="23" name="" descr=""/>
          <p:cNvPicPr/>
          <p:nvPr/>
        </p:nvPicPr>
        <p:blipFill>
          <a:blip r:embed="rId1"/>
          <a:stretch/>
        </p:blipFill>
        <p:spPr>
          <a:xfrm>
            <a:off x="10744200" y="-219240"/>
            <a:ext cx="1256760" cy="1256760"/>
          </a:xfrm>
          <a:prstGeom prst="rect">
            <a:avLst/>
          </a:prstGeom>
          <a:ln w="0">
            <a:noFill/>
          </a:ln>
        </p:spPr>
      </p:pic>
      <p:sp>
        <p:nvSpPr>
          <p:cNvPr id="24" name=""/>
          <p:cNvSpPr/>
          <p:nvPr/>
        </p:nvSpPr>
        <p:spPr>
          <a:xfrm>
            <a:off x="2666880" y="2333520"/>
            <a:ext cx="171720" cy="171720"/>
          </a:xfrm>
          <a:custGeom>
            <a:avLst/>
            <a:gdLst/>
            <a:ahLst/>
            <a:rect l="0" t="0" r="r" b="b"/>
            <a:pathLst>
              <a:path w="477" h="477">
                <a:moveTo>
                  <a:pt x="0" y="0"/>
                </a:moveTo>
                <a:lnTo>
                  <a:pt x="477" y="0"/>
                </a:lnTo>
                <a:lnTo>
                  <a:pt x="477" y="477"/>
                </a:lnTo>
                <a:lnTo>
                  <a:pt x="0" y="477"/>
                </a:lnTo>
                <a:lnTo>
                  <a:pt x="0" y="0"/>
                </a:ln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25" name=""/>
          <p:cNvSpPr/>
          <p:nvPr/>
        </p:nvSpPr>
        <p:spPr>
          <a:xfrm>
            <a:off x="2666880" y="2790720"/>
            <a:ext cx="171720" cy="171720"/>
          </a:xfrm>
          <a:custGeom>
            <a:avLst/>
            <a:gdLst/>
            <a:ahLst/>
            <a:rect l="0" t="0" r="r" b="b"/>
            <a:pathLst>
              <a:path w="477" h="477">
                <a:moveTo>
                  <a:pt x="0" y="0"/>
                </a:moveTo>
                <a:lnTo>
                  <a:pt x="477" y="0"/>
                </a:lnTo>
                <a:lnTo>
                  <a:pt x="477" y="477"/>
                </a:lnTo>
                <a:lnTo>
                  <a:pt x="0" y="477"/>
                </a:lnTo>
                <a:lnTo>
                  <a:pt x="0" y="0"/>
                </a:ln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26" name=""/>
          <p:cNvSpPr/>
          <p:nvPr/>
        </p:nvSpPr>
        <p:spPr>
          <a:xfrm>
            <a:off x="2666880" y="3247920"/>
            <a:ext cx="171720" cy="171720"/>
          </a:xfrm>
          <a:custGeom>
            <a:avLst/>
            <a:gdLst/>
            <a:ahLst/>
            <a:rect l="0" t="0" r="r" b="b"/>
            <a:pathLst>
              <a:path w="477" h="477">
                <a:moveTo>
                  <a:pt x="0" y="0"/>
                </a:moveTo>
                <a:lnTo>
                  <a:pt x="477" y="0"/>
                </a:lnTo>
                <a:lnTo>
                  <a:pt x="477" y="477"/>
                </a:lnTo>
                <a:lnTo>
                  <a:pt x="0" y="477"/>
                </a:lnTo>
                <a:lnTo>
                  <a:pt x="0" y="0"/>
                </a:ln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27" name=""/>
          <p:cNvSpPr/>
          <p:nvPr/>
        </p:nvSpPr>
        <p:spPr>
          <a:xfrm>
            <a:off x="2666880" y="3705120"/>
            <a:ext cx="171720" cy="171720"/>
          </a:xfrm>
          <a:custGeom>
            <a:avLst/>
            <a:gdLst/>
            <a:ahLst/>
            <a:rect l="0" t="0" r="r" b="b"/>
            <a:pathLst>
              <a:path w="477" h="477">
                <a:moveTo>
                  <a:pt x="0" y="0"/>
                </a:moveTo>
                <a:lnTo>
                  <a:pt x="477" y="0"/>
                </a:lnTo>
                <a:lnTo>
                  <a:pt x="477" y="477"/>
                </a:lnTo>
                <a:lnTo>
                  <a:pt x="0" y="477"/>
                </a:lnTo>
                <a:lnTo>
                  <a:pt x="0" y="0"/>
                </a:ln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28" name=""/>
          <p:cNvSpPr/>
          <p:nvPr/>
        </p:nvSpPr>
        <p:spPr>
          <a:xfrm>
            <a:off x="2666880" y="4162320"/>
            <a:ext cx="171720" cy="171720"/>
          </a:xfrm>
          <a:custGeom>
            <a:avLst/>
            <a:gdLst/>
            <a:ahLst/>
            <a:rect l="0" t="0" r="r" b="b"/>
            <a:pathLst>
              <a:path w="477" h="477">
                <a:moveTo>
                  <a:pt x="0" y="0"/>
                </a:moveTo>
                <a:lnTo>
                  <a:pt x="477" y="0"/>
                </a:lnTo>
                <a:lnTo>
                  <a:pt x="477" y="477"/>
                </a:lnTo>
                <a:lnTo>
                  <a:pt x="0" y="477"/>
                </a:lnTo>
                <a:lnTo>
                  <a:pt x="0" y="0"/>
                </a:ln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29" name=""/>
          <p:cNvSpPr txBox="1"/>
          <p:nvPr/>
        </p:nvSpPr>
        <p:spPr>
          <a:xfrm>
            <a:off x="495360" y="187200"/>
            <a:ext cx="1623960" cy="469800"/>
          </a:xfrm>
          <a:prstGeom prst="rect">
            <a:avLst/>
          </a:prstGeom>
          <a:noFill/>
          <a:ln w="0">
            <a:noFill/>
          </a:ln>
        </p:spPr>
        <p:txBody>
          <a:bodyPr wrap="none" lIns="0" rIns="0" tIns="0" bIns="0" anchor="t">
            <a:noAutofit/>
          </a:bodyPr>
          <a:p>
            <a:r>
              <a:rPr b="0" lang="zh-CN" sz="2550" spc="-1" strike="noStrike">
                <a:solidFill>
                  <a:srgbClr val="111111"/>
                </a:solidFill>
                <a:latin typeface="NotoSansJP"/>
                <a:ea typeface="NotoSansJP"/>
              </a:rPr>
              <a:t>アジェンダ</a:t>
            </a:r>
            <a:endParaRPr b="0" lang="en-US" sz="2550" spc="-1" strike="noStrike">
              <a:solidFill>
                <a:srgbClr val="000000"/>
              </a:solidFill>
              <a:latin typeface="Times New Roman"/>
            </a:endParaRPr>
          </a:p>
        </p:txBody>
      </p:sp>
      <p:sp>
        <p:nvSpPr>
          <p:cNvPr id="30" name=""/>
          <p:cNvSpPr txBox="1"/>
          <p:nvPr/>
        </p:nvSpPr>
        <p:spPr>
          <a:xfrm>
            <a:off x="11946600" y="6436800"/>
            <a:ext cx="304560" cy="416520"/>
          </a:xfrm>
          <a:prstGeom prst="rect">
            <a:avLst/>
          </a:prstGeom>
          <a:noFill/>
          <a:ln w="0">
            <a:noFill/>
          </a:ln>
        </p:spPr>
        <p:txBody>
          <a:bodyPr wrap="none" lIns="0" rIns="0" tIns="0" bIns="0" anchor="t">
            <a:noAutofit/>
          </a:bodyPr>
          <a:p>
            <a:r>
              <a:rPr b="0" lang="en-US" sz="2400" spc="-1" strike="noStrike">
                <a:solidFill>
                  <a:srgbClr val="111111"/>
                </a:solidFill>
                <a:latin typeface="NotoSansJP"/>
                <a:ea typeface="NotoSansJP"/>
              </a:rPr>
              <a:t>2</a:t>
            </a:r>
            <a:endParaRPr b="0" lang="en-US" sz="24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3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3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c9c9c9"/>
          </a:solidFill>
          <a:ln w="0">
            <a:noFill/>
          </a:ln>
        </p:spPr>
        <p:txBody>
          <a:bodyPr lIns="0" rIns="0" tIns="0" bIns="0" anchor="t">
            <a:noAutofit/>
          </a:bodyPr>
          <a:p>
            <a:endParaRPr b="0" lang="en-US" sz="2400" spc="-1" strike="noStrike">
              <a:solidFill>
                <a:srgbClr val="000000"/>
              </a:solidFill>
              <a:latin typeface="Times New Roman"/>
            </a:endParaRPr>
          </a:p>
        </p:txBody>
      </p:sp>
      <p:sp>
        <p:nvSpPr>
          <p:cNvPr id="34" name=""/>
          <p:cNvSpPr/>
          <p:nvPr/>
        </p:nvSpPr>
        <p:spPr>
          <a:xfrm>
            <a:off x="228240" y="228240"/>
            <a:ext cx="11735280" cy="6401160"/>
          </a:xfrm>
          <a:custGeom>
            <a:avLst/>
            <a:gdLst/>
            <a:ahLst/>
            <a:rect l="0" t="0" r="r" b="b"/>
            <a:pathLst>
              <a:path w="32598" h="17781">
                <a:moveTo>
                  <a:pt x="530" y="0"/>
                </a:moveTo>
                <a:lnTo>
                  <a:pt x="32069" y="0"/>
                </a:lnTo>
                <a:cubicBezTo>
                  <a:pt x="32104" y="0"/>
                  <a:pt x="32138" y="4"/>
                  <a:pt x="32172" y="11"/>
                </a:cubicBezTo>
                <a:cubicBezTo>
                  <a:pt x="32206" y="17"/>
                  <a:pt x="32239" y="27"/>
                  <a:pt x="32271" y="41"/>
                </a:cubicBezTo>
                <a:cubicBezTo>
                  <a:pt x="32304" y="54"/>
                  <a:pt x="32334" y="70"/>
                  <a:pt x="32363" y="90"/>
                </a:cubicBezTo>
                <a:cubicBezTo>
                  <a:pt x="32392" y="109"/>
                  <a:pt x="32419" y="131"/>
                  <a:pt x="32443" y="155"/>
                </a:cubicBezTo>
                <a:cubicBezTo>
                  <a:pt x="32468" y="180"/>
                  <a:pt x="32490" y="207"/>
                  <a:pt x="32509" y="236"/>
                </a:cubicBezTo>
                <a:cubicBezTo>
                  <a:pt x="32528" y="265"/>
                  <a:pt x="32545" y="295"/>
                  <a:pt x="32558" y="327"/>
                </a:cubicBezTo>
                <a:cubicBezTo>
                  <a:pt x="32571" y="359"/>
                  <a:pt x="32581" y="392"/>
                  <a:pt x="32588" y="426"/>
                </a:cubicBezTo>
                <a:cubicBezTo>
                  <a:pt x="32595" y="461"/>
                  <a:pt x="32598" y="495"/>
                  <a:pt x="32598" y="530"/>
                </a:cubicBezTo>
                <a:lnTo>
                  <a:pt x="32598" y="17252"/>
                </a:lnTo>
                <a:cubicBezTo>
                  <a:pt x="32598" y="17287"/>
                  <a:pt x="32595" y="17321"/>
                  <a:pt x="32588" y="17356"/>
                </a:cubicBezTo>
                <a:cubicBezTo>
                  <a:pt x="32581" y="17390"/>
                  <a:pt x="32571" y="17423"/>
                  <a:pt x="32558" y="17455"/>
                </a:cubicBezTo>
                <a:cubicBezTo>
                  <a:pt x="32545" y="17487"/>
                  <a:pt x="32528" y="17517"/>
                  <a:pt x="32509" y="17546"/>
                </a:cubicBezTo>
                <a:cubicBezTo>
                  <a:pt x="32490" y="17575"/>
                  <a:pt x="32468" y="17602"/>
                  <a:pt x="32443" y="17627"/>
                </a:cubicBezTo>
                <a:cubicBezTo>
                  <a:pt x="32419" y="17651"/>
                  <a:pt x="32392" y="17673"/>
                  <a:pt x="32363" y="17692"/>
                </a:cubicBezTo>
                <a:cubicBezTo>
                  <a:pt x="32334" y="17712"/>
                  <a:pt x="32304" y="17728"/>
                  <a:pt x="32271" y="17741"/>
                </a:cubicBezTo>
                <a:cubicBezTo>
                  <a:pt x="32239" y="17755"/>
                  <a:pt x="32206" y="17765"/>
                  <a:pt x="32172" y="17771"/>
                </a:cubicBezTo>
                <a:cubicBezTo>
                  <a:pt x="32138" y="17778"/>
                  <a:pt x="32104" y="17781"/>
                  <a:pt x="32069" y="17781"/>
                </a:cubicBezTo>
                <a:lnTo>
                  <a:pt x="530" y="17781"/>
                </a:lnTo>
                <a:cubicBezTo>
                  <a:pt x="495" y="17781"/>
                  <a:pt x="461" y="17778"/>
                  <a:pt x="426" y="17771"/>
                </a:cubicBezTo>
                <a:cubicBezTo>
                  <a:pt x="392" y="17765"/>
                  <a:pt x="359" y="17755"/>
                  <a:pt x="327" y="17741"/>
                </a:cubicBezTo>
                <a:cubicBezTo>
                  <a:pt x="295" y="17728"/>
                  <a:pt x="265" y="17712"/>
                  <a:pt x="236" y="17692"/>
                </a:cubicBezTo>
                <a:cubicBezTo>
                  <a:pt x="207" y="17673"/>
                  <a:pt x="180" y="17651"/>
                  <a:pt x="155" y="17627"/>
                </a:cubicBezTo>
                <a:cubicBezTo>
                  <a:pt x="131" y="17602"/>
                  <a:pt x="109" y="17575"/>
                  <a:pt x="90" y="17546"/>
                </a:cubicBezTo>
                <a:cubicBezTo>
                  <a:pt x="70" y="17517"/>
                  <a:pt x="54" y="17487"/>
                  <a:pt x="41" y="17455"/>
                </a:cubicBezTo>
                <a:cubicBezTo>
                  <a:pt x="27" y="17423"/>
                  <a:pt x="17" y="17390"/>
                  <a:pt x="11" y="17356"/>
                </a:cubicBezTo>
                <a:cubicBezTo>
                  <a:pt x="4" y="17321"/>
                  <a:pt x="0" y="17287"/>
                  <a:pt x="0" y="17252"/>
                </a:cubicBezTo>
                <a:lnTo>
                  <a:pt x="0" y="530"/>
                </a:lnTo>
                <a:cubicBezTo>
                  <a:pt x="0" y="495"/>
                  <a:pt x="4" y="461"/>
                  <a:pt x="11" y="426"/>
                </a:cubicBezTo>
                <a:cubicBezTo>
                  <a:pt x="17" y="392"/>
                  <a:pt x="27" y="359"/>
                  <a:pt x="41" y="327"/>
                </a:cubicBezTo>
                <a:cubicBezTo>
                  <a:pt x="54" y="295"/>
                  <a:pt x="70" y="265"/>
                  <a:pt x="90" y="236"/>
                </a:cubicBezTo>
                <a:cubicBezTo>
                  <a:pt x="109" y="207"/>
                  <a:pt x="131" y="180"/>
                  <a:pt x="155" y="155"/>
                </a:cubicBezTo>
                <a:cubicBezTo>
                  <a:pt x="180" y="131"/>
                  <a:pt x="207" y="109"/>
                  <a:pt x="236" y="90"/>
                </a:cubicBezTo>
                <a:cubicBezTo>
                  <a:pt x="265" y="70"/>
                  <a:pt x="295" y="54"/>
                  <a:pt x="327" y="41"/>
                </a:cubicBezTo>
                <a:cubicBezTo>
                  <a:pt x="359" y="27"/>
                  <a:pt x="392" y="17"/>
                  <a:pt x="426" y="11"/>
                </a:cubicBezTo>
                <a:cubicBezTo>
                  <a:pt x="461" y="4"/>
                  <a:pt x="495" y="0"/>
                  <a:pt x="530" y="0"/>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pic>
        <p:nvPicPr>
          <p:cNvPr id="35" name="" descr=""/>
          <p:cNvPicPr/>
          <p:nvPr/>
        </p:nvPicPr>
        <p:blipFill>
          <a:blip r:embed="rId1"/>
          <a:stretch/>
        </p:blipFill>
        <p:spPr>
          <a:xfrm>
            <a:off x="10515600" y="38160"/>
            <a:ext cx="1142640" cy="1142640"/>
          </a:xfrm>
          <a:prstGeom prst="rect">
            <a:avLst/>
          </a:prstGeom>
          <a:ln w="0">
            <a:noFill/>
          </a:ln>
        </p:spPr>
      </p:pic>
      <p:sp>
        <p:nvSpPr>
          <p:cNvPr id="36" name=""/>
          <p:cNvSpPr/>
          <p:nvPr/>
        </p:nvSpPr>
        <p:spPr>
          <a:xfrm>
            <a:off x="542880" y="1666800"/>
            <a:ext cx="5410440" cy="2076840"/>
          </a:xfrm>
          <a:custGeom>
            <a:avLst/>
            <a:gdLst/>
            <a:ahLst/>
            <a:rect l="0" t="0" r="r" b="b"/>
            <a:pathLst>
              <a:path w="15029" h="5769">
                <a:moveTo>
                  <a:pt x="0" y="5583"/>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2"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5583"/>
                </a:lnTo>
                <a:cubicBezTo>
                  <a:pt x="15029" y="5596"/>
                  <a:pt x="15028" y="5608"/>
                  <a:pt x="15025" y="5620"/>
                </a:cubicBezTo>
                <a:cubicBezTo>
                  <a:pt x="15023" y="5631"/>
                  <a:pt x="15020" y="5643"/>
                  <a:pt x="15015" y="5654"/>
                </a:cubicBezTo>
                <a:cubicBezTo>
                  <a:pt x="15010" y="5666"/>
                  <a:pt x="15005" y="5676"/>
                  <a:pt x="14998" y="5686"/>
                </a:cubicBezTo>
                <a:cubicBezTo>
                  <a:pt x="14991" y="5696"/>
                  <a:pt x="14983" y="5706"/>
                  <a:pt x="14975" y="5714"/>
                </a:cubicBezTo>
                <a:cubicBezTo>
                  <a:pt x="14966" y="5723"/>
                  <a:pt x="14957" y="5731"/>
                  <a:pt x="14947" y="5737"/>
                </a:cubicBezTo>
                <a:cubicBezTo>
                  <a:pt x="14937" y="5744"/>
                  <a:pt x="14926" y="5750"/>
                  <a:pt x="14915" y="5755"/>
                </a:cubicBezTo>
                <a:cubicBezTo>
                  <a:pt x="14903" y="5759"/>
                  <a:pt x="14892" y="5763"/>
                  <a:pt x="14880" y="5765"/>
                </a:cubicBezTo>
                <a:cubicBezTo>
                  <a:pt x="14868" y="5767"/>
                  <a:pt x="14856" y="5769"/>
                  <a:pt x="14844" y="5769"/>
                </a:cubicBezTo>
                <a:lnTo>
                  <a:pt x="185" y="5769"/>
                </a:lnTo>
                <a:cubicBezTo>
                  <a:pt x="173" y="5769"/>
                  <a:pt x="161" y="5767"/>
                  <a:pt x="149" y="5765"/>
                </a:cubicBezTo>
                <a:cubicBezTo>
                  <a:pt x="137" y="5763"/>
                  <a:pt x="125" y="5759"/>
                  <a:pt x="114" y="5755"/>
                </a:cubicBezTo>
                <a:cubicBezTo>
                  <a:pt x="103" y="5750"/>
                  <a:pt x="92" y="5744"/>
                  <a:pt x="82" y="5737"/>
                </a:cubicBezTo>
                <a:cubicBezTo>
                  <a:pt x="72" y="5731"/>
                  <a:pt x="62" y="5723"/>
                  <a:pt x="54" y="5714"/>
                </a:cubicBezTo>
                <a:cubicBezTo>
                  <a:pt x="45" y="5706"/>
                  <a:pt x="38" y="5696"/>
                  <a:pt x="31" y="5686"/>
                </a:cubicBezTo>
                <a:cubicBezTo>
                  <a:pt x="24" y="5676"/>
                  <a:pt x="18" y="5666"/>
                  <a:pt x="14" y="5654"/>
                </a:cubicBezTo>
                <a:cubicBezTo>
                  <a:pt x="9" y="5643"/>
                  <a:pt x="6" y="5631"/>
                  <a:pt x="3" y="5620"/>
                </a:cubicBezTo>
                <a:cubicBezTo>
                  <a:pt x="1" y="5608"/>
                  <a:pt x="0" y="5596"/>
                  <a:pt x="0" y="5583"/>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37" name=""/>
          <p:cNvSpPr/>
          <p:nvPr/>
        </p:nvSpPr>
        <p:spPr>
          <a:xfrm>
            <a:off x="542880" y="1666800"/>
            <a:ext cx="5410440" cy="2076840"/>
          </a:xfrm>
          <a:custGeom>
            <a:avLst/>
            <a:gdLst/>
            <a:ahLst/>
            <a:rect l="0" t="0" r="r" b="b"/>
            <a:pathLst>
              <a:path w="15029" h="5769">
                <a:moveTo>
                  <a:pt x="0" y="5583"/>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2"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5583"/>
                </a:lnTo>
                <a:cubicBezTo>
                  <a:pt x="15029" y="5596"/>
                  <a:pt x="15028" y="5608"/>
                  <a:pt x="15025" y="5620"/>
                </a:cubicBezTo>
                <a:cubicBezTo>
                  <a:pt x="15023" y="5631"/>
                  <a:pt x="15020" y="5643"/>
                  <a:pt x="15015" y="5654"/>
                </a:cubicBezTo>
                <a:cubicBezTo>
                  <a:pt x="15010" y="5666"/>
                  <a:pt x="15005" y="5676"/>
                  <a:pt x="14998" y="5686"/>
                </a:cubicBezTo>
                <a:cubicBezTo>
                  <a:pt x="14991" y="5696"/>
                  <a:pt x="14983" y="5706"/>
                  <a:pt x="14975" y="5714"/>
                </a:cubicBezTo>
                <a:cubicBezTo>
                  <a:pt x="14966" y="5723"/>
                  <a:pt x="14957" y="5731"/>
                  <a:pt x="14947" y="5737"/>
                </a:cubicBezTo>
                <a:cubicBezTo>
                  <a:pt x="14937" y="5744"/>
                  <a:pt x="14926" y="5750"/>
                  <a:pt x="14915" y="5755"/>
                </a:cubicBezTo>
                <a:cubicBezTo>
                  <a:pt x="14903" y="5759"/>
                  <a:pt x="14892" y="5763"/>
                  <a:pt x="14880" y="5765"/>
                </a:cubicBezTo>
                <a:cubicBezTo>
                  <a:pt x="14868" y="5767"/>
                  <a:pt x="14856" y="5769"/>
                  <a:pt x="14844" y="5769"/>
                </a:cubicBezTo>
                <a:lnTo>
                  <a:pt x="185" y="5769"/>
                </a:lnTo>
                <a:cubicBezTo>
                  <a:pt x="173" y="5769"/>
                  <a:pt x="161" y="5767"/>
                  <a:pt x="149" y="5765"/>
                </a:cubicBezTo>
                <a:cubicBezTo>
                  <a:pt x="137" y="5763"/>
                  <a:pt x="125" y="5759"/>
                  <a:pt x="114" y="5755"/>
                </a:cubicBezTo>
                <a:cubicBezTo>
                  <a:pt x="103" y="5750"/>
                  <a:pt x="92" y="5744"/>
                  <a:pt x="82" y="5737"/>
                </a:cubicBezTo>
                <a:cubicBezTo>
                  <a:pt x="72" y="5731"/>
                  <a:pt x="62" y="5723"/>
                  <a:pt x="54" y="5714"/>
                </a:cubicBezTo>
                <a:cubicBezTo>
                  <a:pt x="45" y="5706"/>
                  <a:pt x="38" y="5696"/>
                  <a:pt x="31" y="5686"/>
                </a:cubicBezTo>
                <a:cubicBezTo>
                  <a:pt x="24" y="5676"/>
                  <a:pt x="18" y="5666"/>
                  <a:pt x="14" y="5654"/>
                </a:cubicBezTo>
                <a:cubicBezTo>
                  <a:pt x="9" y="5643"/>
                  <a:pt x="6" y="5631"/>
                  <a:pt x="3" y="5620"/>
                </a:cubicBezTo>
                <a:cubicBezTo>
                  <a:pt x="1" y="5608"/>
                  <a:pt x="0" y="5596"/>
                  <a:pt x="0" y="5583"/>
                </a:cubicBezTo>
                <a:close/>
              </a:path>
            </a:pathLst>
          </a:custGeom>
          <a:noFill/>
          <a:ln w="18720">
            <a:solidFill>
              <a:srgbClr val="d7e5ee"/>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38" name=""/>
          <p:cNvSpPr txBox="1"/>
          <p:nvPr/>
        </p:nvSpPr>
        <p:spPr>
          <a:xfrm>
            <a:off x="533520" y="924480"/>
            <a:ext cx="10402200" cy="385920"/>
          </a:xfrm>
          <a:prstGeom prst="rect">
            <a:avLst/>
          </a:prstGeom>
          <a:noFill/>
          <a:ln w="0">
            <a:noFill/>
          </a:ln>
        </p:spPr>
        <p:txBody>
          <a:bodyPr wrap="none" lIns="0" rIns="0" tIns="0" bIns="0" anchor="t">
            <a:noAutofit/>
          </a:bodyPr>
          <a:p>
            <a:r>
              <a:rPr b="0" lang="zh-CN" sz="2100" spc="-1" strike="noStrike">
                <a:solidFill>
                  <a:srgbClr val="111111"/>
                </a:solidFill>
                <a:latin typeface="NotoSansJP"/>
                <a:ea typeface="NotoSansJP"/>
              </a:rPr>
              <a:t>画像認識では、画素の並びや近傍関係を保ったまま特徴を抽出することが重要になる。</a:t>
            </a:r>
            <a:endParaRPr b="0" lang="en-US" sz="2100" spc="-1" strike="noStrike">
              <a:solidFill>
                <a:srgbClr val="000000"/>
              </a:solidFill>
              <a:latin typeface="Times New Roman"/>
            </a:endParaRPr>
          </a:p>
        </p:txBody>
      </p:sp>
      <p:sp>
        <p:nvSpPr>
          <p:cNvPr id="39" name=""/>
          <p:cNvSpPr/>
          <p:nvPr/>
        </p:nvSpPr>
        <p:spPr>
          <a:xfrm>
            <a:off x="809280" y="2457360"/>
            <a:ext cx="95760" cy="95400"/>
          </a:xfrm>
          <a:custGeom>
            <a:avLst/>
            <a:gdLst/>
            <a:ahLst/>
            <a:rect l="0" t="0" r="r" b="b"/>
            <a:pathLst>
              <a:path w="266" h="265">
                <a:moveTo>
                  <a:pt x="266" y="132"/>
                </a:moveTo>
                <a:cubicBezTo>
                  <a:pt x="266" y="150"/>
                  <a:pt x="263" y="166"/>
                  <a:pt x="255" y="184"/>
                </a:cubicBezTo>
                <a:cubicBezTo>
                  <a:pt x="248" y="200"/>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200"/>
                  <a:pt x="11" y="184"/>
                </a:cubicBezTo>
                <a:cubicBezTo>
                  <a:pt x="4" y="166"/>
                  <a:pt x="0" y="150"/>
                  <a:pt x="0" y="132"/>
                </a:cubicBezTo>
                <a:cubicBezTo>
                  <a:pt x="0" y="114"/>
                  <a:pt x="4" y="98"/>
                  <a:pt x="11" y="81"/>
                </a:cubicBezTo>
                <a:cubicBezTo>
                  <a:pt x="17" y="65"/>
                  <a:pt x="27" y="51"/>
                  <a:pt x="39" y="38"/>
                </a:cubicBezTo>
                <a:cubicBezTo>
                  <a:pt x="52" y="26"/>
                  <a:pt x="66" y="17"/>
                  <a:pt x="82" y="10"/>
                </a:cubicBezTo>
                <a:cubicBezTo>
                  <a:pt x="98" y="3"/>
                  <a:pt x="115" y="0"/>
                  <a:pt x="133" y="0"/>
                </a:cubicBezTo>
                <a:cubicBezTo>
                  <a:pt x="150" y="0"/>
                  <a:pt x="167" y="3"/>
                  <a:pt x="183" y="10"/>
                </a:cubicBezTo>
                <a:cubicBezTo>
                  <a:pt x="200" y="17"/>
                  <a:pt x="214" y="26"/>
                  <a:pt x="226" y="38"/>
                </a:cubicBezTo>
                <a:cubicBezTo>
                  <a:pt x="239" y="51"/>
                  <a:pt x="248" y="65"/>
                  <a:pt x="255" y="81"/>
                </a:cubicBezTo>
                <a:cubicBezTo>
                  <a:pt x="263" y="98"/>
                  <a:pt x="266" y="114"/>
                  <a:pt x="266"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40" name=""/>
          <p:cNvSpPr txBox="1"/>
          <p:nvPr/>
        </p:nvSpPr>
        <p:spPr>
          <a:xfrm>
            <a:off x="762120" y="1848600"/>
            <a:ext cx="2203920" cy="387360"/>
          </a:xfrm>
          <a:prstGeom prst="rect">
            <a:avLst/>
          </a:prstGeom>
          <a:noFill/>
          <a:ln w="0">
            <a:noFill/>
          </a:ln>
        </p:spPr>
        <p:txBody>
          <a:bodyPr wrap="none" lIns="0" rIns="0" tIns="0" bIns="0" anchor="t">
            <a:noAutofit/>
          </a:bodyPr>
          <a:p>
            <a:r>
              <a:rPr b="0" lang="zh-CN" sz="2100" spc="-1" strike="noStrike">
                <a:solidFill>
                  <a:srgbClr val="0b4b78"/>
                </a:solidFill>
                <a:latin typeface="NotoSansJP"/>
                <a:ea typeface="NotoSansJP"/>
              </a:rPr>
              <a:t>従来の全結合</a:t>
            </a:r>
            <a:r>
              <a:rPr b="0" lang="en-US" sz="2100" spc="-1" strike="noStrike">
                <a:solidFill>
                  <a:srgbClr val="0b4b78"/>
                </a:solidFill>
                <a:latin typeface="NotoSansJP"/>
                <a:ea typeface="NotoSansJP"/>
              </a:rPr>
              <a:t>ANN</a:t>
            </a:r>
            <a:endParaRPr b="0" lang="en-US" sz="2100" spc="-1" strike="noStrike">
              <a:solidFill>
                <a:srgbClr val="000000"/>
              </a:solidFill>
              <a:latin typeface="Times New Roman"/>
            </a:endParaRPr>
          </a:p>
        </p:txBody>
      </p:sp>
      <p:sp>
        <p:nvSpPr>
          <p:cNvPr id="41" name=""/>
          <p:cNvSpPr/>
          <p:nvPr/>
        </p:nvSpPr>
        <p:spPr>
          <a:xfrm>
            <a:off x="809280" y="2904840"/>
            <a:ext cx="95760" cy="95760"/>
          </a:xfrm>
          <a:custGeom>
            <a:avLst/>
            <a:gdLst/>
            <a:ahLst/>
            <a:rect l="0" t="0" r="r" b="b"/>
            <a:pathLst>
              <a:path w="266" h="266">
                <a:moveTo>
                  <a:pt x="266" y="133"/>
                </a:moveTo>
                <a:cubicBezTo>
                  <a:pt x="266" y="150"/>
                  <a:pt x="263" y="167"/>
                  <a:pt x="255" y="183"/>
                </a:cubicBezTo>
                <a:cubicBezTo>
                  <a:pt x="248" y="199"/>
                  <a:pt x="239" y="214"/>
                  <a:pt x="226" y="226"/>
                </a:cubicBezTo>
                <a:cubicBezTo>
                  <a:pt x="214" y="239"/>
                  <a:pt x="200" y="249"/>
                  <a:pt x="183" y="256"/>
                </a:cubicBezTo>
                <a:cubicBezTo>
                  <a:pt x="167" y="263"/>
                  <a:pt x="150" y="266"/>
                  <a:pt x="133" y="266"/>
                </a:cubicBezTo>
                <a:cubicBezTo>
                  <a:pt x="115" y="266"/>
                  <a:pt x="98" y="263"/>
                  <a:pt x="82" y="256"/>
                </a:cubicBezTo>
                <a:cubicBezTo>
                  <a:pt x="66" y="249"/>
                  <a:pt x="52" y="239"/>
                  <a:pt x="39" y="226"/>
                </a:cubicBezTo>
                <a:cubicBezTo>
                  <a:pt x="27" y="214"/>
                  <a:pt x="17" y="199"/>
                  <a:pt x="11" y="183"/>
                </a:cubicBezTo>
                <a:cubicBezTo>
                  <a:pt x="4" y="167"/>
                  <a:pt x="0" y="150"/>
                  <a:pt x="0" y="133"/>
                </a:cubicBezTo>
                <a:cubicBezTo>
                  <a:pt x="0" y="115"/>
                  <a:pt x="4" y="98"/>
                  <a:pt x="11" y="82"/>
                </a:cubicBezTo>
                <a:cubicBezTo>
                  <a:pt x="17" y="66"/>
                  <a:pt x="27" y="51"/>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1"/>
                  <a:pt x="248" y="66"/>
                  <a:pt x="255" y="82"/>
                </a:cubicBezTo>
                <a:cubicBezTo>
                  <a:pt x="263" y="98"/>
                  <a:pt x="266" y="115"/>
                  <a:pt x="266"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42" name=""/>
          <p:cNvSpPr txBox="1"/>
          <p:nvPr/>
        </p:nvSpPr>
        <p:spPr>
          <a:xfrm>
            <a:off x="1059480" y="2336400"/>
            <a:ext cx="3596760" cy="34632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画像を</a:t>
            </a:r>
            <a:r>
              <a:rPr b="0" lang="en-US" sz="1870" spc="-1" strike="noStrike">
                <a:solidFill>
                  <a:srgbClr val="111111"/>
                </a:solidFill>
                <a:latin typeface="NotoSansJP"/>
                <a:ea typeface="NotoSansJP"/>
              </a:rPr>
              <a:t>1</a:t>
            </a:r>
            <a:r>
              <a:rPr b="0" lang="zh-CN" sz="1870" spc="-1" strike="noStrike">
                <a:solidFill>
                  <a:srgbClr val="111111"/>
                </a:solidFill>
                <a:latin typeface="NotoSansJP"/>
                <a:ea typeface="NotoSansJP"/>
              </a:rPr>
              <a:t>次元ベクトルとして扱う</a:t>
            </a:r>
            <a:endParaRPr b="0" lang="en-US" sz="1870" spc="-1" strike="noStrike">
              <a:solidFill>
                <a:srgbClr val="000000"/>
              </a:solidFill>
              <a:latin typeface="Times New Roman"/>
            </a:endParaRPr>
          </a:p>
        </p:txBody>
      </p:sp>
      <p:sp>
        <p:nvSpPr>
          <p:cNvPr id="43" name=""/>
          <p:cNvSpPr/>
          <p:nvPr/>
        </p:nvSpPr>
        <p:spPr>
          <a:xfrm>
            <a:off x="809280" y="3342960"/>
            <a:ext cx="95760" cy="95760"/>
          </a:xfrm>
          <a:custGeom>
            <a:avLst/>
            <a:gdLst/>
            <a:ahLst/>
            <a:rect l="0" t="0" r="r" b="b"/>
            <a:pathLst>
              <a:path w="266" h="266">
                <a:moveTo>
                  <a:pt x="266" y="134"/>
                </a:moveTo>
                <a:cubicBezTo>
                  <a:pt x="266" y="151"/>
                  <a:pt x="263" y="168"/>
                  <a:pt x="255" y="184"/>
                </a:cubicBezTo>
                <a:cubicBezTo>
                  <a:pt x="248" y="200"/>
                  <a:pt x="239" y="215"/>
                  <a:pt x="226" y="227"/>
                </a:cubicBezTo>
                <a:cubicBezTo>
                  <a:pt x="214" y="240"/>
                  <a:pt x="200" y="249"/>
                  <a:pt x="183" y="256"/>
                </a:cubicBezTo>
                <a:cubicBezTo>
                  <a:pt x="167" y="263"/>
                  <a:pt x="150" y="266"/>
                  <a:pt x="133" y="266"/>
                </a:cubicBezTo>
                <a:cubicBezTo>
                  <a:pt x="115" y="266"/>
                  <a:pt x="98" y="263"/>
                  <a:pt x="82" y="256"/>
                </a:cubicBezTo>
                <a:cubicBezTo>
                  <a:pt x="66" y="249"/>
                  <a:pt x="52" y="240"/>
                  <a:pt x="39" y="227"/>
                </a:cubicBezTo>
                <a:cubicBezTo>
                  <a:pt x="27" y="215"/>
                  <a:pt x="17" y="200"/>
                  <a:pt x="11" y="184"/>
                </a:cubicBezTo>
                <a:cubicBezTo>
                  <a:pt x="4" y="168"/>
                  <a:pt x="0" y="151"/>
                  <a:pt x="0" y="134"/>
                </a:cubicBezTo>
                <a:cubicBezTo>
                  <a:pt x="0" y="116"/>
                  <a:pt x="4" y="99"/>
                  <a:pt x="11" y="82"/>
                </a:cubicBezTo>
                <a:cubicBezTo>
                  <a:pt x="17" y="66"/>
                  <a:pt x="27" y="52"/>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2"/>
                  <a:pt x="248" y="66"/>
                  <a:pt x="255" y="82"/>
                </a:cubicBezTo>
                <a:cubicBezTo>
                  <a:pt x="263" y="99"/>
                  <a:pt x="266" y="116"/>
                  <a:pt x="266" y="134"/>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44" name=""/>
          <p:cNvSpPr txBox="1"/>
          <p:nvPr/>
        </p:nvSpPr>
        <p:spPr>
          <a:xfrm>
            <a:off x="1059480" y="2783880"/>
            <a:ext cx="380448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各ニューロンが入力全体に接続する</a:t>
            </a:r>
            <a:endParaRPr b="0" lang="en-US" sz="1870" spc="-1" strike="noStrike">
              <a:solidFill>
                <a:srgbClr val="000000"/>
              </a:solidFill>
              <a:latin typeface="Times New Roman"/>
            </a:endParaRPr>
          </a:p>
        </p:txBody>
      </p:sp>
      <p:sp>
        <p:nvSpPr>
          <p:cNvPr id="45" name=""/>
          <p:cNvSpPr/>
          <p:nvPr/>
        </p:nvSpPr>
        <p:spPr>
          <a:xfrm>
            <a:off x="6238800" y="1666800"/>
            <a:ext cx="5410440" cy="2076840"/>
          </a:xfrm>
          <a:custGeom>
            <a:avLst/>
            <a:gdLst/>
            <a:ahLst/>
            <a:rect l="0" t="0" r="r" b="b"/>
            <a:pathLst>
              <a:path w="15029" h="5769">
                <a:moveTo>
                  <a:pt x="0" y="5583"/>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3"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5583"/>
                </a:lnTo>
                <a:cubicBezTo>
                  <a:pt x="15029" y="5596"/>
                  <a:pt x="15028" y="5608"/>
                  <a:pt x="15025" y="5620"/>
                </a:cubicBezTo>
                <a:cubicBezTo>
                  <a:pt x="15023" y="5631"/>
                  <a:pt x="15020" y="5643"/>
                  <a:pt x="15015" y="5654"/>
                </a:cubicBezTo>
                <a:cubicBezTo>
                  <a:pt x="15010" y="5666"/>
                  <a:pt x="15005" y="5676"/>
                  <a:pt x="14998" y="5686"/>
                </a:cubicBezTo>
                <a:cubicBezTo>
                  <a:pt x="14991" y="5696"/>
                  <a:pt x="14983" y="5706"/>
                  <a:pt x="14975" y="5714"/>
                </a:cubicBezTo>
                <a:cubicBezTo>
                  <a:pt x="14966" y="5723"/>
                  <a:pt x="14957" y="5731"/>
                  <a:pt x="14947" y="5737"/>
                </a:cubicBezTo>
                <a:cubicBezTo>
                  <a:pt x="14937" y="5744"/>
                  <a:pt x="14926" y="5750"/>
                  <a:pt x="14915" y="5755"/>
                </a:cubicBezTo>
                <a:cubicBezTo>
                  <a:pt x="14903" y="5759"/>
                  <a:pt x="14892" y="5763"/>
                  <a:pt x="14880" y="5765"/>
                </a:cubicBezTo>
                <a:cubicBezTo>
                  <a:pt x="14868" y="5767"/>
                  <a:pt x="14856" y="5769"/>
                  <a:pt x="14844" y="5769"/>
                </a:cubicBezTo>
                <a:lnTo>
                  <a:pt x="185" y="5769"/>
                </a:lnTo>
                <a:cubicBezTo>
                  <a:pt x="173" y="5769"/>
                  <a:pt x="161" y="5767"/>
                  <a:pt x="149" y="5765"/>
                </a:cubicBezTo>
                <a:cubicBezTo>
                  <a:pt x="137" y="5763"/>
                  <a:pt x="125" y="5759"/>
                  <a:pt x="114" y="5755"/>
                </a:cubicBezTo>
                <a:cubicBezTo>
                  <a:pt x="103" y="5750"/>
                  <a:pt x="92" y="5744"/>
                  <a:pt x="82" y="5737"/>
                </a:cubicBezTo>
                <a:cubicBezTo>
                  <a:pt x="72" y="5731"/>
                  <a:pt x="63" y="5723"/>
                  <a:pt x="54" y="5714"/>
                </a:cubicBezTo>
                <a:cubicBezTo>
                  <a:pt x="45" y="5706"/>
                  <a:pt x="38" y="5696"/>
                  <a:pt x="31" y="5686"/>
                </a:cubicBezTo>
                <a:cubicBezTo>
                  <a:pt x="24" y="5676"/>
                  <a:pt x="18" y="5666"/>
                  <a:pt x="14" y="5654"/>
                </a:cubicBezTo>
                <a:cubicBezTo>
                  <a:pt x="9" y="5643"/>
                  <a:pt x="6" y="5631"/>
                  <a:pt x="3" y="5620"/>
                </a:cubicBezTo>
                <a:cubicBezTo>
                  <a:pt x="1" y="5608"/>
                  <a:pt x="0" y="5596"/>
                  <a:pt x="0" y="5583"/>
                </a:cubicBezTo>
                <a:close/>
              </a:path>
            </a:pathLst>
          </a:custGeom>
          <a:solidFill>
            <a:srgbClr val="fff8f7"/>
          </a:solidFill>
          <a:ln w="0">
            <a:noFill/>
          </a:ln>
        </p:spPr>
        <p:txBody>
          <a:bodyPr lIns="0" rIns="0" tIns="0" bIns="0" anchor="t">
            <a:noAutofit/>
          </a:bodyPr>
          <a:p>
            <a:endParaRPr b="0" lang="en-US" sz="2400" spc="-1" strike="noStrike">
              <a:solidFill>
                <a:srgbClr val="000000"/>
              </a:solidFill>
              <a:latin typeface="Times New Roman"/>
            </a:endParaRPr>
          </a:p>
        </p:txBody>
      </p:sp>
      <p:sp>
        <p:nvSpPr>
          <p:cNvPr id="46" name=""/>
          <p:cNvSpPr/>
          <p:nvPr/>
        </p:nvSpPr>
        <p:spPr>
          <a:xfrm>
            <a:off x="6238800" y="1666800"/>
            <a:ext cx="5410440" cy="2076840"/>
          </a:xfrm>
          <a:custGeom>
            <a:avLst/>
            <a:gdLst/>
            <a:ahLst/>
            <a:rect l="0" t="0" r="r" b="b"/>
            <a:pathLst>
              <a:path w="15029" h="5769">
                <a:moveTo>
                  <a:pt x="0" y="5583"/>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3"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5583"/>
                </a:lnTo>
                <a:cubicBezTo>
                  <a:pt x="15029" y="5596"/>
                  <a:pt x="15028" y="5608"/>
                  <a:pt x="15025" y="5620"/>
                </a:cubicBezTo>
                <a:cubicBezTo>
                  <a:pt x="15023" y="5631"/>
                  <a:pt x="15020" y="5643"/>
                  <a:pt x="15015" y="5654"/>
                </a:cubicBezTo>
                <a:cubicBezTo>
                  <a:pt x="15010" y="5666"/>
                  <a:pt x="15005" y="5676"/>
                  <a:pt x="14998" y="5686"/>
                </a:cubicBezTo>
                <a:cubicBezTo>
                  <a:pt x="14991" y="5696"/>
                  <a:pt x="14983" y="5706"/>
                  <a:pt x="14975" y="5714"/>
                </a:cubicBezTo>
                <a:cubicBezTo>
                  <a:pt x="14966" y="5723"/>
                  <a:pt x="14957" y="5731"/>
                  <a:pt x="14947" y="5737"/>
                </a:cubicBezTo>
                <a:cubicBezTo>
                  <a:pt x="14937" y="5744"/>
                  <a:pt x="14926" y="5750"/>
                  <a:pt x="14915" y="5755"/>
                </a:cubicBezTo>
                <a:cubicBezTo>
                  <a:pt x="14903" y="5759"/>
                  <a:pt x="14892" y="5763"/>
                  <a:pt x="14880" y="5765"/>
                </a:cubicBezTo>
                <a:cubicBezTo>
                  <a:pt x="14868" y="5767"/>
                  <a:pt x="14856" y="5769"/>
                  <a:pt x="14844" y="5769"/>
                </a:cubicBezTo>
                <a:lnTo>
                  <a:pt x="185" y="5769"/>
                </a:lnTo>
                <a:cubicBezTo>
                  <a:pt x="173" y="5769"/>
                  <a:pt x="161" y="5767"/>
                  <a:pt x="149" y="5765"/>
                </a:cubicBezTo>
                <a:cubicBezTo>
                  <a:pt x="137" y="5763"/>
                  <a:pt x="125" y="5759"/>
                  <a:pt x="114" y="5755"/>
                </a:cubicBezTo>
                <a:cubicBezTo>
                  <a:pt x="103" y="5750"/>
                  <a:pt x="92" y="5744"/>
                  <a:pt x="82" y="5737"/>
                </a:cubicBezTo>
                <a:cubicBezTo>
                  <a:pt x="72" y="5731"/>
                  <a:pt x="63" y="5723"/>
                  <a:pt x="54" y="5714"/>
                </a:cubicBezTo>
                <a:cubicBezTo>
                  <a:pt x="45" y="5706"/>
                  <a:pt x="38" y="5696"/>
                  <a:pt x="31" y="5686"/>
                </a:cubicBezTo>
                <a:cubicBezTo>
                  <a:pt x="24" y="5676"/>
                  <a:pt x="18" y="5666"/>
                  <a:pt x="14" y="5654"/>
                </a:cubicBezTo>
                <a:cubicBezTo>
                  <a:pt x="9" y="5643"/>
                  <a:pt x="6" y="5631"/>
                  <a:pt x="3" y="5620"/>
                </a:cubicBezTo>
                <a:cubicBezTo>
                  <a:pt x="1" y="5608"/>
                  <a:pt x="0" y="5596"/>
                  <a:pt x="0" y="5583"/>
                </a:cubicBezTo>
                <a:close/>
              </a:path>
            </a:pathLst>
          </a:custGeom>
          <a:noFill/>
          <a:ln w="18720">
            <a:solidFill>
              <a:srgbClr val="e8bbb8"/>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47" name=""/>
          <p:cNvSpPr txBox="1"/>
          <p:nvPr/>
        </p:nvSpPr>
        <p:spPr>
          <a:xfrm>
            <a:off x="1059480" y="3222000"/>
            <a:ext cx="404244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画像の縦横の構造を直接活かしにくい</a:t>
            </a:r>
            <a:endParaRPr b="0" lang="en-US" sz="1870" spc="-1" strike="noStrike">
              <a:solidFill>
                <a:srgbClr val="000000"/>
              </a:solidFill>
              <a:latin typeface="Times New Roman"/>
            </a:endParaRPr>
          </a:p>
        </p:txBody>
      </p:sp>
      <p:sp>
        <p:nvSpPr>
          <p:cNvPr id="48" name=""/>
          <p:cNvSpPr/>
          <p:nvPr/>
        </p:nvSpPr>
        <p:spPr>
          <a:xfrm>
            <a:off x="6505560" y="2457360"/>
            <a:ext cx="95400" cy="95400"/>
          </a:xfrm>
          <a:custGeom>
            <a:avLst/>
            <a:gdLst/>
            <a:ahLst/>
            <a:rect l="0" t="0" r="r" b="b"/>
            <a:pathLst>
              <a:path w="265" h="265">
                <a:moveTo>
                  <a:pt x="265" y="132"/>
                </a:moveTo>
                <a:cubicBezTo>
                  <a:pt x="265" y="150"/>
                  <a:pt x="262" y="166"/>
                  <a:pt x="255" y="184"/>
                </a:cubicBezTo>
                <a:cubicBezTo>
                  <a:pt x="248" y="200"/>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200"/>
                  <a:pt x="10" y="184"/>
                </a:cubicBezTo>
                <a:cubicBezTo>
                  <a:pt x="3" y="166"/>
                  <a:pt x="0" y="150"/>
                  <a:pt x="0" y="132"/>
                </a:cubicBezTo>
                <a:cubicBezTo>
                  <a:pt x="0" y="114"/>
                  <a:pt x="3" y="98"/>
                  <a:pt x="10" y="81"/>
                </a:cubicBezTo>
                <a:cubicBezTo>
                  <a:pt x="17" y="65"/>
                  <a:pt x="27" y="51"/>
                  <a:pt x="39" y="38"/>
                </a:cubicBezTo>
                <a:cubicBezTo>
                  <a:pt x="52" y="26"/>
                  <a:pt x="66" y="17"/>
                  <a:pt x="82" y="10"/>
                </a:cubicBezTo>
                <a:cubicBezTo>
                  <a:pt x="98" y="3"/>
                  <a:pt x="115" y="0"/>
                  <a:pt x="133" y="0"/>
                </a:cubicBezTo>
                <a:cubicBezTo>
                  <a:pt x="150" y="0"/>
                  <a:pt x="167" y="3"/>
                  <a:pt x="183" y="10"/>
                </a:cubicBezTo>
                <a:cubicBezTo>
                  <a:pt x="200" y="17"/>
                  <a:pt x="214" y="26"/>
                  <a:pt x="226" y="38"/>
                </a:cubicBezTo>
                <a:cubicBezTo>
                  <a:pt x="239" y="51"/>
                  <a:pt x="248" y="65"/>
                  <a:pt x="255" y="81"/>
                </a:cubicBezTo>
                <a:cubicBezTo>
                  <a:pt x="262" y="98"/>
                  <a:pt x="265" y="114"/>
                  <a:pt x="265"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49" name=""/>
          <p:cNvSpPr txBox="1"/>
          <p:nvPr/>
        </p:nvSpPr>
        <p:spPr>
          <a:xfrm>
            <a:off x="6458040" y="1848600"/>
            <a:ext cx="2134440" cy="385920"/>
          </a:xfrm>
          <a:prstGeom prst="rect">
            <a:avLst/>
          </a:prstGeom>
          <a:noFill/>
          <a:ln w="0">
            <a:noFill/>
          </a:ln>
        </p:spPr>
        <p:txBody>
          <a:bodyPr wrap="none" lIns="0" rIns="0" tIns="0" bIns="0" anchor="t">
            <a:noAutofit/>
          </a:bodyPr>
          <a:p>
            <a:r>
              <a:rPr b="0" lang="zh-CN" sz="2100" spc="-1" strike="noStrike">
                <a:solidFill>
                  <a:srgbClr val="0b4b78"/>
                </a:solidFill>
                <a:latin typeface="NotoSansJP"/>
                <a:ea typeface="NotoSansJP"/>
              </a:rPr>
              <a:t>画像データの性質</a:t>
            </a:r>
            <a:endParaRPr b="0" lang="en-US" sz="2100" spc="-1" strike="noStrike">
              <a:solidFill>
                <a:srgbClr val="000000"/>
              </a:solidFill>
              <a:latin typeface="Times New Roman"/>
            </a:endParaRPr>
          </a:p>
        </p:txBody>
      </p:sp>
      <p:sp>
        <p:nvSpPr>
          <p:cNvPr id="50" name=""/>
          <p:cNvSpPr/>
          <p:nvPr/>
        </p:nvSpPr>
        <p:spPr>
          <a:xfrm>
            <a:off x="6505560" y="2904840"/>
            <a:ext cx="95400" cy="95760"/>
          </a:xfrm>
          <a:custGeom>
            <a:avLst/>
            <a:gdLst/>
            <a:ahLst/>
            <a:rect l="0" t="0" r="r" b="b"/>
            <a:pathLst>
              <a:path w="265" h="266">
                <a:moveTo>
                  <a:pt x="265" y="133"/>
                </a:moveTo>
                <a:cubicBezTo>
                  <a:pt x="265" y="150"/>
                  <a:pt x="262" y="167"/>
                  <a:pt x="255" y="183"/>
                </a:cubicBezTo>
                <a:cubicBezTo>
                  <a:pt x="248" y="199"/>
                  <a:pt x="239" y="214"/>
                  <a:pt x="226" y="226"/>
                </a:cubicBezTo>
                <a:cubicBezTo>
                  <a:pt x="214" y="239"/>
                  <a:pt x="200" y="249"/>
                  <a:pt x="183" y="256"/>
                </a:cubicBezTo>
                <a:cubicBezTo>
                  <a:pt x="167" y="263"/>
                  <a:pt x="150" y="266"/>
                  <a:pt x="133" y="266"/>
                </a:cubicBezTo>
                <a:cubicBezTo>
                  <a:pt x="115" y="266"/>
                  <a:pt x="98" y="263"/>
                  <a:pt x="82" y="256"/>
                </a:cubicBezTo>
                <a:cubicBezTo>
                  <a:pt x="66" y="249"/>
                  <a:pt x="52" y="239"/>
                  <a:pt x="39" y="226"/>
                </a:cubicBezTo>
                <a:cubicBezTo>
                  <a:pt x="27" y="214"/>
                  <a:pt x="17" y="199"/>
                  <a:pt x="10" y="183"/>
                </a:cubicBezTo>
                <a:cubicBezTo>
                  <a:pt x="3" y="167"/>
                  <a:pt x="0" y="150"/>
                  <a:pt x="0" y="133"/>
                </a:cubicBezTo>
                <a:cubicBezTo>
                  <a:pt x="0" y="115"/>
                  <a:pt x="3" y="98"/>
                  <a:pt x="10" y="82"/>
                </a:cubicBezTo>
                <a:cubicBezTo>
                  <a:pt x="17" y="66"/>
                  <a:pt x="27" y="51"/>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1"/>
                  <a:pt x="248" y="66"/>
                  <a:pt x="255" y="82"/>
                </a:cubicBezTo>
                <a:cubicBezTo>
                  <a:pt x="262" y="98"/>
                  <a:pt x="265" y="115"/>
                  <a:pt x="265"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51" name=""/>
          <p:cNvSpPr txBox="1"/>
          <p:nvPr/>
        </p:nvSpPr>
        <p:spPr>
          <a:xfrm>
            <a:off x="6755760" y="2336400"/>
            <a:ext cx="428004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近い画素同士には意味のある関係がある</a:t>
            </a:r>
            <a:endParaRPr b="0" lang="en-US" sz="1870" spc="-1" strike="noStrike">
              <a:solidFill>
                <a:srgbClr val="000000"/>
              </a:solidFill>
              <a:latin typeface="Times New Roman"/>
            </a:endParaRPr>
          </a:p>
        </p:txBody>
      </p:sp>
      <p:sp>
        <p:nvSpPr>
          <p:cNvPr id="52" name=""/>
          <p:cNvSpPr/>
          <p:nvPr/>
        </p:nvSpPr>
        <p:spPr>
          <a:xfrm>
            <a:off x="6505560" y="3342960"/>
            <a:ext cx="95400" cy="95760"/>
          </a:xfrm>
          <a:custGeom>
            <a:avLst/>
            <a:gdLst/>
            <a:ahLst/>
            <a:rect l="0" t="0" r="r" b="b"/>
            <a:pathLst>
              <a:path w="265" h="266">
                <a:moveTo>
                  <a:pt x="265" y="134"/>
                </a:moveTo>
                <a:cubicBezTo>
                  <a:pt x="265" y="151"/>
                  <a:pt x="262" y="168"/>
                  <a:pt x="255" y="184"/>
                </a:cubicBezTo>
                <a:cubicBezTo>
                  <a:pt x="248" y="200"/>
                  <a:pt x="239" y="215"/>
                  <a:pt x="226" y="227"/>
                </a:cubicBezTo>
                <a:cubicBezTo>
                  <a:pt x="214" y="240"/>
                  <a:pt x="200" y="249"/>
                  <a:pt x="183" y="256"/>
                </a:cubicBezTo>
                <a:cubicBezTo>
                  <a:pt x="167" y="263"/>
                  <a:pt x="150" y="266"/>
                  <a:pt x="133" y="266"/>
                </a:cubicBezTo>
                <a:cubicBezTo>
                  <a:pt x="115" y="266"/>
                  <a:pt x="98" y="263"/>
                  <a:pt x="82" y="256"/>
                </a:cubicBezTo>
                <a:cubicBezTo>
                  <a:pt x="66" y="249"/>
                  <a:pt x="52" y="240"/>
                  <a:pt x="39" y="227"/>
                </a:cubicBezTo>
                <a:cubicBezTo>
                  <a:pt x="27" y="215"/>
                  <a:pt x="17" y="200"/>
                  <a:pt x="10" y="184"/>
                </a:cubicBezTo>
                <a:cubicBezTo>
                  <a:pt x="3" y="168"/>
                  <a:pt x="0" y="151"/>
                  <a:pt x="0" y="134"/>
                </a:cubicBezTo>
                <a:cubicBezTo>
                  <a:pt x="0" y="116"/>
                  <a:pt x="3" y="99"/>
                  <a:pt x="10" y="82"/>
                </a:cubicBezTo>
                <a:cubicBezTo>
                  <a:pt x="17" y="66"/>
                  <a:pt x="27" y="52"/>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2"/>
                  <a:pt x="248" y="66"/>
                  <a:pt x="255" y="82"/>
                </a:cubicBezTo>
                <a:cubicBezTo>
                  <a:pt x="262" y="99"/>
                  <a:pt x="265" y="116"/>
                  <a:pt x="265" y="134"/>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53" name=""/>
          <p:cNvSpPr txBox="1"/>
          <p:nvPr/>
        </p:nvSpPr>
        <p:spPr>
          <a:xfrm>
            <a:off x="6755760" y="2783880"/>
            <a:ext cx="404244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同じ模様は画像中の別位置にも現れる</a:t>
            </a:r>
            <a:endParaRPr b="0" lang="en-US" sz="1870" spc="-1" strike="noStrike">
              <a:solidFill>
                <a:srgbClr val="000000"/>
              </a:solidFill>
              <a:latin typeface="Times New Roman"/>
            </a:endParaRPr>
          </a:p>
        </p:txBody>
      </p:sp>
      <p:sp>
        <p:nvSpPr>
          <p:cNvPr id="54" name=""/>
          <p:cNvSpPr/>
          <p:nvPr/>
        </p:nvSpPr>
        <p:spPr>
          <a:xfrm>
            <a:off x="533160" y="3924000"/>
            <a:ext cx="11125440" cy="638640"/>
          </a:xfrm>
          <a:custGeom>
            <a:avLst/>
            <a:gdLst/>
            <a:ahLst/>
            <a:rect l="0" t="0" r="r" b="b"/>
            <a:pathLst>
              <a:path w="30904" h="1774">
                <a:moveTo>
                  <a:pt x="0" y="0"/>
                </a:moveTo>
                <a:lnTo>
                  <a:pt x="30904" y="0"/>
                </a:lnTo>
                <a:lnTo>
                  <a:pt x="30904" y="1774"/>
                </a:lnTo>
                <a:lnTo>
                  <a:pt x="0" y="1774"/>
                </a:lnTo>
                <a:lnTo>
                  <a:pt x="0" y="0"/>
                </a:lnTo>
                <a:close/>
              </a:path>
            </a:pathLst>
          </a:custGeom>
          <a:solidFill>
            <a:srgbClr val="eef7fb"/>
          </a:solidFill>
          <a:ln w="0">
            <a:noFill/>
          </a:ln>
        </p:spPr>
        <p:txBody>
          <a:bodyPr lIns="0" rIns="0" tIns="0" bIns="0" anchor="t">
            <a:noAutofit/>
          </a:bodyPr>
          <a:p>
            <a:endParaRPr b="0" lang="en-US" sz="2400" spc="-1" strike="noStrike">
              <a:solidFill>
                <a:srgbClr val="000000"/>
              </a:solidFill>
              <a:latin typeface="Times New Roman"/>
            </a:endParaRPr>
          </a:p>
        </p:txBody>
      </p:sp>
      <p:sp>
        <p:nvSpPr>
          <p:cNvPr id="55" name=""/>
          <p:cNvSpPr/>
          <p:nvPr/>
        </p:nvSpPr>
        <p:spPr>
          <a:xfrm>
            <a:off x="533160" y="3924000"/>
            <a:ext cx="76680" cy="638640"/>
          </a:xfrm>
          <a:custGeom>
            <a:avLst/>
            <a:gdLst/>
            <a:ahLst/>
            <a:rect l="0" t="0" r="r" b="b"/>
            <a:pathLst>
              <a:path w="213" h="1774">
                <a:moveTo>
                  <a:pt x="0" y="0"/>
                </a:moveTo>
                <a:lnTo>
                  <a:pt x="213" y="0"/>
                </a:lnTo>
                <a:lnTo>
                  <a:pt x="213" y="1774"/>
                </a:lnTo>
                <a:lnTo>
                  <a:pt x="0" y="1774"/>
                </a:lnTo>
                <a:lnTo>
                  <a:pt x="0" y="0"/>
                </a:ln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56" name=""/>
          <p:cNvSpPr txBox="1"/>
          <p:nvPr/>
        </p:nvSpPr>
        <p:spPr>
          <a:xfrm>
            <a:off x="6755760" y="3222000"/>
            <a:ext cx="428004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浅い特徴から複雑な特徴へ階層化できる</a:t>
            </a:r>
            <a:endParaRPr b="0" lang="en-US" sz="1870" spc="-1" strike="noStrike">
              <a:solidFill>
                <a:srgbClr val="000000"/>
              </a:solidFill>
              <a:latin typeface="Times New Roman"/>
            </a:endParaRPr>
          </a:p>
        </p:txBody>
      </p:sp>
      <p:sp>
        <p:nvSpPr>
          <p:cNvPr id="57" name=""/>
          <p:cNvSpPr txBox="1"/>
          <p:nvPr/>
        </p:nvSpPr>
        <p:spPr>
          <a:xfrm>
            <a:off x="781200" y="4078080"/>
            <a:ext cx="8829360" cy="375480"/>
          </a:xfrm>
          <a:prstGeom prst="rect">
            <a:avLst/>
          </a:prstGeom>
          <a:noFill/>
          <a:ln w="0">
            <a:noFill/>
          </a:ln>
        </p:spPr>
        <p:txBody>
          <a:bodyPr wrap="none" lIns="0" rIns="0" tIns="0" bIns="0" anchor="t">
            <a:noAutofit/>
          </a:bodyPr>
          <a:p>
            <a:r>
              <a:rPr b="0" lang="en-US" sz="2020" spc="-1" strike="noStrike">
                <a:solidFill>
                  <a:srgbClr val="111111"/>
                </a:solidFill>
                <a:latin typeface="NotoSansJP"/>
                <a:ea typeface="NotoSansJP"/>
              </a:rPr>
              <a:t>CNN</a:t>
            </a:r>
            <a:r>
              <a:rPr b="0" lang="zh-CN" sz="2020" spc="-1" strike="noStrike">
                <a:solidFill>
                  <a:srgbClr val="111111"/>
                </a:solidFill>
                <a:latin typeface="NotoSansJP"/>
                <a:ea typeface="NotoSansJP"/>
              </a:rPr>
              <a:t>は、画像の局所性とパターンの再利用をネットワーク構造に組み込む。</a:t>
            </a:r>
            <a:endParaRPr b="0" lang="en-US" sz="2020" spc="-1" strike="noStrike">
              <a:solidFill>
                <a:srgbClr val="000000"/>
              </a:solidFill>
              <a:latin typeface="Times New Roman"/>
            </a:endParaRPr>
          </a:p>
        </p:txBody>
      </p:sp>
      <p:sp>
        <p:nvSpPr>
          <p:cNvPr id="58" name=""/>
          <p:cNvSpPr/>
          <p:nvPr/>
        </p:nvSpPr>
        <p:spPr>
          <a:xfrm>
            <a:off x="533160" y="561960"/>
            <a:ext cx="267120" cy="57240"/>
          </a:xfrm>
          <a:custGeom>
            <a:avLst/>
            <a:gdLst/>
            <a:ahLst/>
            <a:rect l="0" t="0" r="r" b="b"/>
            <a:pathLst>
              <a:path w="742" h="159">
                <a:moveTo>
                  <a:pt x="0" y="106"/>
                </a:moveTo>
                <a:lnTo>
                  <a:pt x="0" y="52"/>
                </a:lnTo>
                <a:cubicBezTo>
                  <a:pt x="0" y="45"/>
                  <a:pt x="2" y="39"/>
                  <a:pt x="4" y="32"/>
                </a:cubicBezTo>
                <a:cubicBezTo>
                  <a:pt x="7" y="26"/>
                  <a:pt x="11" y="20"/>
                  <a:pt x="16" y="15"/>
                </a:cubicBezTo>
                <a:cubicBezTo>
                  <a:pt x="21" y="10"/>
                  <a:pt x="26" y="6"/>
                  <a:pt x="33" y="4"/>
                </a:cubicBezTo>
                <a:cubicBezTo>
                  <a:pt x="39" y="1"/>
                  <a:pt x="46" y="0"/>
                  <a:pt x="53" y="0"/>
                </a:cubicBezTo>
                <a:lnTo>
                  <a:pt x="689" y="0"/>
                </a:lnTo>
                <a:cubicBezTo>
                  <a:pt x="696" y="0"/>
                  <a:pt x="703" y="1"/>
                  <a:pt x="709" y="4"/>
                </a:cubicBezTo>
                <a:cubicBezTo>
                  <a:pt x="716" y="6"/>
                  <a:pt x="722" y="10"/>
                  <a:pt x="727" y="15"/>
                </a:cubicBezTo>
                <a:cubicBezTo>
                  <a:pt x="731" y="20"/>
                  <a:pt x="735" y="26"/>
                  <a:pt x="738" y="32"/>
                </a:cubicBezTo>
                <a:cubicBezTo>
                  <a:pt x="741" y="39"/>
                  <a:pt x="742" y="45"/>
                  <a:pt x="742" y="52"/>
                </a:cubicBezTo>
                <a:lnTo>
                  <a:pt x="742" y="106"/>
                </a:lnTo>
                <a:cubicBezTo>
                  <a:pt x="742" y="113"/>
                  <a:pt x="741" y="120"/>
                  <a:pt x="738" y="127"/>
                </a:cubicBezTo>
                <a:cubicBezTo>
                  <a:pt x="735" y="133"/>
                  <a:pt x="731" y="139"/>
                  <a:pt x="727" y="144"/>
                </a:cubicBezTo>
                <a:cubicBezTo>
                  <a:pt x="722" y="149"/>
                  <a:pt x="716" y="153"/>
                  <a:pt x="709" y="155"/>
                </a:cubicBezTo>
                <a:cubicBezTo>
                  <a:pt x="703" y="158"/>
                  <a:pt x="696" y="159"/>
                  <a:pt x="689" y="159"/>
                </a:cubicBezTo>
                <a:lnTo>
                  <a:pt x="53" y="159"/>
                </a:lnTo>
                <a:cubicBezTo>
                  <a:pt x="46" y="159"/>
                  <a:pt x="39" y="158"/>
                  <a:pt x="33" y="155"/>
                </a:cubicBezTo>
                <a:cubicBezTo>
                  <a:pt x="26" y="153"/>
                  <a:pt x="21" y="149"/>
                  <a:pt x="16" y="144"/>
                </a:cubicBezTo>
                <a:cubicBezTo>
                  <a:pt x="11" y="139"/>
                  <a:pt x="7" y="133"/>
                  <a:pt x="4" y="127"/>
                </a:cubicBezTo>
                <a:cubicBezTo>
                  <a:pt x="2" y="120"/>
                  <a:pt x="0" y="113"/>
                  <a:pt x="0" y="106"/>
                </a:cubicBez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59" name=""/>
          <p:cNvSpPr txBox="1"/>
          <p:nvPr/>
        </p:nvSpPr>
        <p:spPr>
          <a:xfrm>
            <a:off x="914400" y="392400"/>
            <a:ext cx="994320" cy="360000"/>
          </a:xfrm>
          <a:prstGeom prst="rect">
            <a:avLst/>
          </a:prstGeom>
          <a:noFill/>
          <a:ln w="0">
            <a:noFill/>
          </a:ln>
        </p:spPr>
        <p:txBody>
          <a:bodyPr wrap="none" lIns="0" rIns="0" tIns="0" bIns="0" anchor="t">
            <a:noAutofit/>
          </a:bodyPr>
          <a:p>
            <a:r>
              <a:rPr b="0" lang="zh-CN" sz="1950" spc="-1" strike="noStrike">
                <a:solidFill>
                  <a:srgbClr val="111111"/>
                </a:solidFill>
                <a:latin typeface="NotoSansJP"/>
                <a:ea typeface="NotoSansJP"/>
              </a:rPr>
              <a:t>研究背景</a:t>
            </a:r>
            <a:endParaRPr b="0" lang="en-US" sz="1950" spc="-1" strike="noStrike">
              <a:solidFill>
                <a:srgbClr val="000000"/>
              </a:solidFill>
              <a:latin typeface="Times New Roman"/>
            </a:endParaRPr>
          </a:p>
        </p:txBody>
      </p:sp>
      <p:sp>
        <p:nvSpPr>
          <p:cNvPr id="60" name=""/>
          <p:cNvSpPr txBox="1"/>
          <p:nvPr/>
        </p:nvSpPr>
        <p:spPr>
          <a:xfrm>
            <a:off x="11946600" y="6436800"/>
            <a:ext cx="304560" cy="416520"/>
          </a:xfrm>
          <a:prstGeom prst="rect">
            <a:avLst/>
          </a:prstGeom>
          <a:noFill/>
          <a:ln w="0">
            <a:noFill/>
          </a:ln>
        </p:spPr>
        <p:txBody>
          <a:bodyPr wrap="none" lIns="0" rIns="0" tIns="0" bIns="0" anchor="t">
            <a:noAutofit/>
          </a:bodyPr>
          <a:p>
            <a:r>
              <a:rPr b="0" lang="en-US" sz="2400" spc="-1" strike="noStrike">
                <a:solidFill>
                  <a:srgbClr val="111111"/>
                </a:solidFill>
                <a:latin typeface="NotoSansJP"/>
                <a:ea typeface="NotoSansJP"/>
              </a:rPr>
              <a:t>3</a:t>
            </a:r>
            <a:endParaRPr b="0" lang="en-US" sz="24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c9c9c9"/>
          </a:solidFill>
          <a:ln w="0">
            <a:noFill/>
          </a:ln>
        </p:spPr>
        <p:txBody>
          <a:bodyPr lIns="0" rIns="0" tIns="0" bIns="0" anchor="t">
            <a:noAutofit/>
          </a:bodyPr>
          <a:p>
            <a:endParaRPr b="0" lang="en-US" sz="2400" spc="-1" strike="noStrike">
              <a:solidFill>
                <a:srgbClr val="000000"/>
              </a:solidFill>
              <a:latin typeface="Times New Roman"/>
            </a:endParaRPr>
          </a:p>
        </p:txBody>
      </p:sp>
      <p:sp>
        <p:nvSpPr>
          <p:cNvPr id="64" name=""/>
          <p:cNvSpPr/>
          <p:nvPr/>
        </p:nvSpPr>
        <p:spPr>
          <a:xfrm>
            <a:off x="228240" y="228240"/>
            <a:ext cx="11735280" cy="6401160"/>
          </a:xfrm>
          <a:custGeom>
            <a:avLst/>
            <a:gdLst/>
            <a:ahLst/>
            <a:rect l="0" t="0" r="r" b="b"/>
            <a:pathLst>
              <a:path w="32598" h="17781">
                <a:moveTo>
                  <a:pt x="530" y="0"/>
                </a:moveTo>
                <a:lnTo>
                  <a:pt x="32069" y="0"/>
                </a:lnTo>
                <a:cubicBezTo>
                  <a:pt x="32104" y="0"/>
                  <a:pt x="32138" y="4"/>
                  <a:pt x="32172" y="11"/>
                </a:cubicBezTo>
                <a:cubicBezTo>
                  <a:pt x="32206" y="17"/>
                  <a:pt x="32239" y="27"/>
                  <a:pt x="32271" y="41"/>
                </a:cubicBezTo>
                <a:cubicBezTo>
                  <a:pt x="32304" y="54"/>
                  <a:pt x="32334" y="70"/>
                  <a:pt x="32363" y="90"/>
                </a:cubicBezTo>
                <a:cubicBezTo>
                  <a:pt x="32392" y="109"/>
                  <a:pt x="32419" y="131"/>
                  <a:pt x="32443" y="155"/>
                </a:cubicBezTo>
                <a:cubicBezTo>
                  <a:pt x="32468" y="180"/>
                  <a:pt x="32490" y="207"/>
                  <a:pt x="32509" y="236"/>
                </a:cubicBezTo>
                <a:cubicBezTo>
                  <a:pt x="32528" y="265"/>
                  <a:pt x="32545" y="295"/>
                  <a:pt x="32558" y="327"/>
                </a:cubicBezTo>
                <a:cubicBezTo>
                  <a:pt x="32571" y="359"/>
                  <a:pt x="32581" y="392"/>
                  <a:pt x="32588" y="426"/>
                </a:cubicBezTo>
                <a:cubicBezTo>
                  <a:pt x="32595" y="461"/>
                  <a:pt x="32598" y="495"/>
                  <a:pt x="32598" y="530"/>
                </a:cubicBezTo>
                <a:lnTo>
                  <a:pt x="32598" y="17252"/>
                </a:lnTo>
                <a:cubicBezTo>
                  <a:pt x="32598" y="17287"/>
                  <a:pt x="32595" y="17321"/>
                  <a:pt x="32588" y="17356"/>
                </a:cubicBezTo>
                <a:cubicBezTo>
                  <a:pt x="32581" y="17390"/>
                  <a:pt x="32571" y="17423"/>
                  <a:pt x="32558" y="17455"/>
                </a:cubicBezTo>
                <a:cubicBezTo>
                  <a:pt x="32545" y="17487"/>
                  <a:pt x="32528" y="17517"/>
                  <a:pt x="32509" y="17546"/>
                </a:cubicBezTo>
                <a:cubicBezTo>
                  <a:pt x="32490" y="17575"/>
                  <a:pt x="32468" y="17602"/>
                  <a:pt x="32443" y="17627"/>
                </a:cubicBezTo>
                <a:cubicBezTo>
                  <a:pt x="32419" y="17651"/>
                  <a:pt x="32392" y="17673"/>
                  <a:pt x="32363" y="17692"/>
                </a:cubicBezTo>
                <a:cubicBezTo>
                  <a:pt x="32334" y="17712"/>
                  <a:pt x="32304" y="17728"/>
                  <a:pt x="32271" y="17741"/>
                </a:cubicBezTo>
                <a:cubicBezTo>
                  <a:pt x="32239" y="17755"/>
                  <a:pt x="32206" y="17765"/>
                  <a:pt x="32172" y="17771"/>
                </a:cubicBezTo>
                <a:cubicBezTo>
                  <a:pt x="32138" y="17778"/>
                  <a:pt x="32104" y="17781"/>
                  <a:pt x="32069" y="17781"/>
                </a:cubicBezTo>
                <a:lnTo>
                  <a:pt x="530" y="17781"/>
                </a:lnTo>
                <a:cubicBezTo>
                  <a:pt x="495" y="17781"/>
                  <a:pt x="461" y="17778"/>
                  <a:pt x="426" y="17771"/>
                </a:cubicBezTo>
                <a:cubicBezTo>
                  <a:pt x="392" y="17765"/>
                  <a:pt x="359" y="17755"/>
                  <a:pt x="327" y="17741"/>
                </a:cubicBezTo>
                <a:cubicBezTo>
                  <a:pt x="295" y="17728"/>
                  <a:pt x="265" y="17712"/>
                  <a:pt x="236" y="17692"/>
                </a:cubicBezTo>
                <a:cubicBezTo>
                  <a:pt x="207" y="17673"/>
                  <a:pt x="180" y="17651"/>
                  <a:pt x="155" y="17627"/>
                </a:cubicBezTo>
                <a:cubicBezTo>
                  <a:pt x="131" y="17602"/>
                  <a:pt x="109" y="17575"/>
                  <a:pt x="90" y="17546"/>
                </a:cubicBezTo>
                <a:cubicBezTo>
                  <a:pt x="70" y="17517"/>
                  <a:pt x="54" y="17487"/>
                  <a:pt x="41" y="17455"/>
                </a:cubicBezTo>
                <a:cubicBezTo>
                  <a:pt x="27" y="17423"/>
                  <a:pt x="17" y="17390"/>
                  <a:pt x="11" y="17356"/>
                </a:cubicBezTo>
                <a:cubicBezTo>
                  <a:pt x="4" y="17321"/>
                  <a:pt x="0" y="17287"/>
                  <a:pt x="0" y="17252"/>
                </a:cubicBezTo>
                <a:lnTo>
                  <a:pt x="0" y="530"/>
                </a:lnTo>
                <a:cubicBezTo>
                  <a:pt x="0" y="495"/>
                  <a:pt x="4" y="461"/>
                  <a:pt x="11" y="426"/>
                </a:cubicBezTo>
                <a:cubicBezTo>
                  <a:pt x="17" y="392"/>
                  <a:pt x="27" y="359"/>
                  <a:pt x="41" y="327"/>
                </a:cubicBezTo>
                <a:cubicBezTo>
                  <a:pt x="54" y="295"/>
                  <a:pt x="70" y="265"/>
                  <a:pt x="90" y="236"/>
                </a:cubicBezTo>
                <a:cubicBezTo>
                  <a:pt x="109" y="207"/>
                  <a:pt x="131" y="180"/>
                  <a:pt x="155" y="155"/>
                </a:cubicBezTo>
                <a:cubicBezTo>
                  <a:pt x="180" y="131"/>
                  <a:pt x="207" y="109"/>
                  <a:pt x="236" y="90"/>
                </a:cubicBezTo>
                <a:cubicBezTo>
                  <a:pt x="265" y="70"/>
                  <a:pt x="295" y="54"/>
                  <a:pt x="327" y="41"/>
                </a:cubicBezTo>
                <a:cubicBezTo>
                  <a:pt x="359" y="27"/>
                  <a:pt x="392" y="17"/>
                  <a:pt x="426" y="11"/>
                </a:cubicBezTo>
                <a:cubicBezTo>
                  <a:pt x="461" y="4"/>
                  <a:pt x="495" y="0"/>
                  <a:pt x="530" y="0"/>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pic>
        <p:nvPicPr>
          <p:cNvPr id="65" name="" descr=""/>
          <p:cNvPicPr/>
          <p:nvPr/>
        </p:nvPicPr>
        <p:blipFill>
          <a:blip r:embed="rId1"/>
          <a:stretch/>
        </p:blipFill>
        <p:spPr>
          <a:xfrm>
            <a:off x="10515600" y="38160"/>
            <a:ext cx="1142640" cy="1142640"/>
          </a:xfrm>
          <a:prstGeom prst="rect">
            <a:avLst/>
          </a:prstGeom>
          <a:ln w="0">
            <a:noFill/>
          </a:ln>
        </p:spPr>
      </p:pic>
      <p:sp>
        <p:nvSpPr>
          <p:cNvPr id="66" name=""/>
          <p:cNvSpPr/>
          <p:nvPr/>
        </p:nvSpPr>
        <p:spPr>
          <a:xfrm>
            <a:off x="542880" y="1514160"/>
            <a:ext cx="3571920" cy="2029320"/>
          </a:xfrm>
          <a:custGeom>
            <a:avLst/>
            <a:gdLst/>
            <a:ahLst/>
            <a:rect l="0" t="0" r="r" b="b"/>
            <a:pathLst>
              <a:path w="9922" h="5637">
                <a:moveTo>
                  <a:pt x="0" y="5452"/>
                </a:moveTo>
                <a:lnTo>
                  <a:pt x="0" y="186"/>
                </a:lnTo>
                <a:cubicBezTo>
                  <a:pt x="0" y="173"/>
                  <a:pt x="1" y="161"/>
                  <a:pt x="3" y="149"/>
                </a:cubicBezTo>
                <a:cubicBezTo>
                  <a:pt x="6" y="138"/>
                  <a:pt x="9" y="126"/>
                  <a:pt x="14" y="115"/>
                </a:cubicBezTo>
                <a:cubicBezTo>
                  <a:pt x="18" y="103"/>
                  <a:pt x="24" y="93"/>
                  <a:pt x="31" y="83"/>
                </a:cubicBezTo>
                <a:cubicBezTo>
                  <a:pt x="38" y="73"/>
                  <a:pt x="45" y="63"/>
                  <a:pt x="54" y="55"/>
                </a:cubicBezTo>
                <a:cubicBezTo>
                  <a:pt x="62" y="46"/>
                  <a:pt x="72" y="38"/>
                  <a:pt x="82" y="32"/>
                </a:cubicBezTo>
                <a:cubicBezTo>
                  <a:pt x="92" y="25"/>
                  <a:pt x="103" y="19"/>
                  <a:pt x="114" y="14"/>
                </a:cubicBezTo>
                <a:cubicBezTo>
                  <a:pt x="125" y="10"/>
                  <a:pt x="137" y="6"/>
                  <a:pt x="149" y="4"/>
                </a:cubicBezTo>
                <a:cubicBezTo>
                  <a:pt x="161" y="2"/>
                  <a:pt x="173" y="0"/>
                  <a:pt x="185" y="0"/>
                </a:cubicBezTo>
                <a:lnTo>
                  <a:pt x="9737" y="0"/>
                </a:lnTo>
                <a:cubicBezTo>
                  <a:pt x="9749" y="0"/>
                  <a:pt x="9761" y="2"/>
                  <a:pt x="9773" y="4"/>
                </a:cubicBezTo>
                <a:cubicBezTo>
                  <a:pt x="9785" y="6"/>
                  <a:pt x="9797" y="10"/>
                  <a:pt x="9808" y="14"/>
                </a:cubicBezTo>
                <a:cubicBezTo>
                  <a:pt x="9819" y="19"/>
                  <a:pt x="9830" y="25"/>
                  <a:pt x="9840" y="32"/>
                </a:cubicBezTo>
                <a:cubicBezTo>
                  <a:pt x="9850" y="38"/>
                  <a:pt x="9860" y="46"/>
                  <a:pt x="9868" y="55"/>
                </a:cubicBezTo>
                <a:cubicBezTo>
                  <a:pt x="9877" y="63"/>
                  <a:pt x="9885" y="73"/>
                  <a:pt x="9891" y="83"/>
                </a:cubicBezTo>
                <a:cubicBezTo>
                  <a:pt x="9898" y="93"/>
                  <a:pt x="9904" y="103"/>
                  <a:pt x="9908" y="115"/>
                </a:cubicBezTo>
                <a:cubicBezTo>
                  <a:pt x="9913" y="126"/>
                  <a:pt x="9917" y="138"/>
                  <a:pt x="9919" y="149"/>
                </a:cubicBezTo>
                <a:cubicBezTo>
                  <a:pt x="9921" y="161"/>
                  <a:pt x="9922" y="173"/>
                  <a:pt x="9922" y="186"/>
                </a:cubicBezTo>
                <a:lnTo>
                  <a:pt x="9922" y="5452"/>
                </a:lnTo>
                <a:cubicBezTo>
                  <a:pt x="9922" y="5464"/>
                  <a:pt x="9921" y="5476"/>
                  <a:pt x="9919" y="5488"/>
                </a:cubicBezTo>
                <a:cubicBezTo>
                  <a:pt x="9917" y="5500"/>
                  <a:pt x="9913" y="5511"/>
                  <a:pt x="9908" y="5523"/>
                </a:cubicBezTo>
                <a:cubicBezTo>
                  <a:pt x="9904" y="5534"/>
                  <a:pt x="9898" y="5545"/>
                  <a:pt x="9891" y="5555"/>
                </a:cubicBezTo>
                <a:cubicBezTo>
                  <a:pt x="9885" y="5565"/>
                  <a:pt x="9877" y="5574"/>
                  <a:pt x="9868" y="5583"/>
                </a:cubicBezTo>
                <a:cubicBezTo>
                  <a:pt x="9860" y="5591"/>
                  <a:pt x="9850" y="5599"/>
                  <a:pt x="9840" y="5606"/>
                </a:cubicBezTo>
                <a:cubicBezTo>
                  <a:pt x="9830" y="5613"/>
                  <a:pt x="9819" y="5618"/>
                  <a:pt x="9808" y="5623"/>
                </a:cubicBezTo>
                <a:cubicBezTo>
                  <a:pt x="9797" y="5628"/>
                  <a:pt x="9785" y="5631"/>
                  <a:pt x="9773" y="5633"/>
                </a:cubicBezTo>
                <a:cubicBezTo>
                  <a:pt x="9761" y="5636"/>
                  <a:pt x="9749" y="5637"/>
                  <a:pt x="9737" y="5637"/>
                </a:cubicBezTo>
                <a:lnTo>
                  <a:pt x="185" y="5637"/>
                </a:lnTo>
                <a:cubicBezTo>
                  <a:pt x="173" y="5637"/>
                  <a:pt x="161" y="5636"/>
                  <a:pt x="149" y="5633"/>
                </a:cubicBezTo>
                <a:cubicBezTo>
                  <a:pt x="137" y="5631"/>
                  <a:pt x="125" y="5628"/>
                  <a:pt x="114" y="5623"/>
                </a:cubicBezTo>
                <a:cubicBezTo>
                  <a:pt x="103" y="5618"/>
                  <a:pt x="92" y="5613"/>
                  <a:pt x="82" y="5606"/>
                </a:cubicBezTo>
                <a:cubicBezTo>
                  <a:pt x="72" y="5599"/>
                  <a:pt x="62" y="5591"/>
                  <a:pt x="54" y="5583"/>
                </a:cubicBezTo>
                <a:cubicBezTo>
                  <a:pt x="45" y="5574"/>
                  <a:pt x="38" y="5565"/>
                  <a:pt x="31" y="5555"/>
                </a:cubicBezTo>
                <a:cubicBezTo>
                  <a:pt x="24" y="5545"/>
                  <a:pt x="18" y="5534"/>
                  <a:pt x="14" y="5523"/>
                </a:cubicBezTo>
                <a:cubicBezTo>
                  <a:pt x="9" y="5511"/>
                  <a:pt x="6" y="5500"/>
                  <a:pt x="3" y="5488"/>
                </a:cubicBezTo>
                <a:cubicBezTo>
                  <a:pt x="1" y="5476"/>
                  <a:pt x="0" y="5464"/>
                  <a:pt x="0" y="5452"/>
                </a:cubicBezTo>
                <a:close/>
              </a:path>
            </a:pathLst>
          </a:custGeom>
          <a:solidFill>
            <a:srgbClr val="fff8f7"/>
          </a:solidFill>
          <a:ln w="0">
            <a:noFill/>
          </a:ln>
        </p:spPr>
        <p:txBody>
          <a:bodyPr lIns="0" rIns="0" tIns="0" bIns="0" anchor="t">
            <a:noAutofit/>
          </a:bodyPr>
          <a:p>
            <a:endParaRPr b="0" lang="en-US" sz="2400" spc="-1" strike="noStrike">
              <a:solidFill>
                <a:srgbClr val="000000"/>
              </a:solidFill>
              <a:latin typeface="Times New Roman"/>
            </a:endParaRPr>
          </a:p>
        </p:txBody>
      </p:sp>
      <p:sp>
        <p:nvSpPr>
          <p:cNvPr id="67" name=""/>
          <p:cNvSpPr/>
          <p:nvPr/>
        </p:nvSpPr>
        <p:spPr>
          <a:xfrm>
            <a:off x="542880" y="1514160"/>
            <a:ext cx="3571920" cy="2029320"/>
          </a:xfrm>
          <a:custGeom>
            <a:avLst/>
            <a:gdLst/>
            <a:ahLst/>
            <a:rect l="0" t="0" r="r" b="b"/>
            <a:pathLst>
              <a:path w="9922" h="5637">
                <a:moveTo>
                  <a:pt x="0" y="5452"/>
                </a:moveTo>
                <a:lnTo>
                  <a:pt x="0" y="186"/>
                </a:lnTo>
                <a:cubicBezTo>
                  <a:pt x="0" y="173"/>
                  <a:pt x="1" y="161"/>
                  <a:pt x="3" y="149"/>
                </a:cubicBezTo>
                <a:cubicBezTo>
                  <a:pt x="6" y="138"/>
                  <a:pt x="9" y="126"/>
                  <a:pt x="14" y="115"/>
                </a:cubicBezTo>
                <a:cubicBezTo>
                  <a:pt x="18" y="103"/>
                  <a:pt x="24" y="93"/>
                  <a:pt x="31" y="83"/>
                </a:cubicBezTo>
                <a:cubicBezTo>
                  <a:pt x="38" y="73"/>
                  <a:pt x="45" y="63"/>
                  <a:pt x="54" y="55"/>
                </a:cubicBezTo>
                <a:cubicBezTo>
                  <a:pt x="62" y="46"/>
                  <a:pt x="72" y="38"/>
                  <a:pt x="82" y="32"/>
                </a:cubicBezTo>
                <a:cubicBezTo>
                  <a:pt x="92" y="25"/>
                  <a:pt x="103" y="19"/>
                  <a:pt x="114" y="14"/>
                </a:cubicBezTo>
                <a:cubicBezTo>
                  <a:pt x="125" y="10"/>
                  <a:pt x="137" y="6"/>
                  <a:pt x="149" y="4"/>
                </a:cubicBezTo>
                <a:cubicBezTo>
                  <a:pt x="161" y="2"/>
                  <a:pt x="173" y="0"/>
                  <a:pt x="185" y="0"/>
                </a:cubicBezTo>
                <a:lnTo>
                  <a:pt x="9737" y="0"/>
                </a:lnTo>
                <a:cubicBezTo>
                  <a:pt x="9749" y="0"/>
                  <a:pt x="9761" y="2"/>
                  <a:pt x="9773" y="4"/>
                </a:cubicBezTo>
                <a:cubicBezTo>
                  <a:pt x="9785" y="6"/>
                  <a:pt x="9797" y="10"/>
                  <a:pt x="9808" y="14"/>
                </a:cubicBezTo>
                <a:cubicBezTo>
                  <a:pt x="9819" y="19"/>
                  <a:pt x="9830" y="25"/>
                  <a:pt x="9840" y="32"/>
                </a:cubicBezTo>
                <a:cubicBezTo>
                  <a:pt x="9850" y="38"/>
                  <a:pt x="9860" y="46"/>
                  <a:pt x="9868" y="55"/>
                </a:cubicBezTo>
                <a:cubicBezTo>
                  <a:pt x="9877" y="63"/>
                  <a:pt x="9885" y="73"/>
                  <a:pt x="9891" y="83"/>
                </a:cubicBezTo>
                <a:cubicBezTo>
                  <a:pt x="9898" y="93"/>
                  <a:pt x="9904" y="103"/>
                  <a:pt x="9908" y="115"/>
                </a:cubicBezTo>
                <a:cubicBezTo>
                  <a:pt x="9913" y="126"/>
                  <a:pt x="9917" y="138"/>
                  <a:pt x="9919" y="149"/>
                </a:cubicBezTo>
                <a:cubicBezTo>
                  <a:pt x="9921" y="161"/>
                  <a:pt x="9922" y="173"/>
                  <a:pt x="9922" y="186"/>
                </a:cubicBezTo>
                <a:lnTo>
                  <a:pt x="9922" y="5452"/>
                </a:lnTo>
                <a:cubicBezTo>
                  <a:pt x="9922" y="5464"/>
                  <a:pt x="9921" y="5476"/>
                  <a:pt x="9919" y="5488"/>
                </a:cubicBezTo>
                <a:cubicBezTo>
                  <a:pt x="9917" y="5500"/>
                  <a:pt x="9913" y="5511"/>
                  <a:pt x="9908" y="5523"/>
                </a:cubicBezTo>
                <a:cubicBezTo>
                  <a:pt x="9904" y="5534"/>
                  <a:pt x="9898" y="5545"/>
                  <a:pt x="9891" y="5555"/>
                </a:cubicBezTo>
                <a:cubicBezTo>
                  <a:pt x="9885" y="5565"/>
                  <a:pt x="9877" y="5574"/>
                  <a:pt x="9868" y="5583"/>
                </a:cubicBezTo>
                <a:cubicBezTo>
                  <a:pt x="9860" y="5591"/>
                  <a:pt x="9850" y="5599"/>
                  <a:pt x="9840" y="5606"/>
                </a:cubicBezTo>
                <a:cubicBezTo>
                  <a:pt x="9830" y="5613"/>
                  <a:pt x="9819" y="5618"/>
                  <a:pt x="9808" y="5623"/>
                </a:cubicBezTo>
                <a:cubicBezTo>
                  <a:pt x="9797" y="5628"/>
                  <a:pt x="9785" y="5631"/>
                  <a:pt x="9773" y="5633"/>
                </a:cubicBezTo>
                <a:cubicBezTo>
                  <a:pt x="9761" y="5636"/>
                  <a:pt x="9749" y="5637"/>
                  <a:pt x="9737" y="5637"/>
                </a:cubicBezTo>
                <a:lnTo>
                  <a:pt x="185" y="5637"/>
                </a:lnTo>
                <a:cubicBezTo>
                  <a:pt x="173" y="5637"/>
                  <a:pt x="161" y="5636"/>
                  <a:pt x="149" y="5633"/>
                </a:cubicBezTo>
                <a:cubicBezTo>
                  <a:pt x="137" y="5631"/>
                  <a:pt x="125" y="5628"/>
                  <a:pt x="114" y="5623"/>
                </a:cubicBezTo>
                <a:cubicBezTo>
                  <a:pt x="103" y="5618"/>
                  <a:pt x="92" y="5613"/>
                  <a:pt x="82" y="5606"/>
                </a:cubicBezTo>
                <a:cubicBezTo>
                  <a:pt x="72" y="5599"/>
                  <a:pt x="62" y="5591"/>
                  <a:pt x="54" y="5583"/>
                </a:cubicBezTo>
                <a:cubicBezTo>
                  <a:pt x="45" y="5574"/>
                  <a:pt x="38" y="5565"/>
                  <a:pt x="31" y="5555"/>
                </a:cubicBezTo>
                <a:cubicBezTo>
                  <a:pt x="24" y="5545"/>
                  <a:pt x="18" y="5534"/>
                  <a:pt x="14" y="5523"/>
                </a:cubicBezTo>
                <a:cubicBezTo>
                  <a:pt x="9" y="5511"/>
                  <a:pt x="6" y="5500"/>
                  <a:pt x="3" y="5488"/>
                </a:cubicBezTo>
                <a:cubicBezTo>
                  <a:pt x="1" y="5476"/>
                  <a:pt x="0" y="5464"/>
                  <a:pt x="0" y="5452"/>
                </a:cubicBezTo>
                <a:close/>
              </a:path>
            </a:pathLst>
          </a:custGeom>
          <a:noFill/>
          <a:ln w="18720">
            <a:solidFill>
              <a:srgbClr val="e8bbb8"/>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68" name=""/>
          <p:cNvSpPr txBox="1"/>
          <p:nvPr/>
        </p:nvSpPr>
        <p:spPr>
          <a:xfrm>
            <a:off x="533520" y="924480"/>
            <a:ext cx="8535240" cy="385920"/>
          </a:xfrm>
          <a:prstGeom prst="rect">
            <a:avLst/>
          </a:prstGeom>
          <a:noFill/>
          <a:ln w="0">
            <a:noFill/>
          </a:ln>
        </p:spPr>
        <p:txBody>
          <a:bodyPr wrap="none" lIns="0" rIns="0" tIns="0" bIns="0" anchor="t">
            <a:noAutofit/>
          </a:bodyPr>
          <a:p>
            <a:r>
              <a:rPr b="0" lang="zh-CN" sz="2100" spc="-1" strike="noStrike">
                <a:solidFill>
                  <a:srgbClr val="111111"/>
                </a:solidFill>
                <a:latin typeface="NotoSansJP"/>
                <a:ea typeface="NotoSansJP"/>
              </a:rPr>
              <a:t>画像を全結合層で直接扱うと、重み数が急増し、過学習しやすくなる。</a:t>
            </a:r>
            <a:endParaRPr b="0" lang="en-US" sz="2100" spc="-1" strike="noStrike">
              <a:solidFill>
                <a:srgbClr val="000000"/>
              </a:solidFill>
              <a:latin typeface="Times New Roman"/>
            </a:endParaRPr>
          </a:p>
        </p:txBody>
      </p:sp>
      <p:sp>
        <p:nvSpPr>
          <p:cNvPr id="69" name=""/>
          <p:cNvSpPr txBox="1"/>
          <p:nvPr/>
        </p:nvSpPr>
        <p:spPr>
          <a:xfrm>
            <a:off x="723960" y="1681560"/>
            <a:ext cx="799200" cy="289800"/>
          </a:xfrm>
          <a:prstGeom prst="rect">
            <a:avLst/>
          </a:prstGeom>
          <a:noFill/>
          <a:ln w="0">
            <a:noFill/>
          </a:ln>
        </p:spPr>
        <p:txBody>
          <a:bodyPr wrap="none" lIns="0" rIns="0" tIns="0" bIns="0" anchor="t">
            <a:noAutofit/>
          </a:bodyPr>
          <a:p>
            <a:r>
              <a:rPr b="0" lang="zh-CN" sz="1580" spc="-1" strike="noStrike">
                <a:solidFill>
                  <a:srgbClr val="0b4b78"/>
                </a:solidFill>
                <a:latin typeface="NotoSansJP"/>
                <a:ea typeface="NotoSansJP"/>
              </a:rPr>
              <a:t>入力次元</a:t>
            </a:r>
            <a:endParaRPr b="0" lang="en-US" sz="1580" spc="-1" strike="noStrike">
              <a:solidFill>
                <a:srgbClr val="000000"/>
              </a:solidFill>
              <a:latin typeface="Times New Roman"/>
            </a:endParaRPr>
          </a:p>
        </p:txBody>
      </p:sp>
      <p:sp>
        <p:nvSpPr>
          <p:cNvPr id="70" name=""/>
          <p:cNvSpPr txBox="1"/>
          <p:nvPr/>
        </p:nvSpPr>
        <p:spPr>
          <a:xfrm>
            <a:off x="723960" y="1983600"/>
            <a:ext cx="1155960" cy="518400"/>
          </a:xfrm>
          <a:prstGeom prst="rect">
            <a:avLst/>
          </a:prstGeom>
          <a:noFill/>
          <a:ln w="0">
            <a:noFill/>
          </a:ln>
        </p:spPr>
        <p:txBody>
          <a:bodyPr wrap="none" lIns="0" rIns="0" tIns="0" bIns="0" anchor="t">
            <a:noAutofit/>
          </a:bodyPr>
          <a:p>
            <a:r>
              <a:rPr b="0" lang="en-US" sz="3000" spc="-1" strike="noStrike">
                <a:solidFill>
                  <a:srgbClr val="c9342f"/>
                </a:solidFill>
                <a:latin typeface="NotoSansJP"/>
                <a:ea typeface="NotoSansJP"/>
              </a:rPr>
              <a:t>12,288</a:t>
            </a:r>
            <a:endParaRPr b="0" lang="en-US" sz="3000" spc="-1" strike="noStrike">
              <a:solidFill>
                <a:srgbClr val="000000"/>
              </a:solidFill>
              <a:latin typeface="Times New Roman"/>
            </a:endParaRPr>
          </a:p>
        </p:txBody>
      </p:sp>
      <p:sp>
        <p:nvSpPr>
          <p:cNvPr id="71" name=""/>
          <p:cNvSpPr/>
          <p:nvPr/>
        </p:nvSpPr>
        <p:spPr>
          <a:xfrm>
            <a:off x="4305240" y="1514160"/>
            <a:ext cx="3581640" cy="2029320"/>
          </a:xfrm>
          <a:custGeom>
            <a:avLst/>
            <a:gdLst/>
            <a:ahLst/>
            <a:rect l="0" t="0" r="r" b="b"/>
            <a:pathLst>
              <a:path w="9949" h="5637">
                <a:moveTo>
                  <a:pt x="0" y="5452"/>
                </a:moveTo>
                <a:lnTo>
                  <a:pt x="0" y="186"/>
                </a:lnTo>
                <a:cubicBezTo>
                  <a:pt x="0" y="173"/>
                  <a:pt x="1" y="161"/>
                  <a:pt x="3" y="149"/>
                </a:cubicBezTo>
                <a:cubicBezTo>
                  <a:pt x="6" y="138"/>
                  <a:pt x="9" y="126"/>
                  <a:pt x="14" y="115"/>
                </a:cubicBezTo>
                <a:cubicBezTo>
                  <a:pt x="18" y="103"/>
                  <a:pt x="24" y="93"/>
                  <a:pt x="31" y="83"/>
                </a:cubicBezTo>
                <a:cubicBezTo>
                  <a:pt x="38" y="73"/>
                  <a:pt x="45" y="63"/>
                  <a:pt x="54" y="55"/>
                </a:cubicBezTo>
                <a:cubicBezTo>
                  <a:pt x="63" y="46"/>
                  <a:pt x="72" y="38"/>
                  <a:pt x="82" y="32"/>
                </a:cubicBezTo>
                <a:cubicBezTo>
                  <a:pt x="92" y="25"/>
                  <a:pt x="103" y="19"/>
                  <a:pt x="114" y="14"/>
                </a:cubicBezTo>
                <a:cubicBezTo>
                  <a:pt x="125" y="10"/>
                  <a:pt x="137" y="6"/>
                  <a:pt x="149" y="4"/>
                </a:cubicBezTo>
                <a:cubicBezTo>
                  <a:pt x="161" y="2"/>
                  <a:pt x="173" y="0"/>
                  <a:pt x="185" y="0"/>
                </a:cubicBezTo>
                <a:lnTo>
                  <a:pt x="9764" y="0"/>
                </a:lnTo>
                <a:cubicBezTo>
                  <a:pt x="9776" y="0"/>
                  <a:pt x="9788" y="2"/>
                  <a:pt x="9800" y="4"/>
                </a:cubicBezTo>
                <a:cubicBezTo>
                  <a:pt x="9812" y="6"/>
                  <a:pt x="9823" y="10"/>
                  <a:pt x="9835" y="14"/>
                </a:cubicBezTo>
                <a:cubicBezTo>
                  <a:pt x="9846" y="19"/>
                  <a:pt x="9857" y="25"/>
                  <a:pt x="9867" y="32"/>
                </a:cubicBezTo>
                <a:cubicBezTo>
                  <a:pt x="9877" y="38"/>
                  <a:pt x="9886" y="46"/>
                  <a:pt x="9895" y="55"/>
                </a:cubicBezTo>
                <a:cubicBezTo>
                  <a:pt x="9903" y="63"/>
                  <a:pt x="9911" y="73"/>
                  <a:pt x="9918" y="83"/>
                </a:cubicBezTo>
                <a:cubicBezTo>
                  <a:pt x="9925" y="93"/>
                  <a:pt x="9930" y="103"/>
                  <a:pt x="9935" y="115"/>
                </a:cubicBezTo>
                <a:cubicBezTo>
                  <a:pt x="9940" y="126"/>
                  <a:pt x="9943" y="138"/>
                  <a:pt x="9945" y="149"/>
                </a:cubicBezTo>
                <a:cubicBezTo>
                  <a:pt x="9948" y="161"/>
                  <a:pt x="9949" y="173"/>
                  <a:pt x="9949" y="186"/>
                </a:cubicBezTo>
                <a:lnTo>
                  <a:pt x="9949" y="5452"/>
                </a:lnTo>
                <a:cubicBezTo>
                  <a:pt x="9949" y="5464"/>
                  <a:pt x="9948" y="5476"/>
                  <a:pt x="9945" y="5488"/>
                </a:cubicBezTo>
                <a:cubicBezTo>
                  <a:pt x="9943" y="5500"/>
                  <a:pt x="9940" y="5511"/>
                  <a:pt x="9935" y="5523"/>
                </a:cubicBezTo>
                <a:cubicBezTo>
                  <a:pt x="9930" y="5534"/>
                  <a:pt x="9925" y="5545"/>
                  <a:pt x="9918" y="5555"/>
                </a:cubicBezTo>
                <a:cubicBezTo>
                  <a:pt x="9911" y="5565"/>
                  <a:pt x="9903" y="5574"/>
                  <a:pt x="9895" y="5583"/>
                </a:cubicBezTo>
                <a:cubicBezTo>
                  <a:pt x="9886" y="5591"/>
                  <a:pt x="9877" y="5599"/>
                  <a:pt x="9867" y="5606"/>
                </a:cubicBezTo>
                <a:cubicBezTo>
                  <a:pt x="9857" y="5613"/>
                  <a:pt x="9846" y="5618"/>
                  <a:pt x="9835" y="5623"/>
                </a:cubicBezTo>
                <a:cubicBezTo>
                  <a:pt x="9823" y="5628"/>
                  <a:pt x="9812" y="5631"/>
                  <a:pt x="9800" y="5633"/>
                </a:cubicBezTo>
                <a:cubicBezTo>
                  <a:pt x="9788" y="5636"/>
                  <a:pt x="9776" y="5637"/>
                  <a:pt x="9764" y="5637"/>
                </a:cubicBezTo>
                <a:lnTo>
                  <a:pt x="185" y="5637"/>
                </a:lnTo>
                <a:cubicBezTo>
                  <a:pt x="173" y="5637"/>
                  <a:pt x="161" y="5636"/>
                  <a:pt x="149" y="5633"/>
                </a:cubicBezTo>
                <a:cubicBezTo>
                  <a:pt x="137" y="5631"/>
                  <a:pt x="125" y="5628"/>
                  <a:pt x="114" y="5623"/>
                </a:cubicBezTo>
                <a:cubicBezTo>
                  <a:pt x="103" y="5618"/>
                  <a:pt x="92" y="5613"/>
                  <a:pt x="82" y="5606"/>
                </a:cubicBezTo>
                <a:cubicBezTo>
                  <a:pt x="72" y="5599"/>
                  <a:pt x="63" y="5591"/>
                  <a:pt x="54" y="5583"/>
                </a:cubicBezTo>
                <a:cubicBezTo>
                  <a:pt x="45" y="5574"/>
                  <a:pt x="38" y="5565"/>
                  <a:pt x="31" y="5555"/>
                </a:cubicBezTo>
                <a:cubicBezTo>
                  <a:pt x="24" y="5545"/>
                  <a:pt x="18" y="5534"/>
                  <a:pt x="14" y="5523"/>
                </a:cubicBezTo>
                <a:cubicBezTo>
                  <a:pt x="9" y="5511"/>
                  <a:pt x="6" y="5500"/>
                  <a:pt x="3" y="5488"/>
                </a:cubicBezTo>
                <a:cubicBezTo>
                  <a:pt x="1" y="5476"/>
                  <a:pt x="0" y="5464"/>
                  <a:pt x="0" y="5452"/>
                </a:cubicBezTo>
                <a:close/>
              </a:path>
            </a:pathLst>
          </a:custGeom>
          <a:solidFill>
            <a:srgbClr val="f9fcfe"/>
          </a:solidFill>
          <a:ln w="0">
            <a:noFill/>
          </a:ln>
        </p:spPr>
        <p:txBody>
          <a:bodyPr lIns="0" rIns="0" tIns="0" bIns="0" anchor="t">
            <a:noAutofit/>
          </a:bodyPr>
          <a:p>
            <a:endParaRPr b="0" lang="en-US" sz="2400" spc="-1" strike="noStrike">
              <a:solidFill>
                <a:srgbClr val="000000"/>
              </a:solidFill>
              <a:latin typeface="Times New Roman"/>
            </a:endParaRPr>
          </a:p>
        </p:txBody>
      </p:sp>
      <p:sp>
        <p:nvSpPr>
          <p:cNvPr id="72" name=""/>
          <p:cNvSpPr/>
          <p:nvPr/>
        </p:nvSpPr>
        <p:spPr>
          <a:xfrm>
            <a:off x="4305240" y="1514160"/>
            <a:ext cx="3581640" cy="2029320"/>
          </a:xfrm>
          <a:custGeom>
            <a:avLst/>
            <a:gdLst/>
            <a:ahLst/>
            <a:rect l="0" t="0" r="r" b="b"/>
            <a:pathLst>
              <a:path w="9949" h="5637">
                <a:moveTo>
                  <a:pt x="0" y="5452"/>
                </a:moveTo>
                <a:lnTo>
                  <a:pt x="0" y="186"/>
                </a:lnTo>
                <a:cubicBezTo>
                  <a:pt x="0" y="173"/>
                  <a:pt x="1" y="161"/>
                  <a:pt x="3" y="149"/>
                </a:cubicBezTo>
                <a:cubicBezTo>
                  <a:pt x="6" y="138"/>
                  <a:pt x="9" y="126"/>
                  <a:pt x="14" y="115"/>
                </a:cubicBezTo>
                <a:cubicBezTo>
                  <a:pt x="18" y="103"/>
                  <a:pt x="24" y="93"/>
                  <a:pt x="31" y="83"/>
                </a:cubicBezTo>
                <a:cubicBezTo>
                  <a:pt x="38" y="73"/>
                  <a:pt x="45" y="63"/>
                  <a:pt x="54" y="55"/>
                </a:cubicBezTo>
                <a:cubicBezTo>
                  <a:pt x="63" y="46"/>
                  <a:pt x="72" y="38"/>
                  <a:pt x="82" y="32"/>
                </a:cubicBezTo>
                <a:cubicBezTo>
                  <a:pt x="92" y="25"/>
                  <a:pt x="103" y="19"/>
                  <a:pt x="114" y="14"/>
                </a:cubicBezTo>
                <a:cubicBezTo>
                  <a:pt x="125" y="10"/>
                  <a:pt x="137" y="6"/>
                  <a:pt x="149" y="4"/>
                </a:cubicBezTo>
                <a:cubicBezTo>
                  <a:pt x="161" y="2"/>
                  <a:pt x="173" y="0"/>
                  <a:pt x="185" y="0"/>
                </a:cubicBezTo>
                <a:lnTo>
                  <a:pt x="9764" y="0"/>
                </a:lnTo>
                <a:cubicBezTo>
                  <a:pt x="9776" y="0"/>
                  <a:pt x="9788" y="2"/>
                  <a:pt x="9800" y="4"/>
                </a:cubicBezTo>
                <a:cubicBezTo>
                  <a:pt x="9812" y="6"/>
                  <a:pt x="9823" y="10"/>
                  <a:pt x="9835" y="14"/>
                </a:cubicBezTo>
                <a:cubicBezTo>
                  <a:pt x="9846" y="19"/>
                  <a:pt x="9857" y="25"/>
                  <a:pt x="9867" y="32"/>
                </a:cubicBezTo>
                <a:cubicBezTo>
                  <a:pt x="9877" y="38"/>
                  <a:pt x="9886" y="46"/>
                  <a:pt x="9895" y="55"/>
                </a:cubicBezTo>
                <a:cubicBezTo>
                  <a:pt x="9903" y="63"/>
                  <a:pt x="9911" y="73"/>
                  <a:pt x="9918" y="83"/>
                </a:cubicBezTo>
                <a:cubicBezTo>
                  <a:pt x="9925" y="93"/>
                  <a:pt x="9930" y="103"/>
                  <a:pt x="9935" y="115"/>
                </a:cubicBezTo>
                <a:cubicBezTo>
                  <a:pt x="9940" y="126"/>
                  <a:pt x="9943" y="138"/>
                  <a:pt x="9945" y="149"/>
                </a:cubicBezTo>
                <a:cubicBezTo>
                  <a:pt x="9948" y="161"/>
                  <a:pt x="9949" y="173"/>
                  <a:pt x="9949" y="186"/>
                </a:cubicBezTo>
                <a:lnTo>
                  <a:pt x="9949" y="5452"/>
                </a:lnTo>
                <a:cubicBezTo>
                  <a:pt x="9949" y="5464"/>
                  <a:pt x="9948" y="5476"/>
                  <a:pt x="9945" y="5488"/>
                </a:cubicBezTo>
                <a:cubicBezTo>
                  <a:pt x="9943" y="5500"/>
                  <a:pt x="9940" y="5511"/>
                  <a:pt x="9935" y="5523"/>
                </a:cubicBezTo>
                <a:cubicBezTo>
                  <a:pt x="9930" y="5534"/>
                  <a:pt x="9925" y="5545"/>
                  <a:pt x="9918" y="5555"/>
                </a:cubicBezTo>
                <a:cubicBezTo>
                  <a:pt x="9911" y="5565"/>
                  <a:pt x="9903" y="5574"/>
                  <a:pt x="9895" y="5583"/>
                </a:cubicBezTo>
                <a:cubicBezTo>
                  <a:pt x="9886" y="5591"/>
                  <a:pt x="9877" y="5599"/>
                  <a:pt x="9867" y="5606"/>
                </a:cubicBezTo>
                <a:cubicBezTo>
                  <a:pt x="9857" y="5613"/>
                  <a:pt x="9846" y="5618"/>
                  <a:pt x="9835" y="5623"/>
                </a:cubicBezTo>
                <a:cubicBezTo>
                  <a:pt x="9823" y="5628"/>
                  <a:pt x="9812" y="5631"/>
                  <a:pt x="9800" y="5633"/>
                </a:cubicBezTo>
                <a:cubicBezTo>
                  <a:pt x="9788" y="5636"/>
                  <a:pt x="9776" y="5637"/>
                  <a:pt x="9764" y="5637"/>
                </a:cubicBezTo>
                <a:lnTo>
                  <a:pt x="185" y="5637"/>
                </a:lnTo>
                <a:cubicBezTo>
                  <a:pt x="173" y="5637"/>
                  <a:pt x="161" y="5636"/>
                  <a:pt x="149" y="5633"/>
                </a:cubicBezTo>
                <a:cubicBezTo>
                  <a:pt x="137" y="5631"/>
                  <a:pt x="125" y="5628"/>
                  <a:pt x="114" y="5623"/>
                </a:cubicBezTo>
                <a:cubicBezTo>
                  <a:pt x="103" y="5618"/>
                  <a:pt x="92" y="5613"/>
                  <a:pt x="82" y="5606"/>
                </a:cubicBezTo>
                <a:cubicBezTo>
                  <a:pt x="72" y="5599"/>
                  <a:pt x="63" y="5591"/>
                  <a:pt x="54" y="5583"/>
                </a:cubicBezTo>
                <a:cubicBezTo>
                  <a:pt x="45" y="5574"/>
                  <a:pt x="38" y="5565"/>
                  <a:pt x="31" y="5555"/>
                </a:cubicBezTo>
                <a:cubicBezTo>
                  <a:pt x="24" y="5545"/>
                  <a:pt x="18" y="5534"/>
                  <a:pt x="14" y="5523"/>
                </a:cubicBezTo>
                <a:cubicBezTo>
                  <a:pt x="9" y="5511"/>
                  <a:pt x="6" y="5500"/>
                  <a:pt x="3" y="5488"/>
                </a:cubicBezTo>
                <a:cubicBezTo>
                  <a:pt x="1" y="5476"/>
                  <a:pt x="0" y="5464"/>
                  <a:pt x="0" y="5452"/>
                </a:cubicBezTo>
                <a:close/>
              </a:path>
            </a:pathLst>
          </a:custGeom>
          <a:noFill/>
          <a:ln w="18720">
            <a:solidFill>
              <a:srgbClr val="d7e5ee"/>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73" name=""/>
          <p:cNvSpPr txBox="1"/>
          <p:nvPr/>
        </p:nvSpPr>
        <p:spPr>
          <a:xfrm>
            <a:off x="723960" y="2504160"/>
            <a:ext cx="1985040" cy="221400"/>
          </a:xfrm>
          <a:prstGeom prst="rect">
            <a:avLst/>
          </a:prstGeom>
          <a:noFill/>
          <a:ln w="0">
            <a:noFill/>
          </a:ln>
        </p:spPr>
        <p:txBody>
          <a:bodyPr wrap="none" lIns="0" rIns="0" tIns="0" bIns="0" anchor="t">
            <a:noAutofit/>
          </a:bodyPr>
          <a:p>
            <a:r>
              <a:rPr b="0" lang="en-US" sz="1200" spc="-1" strike="noStrike">
                <a:solidFill>
                  <a:srgbClr val="111111"/>
                </a:solidFill>
                <a:latin typeface="NotoSansJP"/>
                <a:ea typeface="NotoSansJP"/>
              </a:rPr>
              <a:t>64x64</a:t>
            </a:r>
            <a:r>
              <a:rPr b="0" lang="zh-CN" sz="1200" spc="-1" strike="noStrike">
                <a:solidFill>
                  <a:srgbClr val="111111"/>
                </a:solidFill>
                <a:latin typeface="NotoSansJP"/>
                <a:ea typeface="NotoSansJP"/>
              </a:rPr>
              <a:t>カラー画像の入力次元</a:t>
            </a:r>
            <a:endParaRPr b="0" lang="en-US" sz="1200" spc="-1" strike="noStrike">
              <a:solidFill>
                <a:srgbClr val="000000"/>
              </a:solidFill>
              <a:latin typeface="Times New Roman"/>
            </a:endParaRPr>
          </a:p>
        </p:txBody>
      </p:sp>
      <p:sp>
        <p:nvSpPr>
          <p:cNvPr id="74" name=""/>
          <p:cNvSpPr txBox="1"/>
          <p:nvPr/>
        </p:nvSpPr>
        <p:spPr>
          <a:xfrm>
            <a:off x="4489560" y="1681560"/>
            <a:ext cx="599760" cy="289800"/>
          </a:xfrm>
          <a:prstGeom prst="rect">
            <a:avLst/>
          </a:prstGeom>
          <a:noFill/>
          <a:ln w="0">
            <a:noFill/>
          </a:ln>
        </p:spPr>
        <p:txBody>
          <a:bodyPr wrap="none" lIns="0" rIns="0" tIns="0" bIns="0" anchor="t">
            <a:noAutofit/>
          </a:bodyPr>
          <a:p>
            <a:r>
              <a:rPr b="0" lang="zh-CN" sz="1580" spc="-1" strike="noStrike">
                <a:solidFill>
                  <a:srgbClr val="0b4b78"/>
                </a:solidFill>
                <a:latin typeface="NotoSansJP"/>
                <a:ea typeface="NotoSansJP"/>
              </a:rPr>
              <a:t>重み数</a:t>
            </a:r>
            <a:endParaRPr b="0" lang="en-US" sz="1580" spc="-1" strike="noStrike">
              <a:solidFill>
                <a:srgbClr val="000000"/>
              </a:solidFill>
              <a:latin typeface="Times New Roman"/>
            </a:endParaRPr>
          </a:p>
        </p:txBody>
      </p:sp>
      <p:sp>
        <p:nvSpPr>
          <p:cNvPr id="75" name=""/>
          <p:cNvSpPr txBox="1"/>
          <p:nvPr/>
        </p:nvSpPr>
        <p:spPr>
          <a:xfrm>
            <a:off x="4489560" y="2066760"/>
            <a:ext cx="3346560" cy="40104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最初のニューロン</a:t>
            </a:r>
            <a:r>
              <a:rPr b="0" lang="en-US" sz="2170" spc="-1" strike="noStrike">
                <a:solidFill>
                  <a:srgbClr val="111111"/>
                </a:solidFill>
                <a:latin typeface="NotoSansJP"/>
                <a:ea typeface="NotoSansJP"/>
              </a:rPr>
              <a:t>1</a:t>
            </a:r>
            <a:r>
              <a:rPr b="0" lang="zh-CN" sz="2170" spc="-1" strike="noStrike">
                <a:solidFill>
                  <a:srgbClr val="111111"/>
                </a:solidFill>
                <a:latin typeface="NotoSansJP"/>
                <a:ea typeface="NotoSansJP"/>
              </a:rPr>
              <a:t>つだけ</a:t>
            </a:r>
            <a:endParaRPr b="0" lang="en-US" sz="2170" spc="-1" strike="noStrike">
              <a:solidFill>
                <a:srgbClr val="000000"/>
              </a:solidFill>
              <a:latin typeface="Times New Roman"/>
            </a:endParaRPr>
          </a:p>
        </p:txBody>
      </p:sp>
      <p:sp>
        <p:nvSpPr>
          <p:cNvPr id="76" name=""/>
          <p:cNvSpPr txBox="1"/>
          <p:nvPr/>
        </p:nvSpPr>
        <p:spPr>
          <a:xfrm>
            <a:off x="4489560" y="248616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でも、多数の画素すべて</a:t>
            </a:r>
            <a:endParaRPr b="0" lang="en-US" sz="2170" spc="-1" strike="noStrike">
              <a:solidFill>
                <a:srgbClr val="000000"/>
              </a:solidFill>
              <a:latin typeface="Times New Roman"/>
            </a:endParaRPr>
          </a:p>
        </p:txBody>
      </p:sp>
      <p:sp>
        <p:nvSpPr>
          <p:cNvPr id="77" name=""/>
          <p:cNvSpPr/>
          <p:nvPr/>
        </p:nvSpPr>
        <p:spPr>
          <a:xfrm>
            <a:off x="8076960" y="1514160"/>
            <a:ext cx="3572280" cy="2029320"/>
          </a:xfrm>
          <a:custGeom>
            <a:avLst/>
            <a:gdLst/>
            <a:ahLst/>
            <a:rect l="0" t="0" r="r" b="b"/>
            <a:pathLst>
              <a:path w="9923" h="5637">
                <a:moveTo>
                  <a:pt x="0" y="5452"/>
                </a:moveTo>
                <a:lnTo>
                  <a:pt x="0" y="186"/>
                </a:lnTo>
                <a:cubicBezTo>
                  <a:pt x="0" y="173"/>
                  <a:pt x="1" y="161"/>
                  <a:pt x="4" y="149"/>
                </a:cubicBezTo>
                <a:cubicBezTo>
                  <a:pt x="6" y="138"/>
                  <a:pt x="10" y="126"/>
                  <a:pt x="14" y="115"/>
                </a:cubicBezTo>
                <a:cubicBezTo>
                  <a:pt x="19" y="103"/>
                  <a:pt x="25" y="93"/>
                  <a:pt x="31" y="83"/>
                </a:cubicBezTo>
                <a:cubicBezTo>
                  <a:pt x="38" y="73"/>
                  <a:pt x="46" y="63"/>
                  <a:pt x="54" y="55"/>
                </a:cubicBezTo>
                <a:cubicBezTo>
                  <a:pt x="63" y="46"/>
                  <a:pt x="72" y="38"/>
                  <a:pt x="82" y="32"/>
                </a:cubicBezTo>
                <a:cubicBezTo>
                  <a:pt x="93" y="25"/>
                  <a:pt x="103" y="19"/>
                  <a:pt x="114" y="14"/>
                </a:cubicBezTo>
                <a:cubicBezTo>
                  <a:pt x="126" y="10"/>
                  <a:pt x="137" y="6"/>
                  <a:pt x="149" y="4"/>
                </a:cubicBezTo>
                <a:cubicBezTo>
                  <a:pt x="161" y="2"/>
                  <a:pt x="173" y="0"/>
                  <a:pt x="185" y="0"/>
                </a:cubicBezTo>
                <a:lnTo>
                  <a:pt x="9738" y="0"/>
                </a:lnTo>
                <a:cubicBezTo>
                  <a:pt x="9750" y="0"/>
                  <a:pt x="9762" y="2"/>
                  <a:pt x="9774" y="4"/>
                </a:cubicBezTo>
                <a:cubicBezTo>
                  <a:pt x="9786" y="6"/>
                  <a:pt x="9797" y="10"/>
                  <a:pt x="9809" y="14"/>
                </a:cubicBezTo>
                <a:cubicBezTo>
                  <a:pt x="9820" y="19"/>
                  <a:pt x="9831" y="25"/>
                  <a:pt x="9841" y="32"/>
                </a:cubicBezTo>
                <a:cubicBezTo>
                  <a:pt x="9851" y="38"/>
                  <a:pt x="9860" y="46"/>
                  <a:pt x="9869" y="55"/>
                </a:cubicBezTo>
                <a:cubicBezTo>
                  <a:pt x="9877" y="63"/>
                  <a:pt x="9885" y="73"/>
                  <a:pt x="9892" y="83"/>
                </a:cubicBezTo>
                <a:cubicBezTo>
                  <a:pt x="9899" y="93"/>
                  <a:pt x="9904" y="103"/>
                  <a:pt x="9909" y="115"/>
                </a:cubicBezTo>
                <a:cubicBezTo>
                  <a:pt x="9914" y="126"/>
                  <a:pt x="9917" y="138"/>
                  <a:pt x="9919" y="149"/>
                </a:cubicBezTo>
                <a:cubicBezTo>
                  <a:pt x="9922" y="161"/>
                  <a:pt x="9923" y="173"/>
                  <a:pt x="9923" y="186"/>
                </a:cubicBezTo>
                <a:lnTo>
                  <a:pt x="9923" y="5452"/>
                </a:lnTo>
                <a:cubicBezTo>
                  <a:pt x="9923" y="5464"/>
                  <a:pt x="9922" y="5476"/>
                  <a:pt x="9919" y="5488"/>
                </a:cubicBezTo>
                <a:cubicBezTo>
                  <a:pt x="9917" y="5500"/>
                  <a:pt x="9914" y="5511"/>
                  <a:pt x="9909" y="5523"/>
                </a:cubicBezTo>
                <a:cubicBezTo>
                  <a:pt x="9904" y="5534"/>
                  <a:pt x="9899" y="5545"/>
                  <a:pt x="9892" y="5555"/>
                </a:cubicBezTo>
                <a:cubicBezTo>
                  <a:pt x="9885" y="5565"/>
                  <a:pt x="9877" y="5574"/>
                  <a:pt x="9869" y="5583"/>
                </a:cubicBezTo>
                <a:cubicBezTo>
                  <a:pt x="9860" y="5591"/>
                  <a:pt x="9851" y="5599"/>
                  <a:pt x="9841" y="5606"/>
                </a:cubicBezTo>
                <a:cubicBezTo>
                  <a:pt x="9831" y="5613"/>
                  <a:pt x="9820" y="5618"/>
                  <a:pt x="9809" y="5623"/>
                </a:cubicBezTo>
                <a:cubicBezTo>
                  <a:pt x="9797" y="5628"/>
                  <a:pt x="9786" y="5631"/>
                  <a:pt x="9774" y="5633"/>
                </a:cubicBezTo>
                <a:cubicBezTo>
                  <a:pt x="9762" y="5636"/>
                  <a:pt x="9750" y="5637"/>
                  <a:pt x="9738" y="5637"/>
                </a:cubicBezTo>
                <a:lnTo>
                  <a:pt x="185" y="5637"/>
                </a:lnTo>
                <a:cubicBezTo>
                  <a:pt x="173" y="5637"/>
                  <a:pt x="161" y="5636"/>
                  <a:pt x="149" y="5633"/>
                </a:cubicBezTo>
                <a:cubicBezTo>
                  <a:pt x="137" y="5631"/>
                  <a:pt x="126" y="5628"/>
                  <a:pt x="114" y="5623"/>
                </a:cubicBezTo>
                <a:cubicBezTo>
                  <a:pt x="103" y="5618"/>
                  <a:pt x="93" y="5613"/>
                  <a:pt x="82" y="5606"/>
                </a:cubicBezTo>
                <a:cubicBezTo>
                  <a:pt x="72" y="5599"/>
                  <a:pt x="63" y="5591"/>
                  <a:pt x="54" y="5583"/>
                </a:cubicBezTo>
                <a:cubicBezTo>
                  <a:pt x="46" y="5574"/>
                  <a:pt x="38" y="5565"/>
                  <a:pt x="31" y="5555"/>
                </a:cubicBezTo>
                <a:cubicBezTo>
                  <a:pt x="25" y="5545"/>
                  <a:pt x="19" y="5534"/>
                  <a:pt x="14" y="5523"/>
                </a:cubicBezTo>
                <a:cubicBezTo>
                  <a:pt x="10" y="5511"/>
                  <a:pt x="6" y="5500"/>
                  <a:pt x="4" y="5488"/>
                </a:cubicBezTo>
                <a:cubicBezTo>
                  <a:pt x="1" y="5476"/>
                  <a:pt x="0" y="5464"/>
                  <a:pt x="0" y="5452"/>
                </a:cubicBezTo>
                <a:close/>
              </a:path>
            </a:pathLst>
          </a:custGeom>
          <a:solidFill>
            <a:srgbClr val="f9fcfe"/>
          </a:solidFill>
          <a:ln w="0">
            <a:noFill/>
          </a:ln>
        </p:spPr>
        <p:txBody>
          <a:bodyPr lIns="0" rIns="0" tIns="0" bIns="0" anchor="t">
            <a:noAutofit/>
          </a:bodyPr>
          <a:p>
            <a:endParaRPr b="0" lang="en-US" sz="2400" spc="-1" strike="noStrike">
              <a:solidFill>
                <a:srgbClr val="000000"/>
              </a:solidFill>
              <a:latin typeface="Times New Roman"/>
            </a:endParaRPr>
          </a:p>
        </p:txBody>
      </p:sp>
      <p:sp>
        <p:nvSpPr>
          <p:cNvPr id="78" name=""/>
          <p:cNvSpPr/>
          <p:nvPr/>
        </p:nvSpPr>
        <p:spPr>
          <a:xfrm>
            <a:off x="8076960" y="1514160"/>
            <a:ext cx="3572280" cy="2029320"/>
          </a:xfrm>
          <a:custGeom>
            <a:avLst/>
            <a:gdLst/>
            <a:ahLst/>
            <a:rect l="0" t="0" r="r" b="b"/>
            <a:pathLst>
              <a:path w="9923" h="5637">
                <a:moveTo>
                  <a:pt x="0" y="5452"/>
                </a:moveTo>
                <a:lnTo>
                  <a:pt x="0" y="186"/>
                </a:lnTo>
                <a:cubicBezTo>
                  <a:pt x="0" y="173"/>
                  <a:pt x="1" y="161"/>
                  <a:pt x="4" y="149"/>
                </a:cubicBezTo>
                <a:cubicBezTo>
                  <a:pt x="6" y="138"/>
                  <a:pt x="10" y="126"/>
                  <a:pt x="14" y="115"/>
                </a:cubicBezTo>
                <a:cubicBezTo>
                  <a:pt x="19" y="103"/>
                  <a:pt x="25" y="93"/>
                  <a:pt x="31" y="83"/>
                </a:cubicBezTo>
                <a:cubicBezTo>
                  <a:pt x="38" y="73"/>
                  <a:pt x="46" y="63"/>
                  <a:pt x="54" y="55"/>
                </a:cubicBezTo>
                <a:cubicBezTo>
                  <a:pt x="63" y="46"/>
                  <a:pt x="72" y="38"/>
                  <a:pt x="82" y="32"/>
                </a:cubicBezTo>
                <a:cubicBezTo>
                  <a:pt x="93" y="25"/>
                  <a:pt x="103" y="19"/>
                  <a:pt x="114" y="14"/>
                </a:cubicBezTo>
                <a:cubicBezTo>
                  <a:pt x="126" y="10"/>
                  <a:pt x="137" y="6"/>
                  <a:pt x="149" y="4"/>
                </a:cubicBezTo>
                <a:cubicBezTo>
                  <a:pt x="161" y="2"/>
                  <a:pt x="173" y="0"/>
                  <a:pt x="185" y="0"/>
                </a:cubicBezTo>
                <a:lnTo>
                  <a:pt x="9738" y="0"/>
                </a:lnTo>
                <a:cubicBezTo>
                  <a:pt x="9750" y="0"/>
                  <a:pt x="9762" y="2"/>
                  <a:pt x="9774" y="4"/>
                </a:cubicBezTo>
                <a:cubicBezTo>
                  <a:pt x="9786" y="6"/>
                  <a:pt x="9797" y="10"/>
                  <a:pt x="9809" y="14"/>
                </a:cubicBezTo>
                <a:cubicBezTo>
                  <a:pt x="9820" y="19"/>
                  <a:pt x="9831" y="25"/>
                  <a:pt x="9841" y="32"/>
                </a:cubicBezTo>
                <a:cubicBezTo>
                  <a:pt x="9851" y="38"/>
                  <a:pt x="9860" y="46"/>
                  <a:pt x="9869" y="55"/>
                </a:cubicBezTo>
                <a:cubicBezTo>
                  <a:pt x="9877" y="63"/>
                  <a:pt x="9885" y="73"/>
                  <a:pt x="9892" y="83"/>
                </a:cubicBezTo>
                <a:cubicBezTo>
                  <a:pt x="9899" y="93"/>
                  <a:pt x="9904" y="103"/>
                  <a:pt x="9909" y="115"/>
                </a:cubicBezTo>
                <a:cubicBezTo>
                  <a:pt x="9914" y="126"/>
                  <a:pt x="9917" y="138"/>
                  <a:pt x="9919" y="149"/>
                </a:cubicBezTo>
                <a:cubicBezTo>
                  <a:pt x="9922" y="161"/>
                  <a:pt x="9923" y="173"/>
                  <a:pt x="9923" y="186"/>
                </a:cubicBezTo>
                <a:lnTo>
                  <a:pt x="9923" y="5452"/>
                </a:lnTo>
                <a:cubicBezTo>
                  <a:pt x="9923" y="5464"/>
                  <a:pt x="9922" y="5476"/>
                  <a:pt x="9919" y="5488"/>
                </a:cubicBezTo>
                <a:cubicBezTo>
                  <a:pt x="9917" y="5500"/>
                  <a:pt x="9914" y="5511"/>
                  <a:pt x="9909" y="5523"/>
                </a:cubicBezTo>
                <a:cubicBezTo>
                  <a:pt x="9904" y="5534"/>
                  <a:pt x="9899" y="5545"/>
                  <a:pt x="9892" y="5555"/>
                </a:cubicBezTo>
                <a:cubicBezTo>
                  <a:pt x="9885" y="5565"/>
                  <a:pt x="9877" y="5574"/>
                  <a:pt x="9869" y="5583"/>
                </a:cubicBezTo>
                <a:cubicBezTo>
                  <a:pt x="9860" y="5591"/>
                  <a:pt x="9851" y="5599"/>
                  <a:pt x="9841" y="5606"/>
                </a:cubicBezTo>
                <a:cubicBezTo>
                  <a:pt x="9831" y="5613"/>
                  <a:pt x="9820" y="5618"/>
                  <a:pt x="9809" y="5623"/>
                </a:cubicBezTo>
                <a:cubicBezTo>
                  <a:pt x="9797" y="5628"/>
                  <a:pt x="9786" y="5631"/>
                  <a:pt x="9774" y="5633"/>
                </a:cubicBezTo>
                <a:cubicBezTo>
                  <a:pt x="9762" y="5636"/>
                  <a:pt x="9750" y="5637"/>
                  <a:pt x="9738" y="5637"/>
                </a:cubicBezTo>
                <a:lnTo>
                  <a:pt x="185" y="5637"/>
                </a:lnTo>
                <a:cubicBezTo>
                  <a:pt x="173" y="5637"/>
                  <a:pt x="161" y="5636"/>
                  <a:pt x="149" y="5633"/>
                </a:cubicBezTo>
                <a:cubicBezTo>
                  <a:pt x="137" y="5631"/>
                  <a:pt x="126" y="5628"/>
                  <a:pt x="114" y="5623"/>
                </a:cubicBezTo>
                <a:cubicBezTo>
                  <a:pt x="103" y="5618"/>
                  <a:pt x="93" y="5613"/>
                  <a:pt x="82" y="5606"/>
                </a:cubicBezTo>
                <a:cubicBezTo>
                  <a:pt x="72" y="5599"/>
                  <a:pt x="63" y="5591"/>
                  <a:pt x="54" y="5583"/>
                </a:cubicBezTo>
                <a:cubicBezTo>
                  <a:pt x="46" y="5574"/>
                  <a:pt x="38" y="5565"/>
                  <a:pt x="31" y="5555"/>
                </a:cubicBezTo>
                <a:cubicBezTo>
                  <a:pt x="25" y="5545"/>
                  <a:pt x="19" y="5534"/>
                  <a:pt x="14" y="5523"/>
                </a:cubicBezTo>
                <a:cubicBezTo>
                  <a:pt x="10" y="5511"/>
                  <a:pt x="6" y="5500"/>
                  <a:pt x="4" y="5488"/>
                </a:cubicBezTo>
                <a:cubicBezTo>
                  <a:pt x="1" y="5476"/>
                  <a:pt x="0" y="5464"/>
                  <a:pt x="0" y="5452"/>
                </a:cubicBezTo>
                <a:close/>
              </a:path>
            </a:pathLst>
          </a:custGeom>
          <a:noFill/>
          <a:ln w="18720">
            <a:solidFill>
              <a:srgbClr val="d7e5ee"/>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79" name=""/>
          <p:cNvSpPr txBox="1"/>
          <p:nvPr/>
        </p:nvSpPr>
        <p:spPr>
          <a:xfrm>
            <a:off x="4489560" y="2895480"/>
            <a:ext cx="275904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に重みが必要になる。</a:t>
            </a:r>
            <a:endParaRPr b="0" lang="en-US" sz="2170" spc="-1" strike="noStrike">
              <a:solidFill>
                <a:srgbClr val="000000"/>
              </a:solidFill>
              <a:latin typeface="Times New Roman"/>
            </a:endParaRPr>
          </a:p>
        </p:txBody>
      </p:sp>
      <p:sp>
        <p:nvSpPr>
          <p:cNvPr id="80" name=""/>
          <p:cNvSpPr txBox="1"/>
          <p:nvPr/>
        </p:nvSpPr>
        <p:spPr>
          <a:xfrm>
            <a:off x="8254800" y="1681560"/>
            <a:ext cx="399960" cy="289800"/>
          </a:xfrm>
          <a:prstGeom prst="rect">
            <a:avLst/>
          </a:prstGeom>
          <a:noFill/>
          <a:ln w="0">
            <a:noFill/>
          </a:ln>
        </p:spPr>
        <p:txBody>
          <a:bodyPr wrap="none" lIns="0" rIns="0" tIns="0" bIns="0" anchor="t">
            <a:noAutofit/>
          </a:bodyPr>
          <a:p>
            <a:r>
              <a:rPr b="0" lang="zh-CN" sz="1580" spc="-1" strike="noStrike">
                <a:solidFill>
                  <a:srgbClr val="0b4b78"/>
                </a:solidFill>
                <a:latin typeface="NotoSansJP"/>
                <a:ea typeface="NotoSansJP"/>
              </a:rPr>
              <a:t>汎化</a:t>
            </a:r>
            <a:endParaRPr b="0" lang="en-US" sz="1580" spc="-1" strike="noStrike">
              <a:solidFill>
                <a:srgbClr val="000000"/>
              </a:solidFill>
              <a:latin typeface="Times New Roman"/>
            </a:endParaRPr>
          </a:p>
        </p:txBody>
      </p:sp>
      <p:sp>
        <p:nvSpPr>
          <p:cNvPr id="81" name=""/>
          <p:cNvSpPr txBox="1"/>
          <p:nvPr/>
        </p:nvSpPr>
        <p:spPr>
          <a:xfrm>
            <a:off x="8254800" y="206676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重みが多いほど訓練デー</a:t>
            </a:r>
            <a:endParaRPr b="0" lang="en-US" sz="2170" spc="-1" strike="noStrike">
              <a:solidFill>
                <a:srgbClr val="000000"/>
              </a:solidFill>
              <a:latin typeface="Times New Roman"/>
            </a:endParaRPr>
          </a:p>
        </p:txBody>
      </p:sp>
      <p:sp>
        <p:nvSpPr>
          <p:cNvPr id="82" name=""/>
          <p:cNvSpPr txBox="1"/>
          <p:nvPr/>
        </p:nvSpPr>
        <p:spPr>
          <a:xfrm>
            <a:off x="8254800" y="248616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タに合わせ込みやすく、</a:t>
            </a:r>
            <a:endParaRPr b="0" lang="en-US" sz="2170" spc="-1" strike="noStrike">
              <a:solidFill>
                <a:srgbClr val="000000"/>
              </a:solidFill>
              <a:latin typeface="Times New Roman"/>
            </a:endParaRPr>
          </a:p>
        </p:txBody>
      </p:sp>
      <p:sp>
        <p:nvSpPr>
          <p:cNvPr id="83" name=""/>
          <p:cNvSpPr/>
          <p:nvPr/>
        </p:nvSpPr>
        <p:spPr>
          <a:xfrm>
            <a:off x="533160" y="3724200"/>
            <a:ext cx="11125440" cy="638280"/>
          </a:xfrm>
          <a:custGeom>
            <a:avLst/>
            <a:gdLst/>
            <a:ahLst/>
            <a:rect l="0" t="0" r="r" b="b"/>
            <a:pathLst>
              <a:path w="30904" h="1773">
                <a:moveTo>
                  <a:pt x="0" y="0"/>
                </a:moveTo>
                <a:lnTo>
                  <a:pt x="30904" y="0"/>
                </a:lnTo>
                <a:lnTo>
                  <a:pt x="30904" y="1773"/>
                </a:lnTo>
                <a:lnTo>
                  <a:pt x="0" y="1773"/>
                </a:lnTo>
                <a:lnTo>
                  <a:pt x="0" y="0"/>
                </a:lnTo>
                <a:close/>
              </a:path>
            </a:pathLst>
          </a:custGeom>
          <a:solidFill>
            <a:srgbClr val="eef7fb"/>
          </a:solidFill>
          <a:ln w="0">
            <a:noFill/>
          </a:ln>
        </p:spPr>
        <p:txBody>
          <a:bodyPr lIns="0" rIns="0" tIns="0" bIns="0" anchor="t">
            <a:noAutofit/>
          </a:bodyPr>
          <a:p>
            <a:endParaRPr b="0" lang="en-US" sz="2400" spc="-1" strike="noStrike">
              <a:solidFill>
                <a:srgbClr val="000000"/>
              </a:solidFill>
              <a:latin typeface="Times New Roman"/>
            </a:endParaRPr>
          </a:p>
        </p:txBody>
      </p:sp>
      <p:sp>
        <p:nvSpPr>
          <p:cNvPr id="84" name=""/>
          <p:cNvSpPr/>
          <p:nvPr/>
        </p:nvSpPr>
        <p:spPr>
          <a:xfrm>
            <a:off x="533160" y="3724200"/>
            <a:ext cx="76680" cy="638280"/>
          </a:xfrm>
          <a:custGeom>
            <a:avLst/>
            <a:gdLst/>
            <a:ahLst/>
            <a:rect l="0" t="0" r="r" b="b"/>
            <a:pathLst>
              <a:path w="213" h="1773">
                <a:moveTo>
                  <a:pt x="0" y="0"/>
                </a:moveTo>
                <a:lnTo>
                  <a:pt x="213" y="0"/>
                </a:lnTo>
                <a:lnTo>
                  <a:pt x="213" y="1773"/>
                </a:lnTo>
                <a:lnTo>
                  <a:pt x="0" y="1773"/>
                </a:lnTo>
                <a:lnTo>
                  <a:pt x="0" y="0"/>
                </a:ln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85" name=""/>
          <p:cNvSpPr txBox="1"/>
          <p:nvPr/>
        </p:nvSpPr>
        <p:spPr>
          <a:xfrm>
            <a:off x="8254800" y="2895480"/>
            <a:ext cx="275904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未知画像に弱くなる。</a:t>
            </a:r>
            <a:endParaRPr b="0" lang="en-US" sz="2170" spc="-1" strike="noStrike">
              <a:solidFill>
                <a:srgbClr val="000000"/>
              </a:solidFill>
              <a:latin typeface="Times New Roman"/>
            </a:endParaRPr>
          </a:p>
        </p:txBody>
      </p:sp>
      <p:sp>
        <p:nvSpPr>
          <p:cNvPr id="86" name=""/>
          <p:cNvSpPr txBox="1"/>
          <p:nvPr/>
        </p:nvSpPr>
        <p:spPr>
          <a:xfrm>
            <a:off x="781200" y="3877920"/>
            <a:ext cx="9015120" cy="373680"/>
          </a:xfrm>
          <a:prstGeom prst="rect">
            <a:avLst/>
          </a:prstGeom>
          <a:noFill/>
          <a:ln w="0">
            <a:noFill/>
          </a:ln>
        </p:spPr>
        <p:txBody>
          <a:bodyPr wrap="none" lIns="0" rIns="0" tIns="0" bIns="0" anchor="t">
            <a:noAutofit/>
          </a:bodyPr>
          <a:p>
            <a:r>
              <a:rPr b="0" lang="zh-CN" sz="2020" spc="-1" strike="noStrike">
                <a:solidFill>
                  <a:srgbClr val="111111"/>
                </a:solidFill>
                <a:latin typeface="NotoSansJP"/>
                <a:ea typeface="NotoSansJP"/>
              </a:rPr>
              <a:t>課題は、画像の空間構造を保ちながら、パラメータ数と計算量を抑えること。</a:t>
            </a:r>
            <a:endParaRPr b="0" lang="en-US" sz="2020" spc="-1" strike="noStrike">
              <a:solidFill>
                <a:srgbClr val="000000"/>
              </a:solidFill>
              <a:latin typeface="Times New Roman"/>
            </a:endParaRPr>
          </a:p>
        </p:txBody>
      </p:sp>
      <p:sp>
        <p:nvSpPr>
          <p:cNvPr id="87" name=""/>
          <p:cNvSpPr/>
          <p:nvPr/>
        </p:nvSpPr>
        <p:spPr>
          <a:xfrm>
            <a:off x="533160" y="561960"/>
            <a:ext cx="267120" cy="57240"/>
          </a:xfrm>
          <a:custGeom>
            <a:avLst/>
            <a:gdLst/>
            <a:ahLst/>
            <a:rect l="0" t="0" r="r" b="b"/>
            <a:pathLst>
              <a:path w="742" h="159">
                <a:moveTo>
                  <a:pt x="0" y="106"/>
                </a:moveTo>
                <a:lnTo>
                  <a:pt x="0" y="52"/>
                </a:lnTo>
                <a:cubicBezTo>
                  <a:pt x="0" y="45"/>
                  <a:pt x="2" y="39"/>
                  <a:pt x="4" y="32"/>
                </a:cubicBezTo>
                <a:cubicBezTo>
                  <a:pt x="7" y="26"/>
                  <a:pt x="11" y="20"/>
                  <a:pt x="16" y="15"/>
                </a:cubicBezTo>
                <a:cubicBezTo>
                  <a:pt x="21" y="10"/>
                  <a:pt x="26" y="6"/>
                  <a:pt x="33" y="4"/>
                </a:cubicBezTo>
                <a:cubicBezTo>
                  <a:pt x="39" y="1"/>
                  <a:pt x="46" y="0"/>
                  <a:pt x="53" y="0"/>
                </a:cubicBezTo>
                <a:lnTo>
                  <a:pt x="689" y="0"/>
                </a:lnTo>
                <a:cubicBezTo>
                  <a:pt x="696" y="0"/>
                  <a:pt x="703" y="1"/>
                  <a:pt x="709" y="4"/>
                </a:cubicBezTo>
                <a:cubicBezTo>
                  <a:pt x="716" y="6"/>
                  <a:pt x="722" y="10"/>
                  <a:pt x="727" y="15"/>
                </a:cubicBezTo>
                <a:cubicBezTo>
                  <a:pt x="731" y="20"/>
                  <a:pt x="735" y="26"/>
                  <a:pt x="738" y="32"/>
                </a:cubicBezTo>
                <a:cubicBezTo>
                  <a:pt x="741" y="39"/>
                  <a:pt x="742" y="45"/>
                  <a:pt x="742" y="52"/>
                </a:cubicBezTo>
                <a:lnTo>
                  <a:pt x="742" y="106"/>
                </a:lnTo>
                <a:cubicBezTo>
                  <a:pt x="742" y="113"/>
                  <a:pt x="741" y="120"/>
                  <a:pt x="738" y="127"/>
                </a:cubicBezTo>
                <a:cubicBezTo>
                  <a:pt x="735" y="133"/>
                  <a:pt x="731" y="139"/>
                  <a:pt x="727" y="144"/>
                </a:cubicBezTo>
                <a:cubicBezTo>
                  <a:pt x="722" y="149"/>
                  <a:pt x="716" y="153"/>
                  <a:pt x="709" y="155"/>
                </a:cubicBezTo>
                <a:cubicBezTo>
                  <a:pt x="703" y="158"/>
                  <a:pt x="696" y="159"/>
                  <a:pt x="689" y="159"/>
                </a:cubicBezTo>
                <a:lnTo>
                  <a:pt x="53" y="159"/>
                </a:lnTo>
                <a:cubicBezTo>
                  <a:pt x="46" y="159"/>
                  <a:pt x="39" y="158"/>
                  <a:pt x="33" y="155"/>
                </a:cubicBezTo>
                <a:cubicBezTo>
                  <a:pt x="26" y="153"/>
                  <a:pt x="21" y="149"/>
                  <a:pt x="16" y="144"/>
                </a:cubicBezTo>
                <a:cubicBezTo>
                  <a:pt x="11" y="139"/>
                  <a:pt x="7" y="133"/>
                  <a:pt x="4" y="127"/>
                </a:cubicBezTo>
                <a:cubicBezTo>
                  <a:pt x="2" y="120"/>
                  <a:pt x="0" y="113"/>
                  <a:pt x="0" y="106"/>
                </a:cubicBez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88" name=""/>
          <p:cNvSpPr txBox="1"/>
          <p:nvPr/>
        </p:nvSpPr>
        <p:spPr>
          <a:xfrm>
            <a:off x="914400" y="392400"/>
            <a:ext cx="1739520" cy="360000"/>
          </a:xfrm>
          <a:prstGeom prst="rect">
            <a:avLst/>
          </a:prstGeom>
          <a:noFill/>
          <a:ln w="0">
            <a:noFill/>
          </a:ln>
        </p:spPr>
        <p:txBody>
          <a:bodyPr wrap="none" lIns="0" rIns="0" tIns="0" bIns="0" anchor="t">
            <a:noAutofit/>
          </a:bodyPr>
          <a:p>
            <a:r>
              <a:rPr b="0" lang="zh-CN" sz="1950" spc="-1" strike="noStrike">
                <a:solidFill>
                  <a:srgbClr val="111111"/>
                </a:solidFill>
                <a:latin typeface="NotoSansJP"/>
                <a:ea typeface="NotoSansJP"/>
              </a:rPr>
              <a:t>解決したい課題</a:t>
            </a:r>
            <a:endParaRPr b="0" lang="en-US" sz="1950" spc="-1" strike="noStrike">
              <a:solidFill>
                <a:srgbClr val="000000"/>
              </a:solidFill>
              <a:latin typeface="Times New Roman"/>
            </a:endParaRPr>
          </a:p>
        </p:txBody>
      </p:sp>
      <p:sp>
        <p:nvSpPr>
          <p:cNvPr id="89" name=""/>
          <p:cNvSpPr txBox="1"/>
          <p:nvPr/>
        </p:nvSpPr>
        <p:spPr>
          <a:xfrm>
            <a:off x="11946600" y="6436800"/>
            <a:ext cx="304560" cy="416520"/>
          </a:xfrm>
          <a:prstGeom prst="rect">
            <a:avLst/>
          </a:prstGeom>
          <a:noFill/>
          <a:ln w="0">
            <a:noFill/>
          </a:ln>
        </p:spPr>
        <p:txBody>
          <a:bodyPr wrap="none" lIns="0" rIns="0" tIns="0" bIns="0" anchor="t">
            <a:noAutofit/>
          </a:bodyPr>
          <a:p>
            <a:r>
              <a:rPr b="0" lang="en-US" sz="2400" spc="-1" strike="noStrike">
                <a:solidFill>
                  <a:srgbClr val="111111"/>
                </a:solidFill>
                <a:latin typeface="NotoSansJP"/>
                <a:ea typeface="NotoSansJP"/>
              </a:rPr>
              <a:t>4</a:t>
            </a:r>
            <a:endParaRPr b="0" lang="en-US" sz="24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9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9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c9c9c9"/>
          </a:solidFill>
          <a:ln w="0">
            <a:noFill/>
          </a:ln>
        </p:spPr>
        <p:txBody>
          <a:bodyPr lIns="0" rIns="0" tIns="0" bIns="0" anchor="t">
            <a:noAutofit/>
          </a:bodyPr>
          <a:p>
            <a:endParaRPr b="0" lang="en-US" sz="2400" spc="-1" strike="noStrike">
              <a:solidFill>
                <a:srgbClr val="000000"/>
              </a:solidFill>
              <a:latin typeface="Times New Roman"/>
            </a:endParaRPr>
          </a:p>
        </p:txBody>
      </p:sp>
      <p:sp>
        <p:nvSpPr>
          <p:cNvPr id="93" name=""/>
          <p:cNvSpPr/>
          <p:nvPr/>
        </p:nvSpPr>
        <p:spPr>
          <a:xfrm>
            <a:off x="228240" y="228240"/>
            <a:ext cx="11735280" cy="6401160"/>
          </a:xfrm>
          <a:custGeom>
            <a:avLst/>
            <a:gdLst/>
            <a:ahLst/>
            <a:rect l="0" t="0" r="r" b="b"/>
            <a:pathLst>
              <a:path w="32598" h="17781">
                <a:moveTo>
                  <a:pt x="530" y="0"/>
                </a:moveTo>
                <a:lnTo>
                  <a:pt x="32069" y="0"/>
                </a:lnTo>
                <a:cubicBezTo>
                  <a:pt x="32104" y="0"/>
                  <a:pt x="32138" y="4"/>
                  <a:pt x="32172" y="11"/>
                </a:cubicBezTo>
                <a:cubicBezTo>
                  <a:pt x="32206" y="17"/>
                  <a:pt x="32239" y="27"/>
                  <a:pt x="32271" y="41"/>
                </a:cubicBezTo>
                <a:cubicBezTo>
                  <a:pt x="32304" y="54"/>
                  <a:pt x="32334" y="70"/>
                  <a:pt x="32363" y="90"/>
                </a:cubicBezTo>
                <a:cubicBezTo>
                  <a:pt x="32392" y="109"/>
                  <a:pt x="32419" y="131"/>
                  <a:pt x="32443" y="155"/>
                </a:cubicBezTo>
                <a:cubicBezTo>
                  <a:pt x="32468" y="180"/>
                  <a:pt x="32490" y="207"/>
                  <a:pt x="32509" y="236"/>
                </a:cubicBezTo>
                <a:cubicBezTo>
                  <a:pt x="32528" y="265"/>
                  <a:pt x="32545" y="295"/>
                  <a:pt x="32558" y="327"/>
                </a:cubicBezTo>
                <a:cubicBezTo>
                  <a:pt x="32571" y="359"/>
                  <a:pt x="32581" y="392"/>
                  <a:pt x="32588" y="426"/>
                </a:cubicBezTo>
                <a:cubicBezTo>
                  <a:pt x="32595" y="461"/>
                  <a:pt x="32598" y="495"/>
                  <a:pt x="32598" y="530"/>
                </a:cubicBezTo>
                <a:lnTo>
                  <a:pt x="32598" y="17252"/>
                </a:lnTo>
                <a:cubicBezTo>
                  <a:pt x="32598" y="17287"/>
                  <a:pt x="32595" y="17321"/>
                  <a:pt x="32588" y="17356"/>
                </a:cubicBezTo>
                <a:cubicBezTo>
                  <a:pt x="32581" y="17390"/>
                  <a:pt x="32571" y="17423"/>
                  <a:pt x="32558" y="17455"/>
                </a:cubicBezTo>
                <a:cubicBezTo>
                  <a:pt x="32545" y="17487"/>
                  <a:pt x="32528" y="17517"/>
                  <a:pt x="32509" y="17546"/>
                </a:cubicBezTo>
                <a:cubicBezTo>
                  <a:pt x="32490" y="17575"/>
                  <a:pt x="32468" y="17602"/>
                  <a:pt x="32443" y="17627"/>
                </a:cubicBezTo>
                <a:cubicBezTo>
                  <a:pt x="32419" y="17651"/>
                  <a:pt x="32392" y="17673"/>
                  <a:pt x="32363" y="17692"/>
                </a:cubicBezTo>
                <a:cubicBezTo>
                  <a:pt x="32334" y="17712"/>
                  <a:pt x="32304" y="17728"/>
                  <a:pt x="32271" y="17741"/>
                </a:cubicBezTo>
                <a:cubicBezTo>
                  <a:pt x="32239" y="17755"/>
                  <a:pt x="32206" y="17765"/>
                  <a:pt x="32172" y="17771"/>
                </a:cubicBezTo>
                <a:cubicBezTo>
                  <a:pt x="32138" y="17778"/>
                  <a:pt x="32104" y="17781"/>
                  <a:pt x="32069" y="17781"/>
                </a:cubicBezTo>
                <a:lnTo>
                  <a:pt x="530" y="17781"/>
                </a:lnTo>
                <a:cubicBezTo>
                  <a:pt x="495" y="17781"/>
                  <a:pt x="461" y="17778"/>
                  <a:pt x="426" y="17771"/>
                </a:cubicBezTo>
                <a:cubicBezTo>
                  <a:pt x="392" y="17765"/>
                  <a:pt x="359" y="17755"/>
                  <a:pt x="327" y="17741"/>
                </a:cubicBezTo>
                <a:cubicBezTo>
                  <a:pt x="295" y="17728"/>
                  <a:pt x="265" y="17712"/>
                  <a:pt x="236" y="17692"/>
                </a:cubicBezTo>
                <a:cubicBezTo>
                  <a:pt x="207" y="17673"/>
                  <a:pt x="180" y="17651"/>
                  <a:pt x="155" y="17627"/>
                </a:cubicBezTo>
                <a:cubicBezTo>
                  <a:pt x="131" y="17602"/>
                  <a:pt x="109" y="17575"/>
                  <a:pt x="90" y="17546"/>
                </a:cubicBezTo>
                <a:cubicBezTo>
                  <a:pt x="70" y="17517"/>
                  <a:pt x="54" y="17487"/>
                  <a:pt x="41" y="17455"/>
                </a:cubicBezTo>
                <a:cubicBezTo>
                  <a:pt x="27" y="17423"/>
                  <a:pt x="17" y="17390"/>
                  <a:pt x="11" y="17356"/>
                </a:cubicBezTo>
                <a:cubicBezTo>
                  <a:pt x="4" y="17321"/>
                  <a:pt x="0" y="17287"/>
                  <a:pt x="0" y="17252"/>
                </a:cubicBezTo>
                <a:lnTo>
                  <a:pt x="0" y="530"/>
                </a:lnTo>
                <a:cubicBezTo>
                  <a:pt x="0" y="495"/>
                  <a:pt x="4" y="461"/>
                  <a:pt x="11" y="426"/>
                </a:cubicBezTo>
                <a:cubicBezTo>
                  <a:pt x="17" y="392"/>
                  <a:pt x="27" y="359"/>
                  <a:pt x="41" y="327"/>
                </a:cubicBezTo>
                <a:cubicBezTo>
                  <a:pt x="54" y="295"/>
                  <a:pt x="70" y="265"/>
                  <a:pt x="90" y="236"/>
                </a:cubicBezTo>
                <a:cubicBezTo>
                  <a:pt x="109" y="207"/>
                  <a:pt x="131" y="180"/>
                  <a:pt x="155" y="155"/>
                </a:cubicBezTo>
                <a:cubicBezTo>
                  <a:pt x="180" y="131"/>
                  <a:pt x="207" y="109"/>
                  <a:pt x="236" y="90"/>
                </a:cubicBezTo>
                <a:cubicBezTo>
                  <a:pt x="265" y="70"/>
                  <a:pt x="295" y="54"/>
                  <a:pt x="327" y="41"/>
                </a:cubicBezTo>
                <a:cubicBezTo>
                  <a:pt x="359" y="27"/>
                  <a:pt x="392" y="17"/>
                  <a:pt x="426" y="11"/>
                </a:cubicBezTo>
                <a:cubicBezTo>
                  <a:pt x="461" y="4"/>
                  <a:pt x="495" y="0"/>
                  <a:pt x="530" y="0"/>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pic>
        <p:nvPicPr>
          <p:cNvPr id="94" name="" descr=""/>
          <p:cNvPicPr/>
          <p:nvPr/>
        </p:nvPicPr>
        <p:blipFill>
          <a:blip r:embed="rId1"/>
          <a:stretch/>
        </p:blipFill>
        <p:spPr>
          <a:xfrm>
            <a:off x="10515600" y="38160"/>
            <a:ext cx="1142640" cy="1142640"/>
          </a:xfrm>
          <a:prstGeom prst="rect">
            <a:avLst/>
          </a:prstGeom>
          <a:ln w="0">
            <a:noFill/>
          </a:ln>
        </p:spPr>
      </p:pic>
      <p:sp>
        <p:nvSpPr>
          <p:cNvPr id="95" name=""/>
          <p:cNvSpPr/>
          <p:nvPr/>
        </p:nvSpPr>
        <p:spPr>
          <a:xfrm>
            <a:off x="542880" y="1666800"/>
            <a:ext cx="5410440" cy="2076840"/>
          </a:xfrm>
          <a:custGeom>
            <a:avLst/>
            <a:gdLst/>
            <a:ahLst/>
            <a:rect l="0" t="0" r="r" b="b"/>
            <a:pathLst>
              <a:path w="15029" h="5769">
                <a:moveTo>
                  <a:pt x="0" y="5583"/>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2"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5583"/>
                </a:lnTo>
                <a:cubicBezTo>
                  <a:pt x="15029" y="5596"/>
                  <a:pt x="15028" y="5608"/>
                  <a:pt x="15025" y="5620"/>
                </a:cubicBezTo>
                <a:cubicBezTo>
                  <a:pt x="15023" y="5631"/>
                  <a:pt x="15020" y="5643"/>
                  <a:pt x="15015" y="5654"/>
                </a:cubicBezTo>
                <a:cubicBezTo>
                  <a:pt x="15010" y="5666"/>
                  <a:pt x="15005" y="5676"/>
                  <a:pt x="14998" y="5686"/>
                </a:cubicBezTo>
                <a:cubicBezTo>
                  <a:pt x="14991" y="5696"/>
                  <a:pt x="14983" y="5706"/>
                  <a:pt x="14975" y="5714"/>
                </a:cubicBezTo>
                <a:cubicBezTo>
                  <a:pt x="14966" y="5723"/>
                  <a:pt x="14957" y="5731"/>
                  <a:pt x="14947" y="5737"/>
                </a:cubicBezTo>
                <a:cubicBezTo>
                  <a:pt x="14937" y="5744"/>
                  <a:pt x="14926" y="5750"/>
                  <a:pt x="14915" y="5755"/>
                </a:cubicBezTo>
                <a:cubicBezTo>
                  <a:pt x="14903" y="5759"/>
                  <a:pt x="14892" y="5763"/>
                  <a:pt x="14880" y="5765"/>
                </a:cubicBezTo>
                <a:cubicBezTo>
                  <a:pt x="14868" y="5767"/>
                  <a:pt x="14856" y="5769"/>
                  <a:pt x="14844" y="5769"/>
                </a:cubicBezTo>
                <a:lnTo>
                  <a:pt x="185" y="5769"/>
                </a:lnTo>
                <a:cubicBezTo>
                  <a:pt x="173" y="5769"/>
                  <a:pt x="161" y="5767"/>
                  <a:pt x="149" y="5765"/>
                </a:cubicBezTo>
                <a:cubicBezTo>
                  <a:pt x="137" y="5763"/>
                  <a:pt x="125" y="5759"/>
                  <a:pt x="114" y="5755"/>
                </a:cubicBezTo>
                <a:cubicBezTo>
                  <a:pt x="103" y="5750"/>
                  <a:pt x="92" y="5744"/>
                  <a:pt x="82" y="5737"/>
                </a:cubicBezTo>
                <a:cubicBezTo>
                  <a:pt x="72" y="5731"/>
                  <a:pt x="62" y="5723"/>
                  <a:pt x="54" y="5714"/>
                </a:cubicBezTo>
                <a:cubicBezTo>
                  <a:pt x="45" y="5706"/>
                  <a:pt x="38" y="5696"/>
                  <a:pt x="31" y="5686"/>
                </a:cubicBezTo>
                <a:cubicBezTo>
                  <a:pt x="24" y="5676"/>
                  <a:pt x="18" y="5666"/>
                  <a:pt x="14" y="5654"/>
                </a:cubicBezTo>
                <a:cubicBezTo>
                  <a:pt x="9" y="5643"/>
                  <a:pt x="6" y="5631"/>
                  <a:pt x="3" y="5620"/>
                </a:cubicBezTo>
                <a:cubicBezTo>
                  <a:pt x="1" y="5608"/>
                  <a:pt x="0" y="5596"/>
                  <a:pt x="0" y="5583"/>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96" name=""/>
          <p:cNvSpPr/>
          <p:nvPr/>
        </p:nvSpPr>
        <p:spPr>
          <a:xfrm>
            <a:off x="542880" y="1666800"/>
            <a:ext cx="5410440" cy="2076840"/>
          </a:xfrm>
          <a:custGeom>
            <a:avLst/>
            <a:gdLst/>
            <a:ahLst/>
            <a:rect l="0" t="0" r="r" b="b"/>
            <a:pathLst>
              <a:path w="15029" h="5769">
                <a:moveTo>
                  <a:pt x="0" y="5583"/>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2"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5583"/>
                </a:lnTo>
                <a:cubicBezTo>
                  <a:pt x="15029" y="5596"/>
                  <a:pt x="15028" y="5608"/>
                  <a:pt x="15025" y="5620"/>
                </a:cubicBezTo>
                <a:cubicBezTo>
                  <a:pt x="15023" y="5631"/>
                  <a:pt x="15020" y="5643"/>
                  <a:pt x="15015" y="5654"/>
                </a:cubicBezTo>
                <a:cubicBezTo>
                  <a:pt x="15010" y="5666"/>
                  <a:pt x="15005" y="5676"/>
                  <a:pt x="14998" y="5686"/>
                </a:cubicBezTo>
                <a:cubicBezTo>
                  <a:pt x="14991" y="5696"/>
                  <a:pt x="14983" y="5706"/>
                  <a:pt x="14975" y="5714"/>
                </a:cubicBezTo>
                <a:cubicBezTo>
                  <a:pt x="14966" y="5723"/>
                  <a:pt x="14957" y="5731"/>
                  <a:pt x="14947" y="5737"/>
                </a:cubicBezTo>
                <a:cubicBezTo>
                  <a:pt x="14937" y="5744"/>
                  <a:pt x="14926" y="5750"/>
                  <a:pt x="14915" y="5755"/>
                </a:cubicBezTo>
                <a:cubicBezTo>
                  <a:pt x="14903" y="5759"/>
                  <a:pt x="14892" y="5763"/>
                  <a:pt x="14880" y="5765"/>
                </a:cubicBezTo>
                <a:cubicBezTo>
                  <a:pt x="14868" y="5767"/>
                  <a:pt x="14856" y="5769"/>
                  <a:pt x="14844" y="5769"/>
                </a:cubicBezTo>
                <a:lnTo>
                  <a:pt x="185" y="5769"/>
                </a:lnTo>
                <a:cubicBezTo>
                  <a:pt x="173" y="5769"/>
                  <a:pt x="161" y="5767"/>
                  <a:pt x="149" y="5765"/>
                </a:cubicBezTo>
                <a:cubicBezTo>
                  <a:pt x="137" y="5763"/>
                  <a:pt x="125" y="5759"/>
                  <a:pt x="114" y="5755"/>
                </a:cubicBezTo>
                <a:cubicBezTo>
                  <a:pt x="103" y="5750"/>
                  <a:pt x="92" y="5744"/>
                  <a:pt x="82" y="5737"/>
                </a:cubicBezTo>
                <a:cubicBezTo>
                  <a:pt x="72" y="5731"/>
                  <a:pt x="62" y="5723"/>
                  <a:pt x="54" y="5714"/>
                </a:cubicBezTo>
                <a:cubicBezTo>
                  <a:pt x="45" y="5706"/>
                  <a:pt x="38" y="5696"/>
                  <a:pt x="31" y="5686"/>
                </a:cubicBezTo>
                <a:cubicBezTo>
                  <a:pt x="24" y="5676"/>
                  <a:pt x="18" y="5666"/>
                  <a:pt x="14" y="5654"/>
                </a:cubicBezTo>
                <a:cubicBezTo>
                  <a:pt x="9" y="5643"/>
                  <a:pt x="6" y="5631"/>
                  <a:pt x="3" y="5620"/>
                </a:cubicBezTo>
                <a:cubicBezTo>
                  <a:pt x="1" y="5608"/>
                  <a:pt x="0" y="5596"/>
                  <a:pt x="0" y="5583"/>
                </a:cubicBezTo>
                <a:close/>
              </a:path>
            </a:pathLst>
          </a:custGeom>
          <a:noFill/>
          <a:ln w="18720">
            <a:solidFill>
              <a:srgbClr val="d7e5ee"/>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97" name=""/>
          <p:cNvSpPr txBox="1"/>
          <p:nvPr/>
        </p:nvSpPr>
        <p:spPr>
          <a:xfrm>
            <a:off x="533520" y="924480"/>
            <a:ext cx="8875800" cy="387360"/>
          </a:xfrm>
          <a:prstGeom prst="rect">
            <a:avLst/>
          </a:prstGeom>
          <a:noFill/>
          <a:ln w="0">
            <a:noFill/>
          </a:ln>
        </p:spPr>
        <p:txBody>
          <a:bodyPr wrap="none" lIns="0" rIns="0" tIns="0" bIns="0" anchor="t">
            <a:noAutofit/>
          </a:bodyPr>
          <a:p>
            <a:r>
              <a:rPr b="0" lang="en-US" sz="2100" spc="-1" strike="noStrike">
                <a:solidFill>
                  <a:srgbClr val="111111"/>
                </a:solidFill>
                <a:latin typeface="NotoSansJP"/>
                <a:ea typeface="NotoSansJP"/>
              </a:rPr>
              <a:t>CNN</a:t>
            </a:r>
            <a:r>
              <a:rPr b="0" lang="zh-CN" sz="2100" spc="-1" strike="noStrike">
                <a:solidFill>
                  <a:srgbClr val="111111"/>
                </a:solidFill>
                <a:latin typeface="NotoSansJP"/>
                <a:ea typeface="NotoSansJP"/>
              </a:rPr>
              <a:t>は、局所特徴を抽出し、圧縮し、最後に分類する流れで構成される。</a:t>
            </a:r>
            <a:endParaRPr b="0" lang="en-US" sz="2100" spc="-1" strike="noStrike">
              <a:solidFill>
                <a:srgbClr val="000000"/>
              </a:solidFill>
              <a:latin typeface="Times New Roman"/>
            </a:endParaRPr>
          </a:p>
        </p:txBody>
      </p:sp>
      <p:sp>
        <p:nvSpPr>
          <p:cNvPr id="98" name=""/>
          <p:cNvSpPr/>
          <p:nvPr/>
        </p:nvSpPr>
        <p:spPr>
          <a:xfrm>
            <a:off x="809280" y="2457360"/>
            <a:ext cx="95760" cy="95400"/>
          </a:xfrm>
          <a:custGeom>
            <a:avLst/>
            <a:gdLst/>
            <a:ahLst/>
            <a:rect l="0" t="0" r="r" b="b"/>
            <a:pathLst>
              <a:path w="266" h="265">
                <a:moveTo>
                  <a:pt x="266" y="132"/>
                </a:moveTo>
                <a:cubicBezTo>
                  <a:pt x="266" y="150"/>
                  <a:pt x="263" y="166"/>
                  <a:pt x="255" y="184"/>
                </a:cubicBezTo>
                <a:cubicBezTo>
                  <a:pt x="248" y="200"/>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200"/>
                  <a:pt x="11" y="184"/>
                </a:cubicBezTo>
                <a:cubicBezTo>
                  <a:pt x="4" y="166"/>
                  <a:pt x="0" y="150"/>
                  <a:pt x="0" y="132"/>
                </a:cubicBezTo>
                <a:cubicBezTo>
                  <a:pt x="0" y="114"/>
                  <a:pt x="4" y="98"/>
                  <a:pt x="11" y="81"/>
                </a:cubicBezTo>
                <a:cubicBezTo>
                  <a:pt x="17" y="65"/>
                  <a:pt x="27" y="51"/>
                  <a:pt x="39" y="38"/>
                </a:cubicBezTo>
                <a:cubicBezTo>
                  <a:pt x="52" y="26"/>
                  <a:pt x="66" y="17"/>
                  <a:pt x="82" y="10"/>
                </a:cubicBezTo>
                <a:cubicBezTo>
                  <a:pt x="98" y="3"/>
                  <a:pt x="115" y="0"/>
                  <a:pt x="133" y="0"/>
                </a:cubicBezTo>
                <a:cubicBezTo>
                  <a:pt x="150" y="0"/>
                  <a:pt x="167" y="3"/>
                  <a:pt x="183" y="10"/>
                </a:cubicBezTo>
                <a:cubicBezTo>
                  <a:pt x="200" y="17"/>
                  <a:pt x="214" y="26"/>
                  <a:pt x="226" y="38"/>
                </a:cubicBezTo>
                <a:cubicBezTo>
                  <a:pt x="239" y="51"/>
                  <a:pt x="248" y="65"/>
                  <a:pt x="255" y="81"/>
                </a:cubicBezTo>
                <a:cubicBezTo>
                  <a:pt x="263" y="98"/>
                  <a:pt x="266" y="114"/>
                  <a:pt x="266"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99" name=""/>
          <p:cNvSpPr txBox="1"/>
          <p:nvPr/>
        </p:nvSpPr>
        <p:spPr>
          <a:xfrm>
            <a:off x="762120" y="1848600"/>
            <a:ext cx="1067400" cy="385920"/>
          </a:xfrm>
          <a:prstGeom prst="rect">
            <a:avLst/>
          </a:prstGeom>
          <a:noFill/>
          <a:ln w="0">
            <a:noFill/>
          </a:ln>
        </p:spPr>
        <p:txBody>
          <a:bodyPr wrap="none" lIns="0" rIns="0" tIns="0" bIns="0" anchor="t">
            <a:noAutofit/>
          </a:bodyPr>
          <a:p>
            <a:r>
              <a:rPr b="0" lang="zh-CN" sz="2100" spc="-1" strike="noStrike">
                <a:solidFill>
                  <a:srgbClr val="0b4b78"/>
                </a:solidFill>
                <a:latin typeface="NotoSansJP"/>
                <a:ea typeface="NotoSansJP"/>
              </a:rPr>
              <a:t>局所結合</a:t>
            </a:r>
            <a:endParaRPr b="0" lang="en-US" sz="2100" spc="-1" strike="noStrike">
              <a:solidFill>
                <a:srgbClr val="000000"/>
              </a:solidFill>
              <a:latin typeface="Times New Roman"/>
            </a:endParaRPr>
          </a:p>
        </p:txBody>
      </p:sp>
      <p:sp>
        <p:nvSpPr>
          <p:cNvPr id="100" name=""/>
          <p:cNvSpPr/>
          <p:nvPr/>
        </p:nvSpPr>
        <p:spPr>
          <a:xfrm>
            <a:off x="809280" y="2904840"/>
            <a:ext cx="95760" cy="95760"/>
          </a:xfrm>
          <a:custGeom>
            <a:avLst/>
            <a:gdLst/>
            <a:ahLst/>
            <a:rect l="0" t="0" r="r" b="b"/>
            <a:pathLst>
              <a:path w="266" h="266">
                <a:moveTo>
                  <a:pt x="266" y="133"/>
                </a:moveTo>
                <a:cubicBezTo>
                  <a:pt x="266" y="150"/>
                  <a:pt x="263" y="167"/>
                  <a:pt x="255" y="183"/>
                </a:cubicBezTo>
                <a:cubicBezTo>
                  <a:pt x="248" y="199"/>
                  <a:pt x="239" y="214"/>
                  <a:pt x="226" y="226"/>
                </a:cubicBezTo>
                <a:cubicBezTo>
                  <a:pt x="214" y="239"/>
                  <a:pt x="200" y="249"/>
                  <a:pt x="183" y="256"/>
                </a:cubicBezTo>
                <a:cubicBezTo>
                  <a:pt x="167" y="263"/>
                  <a:pt x="150" y="266"/>
                  <a:pt x="133" y="266"/>
                </a:cubicBezTo>
                <a:cubicBezTo>
                  <a:pt x="115" y="266"/>
                  <a:pt x="98" y="263"/>
                  <a:pt x="82" y="256"/>
                </a:cubicBezTo>
                <a:cubicBezTo>
                  <a:pt x="66" y="249"/>
                  <a:pt x="52" y="239"/>
                  <a:pt x="39" y="226"/>
                </a:cubicBezTo>
                <a:cubicBezTo>
                  <a:pt x="27" y="214"/>
                  <a:pt x="17" y="199"/>
                  <a:pt x="11" y="183"/>
                </a:cubicBezTo>
                <a:cubicBezTo>
                  <a:pt x="4" y="167"/>
                  <a:pt x="0" y="150"/>
                  <a:pt x="0" y="133"/>
                </a:cubicBezTo>
                <a:cubicBezTo>
                  <a:pt x="0" y="115"/>
                  <a:pt x="4" y="98"/>
                  <a:pt x="11" y="82"/>
                </a:cubicBezTo>
                <a:cubicBezTo>
                  <a:pt x="17" y="66"/>
                  <a:pt x="27" y="51"/>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1"/>
                  <a:pt x="248" y="66"/>
                  <a:pt x="255" y="82"/>
                </a:cubicBezTo>
                <a:cubicBezTo>
                  <a:pt x="263" y="98"/>
                  <a:pt x="266" y="115"/>
                  <a:pt x="266"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01" name=""/>
          <p:cNvSpPr txBox="1"/>
          <p:nvPr/>
        </p:nvSpPr>
        <p:spPr>
          <a:xfrm>
            <a:off x="1059480" y="2336400"/>
            <a:ext cx="404244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各ニューロンは前層の一部だけを見る</a:t>
            </a:r>
            <a:endParaRPr b="0" lang="en-US" sz="1870" spc="-1" strike="noStrike">
              <a:solidFill>
                <a:srgbClr val="000000"/>
              </a:solidFill>
              <a:latin typeface="Times New Roman"/>
            </a:endParaRPr>
          </a:p>
        </p:txBody>
      </p:sp>
      <p:sp>
        <p:nvSpPr>
          <p:cNvPr id="102" name=""/>
          <p:cNvSpPr/>
          <p:nvPr/>
        </p:nvSpPr>
        <p:spPr>
          <a:xfrm>
            <a:off x="809280" y="3342960"/>
            <a:ext cx="95760" cy="95760"/>
          </a:xfrm>
          <a:custGeom>
            <a:avLst/>
            <a:gdLst/>
            <a:ahLst/>
            <a:rect l="0" t="0" r="r" b="b"/>
            <a:pathLst>
              <a:path w="266" h="266">
                <a:moveTo>
                  <a:pt x="266" y="134"/>
                </a:moveTo>
                <a:cubicBezTo>
                  <a:pt x="266" y="151"/>
                  <a:pt x="263" y="168"/>
                  <a:pt x="255" y="184"/>
                </a:cubicBezTo>
                <a:cubicBezTo>
                  <a:pt x="248" y="200"/>
                  <a:pt x="239" y="215"/>
                  <a:pt x="226" y="227"/>
                </a:cubicBezTo>
                <a:cubicBezTo>
                  <a:pt x="214" y="240"/>
                  <a:pt x="200" y="249"/>
                  <a:pt x="183" y="256"/>
                </a:cubicBezTo>
                <a:cubicBezTo>
                  <a:pt x="167" y="263"/>
                  <a:pt x="150" y="266"/>
                  <a:pt x="133" y="266"/>
                </a:cubicBezTo>
                <a:cubicBezTo>
                  <a:pt x="115" y="266"/>
                  <a:pt x="98" y="263"/>
                  <a:pt x="82" y="256"/>
                </a:cubicBezTo>
                <a:cubicBezTo>
                  <a:pt x="66" y="249"/>
                  <a:pt x="52" y="240"/>
                  <a:pt x="39" y="227"/>
                </a:cubicBezTo>
                <a:cubicBezTo>
                  <a:pt x="27" y="215"/>
                  <a:pt x="17" y="200"/>
                  <a:pt x="11" y="184"/>
                </a:cubicBezTo>
                <a:cubicBezTo>
                  <a:pt x="4" y="168"/>
                  <a:pt x="0" y="151"/>
                  <a:pt x="0" y="134"/>
                </a:cubicBezTo>
                <a:cubicBezTo>
                  <a:pt x="0" y="116"/>
                  <a:pt x="4" y="99"/>
                  <a:pt x="11" y="82"/>
                </a:cubicBezTo>
                <a:cubicBezTo>
                  <a:pt x="17" y="66"/>
                  <a:pt x="27" y="52"/>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2"/>
                  <a:pt x="248" y="66"/>
                  <a:pt x="255" y="82"/>
                </a:cubicBezTo>
                <a:cubicBezTo>
                  <a:pt x="263" y="99"/>
                  <a:pt x="266" y="116"/>
                  <a:pt x="266" y="134"/>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03" name=""/>
          <p:cNvSpPr txBox="1"/>
          <p:nvPr/>
        </p:nvSpPr>
        <p:spPr>
          <a:xfrm>
            <a:off x="1059480" y="2783880"/>
            <a:ext cx="237816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近傍画素の関係を保つ</a:t>
            </a:r>
            <a:endParaRPr b="0" lang="en-US" sz="1870" spc="-1" strike="noStrike">
              <a:solidFill>
                <a:srgbClr val="000000"/>
              </a:solidFill>
              <a:latin typeface="Times New Roman"/>
            </a:endParaRPr>
          </a:p>
        </p:txBody>
      </p:sp>
      <p:sp>
        <p:nvSpPr>
          <p:cNvPr id="104" name=""/>
          <p:cNvSpPr/>
          <p:nvPr/>
        </p:nvSpPr>
        <p:spPr>
          <a:xfrm>
            <a:off x="6238800" y="1666800"/>
            <a:ext cx="5410440" cy="2076840"/>
          </a:xfrm>
          <a:custGeom>
            <a:avLst/>
            <a:gdLst/>
            <a:ahLst/>
            <a:rect l="0" t="0" r="r" b="b"/>
            <a:pathLst>
              <a:path w="15029" h="5769">
                <a:moveTo>
                  <a:pt x="0" y="5583"/>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3"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5583"/>
                </a:lnTo>
                <a:cubicBezTo>
                  <a:pt x="15029" y="5596"/>
                  <a:pt x="15028" y="5608"/>
                  <a:pt x="15025" y="5620"/>
                </a:cubicBezTo>
                <a:cubicBezTo>
                  <a:pt x="15023" y="5631"/>
                  <a:pt x="15020" y="5643"/>
                  <a:pt x="15015" y="5654"/>
                </a:cubicBezTo>
                <a:cubicBezTo>
                  <a:pt x="15010" y="5666"/>
                  <a:pt x="15005" y="5676"/>
                  <a:pt x="14998" y="5686"/>
                </a:cubicBezTo>
                <a:cubicBezTo>
                  <a:pt x="14991" y="5696"/>
                  <a:pt x="14983" y="5706"/>
                  <a:pt x="14975" y="5714"/>
                </a:cubicBezTo>
                <a:cubicBezTo>
                  <a:pt x="14966" y="5723"/>
                  <a:pt x="14957" y="5731"/>
                  <a:pt x="14947" y="5737"/>
                </a:cubicBezTo>
                <a:cubicBezTo>
                  <a:pt x="14937" y="5744"/>
                  <a:pt x="14926" y="5750"/>
                  <a:pt x="14915" y="5755"/>
                </a:cubicBezTo>
                <a:cubicBezTo>
                  <a:pt x="14903" y="5759"/>
                  <a:pt x="14892" y="5763"/>
                  <a:pt x="14880" y="5765"/>
                </a:cubicBezTo>
                <a:cubicBezTo>
                  <a:pt x="14868" y="5767"/>
                  <a:pt x="14856" y="5769"/>
                  <a:pt x="14844" y="5769"/>
                </a:cubicBezTo>
                <a:lnTo>
                  <a:pt x="185" y="5769"/>
                </a:lnTo>
                <a:cubicBezTo>
                  <a:pt x="173" y="5769"/>
                  <a:pt x="161" y="5767"/>
                  <a:pt x="149" y="5765"/>
                </a:cubicBezTo>
                <a:cubicBezTo>
                  <a:pt x="137" y="5763"/>
                  <a:pt x="125" y="5759"/>
                  <a:pt x="114" y="5755"/>
                </a:cubicBezTo>
                <a:cubicBezTo>
                  <a:pt x="103" y="5750"/>
                  <a:pt x="92" y="5744"/>
                  <a:pt x="82" y="5737"/>
                </a:cubicBezTo>
                <a:cubicBezTo>
                  <a:pt x="72" y="5731"/>
                  <a:pt x="63" y="5723"/>
                  <a:pt x="54" y="5714"/>
                </a:cubicBezTo>
                <a:cubicBezTo>
                  <a:pt x="45" y="5706"/>
                  <a:pt x="38" y="5696"/>
                  <a:pt x="31" y="5686"/>
                </a:cubicBezTo>
                <a:cubicBezTo>
                  <a:pt x="24" y="5676"/>
                  <a:pt x="18" y="5666"/>
                  <a:pt x="14" y="5654"/>
                </a:cubicBezTo>
                <a:cubicBezTo>
                  <a:pt x="9" y="5643"/>
                  <a:pt x="6" y="5631"/>
                  <a:pt x="3" y="5620"/>
                </a:cubicBezTo>
                <a:cubicBezTo>
                  <a:pt x="1" y="5608"/>
                  <a:pt x="0" y="5596"/>
                  <a:pt x="0" y="5583"/>
                </a:cubicBezTo>
                <a:close/>
              </a:path>
            </a:pathLst>
          </a:custGeom>
          <a:solidFill>
            <a:srgbClr val="fff8f7"/>
          </a:solidFill>
          <a:ln w="0">
            <a:noFill/>
          </a:ln>
        </p:spPr>
        <p:txBody>
          <a:bodyPr lIns="0" rIns="0" tIns="0" bIns="0" anchor="t">
            <a:noAutofit/>
          </a:bodyPr>
          <a:p>
            <a:endParaRPr b="0" lang="en-US" sz="2400" spc="-1" strike="noStrike">
              <a:solidFill>
                <a:srgbClr val="000000"/>
              </a:solidFill>
              <a:latin typeface="Times New Roman"/>
            </a:endParaRPr>
          </a:p>
        </p:txBody>
      </p:sp>
      <p:sp>
        <p:nvSpPr>
          <p:cNvPr id="105" name=""/>
          <p:cNvSpPr/>
          <p:nvPr/>
        </p:nvSpPr>
        <p:spPr>
          <a:xfrm>
            <a:off x="6238800" y="1666800"/>
            <a:ext cx="5410440" cy="2076840"/>
          </a:xfrm>
          <a:custGeom>
            <a:avLst/>
            <a:gdLst/>
            <a:ahLst/>
            <a:rect l="0" t="0" r="r" b="b"/>
            <a:pathLst>
              <a:path w="15029" h="5769">
                <a:moveTo>
                  <a:pt x="0" y="5583"/>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3"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5583"/>
                </a:lnTo>
                <a:cubicBezTo>
                  <a:pt x="15029" y="5596"/>
                  <a:pt x="15028" y="5608"/>
                  <a:pt x="15025" y="5620"/>
                </a:cubicBezTo>
                <a:cubicBezTo>
                  <a:pt x="15023" y="5631"/>
                  <a:pt x="15020" y="5643"/>
                  <a:pt x="15015" y="5654"/>
                </a:cubicBezTo>
                <a:cubicBezTo>
                  <a:pt x="15010" y="5666"/>
                  <a:pt x="15005" y="5676"/>
                  <a:pt x="14998" y="5686"/>
                </a:cubicBezTo>
                <a:cubicBezTo>
                  <a:pt x="14991" y="5696"/>
                  <a:pt x="14983" y="5706"/>
                  <a:pt x="14975" y="5714"/>
                </a:cubicBezTo>
                <a:cubicBezTo>
                  <a:pt x="14966" y="5723"/>
                  <a:pt x="14957" y="5731"/>
                  <a:pt x="14947" y="5737"/>
                </a:cubicBezTo>
                <a:cubicBezTo>
                  <a:pt x="14937" y="5744"/>
                  <a:pt x="14926" y="5750"/>
                  <a:pt x="14915" y="5755"/>
                </a:cubicBezTo>
                <a:cubicBezTo>
                  <a:pt x="14903" y="5759"/>
                  <a:pt x="14892" y="5763"/>
                  <a:pt x="14880" y="5765"/>
                </a:cubicBezTo>
                <a:cubicBezTo>
                  <a:pt x="14868" y="5767"/>
                  <a:pt x="14856" y="5769"/>
                  <a:pt x="14844" y="5769"/>
                </a:cubicBezTo>
                <a:lnTo>
                  <a:pt x="185" y="5769"/>
                </a:lnTo>
                <a:cubicBezTo>
                  <a:pt x="173" y="5769"/>
                  <a:pt x="161" y="5767"/>
                  <a:pt x="149" y="5765"/>
                </a:cubicBezTo>
                <a:cubicBezTo>
                  <a:pt x="137" y="5763"/>
                  <a:pt x="125" y="5759"/>
                  <a:pt x="114" y="5755"/>
                </a:cubicBezTo>
                <a:cubicBezTo>
                  <a:pt x="103" y="5750"/>
                  <a:pt x="92" y="5744"/>
                  <a:pt x="82" y="5737"/>
                </a:cubicBezTo>
                <a:cubicBezTo>
                  <a:pt x="72" y="5731"/>
                  <a:pt x="63" y="5723"/>
                  <a:pt x="54" y="5714"/>
                </a:cubicBezTo>
                <a:cubicBezTo>
                  <a:pt x="45" y="5706"/>
                  <a:pt x="38" y="5696"/>
                  <a:pt x="31" y="5686"/>
                </a:cubicBezTo>
                <a:cubicBezTo>
                  <a:pt x="24" y="5676"/>
                  <a:pt x="18" y="5666"/>
                  <a:pt x="14" y="5654"/>
                </a:cubicBezTo>
                <a:cubicBezTo>
                  <a:pt x="9" y="5643"/>
                  <a:pt x="6" y="5631"/>
                  <a:pt x="3" y="5620"/>
                </a:cubicBezTo>
                <a:cubicBezTo>
                  <a:pt x="1" y="5608"/>
                  <a:pt x="0" y="5596"/>
                  <a:pt x="0" y="5583"/>
                </a:cubicBezTo>
                <a:close/>
              </a:path>
            </a:pathLst>
          </a:custGeom>
          <a:noFill/>
          <a:ln w="18720">
            <a:solidFill>
              <a:srgbClr val="e8bbb8"/>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106" name=""/>
          <p:cNvSpPr txBox="1"/>
          <p:nvPr/>
        </p:nvSpPr>
        <p:spPr>
          <a:xfrm>
            <a:off x="1059480" y="3222000"/>
            <a:ext cx="309132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全結合より接続数を減らせる</a:t>
            </a:r>
            <a:endParaRPr b="0" lang="en-US" sz="1870" spc="-1" strike="noStrike">
              <a:solidFill>
                <a:srgbClr val="000000"/>
              </a:solidFill>
              <a:latin typeface="Times New Roman"/>
            </a:endParaRPr>
          </a:p>
        </p:txBody>
      </p:sp>
      <p:sp>
        <p:nvSpPr>
          <p:cNvPr id="107" name=""/>
          <p:cNvSpPr/>
          <p:nvPr/>
        </p:nvSpPr>
        <p:spPr>
          <a:xfrm>
            <a:off x="6505560" y="2457360"/>
            <a:ext cx="95400" cy="95400"/>
          </a:xfrm>
          <a:custGeom>
            <a:avLst/>
            <a:gdLst/>
            <a:ahLst/>
            <a:rect l="0" t="0" r="r" b="b"/>
            <a:pathLst>
              <a:path w="265" h="265">
                <a:moveTo>
                  <a:pt x="265" y="132"/>
                </a:moveTo>
                <a:cubicBezTo>
                  <a:pt x="265" y="150"/>
                  <a:pt x="262" y="166"/>
                  <a:pt x="255" y="184"/>
                </a:cubicBezTo>
                <a:cubicBezTo>
                  <a:pt x="248" y="200"/>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200"/>
                  <a:pt x="10" y="184"/>
                </a:cubicBezTo>
                <a:cubicBezTo>
                  <a:pt x="3" y="166"/>
                  <a:pt x="0" y="150"/>
                  <a:pt x="0" y="132"/>
                </a:cubicBezTo>
                <a:cubicBezTo>
                  <a:pt x="0" y="114"/>
                  <a:pt x="3" y="98"/>
                  <a:pt x="10" y="81"/>
                </a:cubicBezTo>
                <a:cubicBezTo>
                  <a:pt x="17" y="65"/>
                  <a:pt x="27" y="51"/>
                  <a:pt x="39" y="38"/>
                </a:cubicBezTo>
                <a:cubicBezTo>
                  <a:pt x="52" y="26"/>
                  <a:pt x="66" y="17"/>
                  <a:pt x="82" y="10"/>
                </a:cubicBezTo>
                <a:cubicBezTo>
                  <a:pt x="98" y="3"/>
                  <a:pt x="115" y="0"/>
                  <a:pt x="133" y="0"/>
                </a:cubicBezTo>
                <a:cubicBezTo>
                  <a:pt x="150" y="0"/>
                  <a:pt x="167" y="3"/>
                  <a:pt x="183" y="10"/>
                </a:cubicBezTo>
                <a:cubicBezTo>
                  <a:pt x="200" y="17"/>
                  <a:pt x="214" y="26"/>
                  <a:pt x="226" y="38"/>
                </a:cubicBezTo>
                <a:cubicBezTo>
                  <a:pt x="239" y="51"/>
                  <a:pt x="248" y="65"/>
                  <a:pt x="255" y="81"/>
                </a:cubicBezTo>
                <a:cubicBezTo>
                  <a:pt x="262" y="98"/>
                  <a:pt x="265" y="114"/>
                  <a:pt x="265"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08" name=""/>
          <p:cNvSpPr txBox="1"/>
          <p:nvPr/>
        </p:nvSpPr>
        <p:spPr>
          <a:xfrm>
            <a:off x="6458040" y="1848600"/>
            <a:ext cx="1867680" cy="385920"/>
          </a:xfrm>
          <a:prstGeom prst="rect">
            <a:avLst/>
          </a:prstGeom>
          <a:noFill/>
          <a:ln w="0">
            <a:noFill/>
          </a:ln>
        </p:spPr>
        <p:txBody>
          <a:bodyPr wrap="none" lIns="0" rIns="0" tIns="0" bIns="0" anchor="t">
            <a:noAutofit/>
          </a:bodyPr>
          <a:p>
            <a:r>
              <a:rPr b="0" lang="zh-CN" sz="2100" spc="-1" strike="noStrike">
                <a:solidFill>
                  <a:srgbClr val="0b4b78"/>
                </a:solidFill>
                <a:latin typeface="NotoSansJP"/>
                <a:ea typeface="NotoSansJP"/>
              </a:rPr>
              <a:t>パラメータ共有</a:t>
            </a:r>
            <a:endParaRPr b="0" lang="en-US" sz="2100" spc="-1" strike="noStrike">
              <a:solidFill>
                <a:srgbClr val="000000"/>
              </a:solidFill>
              <a:latin typeface="Times New Roman"/>
            </a:endParaRPr>
          </a:p>
        </p:txBody>
      </p:sp>
      <p:sp>
        <p:nvSpPr>
          <p:cNvPr id="109" name=""/>
          <p:cNvSpPr/>
          <p:nvPr/>
        </p:nvSpPr>
        <p:spPr>
          <a:xfrm>
            <a:off x="6505560" y="2904840"/>
            <a:ext cx="95400" cy="95760"/>
          </a:xfrm>
          <a:custGeom>
            <a:avLst/>
            <a:gdLst/>
            <a:ahLst/>
            <a:rect l="0" t="0" r="r" b="b"/>
            <a:pathLst>
              <a:path w="265" h="266">
                <a:moveTo>
                  <a:pt x="265" y="133"/>
                </a:moveTo>
                <a:cubicBezTo>
                  <a:pt x="265" y="150"/>
                  <a:pt x="262" y="167"/>
                  <a:pt x="255" y="183"/>
                </a:cubicBezTo>
                <a:cubicBezTo>
                  <a:pt x="248" y="199"/>
                  <a:pt x="239" y="214"/>
                  <a:pt x="226" y="226"/>
                </a:cubicBezTo>
                <a:cubicBezTo>
                  <a:pt x="214" y="239"/>
                  <a:pt x="200" y="249"/>
                  <a:pt x="183" y="256"/>
                </a:cubicBezTo>
                <a:cubicBezTo>
                  <a:pt x="167" y="263"/>
                  <a:pt x="150" y="266"/>
                  <a:pt x="133" y="266"/>
                </a:cubicBezTo>
                <a:cubicBezTo>
                  <a:pt x="115" y="266"/>
                  <a:pt x="98" y="263"/>
                  <a:pt x="82" y="256"/>
                </a:cubicBezTo>
                <a:cubicBezTo>
                  <a:pt x="66" y="249"/>
                  <a:pt x="52" y="239"/>
                  <a:pt x="39" y="226"/>
                </a:cubicBezTo>
                <a:cubicBezTo>
                  <a:pt x="27" y="214"/>
                  <a:pt x="17" y="199"/>
                  <a:pt x="10" y="183"/>
                </a:cubicBezTo>
                <a:cubicBezTo>
                  <a:pt x="3" y="167"/>
                  <a:pt x="0" y="150"/>
                  <a:pt x="0" y="133"/>
                </a:cubicBezTo>
                <a:cubicBezTo>
                  <a:pt x="0" y="115"/>
                  <a:pt x="3" y="98"/>
                  <a:pt x="10" y="82"/>
                </a:cubicBezTo>
                <a:cubicBezTo>
                  <a:pt x="17" y="66"/>
                  <a:pt x="27" y="51"/>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1"/>
                  <a:pt x="248" y="66"/>
                  <a:pt x="255" y="82"/>
                </a:cubicBezTo>
                <a:cubicBezTo>
                  <a:pt x="262" y="98"/>
                  <a:pt x="265" y="115"/>
                  <a:pt x="265"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10" name=""/>
          <p:cNvSpPr txBox="1"/>
          <p:nvPr/>
        </p:nvSpPr>
        <p:spPr>
          <a:xfrm>
            <a:off x="6755760" y="2336400"/>
            <a:ext cx="380448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同じフィルタを画像全体に適用する</a:t>
            </a:r>
            <a:endParaRPr b="0" lang="en-US" sz="1870" spc="-1" strike="noStrike">
              <a:solidFill>
                <a:srgbClr val="000000"/>
              </a:solidFill>
              <a:latin typeface="Times New Roman"/>
            </a:endParaRPr>
          </a:p>
        </p:txBody>
      </p:sp>
      <p:sp>
        <p:nvSpPr>
          <p:cNvPr id="111" name=""/>
          <p:cNvSpPr/>
          <p:nvPr/>
        </p:nvSpPr>
        <p:spPr>
          <a:xfrm>
            <a:off x="6505560" y="3342960"/>
            <a:ext cx="95400" cy="95760"/>
          </a:xfrm>
          <a:custGeom>
            <a:avLst/>
            <a:gdLst/>
            <a:ahLst/>
            <a:rect l="0" t="0" r="r" b="b"/>
            <a:pathLst>
              <a:path w="265" h="266">
                <a:moveTo>
                  <a:pt x="265" y="134"/>
                </a:moveTo>
                <a:cubicBezTo>
                  <a:pt x="265" y="151"/>
                  <a:pt x="262" y="168"/>
                  <a:pt x="255" y="184"/>
                </a:cubicBezTo>
                <a:cubicBezTo>
                  <a:pt x="248" y="200"/>
                  <a:pt x="239" y="215"/>
                  <a:pt x="226" y="227"/>
                </a:cubicBezTo>
                <a:cubicBezTo>
                  <a:pt x="214" y="240"/>
                  <a:pt x="200" y="249"/>
                  <a:pt x="183" y="256"/>
                </a:cubicBezTo>
                <a:cubicBezTo>
                  <a:pt x="167" y="263"/>
                  <a:pt x="150" y="266"/>
                  <a:pt x="133" y="266"/>
                </a:cubicBezTo>
                <a:cubicBezTo>
                  <a:pt x="115" y="266"/>
                  <a:pt x="98" y="263"/>
                  <a:pt x="82" y="256"/>
                </a:cubicBezTo>
                <a:cubicBezTo>
                  <a:pt x="66" y="249"/>
                  <a:pt x="52" y="240"/>
                  <a:pt x="39" y="227"/>
                </a:cubicBezTo>
                <a:cubicBezTo>
                  <a:pt x="27" y="215"/>
                  <a:pt x="17" y="200"/>
                  <a:pt x="10" y="184"/>
                </a:cubicBezTo>
                <a:cubicBezTo>
                  <a:pt x="3" y="168"/>
                  <a:pt x="0" y="151"/>
                  <a:pt x="0" y="134"/>
                </a:cubicBezTo>
                <a:cubicBezTo>
                  <a:pt x="0" y="116"/>
                  <a:pt x="3" y="99"/>
                  <a:pt x="10" y="82"/>
                </a:cubicBezTo>
                <a:cubicBezTo>
                  <a:pt x="17" y="66"/>
                  <a:pt x="27" y="52"/>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2"/>
                  <a:pt x="248" y="66"/>
                  <a:pt x="255" y="82"/>
                </a:cubicBezTo>
                <a:cubicBezTo>
                  <a:pt x="262" y="99"/>
                  <a:pt x="265" y="116"/>
                  <a:pt x="265" y="134"/>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12" name=""/>
          <p:cNvSpPr txBox="1"/>
          <p:nvPr/>
        </p:nvSpPr>
        <p:spPr>
          <a:xfrm>
            <a:off x="6755760" y="2783880"/>
            <a:ext cx="404244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場所が違っても同じ特徴を検出できる</a:t>
            </a:r>
            <a:endParaRPr b="0" lang="en-US" sz="1870" spc="-1" strike="noStrike">
              <a:solidFill>
                <a:srgbClr val="000000"/>
              </a:solidFill>
              <a:latin typeface="Times New Roman"/>
            </a:endParaRPr>
          </a:p>
        </p:txBody>
      </p:sp>
      <p:sp>
        <p:nvSpPr>
          <p:cNvPr id="113" name=""/>
          <p:cNvSpPr/>
          <p:nvPr/>
        </p:nvSpPr>
        <p:spPr>
          <a:xfrm>
            <a:off x="533160" y="3962160"/>
            <a:ext cx="11125440" cy="857520"/>
          </a:xfrm>
          <a:custGeom>
            <a:avLst/>
            <a:gdLst/>
            <a:ahLst/>
            <a:rect l="0" t="0" r="r" b="b"/>
            <a:pathLst>
              <a:path w="30904" h="2382">
                <a:moveTo>
                  <a:pt x="0" y="0"/>
                </a:moveTo>
                <a:lnTo>
                  <a:pt x="30904" y="0"/>
                </a:lnTo>
                <a:lnTo>
                  <a:pt x="30904" y="2382"/>
                </a:lnTo>
                <a:lnTo>
                  <a:pt x="0" y="2382"/>
                </a:lnTo>
                <a:lnTo>
                  <a:pt x="0" y="0"/>
                </a:lnTo>
                <a:close/>
              </a:path>
            </a:pathLst>
          </a:custGeom>
          <a:solidFill>
            <a:srgbClr val="f8fbfd"/>
          </a:solidFill>
          <a:ln w="0">
            <a:noFill/>
          </a:ln>
        </p:spPr>
        <p:txBody>
          <a:bodyPr lIns="0" rIns="0" tIns="0" bIns="0" anchor="t">
            <a:noAutofit/>
          </a:bodyPr>
          <a:p>
            <a:endParaRPr b="0" lang="en-US" sz="2400" spc="-1" strike="noStrike">
              <a:solidFill>
                <a:srgbClr val="000000"/>
              </a:solidFill>
              <a:latin typeface="Times New Roman"/>
            </a:endParaRPr>
          </a:p>
        </p:txBody>
      </p:sp>
      <p:sp>
        <p:nvSpPr>
          <p:cNvPr id="114" name=""/>
          <p:cNvSpPr/>
          <p:nvPr/>
        </p:nvSpPr>
        <p:spPr>
          <a:xfrm>
            <a:off x="521640" y="3950640"/>
            <a:ext cx="11148480" cy="880560"/>
          </a:xfrm>
          <a:custGeom>
            <a:avLst/>
            <a:gdLst/>
            <a:ahLst/>
            <a:rect l="0" t="0" r="r" b="b"/>
            <a:pathLst>
              <a:path w="30968" h="2446">
                <a:moveTo>
                  <a:pt x="508" y="0"/>
                </a:moveTo>
                <a:lnTo>
                  <a:pt x="667" y="0"/>
                </a:lnTo>
                <a:lnTo>
                  <a:pt x="667" y="118"/>
                </a:lnTo>
                <a:lnTo>
                  <a:pt x="508" y="118"/>
                </a:lnTo>
                <a:lnTo>
                  <a:pt x="508" y="0"/>
                </a:lnTo>
                <a:moveTo>
                  <a:pt x="772" y="0"/>
                </a:moveTo>
                <a:lnTo>
                  <a:pt x="931" y="0"/>
                </a:lnTo>
                <a:lnTo>
                  <a:pt x="931" y="118"/>
                </a:lnTo>
                <a:lnTo>
                  <a:pt x="772" y="118"/>
                </a:lnTo>
                <a:lnTo>
                  <a:pt x="772" y="0"/>
                </a:lnTo>
                <a:moveTo>
                  <a:pt x="1036" y="0"/>
                </a:moveTo>
                <a:lnTo>
                  <a:pt x="1195" y="0"/>
                </a:lnTo>
                <a:lnTo>
                  <a:pt x="1195" y="118"/>
                </a:lnTo>
                <a:lnTo>
                  <a:pt x="1036" y="118"/>
                </a:lnTo>
                <a:lnTo>
                  <a:pt x="1036" y="0"/>
                </a:lnTo>
                <a:moveTo>
                  <a:pt x="1300" y="0"/>
                </a:moveTo>
                <a:lnTo>
                  <a:pt x="1459" y="0"/>
                </a:lnTo>
                <a:lnTo>
                  <a:pt x="1459" y="118"/>
                </a:lnTo>
                <a:lnTo>
                  <a:pt x="1300" y="118"/>
                </a:lnTo>
                <a:lnTo>
                  <a:pt x="1300" y="0"/>
                </a:lnTo>
                <a:moveTo>
                  <a:pt x="1564" y="0"/>
                </a:moveTo>
                <a:lnTo>
                  <a:pt x="1723" y="0"/>
                </a:lnTo>
                <a:lnTo>
                  <a:pt x="1723" y="118"/>
                </a:lnTo>
                <a:lnTo>
                  <a:pt x="1564" y="118"/>
                </a:lnTo>
                <a:lnTo>
                  <a:pt x="1564" y="0"/>
                </a:lnTo>
                <a:moveTo>
                  <a:pt x="1828" y="0"/>
                </a:moveTo>
                <a:lnTo>
                  <a:pt x="1987" y="0"/>
                </a:lnTo>
                <a:lnTo>
                  <a:pt x="1987" y="118"/>
                </a:lnTo>
                <a:lnTo>
                  <a:pt x="1828" y="118"/>
                </a:lnTo>
                <a:lnTo>
                  <a:pt x="1828" y="0"/>
                </a:lnTo>
                <a:moveTo>
                  <a:pt x="2092" y="0"/>
                </a:moveTo>
                <a:lnTo>
                  <a:pt x="2251" y="0"/>
                </a:lnTo>
                <a:lnTo>
                  <a:pt x="2251" y="118"/>
                </a:lnTo>
                <a:lnTo>
                  <a:pt x="2092" y="118"/>
                </a:lnTo>
                <a:lnTo>
                  <a:pt x="2092" y="0"/>
                </a:lnTo>
                <a:moveTo>
                  <a:pt x="2356" y="0"/>
                </a:moveTo>
                <a:lnTo>
                  <a:pt x="2515" y="0"/>
                </a:lnTo>
                <a:lnTo>
                  <a:pt x="2515" y="118"/>
                </a:lnTo>
                <a:lnTo>
                  <a:pt x="2356" y="118"/>
                </a:lnTo>
                <a:lnTo>
                  <a:pt x="2356" y="0"/>
                </a:lnTo>
                <a:moveTo>
                  <a:pt x="2620" y="0"/>
                </a:moveTo>
                <a:lnTo>
                  <a:pt x="2779" y="0"/>
                </a:lnTo>
                <a:lnTo>
                  <a:pt x="2779" y="118"/>
                </a:lnTo>
                <a:lnTo>
                  <a:pt x="2620" y="118"/>
                </a:lnTo>
                <a:lnTo>
                  <a:pt x="2620" y="0"/>
                </a:lnTo>
                <a:moveTo>
                  <a:pt x="2884" y="0"/>
                </a:moveTo>
                <a:lnTo>
                  <a:pt x="3043" y="0"/>
                </a:lnTo>
                <a:lnTo>
                  <a:pt x="3043" y="118"/>
                </a:lnTo>
                <a:lnTo>
                  <a:pt x="2884" y="118"/>
                </a:lnTo>
                <a:lnTo>
                  <a:pt x="2884" y="0"/>
                </a:lnTo>
                <a:moveTo>
                  <a:pt x="3148" y="0"/>
                </a:moveTo>
                <a:lnTo>
                  <a:pt x="3307" y="0"/>
                </a:lnTo>
                <a:lnTo>
                  <a:pt x="3307" y="118"/>
                </a:lnTo>
                <a:lnTo>
                  <a:pt x="3148" y="118"/>
                </a:lnTo>
                <a:lnTo>
                  <a:pt x="3148" y="0"/>
                </a:lnTo>
                <a:moveTo>
                  <a:pt x="3412" y="0"/>
                </a:moveTo>
                <a:lnTo>
                  <a:pt x="3571" y="0"/>
                </a:lnTo>
                <a:lnTo>
                  <a:pt x="3571" y="118"/>
                </a:lnTo>
                <a:lnTo>
                  <a:pt x="3412" y="118"/>
                </a:lnTo>
                <a:lnTo>
                  <a:pt x="3412" y="0"/>
                </a:lnTo>
                <a:moveTo>
                  <a:pt x="3677" y="0"/>
                </a:moveTo>
                <a:lnTo>
                  <a:pt x="3835" y="0"/>
                </a:lnTo>
                <a:lnTo>
                  <a:pt x="3835" y="118"/>
                </a:lnTo>
                <a:lnTo>
                  <a:pt x="3677" y="118"/>
                </a:lnTo>
                <a:lnTo>
                  <a:pt x="3677" y="0"/>
                </a:lnTo>
                <a:moveTo>
                  <a:pt x="3941" y="0"/>
                </a:moveTo>
                <a:lnTo>
                  <a:pt x="4099" y="0"/>
                </a:lnTo>
                <a:lnTo>
                  <a:pt x="4099" y="118"/>
                </a:lnTo>
                <a:lnTo>
                  <a:pt x="3941" y="118"/>
                </a:lnTo>
                <a:lnTo>
                  <a:pt x="3941" y="0"/>
                </a:lnTo>
                <a:moveTo>
                  <a:pt x="4205" y="0"/>
                </a:moveTo>
                <a:lnTo>
                  <a:pt x="4363" y="0"/>
                </a:lnTo>
                <a:lnTo>
                  <a:pt x="4363" y="118"/>
                </a:lnTo>
                <a:lnTo>
                  <a:pt x="4205" y="118"/>
                </a:lnTo>
                <a:lnTo>
                  <a:pt x="4205" y="0"/>
                </a:lnTo>
                <a:moveTo>
                  <a:pt x="4469" y="0"/>
                </a:moveTo>
                <a:lnTo>
                  <a:pt x="4627" y="0"/>
                </a:lnTo>
                <a:lnTo>
                  <a:pt x="4627" y="118"/>
                </a:lnTo>
                <a:lnTo>
                  <a:pt x="4469" y="118"/>
                </a:lnTo>
                <a:lnTo>
                  <a:pt x="4469" y="0"/>
                </a:lnTo>
                <a:moveTo>
                  <a:pt x="4733" y="0"/>
                </a:moveTo>
                <a:lnTo>
                  <a:pt x="4892" y="0"/>
                </a:lnTo>
                <a:lnTo>
                  <a:pt x="4892" y="118"/>
                </a:lnTo>
                <a:lnTo>
                  <a:pt x="4733" y="118"/>
                </a:lnTo>
                <a:lnTo>
                  <a:pt x="4733" y="0"/>
                </a:lnTo>
                <a:moveTo>
                  <a:pt x="4997" y="0"/>
                </a:moveTo>
                <a:lnTo>
                  <a:pt x="5156" y="0"/>
                </a:lnTo>
                <a:lnTo>
                  <a:pt x="5156" y="118"/>
                </a:lnTo>
                <a:lnTo>
                  <a:pt x="4997" y="118"/>
                </a:lnTo>
                <a:lnTo>
                  <a:pt x="4997" y="0"/>
                </a:lnTo>
                <a:moveTo>
                  <a:pt x="5261" y="0"/>
                </a:moveTo>
                <a:lnTo>
                  <a:pt x="5420" y="0"/>
                </a:lnTo>
                <a:lnTo>
                  <a:pt x="5420" y="118"/>
                </a:lnTo>
                <a:lnTo>
                  <a:pt x="5261" y="118"/>
                </a:lnTo>
                <a:lnTo>
                  <a:pt x="5261" y="0"/>
                </a:lnTo>
                <a:moveTo>
                  <a:pt x="5525" y="0"/>
                </a:moveTo>
                <a:lnTo>
                  <a:pt x="5684" y="0"/>
                </a:lnTo>
                <a:lnTo>
                  <a:pt x="5684" y="118"/>
                </a:lnTo>
                <a:lnTo>
                  <a:pt x="5525" y="118"/>
                </a:lnTo>
                <a:lnTo>
                  <a:pt x="5525" y="0"/>
                </a:lnTo>
                <a:moveTo>
                  <a:pt x="5789" y="0"/>
                </a:moveTo>
                <a:lnTo>
                  <a:pt x="5948" y="0"/>
                </a:lnTo>
                <a:lnTo>
                  <a:pt x="5948" y="118"/>
                </a:lnTo>
                <a:lnTo>
                  <a:pt x="5789" y="118"/>
                </a:lnTo>
                <a:lnTo>
                  <a:pt x="5789" y="0"/>
                </a:lnTo>
                <a:moveTo>
                  <a:pt x="6053" y="0"/>
                </a:moveTo>
                <a:lnTo>
                  <a:pt x="6212" y="0"/>
                </a:lnTo>
                <a:lnTo>
                  <a:pt x="6212" y="118"/>
                </a:lnTo>
                <a:lnTo>
                  <a:pt x="6053" y="118"/>
                </a:lnTo>
                <a:lnTo>
                  <a:pt x="6053" y="0"/>
                </a:lnTo>
                <a:moveTo>
                  <a:pt x="6317" y="0"/>
                </a:moveTo>
                <a:lnTo>
                  <a:pt x="6476" y="0"/>
                </a:lnTo>
                <a:lnTo>
                  <a:pt x="6476" y="118"/>
                </a:lnTo>
                <a:lnTo>
                  <a:pt x="6317" y="118"/>
                </a:lnTo>
                <a:lnTo>
                  <a:pt x="6317" y="0"/>
                </a:lnTo>
                <a:moveTo>
                  <a:pt x="6581" y="0"/>
                </a:moveTo>
                <a:lnTo>
                  <a:pt x="6740" y="0"/>
                </a:lnTo>
                <a:lnTo>
                  <a:pt x="6740" y="118"/>
                </a:lnTo>
                <a:lnTo>
                  <a:pt x="6581" y="118"/>
                </a:lnTo>
                <a:lnTo>
                  <a:pt x="6581" y="0"/>
                </a:lnTo>
                <a:moveTo>
                  <a:pt x="6845" y="0"/>
                </a:moveTo>
                <a:lnTo>
                  <a:pt x="7004" y="0"/>
                </a:lnTo>
                <a:lnTo>
                  <a:pt x="7004" y="118"/>
                </a:lnTo>
                <a:lnTo>
                  <a:pt x="6845" y="118"/>
                </a:lnTo>
                <a:lnTo>
                  <a:pt x="6845" y="0"/>
                </a:lnTo>
                <a:moveTo>
                  <a:pt x="7109" y="0"/>
                </a:moveTo>
                <a:lnTo>
                  <a:pt x="7268" y="0"/>
                </a:lnTo>
                <a:lnTo>
                  <a:pt x="7268" y="118"/>
                </a:lnTo>
                <a:lnTo>
                  <a:pt x="7109" y="118"/>
                </a:lnTo>
                <a:lnTo>
                  <a:pt x="7109" y="0"/>
                </a:lnTo>
                <a:moveTo>
                  <a:pt x="7373" y="0"/>
                </a:moveTo>
                <a:lnTo>
                  <a:pt x="7532" y="0"/>
                </a:lnTo>
                <a:lnTo>
                  <a:pt x="7532" y="118"/>
                </a:lnTo>
                <a:lnTo>
                  <a:pt x="7373" y="118"/>
                </a:lnTo>
                <a:lnTo>
                  <a:pt x="7373" y="0"/>
                </a:lnTo>
                <a:moveTo>
                  <a:pt x="7637" y="0"/>
                </a:moveTo>
                <a:lnTo>
                  <a:pt x="7796" y="0"/>
                </a:lnTo>
                <a:lnTo>
                  <a:pt x="7796" y="118"/>
                </a:lnTo>
                <a:lnTo>
                  <a:pt x="7637" y="118"/>
                </a:lnTo>
                <a:lnTo>
                  <a:pt x="7637" y="0"/>
                </a:lnTo>
                <a:moveTo>
                  <a:pt x="7901" y="0"/>
                </a:moveTo>
                <a:lnTo>
                  <a:pt x="8060" y="0"/>
                </a:lnTo>
                <a:lnTo>
                  <a:pt x="8060" y="118"/>
                </a:lnTo>
                <a:lnTo>
                  <a:pt x="7901" y="118"/>
                </a:lnTo>
                <a:lnTo>
                  <a:pt x="7901" y="0"/>
                </a:lnTo>
                <a:moveTo>
                  <a:pt x="8165" y="0"/>
                </a:moveTo>
                <a:lnTo>
                  <a:pt x="8324" y="0"/>
                </a:lnTo>
                <a:lnTo>
                  <a:pt x="8324" y="118"/>
                </a:lnTo>
                <a:lnTo>
                  <a:pt x="8165" y="118"/>
                </a:lnTo>
                <a:lnTo>
                  <a:pt x="8165" y="0"/>
                </a:lnTo>
                <a:moveTo>
                  <a:pt x="8430" y="0"/>
                </a:moveTo>
                <a:lnTo>
                  <a:pt x="8588" y="0"/>
                </a:lnTo>
                <a:lnTo>
                  <a:pt x="8588" y="118"/>
                </a:lnTo>
                <a:lnTo>
                  <a:pt x="8430" y="118"/>
                </a:lnTo>
                <a:lnTo>
                  <a:pt x="8430" y="0"/>
                </a:lnTo>
                <a:moveTo>
                  <a:pt x="8694" y="0"/>
                </a:moveTo>
                <a:lnTo>
                  <a:pt x="8852" y="0"/>
                </a:lnTo>
                <a:lnTo>
                  <a:pt x="8852" y="118"/>
                </a:lnTo>
                <a:lnTo>
                  <a:pt x="8694" y="118"/>
                </a:lnTo>
                <a:lnTo>
                  <a:pt x="8694" y="0"/>
                </a:lnTo>
                <a:moveTo>
                  <a:pt x="8958" y="0"/>
                </a:moveTo>
                <a:lnTo>
                  <a:pt x="9116" y="0"/>
                </a:lnTo>
                <a:lnTo>
                  <a:pt x="9116" y="118"/>
                </a:lnTo>
                <a:lnTo>
                  <a:pt x="8958" y="118"/>
                </a:lnTo>
                <a:lnTo>
                  <a:pt x="8958" y="0"/>
                </a:lnTo>
                <a:moveTo>
                  <a:pt x="9222" y="0"/>
                </a:moveTo>
                <a:lnTo>
                  <a:pt x="9380" y="0"/>
                </a:lnTo>
                <a:lnTo>
                  <a:pt x="9380" y="118"/>
                </a:lnTo>
                <a:lnTo>
                  <a:pt x="9222" y="118"/>
                </a:lnTo>
                <a:lnTo>
                  <a:pt x="9222" y="0"/>
                </a:lnTo>
                <a:moveTo>
                  <a:pt x="9486" y="0"/>
                </a:moveTo>
                <a:lnTo>
                  <a:pt x="9644" y="0"/>
                </a:lnTo>
                <a:lnTo>
                  <a:pt x="9644" y="118"/>
                </a:lnTo>
                <a:lnTo>
                  <a:pt x="9486" y="118"/>
                </a:lnTo>
                <a:lnTo>
                  <a:pt x="9486" y="0"/>
                </a:lnTo>
                <a:moveTo>
                  <a:pt x="9750" y="0"/>
                </a:moveTo>
                <a:lnTo>
                  <a:pt x="9909" y="0"/>
                </a:lnTo>
                <a:lnTo>
                  <a:pt x="9909" y="118"/>
                </a:lnTo>
                <a:lnTo>
                  <a:pt x="9750" y="118"/>
                </a:lnTo>
                <a:lnTo>
                  <a:pt x="9750" y="0"/>
                </a:lnTo>
                <a:moveTo>
                  <a:pt x="10014" y="0"/>
                </a:moveTo>
                <a:lnTo>
                  <a:pt x="10173" y="0"/>
                </a:lnTo>
                <a:lnTo>
                  <a:pt x="10173" y="118"/>
                </a:lnTo>
                <a:lnTo>
                  <a:pt x="10014" y="118"/>
                </a:lnTo>
                <a:lnTo>
                  <a:pt x="10014" y="0"/>
                </a:lnTo>
                <a:moveTo>
                  <a:pt x="10278" y="0"/>
                </a:moveTo>
                <a:lnTo>
                  <a:pt x="10437" y="0"/>
                </a:lnTo>
                <a:lnTo>
                  <a:pt x="10437" y="118"/>
                </a:lnTo>
                <a:lnTo>
                  <a:pt x="10278" y="118"/>
                </a:lnTo>
                <a:lnTo>
                  <a:pt x="10278" y="0"/>
                </a:lnTo>
                <a:moveTo>
                  <a:pt x="10542" y="0"/>
                </a:moveTo>
                <a:lnTo>
                  <a:pt x="10701" y="0"/>
                </a:lnTo>
                <a:lnTo>
                  <a:pt x="10701" y="118"/>
                </a:lnTo>
                <a:lnTo>
                  <a:pt x="10542" y="118"/>
                </a:lnTo>
                <a:lnTo>
                  <a:pt x="10542" y="0"/>
                </a:lnTo>
                <a:moveTo>
                  <a:pt x="10806" y="0"/>
                </a:moveTo>
                <a:lnTo>
                  <a:pt x="10965" y="0"/>
                </a:lnTo>
                <a:lnTo>
                  <a:pt x="10965" y="118"/>
                </a:lnTo>
                <a:lnTo>
                  <a:pt x="10806" y="118"/>
                </a:lnTo>
                <a:lnTo>
                  <a:pt x="10806" y="0"/>
                </a:lnTo>
                <a:moveTo>
                  <a:pt x="11070" y="0"/>
                </a:moveTo>
                <a:lnTo>
                  <a:pt x="11229" y="0"/>
                </a:lnTo>
                <a:lnTo>
                  <a:pt x="11229" y="118"/>
                </a:lnTo>
                <a:lnTo>
                  <a:pt x="11070" y="118"/>
                </a:lnTo>
                <a:lnTo>
                  <a:pt x="11070" y="0"/>
                </a:lnTo>
                <a:moveTo>
                  <a:pt x="11334" y="0"/>
                </a:moveTo>
                <a:lnTo>
                  <a:pt x="11493" y="0"/>
                </a:lnTo>
                <a:lnTo>
                  <a:pt x="11493" y="118"/>
                </a:lnTo>
                <a:lnTo>
                  <a:pt x="11334" y="118"/>
                </a:lnTo>
                <a:lnTo>
                  <a:pt x="11334" y="0"/>
                </a:lnTo>
                <a:moveTo>
                  <a:pt x="11598" y="0"/>
                </a:moveTo>
                <a:lnTo>
                  <a:pt x="11757" y="0"/>
                </a:lnTo>
                <a:lnTo>
                  <a:pt x="11757" y="118"/>
                </a:lnTo>
                <a:lnTo>
                  <a:pt x="11598" y="118"/>
                </a:lnTo>
                <a:lnTo>
                  <a:pt x="11598" y="0"/>
                </a:lnTo>
                <a:moveTo>
                  <a:pt x="11862" y="0"/>
                </a:moveTo>
                <a:lnTo>
                  <a:pt x="12021" y="0"/>
                </a:lnTo>
                <a:lnTo>
                  <a:pt x="12021" y="118"/>
                </a:lnTo>
                <a:lnTo>
                  <a:pt x="11862" y="118"/>
                </a:lnTo>
                <a:lnTo>
                  <a:pt x="11862" y="0"/>
                </a:lnTo>
                <a:moveTo>
                  <a:pt x="12126" y="0"/>
                </a:moveTo>
                <a:lnTo>
                  <a:pt x="12285" y="0"/>
                </a:lnTo>
                <a:lnTo>
                  <a:pt x="12285" y="118"/>
                </a:lnTo>
                <a:lnTo>
                  <a:pt x="12126" y="118"/>
                </a:lnTo>
                <a:lnTo>
                  <a:pt x="12126" y="0"/>
                </a:lnTo>
                <a:moveTo>
                  <a:pt x="12390" y="0"/>
                </a:moveTo>
                <a:lnTo>
                  <a:pt x="12549" y="0"/>
                </a:lnTo>
                <a:lnTo>
                  <a:pt x="12549" y="118"/>
                </a:lnTo>
                <a:lnTo>
                  <a:pt x="12390" y="118"/>
                </a:lnTo>
                <a:lnTo>
                  <a:pt x="12390" y="0"/>
                </a:lnTo>
                <a:moveTo>
                  <a:pt x="12654" y="0"/>
                </a:moveTo>
                <a:lnTo>
                  <a:pt x="12813" y="0"/>
                </a:lnTo>
                <a:lnTo>
                  <a:pt x="12813" y="118"/>
                </a:lnTo>
                <a:lnTo>
                  <a:pt x="12654" y="118"/>
                </a:lnTo>
                <a:lnTo>
                  <a:pt x="12654" y="0"/>
                </a:lnTo>
                <a:moveTo>
                  <a:pt x="12918" y="0"/>
                </a:moveTo>
                <a:lnTo>
                  <a:pt x="13077" y="0"/>
                </a:lnTo>
                <a:lnTo>
                  <a:pt x="13077" y="118"/>
                </a:lnTo>
                <a:lnTo>
                  <a:pt x="12918" y="118"/>
                </a:lnTo>
                <a:lnTo>
                  <a:pt x="12918" y="0"/>
                </a:lnTo>
                <a:moveTo>
                  <a:pt x="13182" y="0"/>
                </a:moveTo>
                <a:lnTo>
                  <a:pt x="13341" y="0"/>
                </a:lnTo>
                <a:lnTo>
                  <a:pt x="13341" y="118"/>
                </a:lnTo>
                <a:lnTo>
                  <a:pt x="13182" y="118"/>
                </a:lnTo>
                <a:lnTo>
                  <a:pt x="13182" y="0"/>
                </a:lnTo>
                <a:moveTo>
                  <a:pt x="13447" y="0"/>
                </a:moveTo>
                <a:lnTo>
                  <a:pt x="13605" y="0"/>
                </a:lnTo>
                <a:lnTo>
                  <a:pt x="13605" y="118"/>
                </a:lnTo>
                <a:lnTo>
                  <a:pt x="13447" y="118"/>
                </a:lnTo>
                <a:lnTo>
                  <a:pt x="13447" y="0"/>
                </a:lnTo>
                <a:moveTo>
                  <a:pt x="13711" y="0"/>
                </a:moveTo>
                <a:lnTo>
                  <a:pt x="13869" y="0"/>
                </a:lnTo>
                <a:lnTo>
                  <a:pt x="13869" y="118"/>
                </a:lnTo>
                <a:lnTo>
                  <a:pt x="13711" y="118"/>
                </a:lnTo>
                <a:lnTo>
                  <a:pt x="13711" y="0"/>
                </a:lnTo>
                <a:moveTo>
                  <a:pt x="13975" y="0"/>
                </a:moveTo>
                <a:lnTo>
                  <a:pt x="14134" y="0"/>
                </a:lnTo>
                <a:lnTo>
                  <a:pt x="14134" y="118"/>
                </a:lnTo>
                <a:lnTo>
                  <a:pt x="13975" y="118"/>
                </a:lnTo>
                <a:lnTo>
                  <a:pt x="13975" y="0"/>
                </a:lnTo>
                <a:moveTo>
                  <a:pt x="14240" y="0"/>
                </a:moveTo>
                <a:lnTo>
                  <a:pt x="14398" y="0"/>
                </a:lnTo>
                <a:lnTo>
                  <a:pt x="14398" y="118"/>
                </a:lnTo>
                <a:lnTo>
                  <a:pt x="14240" y="118"/>
                </a:lnTo>
                <a:lnTo>
                  <a:pt x="14240" y="0"/>
                </a:lnTo>
                <a:moveTo>
                  <a:pt x="14504" y="0"/>
                </a:moveTo>
                <a:lnTo>
                  <a:pt x="14663" y="0"/>
                </a:lnTo>
                <a:lnTo>
                  <a:pt x="14663" y="118"/>
                </a:lnTo>
                <a:lnTo>
                  <a:pt x="14504" y="118"/>
                </a:lnTo>
                <a:lnTo>
                  <a:pt x="14504" y="0"/>
                </a:lnTo>
                <a:moveTo>
                  <a:pt x="14768" y="0"/>
                </a:moveTo>
                <a:lnTo>
                  <a:pt x="14927" y="0"/>
                </a:lnTo>
                <a:lnTo>
                  <a:pt x="14927" y="118"/>
                </a:lnTo>
                <a:lnTo>
                  <a:pt x="14768" y="118"/>
                </a:lnTo>
                <a:lnTo>
                  <a:pt x="14768" y="0"/>
                </a:lnTo>
                <a:moveTo>
                  <a:pt x="15032" y="0"/>
                </a:moveTo>
                <a:lnTo>
                  <a:pt x="15191" y="0"/>
                </a:lnTo>
                <a:lnTo>
                  <a:pt x="15191" y="118"/>
                </a:lnTo>
                <a:lnTo>
                  <a:pt x="15032" y="118"/>
                </a:lnTo>
                <a:lnTo>
                  <a:pt x="15032" y="0"/>
                </a:lnTo>
                <a:moveTo>
                  <a:pt x="15296" y="0"/>
                </a:moveTo>
                <a:lnTo>
                  <a:pt x="15455" y="0"/>
                </a:lnTo>
                <a:lnTo>
                  <a:pt x="15455" y="118"/>
                </a:lnTo>
                <a:lnTo>
                  <a:pt x="15296" y="118"/>
                </a:lnTo>
                <a:lnTo>
                  <a:pt x="15296" y="0"/>
                </a:lnTo>
                <a:moveTo>
                  <a:pt x="15560" y="0"/>
                </a:moveTo>
                <a:lnTo>
                  <a:pt x="15719" y="0"/>
                </a:lnTo>
                <a:lnTo>
                  <a:pt x="15719" y="118"/>
                </a:lnTo>
                <a:lnTo>
                  <a:pt x="15560" y="118"/>
                </a:lnTo>
                <a:lnTo>
                  <a:pt x="15560" y="0"/>
                </a:lnTo>
                <a:moveTo>
                  <a:pt x="15824" y="0"/>
                </a:moveTo>
                <a:lnTo>
                  <a:pt x="15983" y="0"/>
                </a:lnTo>
                <a:lnTo>
                  <a:pt x="15983" y="118"/>
                </a:lnTo>
                <a:lnTo>
                  <a:pt x="15824" y="118"/>
                </a:lnTo>
                <a:lnTo>
                  <a:pt x="15824" y="0"/>
                </a:lnTo>
                <a:moveTo>
                  <a:pt x="16088" y="0"/>
                </a:moveTo>
                <a:lnTo>
                  <a:pt x="16247" y="0"/>
                </a:lnTo>
                <a:lnTo>
                  <a:pt x="16247" y="118"/>
                </a:lnTo>
                <a:lnTo>
                  <a:pt x="16088" y="118"/>
                </a:lnTo>
                <a:lnTo>
                  <a:pt x="16088" y="0"/>
                </a:lnTo>
                <a:moveTo>
                  <a:pt x="16352" y="0"/>
                </a:moveTo>
                <a:lnTo>
                  <a:pt x="16511" y="0"/>
                </a:lnTo>
                <a:lnTo>
                  <a:pt x="16511" y="118"/>
                </a:lnTo>
                <a:lnTo>
                  <a:pt x="16352" y="118"/>
                </a:lnTo>
                <a:lnTo>
                  <a:pt x="16352" y="0"/>
                </a:lnTo>
                <a:moveTo>
                  <a:pt x="16616" y="0"/>
                </a:moveTo>
                <a:lnTo>
                  <a:pt x="16775" y="0"/>
                </a:lnTo>
                <a:lnTo>
                  <a:pt x="16775" y="118"/>
                </a:lnTo>
                <a:lnTo>
                  <a:pt x="16616" y="118"/>
                </a:lnTo>
                <a:lnTo>
                  <a:pt x="16616" y="0"/>
                </a:lnTo>
                <a:moveTo>
                  <a:pt x="16880" y="0"/>
                </a:moveTo>
                <a:lnTo>
                  <a:pt x="17039" y="0"/>
                </a:lnTo>
                <a:lnTo>
                  <a:pt x="17039" y="118"/>
                </a:lnTo>
                <a:lnTo>
                  <a:pt x="16880" y="118"/>
                </a:lnTo>
                <a:lnTo>
                  <a:pt x="16880" y="0"/>
                </a:lnTo>
                <a:moveTo>
                  <a:pt x="17144" y="0"/>
                </a:moveTo>
                <a:lnTo>
                  <a:pt x="17303" y="0"/>
                </a:lnTo>
                <a:lnTo>
                  <a:pt x="17303" y="118"/>
                </a:lnTo>
                <a:lnTo>
                  <a:pt x="17144" y="118"/>
                </a:lnTo>
                <a:lnTo>
                  <a:pt x="17144" y="0"/>
                </a:lnTo>
                <a:moveTo>
                  <a:pt x="17408" y="0"/>
                </a:moveTo>
                <a:lnTo>
                  <a:pt x="17567" y="0"/>
                </a:lnTo>
                <a:lnTo>
                  <a:pt x="17567" y="118"/>
                </a:lnTo>
                <a:lnTo>
                  <a:pt x="17408" y="118"/>
                </a:lnTo>
                <a:lnTo>
                  <a:pt x="17408" y="0"/>
                </a:lnTo>
                <a:moveTo>
                  <a:pt x="17672" y="0"/>
                </a:moveTo>
                <a:lnTo>
                  <a:pt x="17831" y="0"/>
                </a:lnTo>
                <a:lnTo>
                  <a:pt x="17831" y="118"/>
                </a:lnTo>
                <a:lnTo>
                  <a:pt x="17672" y="118"/>
                </a:lnTo>
                <a:lnTo>
                  <a:pt x="17672" y="0"/>
                </a:lnTo>
                <a:moveTo>
                  <a:pt x="17936" y="0"/>
                </a:moveTo>
                <a:lnTo>
                  <a:pt x="18095" y="0"/>
                </a:lnTo>
                <a:lnTo>
                  <a:pt x="18095" y="118"/>
                </a:lnTo>
                <a:lnTo>
                  <a:pt x="17936" y="118"/>
                </a:lnTo>
                <a:lnTo>
                  <a:pt x="17936" y="0"/>
                </a:lnTo>
                <a:moveTo>
                  <a:pt x="18201" y="0"/>
                </a:moveTo>
                <a:lnTo>
                  <a:pt x="18359" y="0"/>
                </a:lnTo>
                <a:lnTo>
                  <a:pt x="18359" y="118"/>
                </a:lnTo>
                <a:lnTo>
                  <a:pt x="18201" y="118"/>
                </a:lnTo>
                <a:lnTo>
                  <a:pt x="18201" y="0"/>
                </a:lnTo>
                <a:moveTo>
                  <a:pt x="18465" y="0"/>
                </a:moveTo>
                <a:lnTo>
                  <a:pt x="18623" y="0"/>
                </a:lnTo>
                <a:lnTo>
                  <a:pt x="18623" y="118"/>
                </a:lnTo>
                <a:lnTo>
                  <a:pt x="18465" y="118"/>
                </a:lnTo>
                <a:lnTo>
                  <a:pt x="18465" y="0"/>
                </a:lnTo>
                <a:moveTo>
                  <a:pt x="18729" y="0"/>
                </a:moveTo>
                <a:lnTo>
                  <a:pt x="18887" y="0"/>
                </a:lnTo>
                <a:lnTo>
                  <a:pt x="18887" y="118"/>
                </a:lnTo>
                <a:lnTo>
                  <a:pt x="18729" y="118"/>
                </a:lnTo>
                <a:lnTo>
                  <a:pt x="18729" y="0"/>
                </a:lnTo>
                <a:moveTo>
                  <a:pt x="18993" y="0"/>
                </a:moveTo>
                <a:lnTo>
                  <a:pt x="19151" y="0"/>
                </a:lnTo>
                <a:lnTo>
                  <a:pt x="19151" y="118"/>
                </a:lnTo>
                <a:lnTo>
                  <a:pt x="18993" y="118"/>
                </a:lnTo>
                <a:lnTo>
                  <a:pt x="18993" y="0"/>
                </a:lnTo>
                <a:moveTo>
                  <a:pt x="19257" y="0"/>
                </a:moveTo>
                <a:lnTo>
                  <a:pt x="19415" y="0"/>
                </a:lnTo>
                <a:lnTo>
                  <a:pt x="19415" y="118"/>
                </a:lnTo>
                <a:lnTo>
                  <a:pt x="19257" y="118"/>
                </a:lnTo>
                <a:lnTo>
                  <a:pt x="19257" y="0"/>
                </a:lnTo>
                <a:moveTo>
                  <a:pt x="19521" y="0"/>
                </a:moveTo>
                <a:lnTo>
                  <a:pt x="19680" y="0"/>
                </a:lnTo>
                <a:lnTo>
                  <a:pt x="19680" y="118"/>
                </a:lnTo>
                <a:lnTo>
                  <a:pt x="19521" y="118"/>
                </a:lnTo>
                <a:lnTo>
                  <a:pt x="19521" y="0"/>
                </a:lnTo>
                <a:moveTo>
                  <a:pt x="19785" y="0"/>
                </a:moveTo>
                <a:lnTo>
                  <a:pt x="19944" y="0"/>
                </a:lnTo>
                <a:lnTo>
                  <a:pt x="19944" y="118"/>
                </a:lnTo>
                <a:lnTo>
                  <a:pt x="19785" y="118"/>
                </a:lnTo>
                <a:lnTo>
                  <a:pt x="19785" y="0"/>
                </a:lnTo>
                <a:moveTo>
                  <a:pt x="20049" y="0"/>
                </a:moveTo>
                <a:lnTo>
                  <a:pt x="20208" y="0"/>
                </a:lnTo>
                <a:lnTo>
                  <a:pt x="20208" y="118"/>
                </a:lnTo>
                <a:lnTo>
                  <a:pt x="20049" y="118"/>
                </a:lnTo>
                <a:lnTo>
                  <a:pt x="20049" y="0"/>
                </a:lnTo>
                <a:moveTo>
                  <a:pt x="20313" y="0"/>
                </a:moveTo>
                <a:lnTo>
                  <a:pt x="20472" y="0"/>
                </a:lnTo>
                <a:lnTo>
                  <a:pt x="20472" y="118"/>
                </a:lnTo>
                <a:lnTo>
                  <a:pt x="20313" y="118"/>
                </a:lnTo>
                <a:lnTo>
                  <a:pt x="20313" y="0"/>
                </a:lnTo>
                <a:moveTo>
                  <a:pt x="20577" y="0"/>
                </a:moveTo>
                <a:lnTo>
                  <a:pt x="20736" y="0"/>
                </a:lnTo>
                <a:lnTo>
                  <a:pt x="20736" y="118"/>
                </a:lnTo>
                <a:lnTo>
                  <a:pt x="20577" y="118"/>
                </a:lnTo>
                <a:lnTo>
                  <a:pt x="20577" y="0"/>
                </a:lnTo>
                <a:moveTo>
                  <a:pt x="20841" y="0"/>
                </a:moveTo>
                <a:lnTo>
                  <a:pt x="21000" y="0"/>
                </a:lnTo>
                <a:lnTo>
                  <a:pt x="21000" y="118"/>
                </a:lnTo>
                <a:lnTo>
                  <a:pt x="20841" y="118"/>
                </a:lnTo>
                <a:lnTo>
                  <a:pt x="20841" y="0"/>
                </a:lnTo>
                <a:moveTo>
                  <a:pt x="21105" y="0"/>
                </a:moveTo>
                <a:lnTo>
                  <a:pt x="21264" y="0"/>
                </a:lnTo>
                <a:lnTo>
                  <a:pt x="21264" y="118"/>
                </a:lnTo>
                <a:lnTo>
                  <a:pt x="21105" y="118"/>
                </a:lnTo>
                <a:lnTo>
                  <a:pt x="21105" y="0"/>
                </a:lnTo>
                <a:moveTo>
                  <a:pt x="21369" y="0"/>
                </a:moveTo>
                <a:lnTo>
                  <a:pt x="21528" y="0"/>
                </a:lnTo>
                <a:lnTo>
                  <a:pt x="21528" y="118"/>
                </a:lnTo>
                <a:lnTo>
                  <a:pt x="21369" y="118"/>
                </a:lnTo>
                <a:lnTo>
                  <a:pt x="21369" y="0"/>
                </a:lnTo>
                <a:moveTo>
                  <a:pt x="21633" y="0"/>
                </a:moveTo>
                <a:lnTo>
                  <a:pt x="21792" y="0"/>
                </a:lnTo>
                <a:lnTo>
                  <a:pt x="21792" y="118"/>
                </a:lnTo>
                <a:lnTo>
                  <a:pt x="21633" y="118"/>
                </a:lnTo>
                <a:lnTo>
                  <a:pt x="21633" y="0"/>
                </a:lnTo>
                <a:moveTo>
                  <a:pt x="21897" y="0"/>
                </a:moveTo>
                <a:lnTo>
                  <a:pt x="22056" y="0"/>
                </a:lnTo>
                <a:lnTo>
                  <a:pt x="22056" y="118"/>
                </a:lnTo>
                <a:lnTo>
                  <a:pt x="21897" y="118"/>
                </a:lnTo>
                <a:lnTo>
                  <a:pt x="21897" y="0"/>
                </a:lnTo>
                <a:moveTo>
                  <a:pt x="22161" y="0"/>
                </a:moveTo>
                <a:lnTo>
                  <a:pt x="22320" y="0"/>
                </a:lnTo>
                <a:lnTo>
                  <a:pt x="22320" y="118"/>
                </a:lnTo>
                <a:lnTo>
                  <a:pt x="22161" y="118"/>
                </a:lnTo>
                <a:lnTo>
                  <a:pt x="22161" y="0"/>
                </a:lnTo>
                <a:moveTo>
                  <a:pt x="22425" y="0"/>
                </a:moveTo>
                <a:lnTo>
                  <a:pt x="22584" y="0"/>
                </a:lnTo>
                <a:lnTo>
                  <a:pt x="22584" y="118"/>
                </a:lnTo>
                <a:lnTo>
                  <a:pt x="22425" y="118"/>
                </a:lnTo>
                <a:lnTo>
                  <a:pt x="22425" y="0"/>
                </a:lnTo>
                <a:moveTo>
                  <a:pt x="22689" y="0"/>
                </a:moveTo>
                <a:lnTo>
                  <a:pt x="22848" y="0"/>
                </a:lnTo>
                <a:lnTo>
                  <a:pt x="22848" y="118"/>
                </a:lnTo>
                <a:lnTo>
                  <a:pt x="22689" y="118"/>
                </a:lnTo>
                <a:lnTo>
                  <a:pt x="22689" y="0"/>
                </a:lnTo>
                <a:moveTo>
                  <a:pt x="22953" y="0"/>
                </a:moveTo>
                <a:lnTo>
                  <a:pt x="23112" y="0"/>
                </a:lnTo>
                <a:lnTo>
                  <a:pt x="23112" y="118"/>
                </a:lnTo>
                <a:lnTo>
                  <a:pt x="22953" y="118"/>
                </a:lnTo>
                <a:lnTo>
                  <a:pt x="22953" y="0"/>
                </a:lnTo>
                <a:moveTo>
                  <a:pt x="23218" y="0"/>
                </a:moveTo>
                <a:lnTo>
                  <a:pt x="23376" y="0"/>
                </a:lnTo>
                <a:lnTo>
                  <a:pt x="23376" y="118"/>
                </a:lnTo>
                <a:lnTo>
                  <a:pt x="23218" y="118"/>
                </a:lnTo>
                <a:lnTo>
                  <a:pt x="23218" y="0"/>
                </a:lnTo>
                <a:moveTo>
                  <a:pt x="23482" y="0"/>
                </a:moveTo>
                <a:lnTo>
                  <a:pt x="23640" y="0"/>
                </a:lnTo>
                <a:lnTo>
                  <a:pt x="23640" y="118"/>
                </a:lnTo>
                <a:lnTo>
                  <a:pt x="23482" y="118"/>
                </a:lnTo>
                <a:lnTo>
                  <a:pt x="23482" y="0"/>
                </a:lnTo>
                <a:moveTo>
                  <a:pt x="23746" y="0"/>
                </a:moveTo>
                <a:lnTo>
                  <a:pt x="23904" y="0"/>
                </a:lnTo>
                <a:lnTo>
                  <a:pt x="23904" y="118"/>
                </a:lnTo>
                <a:lnTo>
                  <a:pt x="23746" y="118"/>
                </a:lnTo>
                <a:lnTo>
                  <a:pt x="23746" y="0"/>
                </a:lnTo>
                <a:moveTo>
                  <a:pt x="24010" y="0"/>
                </a:moveTo>
                <a:lnTo>
                  <a:pt x="24168" y="0"/>
                </a:lnTo>
                <a:lnTo>
                  <a:pt x="24168" y="118"/>
                </a:lnTo>
                <a:lnTo>
                  <a:pt x="24010" y="118"/>
                </a:lnTo>
                <a:lnTo>
                  <a:pt x="24010" y="0"/>
                </a:lnTo>
                <a:moveTo>
                  <a:pt x="24274" y="0"/>
                </a:moveTo>
                <a:lnTo>
                  <a:pt x="24433" y="0"/>
                </a:lnTo>
                <a:lnTo>
                  <a:pt x="24433" y="118"/>
                </a:lnTo>
                <a:lnTo>
                  <a:pt x="24274" y="118"/>
                </a:lnTo>
                <a:lnTo>
                  <a:pt x="24274" y="0"/>
                </a:lnTo>
                <a:moveTo>
                  <a:pt x="24538" y="0"/>
                </a:moveTo>
                <a:lnTo>
                  <a:pt x="24697" y="0"/>
                </a:lnTo>
                <a:lnTo>
                  <a:pt x="24697" y="118"/>
                </a:lnTo>
                <a:lnTo>
                  <a:pt x="24538" y="118"/>
                </a:lnTo>
                <a:lnTo>
                  <a:pt x="24538" y="0"/>
                </a:lnTo>
                <a:moveTo>
                  <a:pt x="24802" y="0"/>
                </a:moveTo>
                <a:lnTo>
                  <a:pt x="24961" y="0"/>
                </a:lnTo>
                <a:lnTo>
                  <a:pt x="24961" y="118"/>
                </a:lnTo>
                <a:lnTo>
                  <a:pt x="24802" y="118"/>
                </a:lnTo>
                <a:lnTo>
                  <a:pt x="24802" y="0"/>
                </a:lnTo>
                <a:moveTo>
                  <a:pt x="25066" y="0"/>
                </a:moveTo>
                <a:lnTo>
                  <a:pt x="25225" y="0"/>
                </a:lnTo>
                <a:lnTo>
                  <a:pt x="25225" y="118"/>
                </a:lnTo>
                <a:lnTo>
                  <a:pt x="25066" y="118"/>
                </a:lnTo>
                <a:lnTo>
                  <a:pt x="25066" y="0"/>
                </a:lnTo>
                <a:moveTo>
                  <a:pt x="25330" y="0"/>
                </a:moveTo>
                <a:lnTo>
                  <a:pt x="25489" y="0"/>
                </a:lnTo>
                <a:lnTo>
                  <a:pt x="25489" y="118"/>
                </a:lnTo>
                <a:lnTo>
                  <a:pt x="25330" y="118"/>
                </a:lnTo>
                <a:lnTo>
                  <a:pt x="25330" y="0"/>
                </a:lnTo>
                <a:moveTo>
                  <a:pt x="25594" y="0"/>
                </a:moveTo>
                <a:lnTo>
                  <a:pt x="25753" y="0"/>
                </a:lnTo>
                <a:lnTo>
                  <a:pt x="25753" y="118"/>
                </a:lnTo>
                <a:lnTo>
                  <a:pt x="25594" y="118"/>
                </a:lnTo>
                <a:lnTo>
                  <a:pt x="25594" y="0"/>
                </a:lnTo>
                <a:moveTo>
                  <a:pt x="25858" y="0"/>
                </a:moveTo>
                <a:lnTo>
                  <a:pt x="26017" y="0"/>
                </a:lnTo>
                <a:lnTo>
                  <a:pt x="26017" y="118"/>
                </a:lnTo>
                <a:lnTo>
                  <a:pt x="25858" y="118"/>
                </a:lnTo>
                <a:lnTo>
                  <a:pt x="25858" y="0"/>
                </a:lnTo>
                <a:moveTo>
                  <a:pt x="26122" y="0"/>
                </a:moveTo>
                <a:lnTo>
                  <a:pt x="26281" y="0"/>
                </a:lnTo>
                <a:lnTo>
                  <a:pt x="26281" y="118"/>
                </a:lnTo>
                <a:lnTo>
                  <a:pt x="26122" y="118"/>
                </a:lnTo>
                <a:lnTo>
                  <a:pt x="26122" y="0"/>
                </a:lnTo>
                <a:moveTo>
                  <a:pt x="26386" y="0"/>
                </a:moveTo>
                <a:lnTo>
                  <a:pt x="26545" y="0"/>
                </a:lnTo>
                <a:lnTo>
                  <a:pt x="26545" y="118"/>
                </a:lnTo>
                <a:lnTo>
                  <a:pt x="26386" y="118"/>
                </a:lnTo>
                <a:lnTo>
                  <a:pt x="26386" y="0"/>
                </a:lnTo>
                <a:moveTo>
                  <a:pt x="26650" y="0"/>
                </a:moveTo>
                <a:lnTo>
                  <a:pt x="26809" y="0"/>
                </a:lnTo>
                <a:lnTo>
                  <a:pt x="26809" y="118"/>
                </a:lnTo>
                <a:lnTo>
                  <a:pt x="26650" y="118"/>
                </a:lnTo>
                <a:lnTo>
                  <a:pt x="26650" y="0"/>
                </a:lnTo>
                <a:moveTo>
                  <a:pt x="26914" y="0"/>
                </a:moveTo>
                <a:lnTo>
                  <a:pt x="27073" y="0"/>
                </a:lnTo>
                <a:lnTo>
                  <a:pt x="27073" y="118"/>
                </a:lnTo>
                <a:lnTo>
                  <a:pt x="26914" y="118"/>
                </a:lnTo>
                <a:lnTo>
                  <a:pt x="26914" y="0"/>
                </a:lnTo>
                <a:moveTo>
                  <a:pt x="27178" y="0"/>
                </a:moveTo>
                <a:lnTo>
                  <a:pt x="27337" y="0"/>
                </a:lnTo>
                <a:lnTo>
                  <a:pt x="27337" y="118"/>
                </a:lnTo>
                <a:lnTo>
                  <a:pt x="27178" y="118"/>
                </a:lnTo>
                <a:lnTo>
                  <a:pt x="27178" y="0"/>
                </a:lnTo>
                <a:moveTo>
                  <a:pt x="27442" y="0"/>
                </a:moveTo>
                <a:lnTo>
                  <a:pt x="27601" y="0"/>
                </a:lnTo>
                <a:lnTo>
                  <a:pt x="27601" y="118"/>
                </a:lnTo>
                <a:lnTo>
                  <a:pt x="27442" y="118"/>
                </a:lnTo>
                <a:lnTo>
                  <a:pt x="27442" y="0"/>
                </a:lnTo>
                <a:moveTo>
                  <a:pt x="27706" y="0"/>
                </a:moveTo>
                <a:lnTo>
                  <a:pt x="27865" y="0"/>
                </a:lnTo>
                <a:lnTo>
                  <a:pt x="27865" y="118"/>
                </a:lnTo>
                <a:lnTo>
                  <a:pt x="27706" y="118"/>
                </a:lnTo>
                <a:lnTo>
                  <a:pt x="27706" y="0"/>
                </a:lnTo>
                <a:moveTo>
                  <a:pt x="27971" y="0"/>
                </a:moveTo>
                <a:lnTo>
                  <a:pt x="28129" y="0"/>
                </a:lnTo>
                <a:lnTo>
                  <a:pt x="28129" y="118"/>
                </a:lnTo>
                <a:lnTo>
                  <a:pt x="27971" y="118"/>
                </a:lnTo>
                <a:lnTo>
                  <a:pt x="27971" y="0"/>
                </a:lnTo>
                <a:moveTo>
                  <a:pt x="28235" y="0"/>
                </a:moveTo>
                <a:lnTo>
                  <a:pt x="28393" y="0"/>
                </a:lnTo>
                <a:lnTo>
                  <a:pt x="28393" y="118"/>
                </a:lnTo>
                <a:lnTo>
                  <a:pt x="28235" y="118"/>
                </a:lnTo>
                <a:lnTo>
                  <a:pt x="28235" y="0"/>
                </a:lnTo>
                <a:moveTo>
                  <a:pt x="28499" y="0"/>
                </a:moveTo>
                <a:lnTo>
                  <a:pt x="28657" y="0"/>
                </a:lnTo>
                <a:lnTo>
                  <a:pt x="28657" y="118"/>
                </a:lnTo>
                <a:lnTo>
                  <a:pt x="28499" y="118"/>
                </a:lnTo>
                <a:lnTo>
                  <a:pt x="28499" y="0"/>
                </a:lnTo>
                <a:moveTo>
                  <a:pt x="28763" y="0"/>
                </a:moveTo>
                <a:lnTo>
                  <a:pt x="28921" y="0"/>
                </a:lnTo>
                <a:lnTo>
                  <a:pt x="28921" y="118"/>
                </a:lnTo>
                <a:lnTo>
                  <a:pt x="28763" y="118"/>
                </a:lnTo>
                <a:lnTo>
                  <a:pt x="28763" y="0"/>
                </a:lnTo>
                <a:moveTo>
                  <a:pt x="29027" y="0"/>
                </a:moveTo>
                <a:lnTo>
                  <a:pt x="29185" y="0"/>
                </a:lnTo>
                <a:lnTo>
                  <a:pt x="29185" y="118"/>
                </a:lnTo>
                <a:lnTo>
                  <a:pt x="29027" y="118"/>
                </a:lnTo>
                <a:lnTo>
                  <a:pt x="29027" y="0"/>
                </a:lnTo>
                <a:moveTo>
                  <a:pt x="29291" y="0"/>
                </a:moveTo>
                <a:lnTo>
                  <a:pt x="29450" y="0"/>
                </a:lnTo>
                <a:lnTo>
                  <a:pt x="29450" y="118"/>
                </a:lnTo>
                <a:lnTo>
                  <a:pt x="29291" y="118"/>
                </a:lnTo>
                <a:lnTo>
                  <a:pt x="29291" y="0"/>
                </a:lnTo>
                <a:moveTo>
                  <a:pt x="29555" y="0"/>
                </a:moveTo>
                <a:lnTo>
                  <a:pt x="29714" y="0"/>
                </a:lnTo>
                <a:lnTo>
                  <a:pt x="29714" y="118"/>
                </a:lnTo>
                <a:lnTo>
                  <a:pt x="29555" y="118"/>
                </a:lnTo>
                <a:lnTo>
                  <a:pt x="29555" y="0"/>
                </a:lnTo>
                <a:moveTo>
                  <a:pt x="29819" y="0"/>
                </a:moveTo>
                <a:lnTo>
                  <a:pt x="29978" y="0"/>
                </a:lnTo>
                <a:lnTo>
                  <a:pt x="29978" y="118"/>
                </a:lnTo>
                <a:lnTo>
                  <a:pt x="29819" y="118"/>
                </a:lnTo>
                <a:lnTo>
                  <a:pt x="29819" y="0"/>
                </a:lnTo>
                <a:moveTo>
                  <a:pt x="30083" y="0"/>
                </a:moveTo>
                <a:lnTo>
                  <a:pt x="30242" y="0"/>
                </a:lnTo>
                <a:lnTo>
                  <a:pt x="30242" y="118"/>
                </a:lnTo>
                <a:lnTo>
                  <a:pt x="30083" y="118"/>
                </a:lnTo>
                <a:lnTo>
                  <a:pt x="30083" y="0"/>
                </a:lnTo>
                <a:moveTo>
                  <a:pt x="30347" y="0"/>
                </a:moveTo>
                <a:lnTo>
                  <a:pt x="30506" y="0"/>
                </a:lnTo>
                <a:lnTo>
                  <a:pt x="30506" y="118"/>
                </a:lnTo>
                <a:lnTo>
                  <a:pt x="30347" y="118"/>
                </a:lnTo>
                <a:lnTo>
                  <a:pt x="30347" y="0"/>
                </a:lnTo>
                <a:moveTo>
                  <a:pt x="30611" y="0"/>
                </a:moveTo>
                <a:lnTo>
                  <a:pt x="30725" y="0"/>
                </a:lnTo>
                <a:cubicBezTo>
                  <a:pt x="30744" y="0"/>
                  <a:pt x="30764" y="3"/>
                  <a:pt x="30783" y="7"/>
                </a:cubicBezTo>
                <a:lnTo>
                  <a:pt x="30755" y="121"/>
                </a:lnTo>
                <a:cubicBezTo>
                  <a:pt x="30745" y="119"/>
                  <a:pt x="30735" y="118"/>
                  <a:pt x="30725" y="118"/>
                </a:cubicBezTo>
                <a:lnTo>
                  <a:pt x="30611" y="118"/>
                </a:lnTo>
                <a:lnTo>
                  <a:pt x="30611" y="0"/>
                </a:lnTo>
                <a:moveTo>
                  <a:pt x="30902" y="78"/>
                </a:moveTo>
                <a:cubicBezTo>
                  <a:pt x="30946" y="125"/>
                  <a:pt x="30968" y="181"/>
                  <a:pt x="30968" y="245"/>
                </a:cubicBezTo>
                <a:lnTo>
                  <a:pt x="30968" y="265"/>
                </a:lnTo>
                <a:lnTo>
                  <a:pt x="30852" y="265"/>
                </a:lnTo>
                <a:lnTo>
                  <a:pt x="30852" y="245"/>
                </a:lnTo>
                <a:cubicBezTo>
                  <a:pt x="30852" y="211"/>
                  <a:pt x="30840" y="182"/>
                  <a:pt x="30817" y="158"/>
                </a:cubicBezTo>
                <a:lnTo>
                  <a:pt x="30902" y="78"/>
                </a:lnTo>
                <a:moveTo>
                  <a:pt x="30968" y="370"/>
                </a:moveTo>
                <a:lnTo>
                  <a:pt x="30968" y="529"/>
                </a:lnTo>
                <a:lnTo>
                  <a:pt x="30852" y="529"/>
                </a:lnTo>
                <a:lnTo>
                  <a:pt x="30852" y="370"/>
                </a:lnTo>
                <a:lnTo>
                  <a:pt x="30968" y="370"/>
                </a:lnTo>
                <a:moveTo>
                  <a:pt x="30968" y="634"/>
                </a:moveTo>
                <a:lnTo>
                  <a:pt x="30968" y="793"/>
                </a:lnTo>
                <a:lnTo>
                  <a:pt x="30852" y="793"/>
                </a:lnTo>
                <a:lnTo>
                  <a:pt x="30852" y="634"/>
                </a:lnTo>
                <a:lnTo>
                  <a:pt x="30968" y="634"/>
                </a:lnTo>
                <a:moveTo>
                  <a:pt x="30968" y="898"/>
                </a:moveTo>
                <a:lnTo>
                  <a:pt x="30968" y="1057"/>
                </a:lnTo>
                <a:lnTo>
                  <a:pt x="30852" y="1057"/>
                </a:lnTo>
                <a:lnTo>
                  <a:pt x="30852" y="898"/>
                </a:lnTo>
                <a:lnTo>
                  <a:pt x="30968" y="898"/>
                </a:lnTo>
                <a:moveTo>
                  <a:pt x="30968" y="1162"/>
                </a:moveTo>
                <a:lnTo>
                  <a:pt x="30968" y="1321"/>
                </a:lnTo>
                <a:lnTo>
                  <a:pt x="30852" y="1321"/>
                </a:lnTo>
                <a:lnTo>
                  <a:pt x="30852" y="1162"/>
                </a:lnTo>
                <a:lnTo>
                  <a:pt x="30968" y="1162"/>
                </a:lnTo>
                <a:moveTo>
                  <a:pt x="30968" y="1426"/>
                </a:moveTo>
                <a:lnTo>
                  <a:pt x="30968" y="1585"/>
                </a:lnTo>
                <a:lnTo>
                  <a:pt x="30852" y="1585"/>
                </a:lnTo>
                <a:lnTo>
                  <a:pt x="30852" y="1426"/>
                </a:lnTo>
                <a:lnTo>
                  <a:pt x="30968" y="1426"/>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3"/>
                </a:moveTo>
                <a:cubicBezTo>
                  <a:pt x="30961" y="2298"/>
                  <a:pt x="30928" y="2357"/>
                  <a:pt x="30866" y="2401"/>
                </a:cubicBezTo>
                <a:lnTo>
                  <a:pt x="30799" y="2306"/>
                </a:lnTo>
                <a:cubicBezTo>
                  <a:pt x="30831" y="2283"/>
                  <a:pt x="30848" y="2252"/>
                  <a:pt x="30851" y="2213"/>
                </a:cubicBezTo>
                <a:lnTo>
                  <a:pt x="30967" y="2223"/>
                </a:lnTo>
                <a:moveTo>
                  <a:pt x="30736" y="2446"/>
                </a:moveTo>
                <a:cubicBezTo>
                  <a:pt x="30733" y="2446"/>
                  <a:pt x="30729" y="2446"/>
                  <a:pt x="30725" y="2446"/>
                </a:cubicBezTo>
                <a:lnTo>
                  <a:pt x="30575" y="2446"/>
                </a:lnTo>
                <a:lnTo>
                  <a:pt x="30575" y="2330"/>
                </a:lnTo>
                <a:lnTo>
                  <a:pt x="30725" y="2330"/>
                </a:lnTo>
                <a:cubicBezTo>
                  <a:pt x="30727" y="2330"/>
                  <a:pt x="30729" y="2330"/>
                  <a:pt x="30731" y="2330"/>
                </a:cubicBezTo>
                <a:lnTo>
                  <a:pt x="30736" y="2446"/>
                </a:lnTo>
                <a:moveTo>
                  <a:pt x="30470" y="2446"/>
                </a:moveTo>
                <a:lnTo>
                  <a:pt x="30311" y="2446"/>
                </a:lnTo>
                <a:lnTo>
                  <a:pt x="30311" y="2330"/>
                </a:lnTo>
                <a:lnTo>
                  <a:pt x="30470" y="2330"/>
                </a:lnTo>
                <a:lnTo>
                  <a:pt x="30470" y="2446"/>
                </a:lnTo>
                <a:moveTo>
                  <a:pt x="30206" y="2446"/>
                </a:moveTo>
                <a:lnTo>
                  <a:pt x="30047" y="2446"/>
                </a:lnTo>
                <a:lnTo>
                  <a:pt x="30047" y="2330"/>
                </a:lnTo>
                <a:lnTo>
                  <a:pt x="30206" y="2330"/>
                </a:lnTo>
                <a:lnTo>
                  <a:pt x="30206" y="2446"/>
                </a:lnTo>
                <a:moveTo>
                  <a:pt x="29942" y="2446"/>
                </a:moveTo>
                <a:lnTo>
                  <a:pt x="29783" y="2446"/>
                </a:lnTo>
                <a:lnTo>
                  <a:pt x="29783" y="2330"/>
                </a:lnTo>
                <a:lnTo>
                  <a:pt x="29942" y="2330"/>
                </a:lnTo>
                <a:lnTo>
                  <a:pt x="29942" y="2446"/>
                </a:lnTo>
                <a:moveTo>
                  <a:pt x="29678" y="2446"/>
                </a:moveTo>
                <a:lnTo>
                  <a:pt x="29519" y="2446"/>
                </a:lnTo>
                <a:lnTo>
                  <a:pt x="29519" y="2330"/>
                </a:lnTo>
                <a:lnTo>
                  <a:pt x="29678" y="2330"/>
                </a:lnTo>
                <a:lnTo>
                  <a:pt x="29678" y="2446"/>
                </a:lnTo>
                <a:moveTo>
                  <a:pt x="29414" y="2446"/>
                </a:moveTo>
                <a:lnTo>
                  <a:pt x="29255" y="2446"/>
                </a:lnTo>
                <a:lnTo>
                  <a:pt x="29255" y="2330"/>
                </a:lnTo>
                <a:lnTo>
                  <a:pt x="29414" y="2330"/>
                </a:lnTo>
                <a:lnTo>
                  <a:pt x="29414" y="2446"/>
                </a:lnTo>
                <a:moveTo>
                  <a:pt x="29150" y="2446"/>
                </a:moveTo>
                <a:lnTo>
                  <a:pt x="28991" y="2446"/>
                </a:lnTo>
                <a:lnTo>
                  <a:pt x="28991" y="2330"/>
                </a:lnTo>
                <a:lnTo>
                  <a:pt x="29150" y="2330"/>
                </a:lnTo>
                <a:lnTo>
                  <a:pt x="29150" y="2446"/>
                </a:lnTo>
                <a:moveTo>
                  <a:pt x="28886" y="2446"/>
                </a:moveTo>
                <a:lnTo>
                  <a:pt x="28727" y="2446"/>
                </a:lnTo>
                <a:lnTo>
                  <a:pt x="28727" y="2330"/>
                </a:lnTo>
                <a:lnTo>
                  <a:pt x="28886" y="2330"/>
                </a:lnTo>
                <a:lnTo>
                  <a:pt x="28886" y="2446"/>
                </a:lnTo>
                <a:moveTo>
                  <a:pt x="28622" y="2446"/>
                </a:moveTo>
                <a:lnTo>
                  <a:pt x="28463" y="2446"/>
                </a:lnTo>
                <a:lnTo>
                  <a:pt x="28463" y="2330"/>
                </a:lnTo>
                <a:lnTo>
                  <a:pt x="28622" y="2330"/>
                </a:lnTo>
                <a:lnTo>
                  <a:pt x="28622" y="2446"/>
                </a:lnTo>
                <a:moveTo>
                  <a:pt x="28358" y="2446"/>
                </a:moveTo>
                <a:lnTo>
                  <a:pt x="28199" y="2446"/>
                </a:lnTo>
                <a:lnTo>
                  <a:pt x="28199" y="2330"/>
                </a:lnTo>
                <a:lnTo>
                  <a:pt x="28358" y="2330"/>
                </a:lnTo>
                <a:lnTo>
                  <a:pt x="28358" y="2446"/>
                </a:lnTo>
                <a:moveTo>
                  <a:pt x="28094" y="2446"/>
                </a:moveTo>
                <a:lnTo>
                  <a:pt x="27935" y="2446"/>
                </a:lnTo>
                <a:lnTo>
                  <a:pt x="27935" y="2330"/>
                </a:lnTo>
                <a:lnTo>
                  <a:pt x="28094" y="2330"/>
                </a:lnTo>
                <a:lnTo>
                  <a:pt x="28094" y="2446"/>
                </a:lnTo>
                <a:moveTo>
                  <a:pt x="27829" y="2446"/>
                </a:moveTo>
                <a:lnTo>
                  <a:pt x="27671" y="2446"/>
                </a:lnTo>
                <a:lnTo>
                  <a:pt x="27671" y="2330"/>
                </a:lnTo>
                <a:lnTo>
                  <a:pt x="27829" y="2330"/>
                </a:lnTo>
                <a:lnTo>
                  <a:pt x="27829" y="2446"/>
                </a:lnTo>
                <a:moveTo>
                  <a:pt x="27565" y="2446"/>
                </a:moveTo>
                <a:lnTo>
                  <a:pt x="27407" y="2446"/>
                </a:lnTo>
                <a:lnTo>
                  <a:pt x="27407" y="2330"/>
                </a:lnTo>
                <a:lnTo>
                  <a:pt x="27565" y="2330"/>
                </a:lnTo>
                <a:lnTo>
                  <a:pt x="27565" y="2446"/>
                </a:lnTo>
                <a:moveTo>
                  <a:pt x="27301" y="2446"/>
                </a:moveTo>
                <a:lnTo>
                  <a:pt x="27143" y="2446"/>
                </a:lnTo>
                <a:lnTo>
                  <a:pt x="27143" y="2330"/>
                </a:lnTo>
                <a:lnTo>
                  <a:pt x="27301" y="2330"/>
                </a:lnTo>
                <a:lnTo>
                  <a:pt x="27301" y="2446"/>
                </a:lnTo>
                <a:moveTo>
                  <a:pt x="27037" y="2446"/>
                </a:moveTo>
                <a:lnTo>
                  <a:pt x="26879" y="2446"/>
                </a:lnTo>
                <a:lnTo>
                  <a:pt x="26879" y="2330"/>
                </a:lnTo>
                <a:lnTo>
                  <a:pt x="27037" y="2330"/>
                </a:lnTo>
                <a:lnTo>
                  <a:pt x="27037" y="2446"/>
                </a:lnTo>
                <a:moveTo>
                  <a:pt x="26773" y="2446"/>
                </a:moveTo>
                <a:lnTo>
                  <a:pt x="26615" y="2446"/>
                </a:lnTo>
                <a:lnTo>
                  <a:pt x="26615" y="2330"/>
                </a:lnTo>
                <a:lnTo>
                  <a:pt x="26773" y="2330"/>
                </a:lnTo>
                <a:lnTo>
                  <a:pt x="26773" y="2446"/>
                </a:lnTo>
                <a:moveTo>
                  <a:pt x="26509" y="2446"/>
                </a:moveTo>
                <a:lnTo>
                  <a:pt x="26350" y="2446"/>
                </a:lnTo>
                <a:lnTo>
                  <a:pt x="26350" y="2330"/>
                </a:lnTo>
                <a:lnTo>
                  <a:pt x="26509" y="2330"/>
                </a:lnTo>
                <a:lnTo>
                  <a:pt x="26509" y="2446"/>
                </a:lnTo>
                <a:moveTo>
                  <a:pt x="26245" y="2446"/>
                </a:moveTo>
                <a:lnTo>
                  <a:pt x="26086" y="2446"/>
                </a:lnTo>
                <a:lnTo>
                  <a:pt x="26086" y="2330"/>
                </a:lnTo>
                <a:lnTo>
                  <a:pt x="26245" y="2330"/>
                </a:lnTo>
                <a:lnTo>
                  <a:pt x="26245" y="2446"/>
                </a:lnTo>
                <a:moveTo>
                  <a:pt x="25981" y="2446"/>
                </a:moveTo>
                <a:lnTo>
                  <a:pt x="25822" y="2446"/>
                </a:lnTo>
                <a:lnTo>
                  <a:pt x="25822" y="2330"/>
                </a:lnTo>
                <a:lnTo>
                  <a:pt x="25981" y="2330"/>
                </a:lnTo>
                <a:lnTo>
                  <a:pt x="25981" y="2446"/>
                </a:lnTo>
                <a:moveTo>
                  <a:pt x="25717" y="2446"/>
                </a:moveTo>
                <a:lnTo>
                  <a:pt x="25558" y="2446"/>
                </a:lnTo>
                <a:lnTo>
                  <a:pt x="25558" y="2330"/>
                </a:lnTo>
                <a:lnTo>
                  <a:pt x="25717" y="2330"/>
                </a:lnTo>
                <a:lnTo>
                  <a:pt x="25717" y="2446"/>
                </a:lnTo>
                <a:moveTo>
                  <a:pt x="25453" y="2446"/>
                </a:moveTo>
                <a:lnTo>
                  <a:pt x="25294" y="2446"/>
                </a:lnTo>
                <a:lnTo>
                  <a:pt x="25294" y="2330"/>
                </a:lnTo>
                <a:lnTo>
                  <a:pt x="25453" y="2330"/>
                </a:lnTo>
                <a:lnTo>
                  <a:pt x="25453" y="2446"/>
                </a:lnTo>
                <a:moveTo>
                  <a:pt x="25189" y="2446"/>
                </a:moveTo>
                <a:lnTo>
                  <a:pt x="25030" y="2446"/>
                </a:lnTo>
                <a:lnTo>
                  <a:pt x="25030" y="2330"/>
                </a:lnTo>
                <a:lnTo>
                  <a:pt x="25189" y="2330"/>
                </a:lnTo>
                <a:lnTo>
                  <a:pt x="25189" y="2446"/>
                </a:lnTo>
                <a:moveTo>
                  <a:pt x="24925" y="2446"/>
                </a:moveTo>
                <a:lnTo>
                  <a:pt x="24766" y="2446"/>
                </a:lnTo>
                <a:lnTo>
                  <a:pt x="24766" y="2330"/>
                </a:lnTo>
                <a:lnTo>
                  <a:pt x="24925" y="2330"/>
                </a:lnTo>
                <a:lnTo>
                  <a:pt x="24925" y="2446"/>
                </a:lnTo>
                <a:moveTo>
                  <a:pt x="24661" y="2446"/>
                </a:moveTo>
                <a:lnTo>
                  <a:pt x="24502" y="2446"/>
                </a:lnTo>
                <a:lnTo>
                  <a:pt x="24502" y="2330"/>
                </a:lnTo>
                <a:lnTo>
                  <a:pt x="24661" y="2330"/>
                </a:lnTo>
                <a:lnTo>
                  <a:pt x="24661" y="2446"/>
                </a:lnTo>
                <a:moveTo>
                  <a:pt x="24397" y="2446"/>
                </a:moveTo>
                <a:lnTo>
                  <a:pt x="24238" y="2446"/>
                </a:lnTo>
                <a:lnTo>
                  <a:pt x="24238" y="2330"/>
                </a:lnTo>
                <a:lnTo>
                  <a:pt x="24397" y="2330"/>
                </a:lnTo>
                <a:lnTo>
                  <a:pt x="24397" y="2446"/>
                </a:lnTo>
                <a:moveTo>
                  <a:pt x="24133" y="2446"/>
                </a:moveTo>
                <a:lnTo>
                  <a:pt x="23974" y="2446"/>
                </a:lnTo>
                <a:lnTo>
                  <a:pt x="23974" y="2330"/>
                </a:lnTo>
                <a:lnTo>
                  <a:pt x="24133" y="2330"/>
                </a:lnTo>
                <a:lnTo>
                  <a:pt x="24133" y="2446"/>
                </a:lnTo>
                <a:moveTo>
                  <a:pt x="23869" y="2446"/>
                </a:moveTo>
                <a:lnTo>
                  <a:pt x="23710" y="2446"/>
                </a:lnTo>
                <a:lnTo>
                  <a:pt x="23710" y="2330"/>
                </a:lnTo>
                <a:lnTo>
                  <a:pt x="23869" y="2330"/>
                </a:lnTo>
                <a:lnTo>
                  <a:pt x="23869" y="2446"/>
                </a:lnTo>
                <a:moveTo>
                  <a:pt x="23605" y="2446"/>
                </a:moveTo>
                <a:lnTo>
                  <a:pt x="23446" y="2446"/>
                </a:lnTo>
                <a:lnTo>
                  <a:pt x="23446" y="2330"/>
                </a:lnTo>
                <a:lnTo>
                  <a:pt x="23605" y="2330"/>
                </a:lnTo>
                <a:lnTo>
                  <a:pt x="23605" y="2446"/>
                </a:lnTo>
                <a:moveTo>
                  <a:pt x="23341" y="2446"/>
                </a:moveTo>
                <a:lnTo>
                  <a:pt x="23182" y="2446"/>
                </a:lnTo>
                <a:lnTo>
                  <a:pt x="23182" y="2330"/>
                </a:lnTo>
                <a:lnTo>
                  <a:pt x="23341" y="2330"/>
                </a:lnTo>
                <a:lnTo>
                  <a:pt x="23341" y="2446"/>
                </a:lnTo>
                <a:moveTo>
                  <a:pt x="23077" y="2446"/>
                </a:moveTo>
                <a:lnTo>
                  <a:pt x="22918" y="2446"/>
                </a:lnTo>
                <a:lnTo>
                  <a:pt x="22918" y="2330"/>
                </a:lnTo>
                <a:lnTo>
                  <a:pt x="23077" y="2330"/>
                </a:lnTo>
                <a:lnTo>
                  <a:pt x="23077" y="2446"/>
                </a:lnTo>
                <a:moveTo>
                  <a:pt x="22812" y="2446"/>
                </a:moveTo>
                <a:lnTo>
                  <a:pt x="22654" y="2446"/>
                </a:lnTo>
                <a:lnTo>
                  <a:pt x="22654" y="2330"/>
                </a:lnTo>
                <a:lnTo>
                  <a:pt x="22812" y="2330"/>
                </a:lnTo>
                <a:lnTo>
                  <a:pt x="22812" y="2446"/>
                </a:lnTo>
                <a:moveTo>
                  <a:pt x="22548" y="2446"/>
                </a:moveTo>
                <a:lnTo>
                  <a:pt x="22390" y="2446"/>
                </a:lnTo>
                <a:lnTo>
                  <a:pt x="22390" y="2330"/>
                </a:lnTo>
                <a:lnTo>
                  <a:pt x="22548" y="2330"/>
                </a:lnTo>
                <a:lnTo>
                  <a:pt x="22548" y="2446"/>
                </a:lnTo>
                <a:moveTo>
                  <a:pt x="22284" y="2446"/>
                </a:moveTo>
                <a:lnTo>
                  <a:pt x="22126" y="2446"/>
                </a:lnTo>
                <a:lnTo>
                  <a:pt x="22126" y="2330"/>
                </a:lnTo>
                <a:lnTo>
                  <a:pt x="22284" y="2330"/>
                </a:lnTo>
                <a:lnTo>
                  <a:pt x="22284" y="2446"/>
                </a:lnTo>
                <a:moveTo>
                  <a:pt x="22020" y="2446"/>
                </a:moveTo>
                <a:lnTo>
                  <a:pt x="21862" y="2446"/>
                </a:lnTo>
                <a:lnTo>
                  <a:pt x="21862" y="2330"/>
                </a:lnTo>
                <a:lnTo>
                  <a:pt x="22020" y="2330"/>
                </a:lnTo>
                <a:lnTo>
                  <a:pt x="22020" y="2446"/>
                </a:lnTo>
                <a:moveTo>
                  <a:pt x="21756" y="2446"/>
                </a:moveTo>
                <a:lnTo>
                  <a:pt x="21597" y="2446"/>
                </a:lnTo>
                <a:lnTo>
                  <a:pt x="21597" y="2330"/>
                </a:lnTo>
                <a:lnTo>
                  <a:pt x="21756" y="2330"/>
                </a:lnTo>
                <a:lnTo>
                  <a:pt x="21756" y="2446"/>
                </a:lnTo>
                <a:moveTo>
                  <a:pt x="21492" y="2446"/>
                </a:moveTo>
                <a:lnTo>
                  <a:pt x="21333" y="2446"/>
                </a:lnTo>
                <a:lnTo>
                  <a:pt x="21333" y="2330"/>
                </a:lnTo>
                <a:lnTo>
                  <a:pt x="21492" y="2330"/>
                </a:lnTo>
                <a:lnTo>
                  <a:pt x="21492" y="2446"/>
                </a:lnTo>
                <a:moveTo>
                  <a:pt x="21228" y="2446"/>
                </a:moveTo>
                <a:lnTo>
                  <a:pt x="21069" y="2446"/>
                </a:lnTo>
                <a:lnTo>
                  <a:pt x="21069" y="2330"/>
                </a:lnTo>
                <a:lnTo>
                  <a:pt x="21228" y="2330"/>
                </a:lnTo>
                <a:lnTo>
                  <a:pt x="21228" y="2446"/>
                </a:lnTo>
                <a:moveTo>
                  <a:pt x="20964" y="2446"/>
                </a:moveTo>
                <a:lnTo>
                  <a:pt x="20805" y="2446"/>
                </a:lnTo>
                <a:lnTo>
                  <a:pt x="20805" y="2330"/>
                </a:lnTo>
                <a:lnTo>
                  <a:pt x="20964" y="2330"/>
                </a:lnTo>
                <a:lnTo>
                  <a:pt x="20964" y="2446"/>
                </a:lnTo>
                <a:moveTo>
                  <a:pt x="20700" y="2446"/>
                </a:moveTo>
                <a:lnTo>
                  <a:pt x="20541" y="2446"/>
                </a:lnTo>
                <a:lnTo>
                  <a:pt x="20541" y="2330"/>
                </a:lnTo>
                <a:lnTo>
                  <a:pt x="20700" y="2330"/>
                </a:lnTo>
                <a:lnTo>
                  <a:pt x="20700" y="2446"/>
                </a:lnTo>
                <a:moveTo>
                  <a:pt x="20436" y="2446"/>
                </a:moveTo>
                <a:lnTo>
                  <a:pt x="20277" y="2446"/>
                </a:lnTo>
                <a:lnTo>
                  <a:pt x="20277" y="2330"/>
                </a:lnTo>
                <a:lnTo>
                  <a:pt x="20436" y="2330"/>
                </a:lnTo>
                <a:lnTo>
                  <a:pt x="20436" y="2446"/>
                </a:lnTo>
                <a:moveTo>
                  <a:pt x="20172" y="2446"/>
                </a:moveTo>
                <a:lnTo>
                  <a:pt x="20013" y="2446"/>
                </a:lnTo>
                <a:lnTo>
                  <a:pt x="20013" y="2330"/>
                </a:lnTo>
                <a:lnTo>
                  <a:pt x="20172" y="2330"/>
                </a:lnTo>
                <a:lnTo>
                  <a:pt x="20172" y="2446"/>
                </a:lnTo>
                <a:moveTo>
                  <a:pt x="19908" y="2446"/>
                </a:moveTo>
                <a:lnTo>
                  <a:pt x="19749" y="2446"/>
                </a:lnTo>
                <a:lnTo>
                  <a:pt x="19749" y="2330"/>
                </a:lnTo>
                <a:lnTo>
                  <a:pt x="19908" y="2330"/>
                </a:lnTo>
                <a:lnTo>
                  <a:pt x="19908" y="2446"/>
                </a:lnTo>
                <a:moveTo>
                  <a:pt x="19644" y="2446"/>
                </a:moveTo>
                <a:lnTo>
                  <a:pt x="19485" y="2446"/>
                </a:lnTo>
                <a:lnTo>
                  <a:pt x="19485" y="2330"/>
                </a:lnTo>
                <a:lnTo>
                  <a:pt x="19644" y="2330"/>
                </a:lnTo>
                <a:lnTo>
                  <a:pt x="19644" y="2446"/>
                </a:lnTo>
                <a:moveTo>
                  <a:pt x="19380" y="2446"/>
                </a:moveTo>
                <a:lnTo>
                  <a:pt x="19221" y="2446"/>
                </a:lnTo>
                <a:lnTo>
                  <a:pt x="19221" y="2330"/>
                </a:lnTo>
                <a:lnTo>
                  <a:pt x="19380" y="2330"/>
                </a:lnTo>
                <a:lnTo>
                  <a:pt x="19380" y="2446"/>
                </a:lnTo>
                <a:moveTo>
                  <a:pt x="19116" y="2446"/>
                </a:moveTo>
                <a:lnTo>
                  <a:pt x="18957" y="2446"/>
                </a:lnTo>
                <a:lnTo>
                  <a:pt x="18957" y="2330"/>
                </a:lnTo>
                <a:lnTo>
                  <a:pt x="19116" y="2330"/>
                </a:lnTo>
                <a:lnTo>
                  <a:pt x="19116" y="2446"/>
                </a:lnTo>
                <a:moveTo>
                  <a:pt x="18852" y="2446"/>
                </a:moveTo>
                <a:lnTo>
                  <a:pt x="18693" y="2446"/>
                </a:lnTo>
                <a:lnTo>
                  <a:pt x="18693" y="2330"/>
                </a:lnTo>
                <a:lnTo>
                  <a:pt x="18852" y="2330"/>
                </a:lnTo>
                <a:lnTo>
                  <a:pt x="18852" y="2446"/>
                </a:lnTo>
                <a:moveTo>
                  <a:pt x="18588" y="2446"/>
                </a:moveTo>
                <a:lnTo>
                  <a:pt x="18429" y="2446"/>
                </a:lnTo>
                <a:lnTo>
                  <a:pt x="18429" y="2330"/>
                </a:lnTo>
                <a:lnTo>
                  <a:pt x="18588" y="2330"/>
                </a:lnTo>
                <a:lnTo>
                  <a:pt x="18588" y="2446"/>
                </a:lnTo>
                <a:moveTo>
                  <a:pt x="18324" y="2446"/>
                </a:moveTo>
                <a:lnTo>
                  <a:pt x="18165" y="2446"/>
                </a:lnTo>
                <a:lnTo>
                  <a:pt x="18165" y="2330"/>
                </a:lnTo>
                <a:lnTo>
                  <a:pt x="18324" y="2330"/>
                </a:lnTo>
                <a:lnTo>
                  <a:pt x="18324" y="2446"/>
                </a:lnTo>
                <a:moveTo>
                  <a:pt x="18059" y="2446"/>
                </a:moveTo>
                <a:lnTo>
                  <a:pt x="17901" y="2446"/>
                </a:lnTo>
                <a:lnTo>
                  <a:pt x="17901" y="2330"/>
                </a:lnTo>
                <a:lnTo>
                  <a:pt x="18059" y="2330"/>
                </a:lnTo>
                <a:lnTo>
                  <a:pt x="18059" y="2446"/>
                </a:lnTo>
                <a:moveTo>
                  <a:pt x="17795" y="2446"/>
                </a:moveTo>
                <a:lnTo>
                  <a:pt x="17637" y="2446"/>
                </a:lnTo>
                <a:lnTo>
                  <a:pt x="17637" y="2330"/>
                </a:lnTo>
                <a:lnTo>
                  <a:pt x="17795" y="2330"/>
                </a:lnTo>
                <a:lnTo>
                  <a:pt x="17795" y="2446"/>
                </a:lnTo>
                <a:moveTo>
                  <a:pt x="17531" y="2446"/>
                </a:moveTo>
                <a:lnTo>
                  <a:pt x="17373" y="2446"/>
                </a:lnTo>
                <a:lnTo>
                  <a:pt x="17373" y="2330"/>
                </a:lnTo>
                <a:lnTo>
                  <a:pt x="17531" y="2330"/>
                </a:lnTo>
                <a:lnTo>
                  <a:pt x="17531" y="2446"/>
                </a:lnTo>
                <a:moveTo>
                  <a:pt x="17267" y="2446"/>
                </a:moveTo>
                <a:lnTo>
                  <a:pt x="17109" y="2446"/>
                </a:lnTo>
                <a:lnTo>
                  <a:pt x="17109" y="2330"/>
                </a:lnTo>
                <a:lnTo>
                  <a:pt x="17267" y="2330"/>
                </a:lnTo>
                <a:lnTo>
                  <a:pt x="17267" y="2446"/>
                </a:lnTo>
                <a:moveTo>
                  <a:pt x="17003" y="2446"/>
                </a:moveTo>
                <a:lnTo>
                  <a:pt x="16845" y="2446"/>
                </a:lnTo>
                <a:lnTo>
                  <a:pt x="16845" y="2330"/>
                </a:lnTo>
                <a:lnTo>
                  <a:pt x="17003" y="2330"/>
                </a:lnTo>
                <a:lnTo>
                  <a:pt x="17003" y="2446"/>
                </a:lnTo>
                <a:moveTo>
                  <a:pt x="16739" y="2446"/>
                </a:moveTo>
                <a:lnTo>
                  <a:pt x="16580" y="2446"/>
                </a:lnTo>
                <a:lnTo>
                  <a:pt x="16580" y="2330"/>
                </a:lnTo>
                <a:lnTo>
                  <a:pt x="16739" y="2330"/>
                </a:lnTo>
                <a:lnTo>
                  <a:pt x="16739" y="2446"/>
                </a:lnTo>
                <a:moveTo>
                  <a:pt x="16475" y="2446"/>
                </a:moveTo>
                <a:lnTo>
                  <a:pt x="16316" y="2446"/>
                </a:lnTo>
                <a:lnTo>
                  <a:pt x="16316" y="2330"/>
                </a:lnTo>
                <a:lnTo>
                  <a:pt x="16475" y="2330"/>
                </a:lnTo>
                <a:lnTo>
                  <a:pt x="16475" y="2446"/>
                </a:lnTo>
                <a:moveTo>
                  <a:pt x="16211" y="2446"/>
                </a:moveTo>
                <a:lnTo>
                  <a:pt x="16052" y="2446"/>
                </a:lnTo>
                <a:lnTo>
                  <a:pt x="16052" y="2330"/>
                </a:lnTo>
                <a:lnTo>
                  <a:pt x="16211" y="2330"/>
                </a:lnTo>
                <a:lnTo>
                  <a:pt x="16211" y="2446"/>
                </a:lnTo>
                <a:moveTo>
                  <a:pt x="15947" y="2446"/>
                </a:moveTo>
                <a:lnTo>
                  <a:pt x="15788" y="2446"/>
                </a:lnTo>
                <a:lnTo>
                  <a:pt x="15788" y="2330"/>
                </a:lnTo>
                <a:lnTo>
                  <a:pt x="15947" y="2330"/>
                </a:lnTo>
                <a:lnTo>
                  <a:pt x="15947" y="2446"/>
                </a:lnTo>
                <a:moveTo>
                  <a:pt x="15683" y="2446"/>
                </a:moveTo>
                <a:lnTo>
                  <a:pt x="15524" y="2446"/>
                </a:lnTo>
                <a:lnTo>
                  <a:pt x="15524" y="2330"/>
                </a:lnTo>
                <a:lnTo>
                  <a:pt x="15683" y="2330"/>
                </a:lnTo>
                <a:lnTo>
                  <a:pt x="15683" y="2446"/>
                </a:lnTo>
                <a:moveTo>
                  <a:pt x="15419" y="2446"/>
                </a:moveTo>
                <a:lnTo>
                  <a:pt x="15260" y="2446"/>
                </a:lnTo>
                <a:lnTo>
                  <a:pt x="15260" y="2330"/>
                </a:lnTo>
                <a:lnTo>
                  <a:pt x="15419" y="2330"/>
                </a:lnTo>
                <a:lnTo>
                  <a:pt x="15419" y="2446"/>
                </a:lnTo>
                <a:moveTo>
                  <a:pt x="15155" y="2446"/>
                </a:moveTo>
                <a:lnTo>
                  <a:pt x="14996" y="2446"/>
                </a:lnTo>
                <a:lnTo>
                  <a:pt x="14996" y="2330"/>
                </a:lnTo>
                <a:lnTo>
                  <a:pt x="15155" y="2330"/>
                </a:lnTo>
                <a:lnTo>
                  <a:pt x="15155" y="2446"/>
                </a:lnTo>
                <a:moveTo>
                  <a:pt x="14891" y="2446"/>
                </a:moveTo>
                <a:lnTo>
                  <a:pt x="14732" y="2446"/>
                </a:lnTo>
                <a:lnTo>
                  <a:pt x="14732" y="2330"/>
                </a:lnTo>
                <a:lnTo>
                  <a:pt x="14891" y="2330"/>
                </a:lnTo>
                <a:lnTo>
                  <a:pt x="14891" y="2446"/>
                </a:lnTo>
                <a:moveTo>
                  <a:pt x="14627" y="2446"/>
                </a:moveTo>
                <a:lnTo>
                  <a:pt x="14468" y="2446"/>
                </a:lnTo>
                <a:lnTo>
                  <a:pt x="14468" y="2330"/>
                </a:lnTo>
                <a:lnTo>
                  <a:pt x="14627" y="2330"/>
                </a:lnTo>
                <a:lnTo>
                  <a:pt x="14627" y="2446"/>
                </a:lnTo>
                <a:moveTo>
                  <a:pt x="14363" y="2446"/>
                </a:moveTo>
                <a:lnTo>
                  <a:pt x="14204" y="2446"/>
                </a:lnTo>
                <a:lnTo>
                  <a:pt x="14204" y="2330"/>
                </a:lnTo>
                <a:lnTo>
                  <a:pt x="14363" y="2330"/>
                </a:lnTo>
                <a:lnTo>
                  <a:pt x="14363" y="2446"/>
                </a:lnTo>
                <a:moveTo>
                  <a:pt x="14099" y="2446"/>
                </a:moveTo>
                <a:lnTo>
                  <a:pt x="13939" y="2446"/>
                </a:lnTo>
                <a:lnTo>
                  <a:pt x="13939" y="2330"/>
                </a:lnTo>
                <a:lnTo>
                  <a:pt x="14099" y="2330"/>
                </a:lnTo>
                <a:lnTo>
                  <a:pt x="14099" y="2446"/>
                </a:lnTo>
                <a:moveTo>
                  <a:pt x="13834" y="2446"/>
                </a:moveTo>
                <a:lnTo>
                  <a:pt x="13675" y="2446"/>
                </a:lnTo>
                <a:lnTo>
                  <a:pt x="13675" y="2330"/>
                </a:lnTo>
                <a:lnTo>
                  <a:pt x="13834" y="2330"/>
                </a:lnTo>
                <a:lnTo>
                  <a:pt x="13834" y="2446"/>
                </a:lnTo>
                <a:moveTo>
                  <a:pt x="13570" y="2446"/>
                </a:moveTo>
                <a:lnTo>
                  <a:pt x="13411" y="2446"/>
                </a:lnTo>
                <a:lnTo>
                  <a:pt x="13411" y="2330"/>
                </a:lnTo>
                <a:lnTo>
                  <a:pt x="13570" y="2330"/>
                </a:lnTo>
                <a:lnTo>
                  <a:pt x="13570" y="2446"/>
                </a:lnTo>
                <a:moveTo>
                  <a:pt x="13306" y="2446"/>
                </a:moveTo>
                <a:lnTo>
                  <a:pt x="13147" y="2446"/>
                </a:lnTo>
                <a:lnTo>
                  <a:pt x="13147" y="2330"/>
                </a:lnTo>
                <a:lnTo>
                  <a:pt x="13306" y="2330"/>
                </a:lnTo>
                <a:lnTo>
                  <a:pt x="13306" y="2446"/>
                </a:lnTo>
                <a:moveTo>
                  <a:pt x="13041" y="2446"/>
                </a:moveTo>
                <a:lnTo>
                  <a:pt x="12883" y="2446"/>
                </a:lnTo>
                <a:lnTo>
                  <a:pt x="12883" y="2330"/>
                </a:lnTo>
                <a:lnTo>
                  <a:pt x="13041" y="2330"/>
                </a:lnTo>
                <a:lnTo>
                  <a:pt x="13041" y="2446"/>
                </a:lnTo>
                <a:moveTo>
                  <a:pt x="12777" y="2446"/>
                </a:moveTo>
                <a:lnTo>
                  <a:pt x="12619" y="2446"/>
                </a:lnTo>
                <a:lnTo>
                  <a:pt x="12619" y="2330"/>
                </a:lnTo>
                <a:lnTo>
                  <a:pt x="12777" y="2330"/>
                </a:lnTo>
                <a:lnTo>
                  <a:pt x="12777" y="2446"/>
                </a:lnTo>
                <a:moveTo>
                  <a:pt x="12513" y="2446"/>
                </a:moveTo>
                <a:lnTo>
                  <a:pt x="12355" y="2446"/>
                </a:lnTo>
                <a:lnTo>
                  <a:pt x="12355" y="2330"/>
                </a:lnTo>
                <a:lnTo>
                  <a:pt x="12513" y="2330"/>
                </a:lnTo>
                <a:lnTo>
                  <a:pt x="12513" y="2446"/>
                </a:lnTo>
                <a:moveTo>
                  <a:pt x="12249" y="2446"/>
                </a:moveTo>
                <a:lnTo>
                  <a:pt x="12091" y="2446"/>
                </a:lnTo>
                <a:lnTo>
                  <a:pt x="12091" y="2330"/>
                </a:lnTo>
                <a:lnTo>
                  <a:pt x="12249" y="2330"/>
                </a:lnTo>
                <a:lnTo>
                  <a:pt x="12249" y="2446"/>
                </a:lnTo>
                <a:moveTo>
                  <a:pt x="11985" y="2446"/>
                </a:moveTo>
                <a:lnTo>
                  <a:pt x="11826" y="2446"/>
                </a:lnTo>
                <a:lnTo>
                  <a:pt x="11826" y="2330"/>
                </a:lnTo>
                <a:lnTo>
                  <a:pt x="11985" y="2330"/>
                </a:lnTo>
                <a:lnTo>
                  <a:pt x="11985" y="2446"/>
                </a:lnTo>
                <a:moveTo>
                  <a:pt x="11721" y="2446"/>
                </a:moveTo>
                <a:lnTo>
                  <a:pt x="11562" y="2446"/>
                </a:lnTo>
                <a:lnTo>
                  <a:pt x="11562" y="2330"/>
                </a:lnTo>
                <a:lnTo>
                  <a:pt x="11721" y="2330"/>
                </a:lnTo>
                <a:lnTo>
                  <a:pt x="11721" y="2446"/>
                </a:lnTo>
                <a:moveTo>
                  <a:pt x="11457" y="2446"/>
                </a:moveTo>
                <a:lnTo>
                  <a:pt x="11298" y="2446"/>
                </a:lnTo>
                <a:lnTo>
                  <a:pt x="11298" y="2330"/>
                </a:lnTo>
                <a:lnTo>
                  <a:pt x="11457" y="2330"/>
                </a:lnTo>
                <a:lnTo>
                  <a:pt x="11457" y="2446"/>
                </a:lnTo>
                <a:moveTo>
                  <a:pt x="11193" y="2446"/>
                </a:moveTo>
                <a:lnTo>
                  <a:pt x="11034" y="2446"/>
                </a:lnTo>
                <a:lnTo>
                  <a:pt x="11034" y="2330"/>
                </a:lnTo>
                <a:lnTo>
                  <a:pt x="11193" y="2330"/>
                </a:lnTo>
                <a:lnTo>
                  <a:pt x="11193" y="2446"/>
                </a:lnTo>
                <a:moveTo>
                  <a:pt x="10929" y="2446"/>
                </a:moveTo>
                <a:lnTo>
                  <a:pt x="10770" y="2446"/>
                </a:lnTo>
                <a:lnTo>
                  <a:pt x="10770" y="2330"/>
                </a:lnTo>
                <a:lnTo>
                  <a:pt x="10929" y="2330"/>
                </a:lnTo>
                <a:lnTo>
                  <a:pt x="10929" y="2446"/>
                </a:lnTo>
                <a:moveTo>
                  <a:pt x="10665" y="2446"/>
                </a:moveTo>
                <a:lnTo>
                  <a:pt x="10506" y="2446"/>
                </a:lnTo>
                <a:lnTo>
                  <a:pt x="10506" y="2330"/>
                </a:lnTo>
                <a:lnTo>
                  <a:pt x="10665" y="2330"/>
                </a:lnTo>
                <a:lnTo>
                  <a:pt x="10665" y="2446"/>
                </a:lnTo>
                <a:moveTo>
                  <a:pt x="10401" y="2446"/>
                </a:moveTo>
                <a:lnTo>
                  <a:pt x="10242" y="2446"/>
                </a:lnTo>
                <a:lnTo>
                  <a:pt x="10242" y="2330"/>
                </a:lnTo>
                <a:lnTo>
                  <a:pt x="10401" y="2330"/>
                </a:lnTo>
                <a:lnTo>
                  <a:pt x="10401" y="2446"/>
                </a:lnTo>
                <a:moveTo>
                  <a:pt x="10137" y="2446"/>
                </a:moveTo>
                <a:lnTo>
                  <a:pt x="9978" y="2446"/>
                </a:lnTo>
                <a:lnTo>
                  <a:pt x="9978" y="2330"/>
                </a:lnTo>
                <a:lnTo>
                  <a:pt x="10137" y="2330"/>
                </a:lnTo>
                <a:lnTo>
                  <a:pt x="10137" y="2446"/>
                </a:lnTo>
                <a:moveTo>
                  <a:pt x="9873" y="2446"/>
                </a:moveTo>
                <a:lnTo>
                  <a:pt x="9714" y="2446"/>
                </a:lnTo>
                <a:lnTo>
                  <a:pt x="9714" y="2330"/>
                </a:lnTo>
                <a:lnTo>
                  <a:pt x="9873" y="2330"/>
                </a:lnTo>
                <a:lnTo>
                  <a:pt x="9873" y="2446"/>
                </a:lnTo>
                <a:moveTo>
                  <a:pt x="9609" y="2446"/>
                </a:moveTo>
                <a:lnTo>
                  <a:pt x="9450" y="2446"/>
                </a:lnTo>
                <a:lnTo>
                  <a:pt x="9450" y="2330"/>
                </a:lnTo>
                <a:lnTo>
                  <a:pt x="9609" y="2330"/>
                </a:lnTo>
                <a:lnTo>
                  <a:pt x="9609" y="2446"/>
                </a:lnTo>
                <a:moveTo>
                  <a:pt x="9345" y="2446"/>
                </a:moveTo>
                <a:lnTo>
                  <a:pt x="9186" y="2446"/>
                </a:lnTo>
                <a:lnTo>
                  <a:pt x="9186" y="2330"/>
                </a:lnTo>
                <a:lnTo>
                  <a:pt x="9345" y="2330"/>
                </a:lnTo>
                <a:lnTo>
                  <a:pt x="9345" y="2446"/>
                </a:lnTo>
                <a:moveTo>
                  <a:pt x="9081" y="2446"/>
                </a:moveTo>
                <a:lnTo>
                  <a:pt x="8922" y="2446"/>
                </a:lnTo>
                <a:lnTo>
                  <a:pt x="8922" y="2330"/>
                </a:lnTo>
                <a:lnTo>
                  <a:pt x="9081" y="2330"/>
                </a:lnTo>
                <a:lnTo>
                  <a:pt x="9081" y="2446"/>
                </a:lnTo>
                <a:moveTo>
                  <a:pt x="8817" y="2446"/>
                </a:moveTo>
                <a:lnTo>
                  <a:pt x="8658" y="2446"/>
                </a:lnTo>
                <a:lnTo>
                  <a:pt x="8658" y="2330"/>
                </a:lnTo>
                <a:lnTo>
                  <a:pt x="8817" y="2330"/>
                </a:lnTo>
                <a:lnTo>
                  <a:pt x="8817" y="2446"/>
                </a:lnTo>
                <a:moveTo>
                  <a:pt x="8553" y="2446"/>
                </a:moveTo>
                <a:lnTo>
                  <a:pt x="8394" y="2446"/>
                </a:lnTo>
                <a:lnTo>
                  <a:pt x="8394" y="2330"/>
                </a:lnTo>
                <a:lnTo>
                  <a:pt x="8553" y="2330"/>
                </a:lnTo>
                <a:lnTo>
                  <a:pt x="8553" y="2446"/>
                </a:lnTo>
                <a:moveTo>
                  <a:pt x="8288" y="2446"/>
                </a:moveTo>
                <a:lnTo>
                  <a:pt x="8130" y="2446"/>
                </a:lnTo>
                <a:lnTo>
                  <a:pt x="8130" y="2330"/>
                </a:lnTo>
                <a:lnTo>
                  <a:pt x="8288" y="2330"/>
                </a:lnTo>
                <a:lnTo>
                  <a:pt x="8288" y="2446"/>
                </a:lnTo>
                <a:moveTo>
                  <a:pt x="8024" y="2446"/>
                </a:moveTo>
                <a:lnTo>
                  <a:pt x="7866" y="2446"/>
                </a:lnTo>
                <a:lnTo>
                  <a:pt x="7866" y="2330"/>
                </a:lnTo>
                <a:lnTo>
                  <a:pt x="8024" y="2330"/>
                </a:lnTo>
                <a:lnTo>
                  <a:pt x="8024" y="2446"/>
                </a:lnTo>
                <a:moveTo>
                  <a:pt x="7760" y="2446"/>
                </a:moveTo>
                <a:lnTo>
                  <a:pt x="7602" y="2446"/>
                </a:lnTo>
                <a:lnTo>
                  <a:pt x="7602" y="2330"/>
                </a:lnTo>
                <a:lnTo>
                  <a:pt x="7760" y="2330"/>
                </a:lnTo>
                <a:lnTo>
                  <a:pt x="7760" y="2446"/>
                </a:lnTo>
                <a:moveTo>
                  <a:pt x="7496" y="2446"/>
                </a:moveTo>
                <a:lnTo>
                  <a:pt x="7338" y="2446"/>
                </a:lnTo>
                <a:lnTo>
                  <a:pt x="7338" y="2330"/>
                </a:lnTo>
                <a:lnTo>
                  <a:pt x="7496" y="2330"/>
                </a:lnTo>
                <a:lnTo>
                  <a:pt x="7496" y="2446"/>
                </a:lnTo>
                <a:moveTo>
                  <a:pt x="7232" y="2446"/>
                </a:moveTo>
                <a:lnTo>
                  <a:pt x="7074" y="2446"/>
                </a:lnTo>
                <a:lnTo>
                  <a:pt x="7074" y="2330"/>
                </a:lnTo>
                <a:lnTo>
                  <a:pt x="7232" y="2330"/>
                </a:lnTo>
                <a:lnTo>
                  <a:pt x="7232" y="2446"/>
                </a:lnTo>
                <a:moveTo>
                  <a:pt x="6968" y="2446"/>
                </a:moveTo>
                <a:lnTo>
                  <a:pt x="6809" y="2446"/>
                </a:lnTo>
                <a:lnTo>
                  <a:pt x="6809" y="2330"/>
                </a:lnTo>
                <a:lnTo>
                  <a:pt x="6968" y="2330"/>
                </a:lnTo>
                <a:lnTo>
                  <a:pt x="6968" y="2446"/>
                </a:lnTo>
                <a:moveTo>
                  <a:pt x="6704" y="2446"/>
                </a:moveTo>
                <a:lnTo>
                  <a:pt x="6545" y="2446"/>
                </a:lnTo>
                <a:lnTo>
                  <a:pt x="6545" y="2330"/>
                </a:lnTo>
                <a:lnTo>
                  <a:pt x="6704" y="2330"/>
                </a:lnTo>
                <a:lnTo>
                  <a:pt x="6704" y="2446"/>
                </a:lnTo>
                <a:moveTo>
                  <a:pt x="6440" y="2446"/>
                </a:moveTo>
                <a:lnTo>
                  <a:pt x="6281" y="2446"/>
                </a:lnTo>
                <a:lnTo>
                  <a:pt x="6281" y="2330"/>
                </a:lnTo>
                <a:lnTo>
                  <a:pt x="6440" y="2330"/>
                </a:lnTo>
                <a:lnTo>
                  <a:pt x="6440" y="2446"/>
                </a:lnTo>
                <a:moveTo>
                  <a:pt x="6176" y="2446"/>
                </a:moveTo>
                <a:lnTo>
                  <a:pt x="6017" y="2446"/>
                </a:lnTo>
                <a:lnTo>
                  <a:pt x="6017" y="2330"/>
                </a:lnTo>
                <a:lnTo>
                  <a:pt x="6176" y="2330"/>
                </a:lnTo>
                <a:lnTo>
                  <a:pt x="6176" y="2446"/>
                </a:lnTo>
                <a:moveTo>
                  <a:pt x="5912" y="2446"/>
                </a:moveTo>
                <a:lnTo>
                  <a:pt x="5753" y="2446"/>
                </a:lnTo>
                <a:lnTo>
                  <a:pt x="5753" y="2330"/>
                </a:lnTo>
                <a:lnTo>
                  <a:pt x="5912" y="2330"/>
                </a:lnTo>
                <a:lnTo>
                  <a:pt x="5912" y="2446"/>
                </a:lnTo>
                <a:moveTo>
                  <a:pt x="5648" y="2446"/>
                </a:moveTo>
                <a:lnTo>
                  <a:pt x="5489" y="2446"/>
                </a:lnTo>
                <a:lnTo>
                  <a:pt x="5489" y="2330"/>
                </a:lnTo>
                <a:lnTo>
                  <a:pt x="5648" y="2330"/>
                </a:lnTo>
                <a:lnTo>
                  <a:pt x="5648" y="2446"/>
                </a:lnTo>
                <a:moveTo>
                  <a:pt x="5384" y="2446"/>
                </a:moveTo>
                <a:lnTo>
                  <a:pt x="5225" y="2446"/>
                </a:lnTo>
                <a:lnTo>
                  <a:pt x="5225" y="2330"/>
                </a:lnTo>
                <a:lnTo>
                  <a:pt x="5384" y="2330"/>
                </a:lnTo>
                <a:lnTo>
                  <a:pt x="5384" y="2446"/>
                </a:lnTo>
                <a:moveTo>
                  <a:pt x="5120" y="2446"/>
                </a:moveTo>
                <a:lnTo>
                  <a:pt x="4961" y="2446"/>
                </a:lnTo>
                <a:lnTo>
                  <a:pt x="4961" y="2330"/>
                </a:lnTo>
                <a:lnTo>
                  <a:pt x="5120" y="2330"/>
                </a:lnTo>
                <a:lnTo>
                  <a:pt x="5120" y="2446"/>
                </a:lnTo>
                <a:moveTo>
                  <a:pt x="4856" y="2446"/>
                </a:moveTo>
                <a:lnTo>
                  <a:pt x="4697" y="2446"/>
                </a:lnTo>
                <a:lnTo>
                  <a:pt x="4697" y="2330"/>
                </a:lnTo>
                <a:lnTo>
                  <a:pt x="4856" y="2330"/>
                </a:lnTo>
                <a:lnTo>
                  <a:pt x="4856" y="2446"/>
                </a:lnTo>
                <a:moveTo>
                  <a:pt x="4592" y="2446"/>
                </a:moveTo>
                <a:lnTo>
                  <a:pt x="4433" y="2446"/>
                </a:lnTo>
                <a:lnTo>
                  <a:pt x="4433" y="2330"/>
                </a:lnTo>
                <a:lnTo>
                  <a:pt x="4592" y="2330"/>
                </a:lnTo>
                <a:lnTo>
                  <a:pt x="4592" y="2446"/>
                </a:lnTo>
                <a:moveTo>
                  <a:pt x="4328" y="2446"/>
                </a:moveTo>
                <a:lnTo>
                  <a:pt x="4169" y="2446"/>
                </a:lnTo>
                <a:lnTo>
                  <a:pt x="4169" y="2330"/>
                </a:lnTo>
                <a:lnTo>
                  <a:pt x="4328" y="2330"/>
                </a:lnTo>
                <a:lnTo>
                  <a:pt x="4328" y="2446"/>
                </a:lnTo>
                <a:moveTo>
                  <a:pt x="4064" y="2446"/>
                </a:moveTo>
                <a:lnTo>
                  <a:pt x="3905" y="2446"/>
                </a:lnTo>
                <a:lnTo>
                  <a:pt x="3905" y="2330"/>
                </a:lnTo>
                <a:lnTo>
                  <a:pt x="4064" y="2330"/>
                </a:lnTo>
                <a:lnTo>
                  <a:pt x="4064" y="2446"/>
                </a:lnTo>
                <a:moveTo>
                  <a:pt x="3800" y="2446"/>
                </a:moveTo>
                <a:lnTo>
                  <a:pt x="3641" y="2446"/>
                </a:lnTo>
                <a:lnTo>
                  <a:pt x="3641" y="2330"/>
                </a:lnTo>
                <a:lnTo>
                  <a:pt x="3800" y="2330"/>
                </a:lnTo>
                <a:lnTo>
                  <a:pt x="3800" y="2446"/>
                </a:lnTo>
                <a:moveTo>
                  <a:pt x="3536" y="2446"/>
                </a:moveTo>
                <a:lnTo>
                  <a:pt x="3377" y="2446"/>
                </a:lnTo>
                <a:lnTo>
                  <a:pt x="3377" y="2330"/>
                </a:lnTo>
                <a:lnTo>
                  <a:pt x="3536" y="2330"/>
                </a:lnTo>
                <a:lnTo>
                  <a:pt x="3536" y="2446"/>
                </a:lnTo>
                <a:moveTo>
                  <a:pt x="3271" y="2446"/>
                </a:moveTo>
                <a:lnTo>
                  <a:pt x="3113" y="2446"/>
                </a:lnTo>
                <a:lnTo>
                  <a:pt x="3113" y="2330"/>
                </a:lnTo>
                <a:lnTo>
                  <a:pt x="3271" y="2330"/>
                </a:lnTo>
                <a:lnTo>
                  <a:pt x="3271" y="2446"/>
                </a:lnTo>
                <a:moveTo>
                  <a:pt x="3007" y="2446"/>
                </a:moveTo>
                <a:lnTo>
                  <a:pt x="2849" y="2446"/>
                </a:lnTo>
                <a:lnTo>
                  <a:pt x="2849" y="2330"/>
                </a:lnTo>
                <a:lnTo>
                  <a:pt x="3007" y="2330"/>
                </a:lnTo>
                <a:lnTo>
                  <a:pt x="3007" y="2446"/>
                </a:lnTo>
                <a:moveTo>
                  <a:pt x="2743" y="2446"/>
                </a:moveTo>
                <a:lnTo>
                  <a:pt x="2585" y="2446"/>
                </a:lnTo>
                <a:lnTo>
                  <a:pt x="2585" y="2330"/>
                </a:lnTo>
                <a:lnTo>
                  <a:pt x="2743" y="2330"/>
                </a:lnTo>
                <a:lnTo>
                  <a:pt x="2743" y="2446"/>
                </a:lnTo>
                <a:moveTo>
                  <a:pt x="2479" y="2446"/>
                </a:moveTo>
                <a:lnTo>
                  <a:pt x="2321" y="2446"/>
                </a:lnTo>
                <a:lnTo>
                  <a:pt x="2321" y="2330"/>
                </a:lnTo>
                <a:lnTo>
                  <a:pt x="2479" y="2330"/>
                </a:lnTo>
                <a:lnTo>
                  <a:pt x="2479" y="2446"/>
                </a:lnTo>
                <a:moveTo>
                  <a:pt x="2215" y="2446"/>
                </a:moveTo>
                <a:lnTo>
                  <a:pt x="2056" y="2446"/>
                </a:lnTo>
                <a:lnTo>
                  <a:pt x="2056" y="2330"/>
                </a:lnTo>
                <a:lnTo>
                  <a:pt x="2215" y="2330"/>
                </a:lnTo>
                <a:lnTo>
                  <a:pt x="2215" y="2446"/>
                </a:lnTo>
                <a:moveTo>
                  <a:pt x="1951" y="2446"/>
                </a:moveTo>
                <a:lnTo>
                  <a:pt x="1792" y="2446"/>
                </a:lnTo>
                <a:lnTo>
                  <a:pt x="1792" y="2330"/>
                </a:lnTo>
                <a:lnTo>
                  <a:pt x="1951" y="2330"/>
                </a:lnTo>
                <a:lnTo>
                  <a:pt x="1951" y="2446"/>
                </a:lnTo>
                <a:moveTo>
                  <a:pt x="1687" y="2446"/>
                </a:moveTo>
                <a:lnTo>
                  <a:pt x="1528" y="2446"/>
                </a:lnTo>
                <a:lnTo>
                  <a:pt x="1528" y="2330"/>
                </a:lnTo>
                <a:lnTo>
                  <a:pt x="1687" y="2330"/>
                </a:lnTo>
                <a:lnTo>
                  <a:pt x="1687" y="2446"/>
                </a:lnTo>
                <a:moveTo>
                  <a:pt x="1423" y="2446"/>
                </a:moveTo>
                <a:lnTo>
                  <a:pt x="1264" y="2446"/>
                </a:lnTo>
                <a:lnTo>
                  <a:pt x="1264" y="2330"/>
                </a:lnTo>
                <a:lnTo>
                  <a:pt x="1423" y="2330"/>
                </a:lnTo>
                <a:lnTo>
                  <a:pt x="1423" y="2446"/>
                </a:lnTo>
                <a:moveTo>
                  <a:pt x="1159" y="2446"/>
                </a:moveTo>
                <a:lnTo>
                  <a:pt x="1000" y="2446"/>
                </a:lnTo>
                <a:lnTo>
                  <a:pt x="1000" y="2330"/>
                </a:lnTo>
                <a:lnTo>
                  <a:pt x="1159" y="2330"/>
                </a:lnTo>
                <a:lnTo>
                  <a:pt x="1159" y="2446"/>
                </a:lnTo>
                <a:moveTo>
                  <a:pt x="895" y="2446"/>
                </a:moveTo>
                <a:lnTo>
                  <a:pt x="736" y="2446"/>
                </a:lnTo>
                <a:lnTo>
                  <a:pt x="736" y="2330"/>
                </a:lnTo>
                <a:lnTo>
                  <a:pt x="895" y="2330"/>
                </a:lnTo>
                <a:lnTo>
                  <a:pt x="895" y="2446"/>
                </a:lnTo>
                <a:moveTo>
                  <a:pt x="631" y="2446"/>
                </a:moveTo>
                <a:lnTo>
                  <a:pt x="472" y="2446"/>
                </a:lnTo>
                <a:lnTo>
                  <a:pt x="472" y="2330"/>
                </a:lnTo>
                <a:lnTo>
                  <a:pt x="631" y="2330"/>
                </a:lnTo>
                <a:lnTo>
                  <a:pt x="631" y="2446"/>
                </a:lnTo>
                <a:moveTo>
                  <a:pt x="367" y="2446"/>
                </a:moveTo>
                <a:lnTo>
                  <a:pt x="244" y="2446"/>
                </a:lnTo>
                <a:cubicBezTo>
                  <a:pt x="228" y="2446"/>
                  <a:pt x="213" y="2445"/>
                  <a:pt x="198" y="2442"/>
                </a:cubicBezTo>
                <a:lnTo>
                  <a:pt x="220" y="2327"/>
                </a:lnTo>
                <a:cubicBezTo>
                  <a:pt x="228" y="2329"/>
                  <a:pt x="236" y="2330"/>
                  <a:pt x="244" y="2330"/>
                </a:cubicBezTo>
                <a:lnTo>
                  <a:pt x="367" y="2330"/>
                </a:lnTo>
                <a:lnTo>
                  <a:pt x="367" y="2446"/>
                </a:lnTo>
                <a:moveTo>
                  <a:pt x="75" y="2378"/>
                </a:moveTo>
                <a:cubicBezTo>
                  <a:pt x="25" y="2330"/>
                  <a:pt x="0" y="2272"/>
                  <a:pt x="0" y="2203"/>
                </a:cubicBezTo>
                <a:lnTo>
                  <a:pt x="0" y="2192"/>
                </a:lnTo>
                <a:lnTo>
                  <a:pt x="117" y="2192"/>
                </a:lnTo>
                <a:lnTo>
                  <a:pt x="117" y="2203"/>
                </a:lnTo>
                <a:cubicBezTo>
                  <a:pt x="117" y="2239"/>
                  <a:pt x="130" y="2269"/>
                  <a:pt x="156" y="2294"/>
                </a:cubicBezTo>
                <a:lnTo>
                  <a:pt x="75" y="2378"/>
                </a:lnTo>
                <a:moveTo>
                  <a:pt x="0" y="2087"/>
                </a:moveTo>
                <a:lnTo>
                  <a:pt x="0" y="1928"/>
                </a:lnTo>
                <a:lnTo>
                  <a:pt x="117" y="1928"/>
                </a:lnTo>
                <a:lnTo>
                  <a:pt x="117" y="2087"/>
                </a:lnTo>
                <a:lnTo>
                  <a:pt x="0" y="2087"/>
                </a:lnTo>
                <a:moveTo>
                  <a:pt x="0" y="1823"/>
                </a:moveTo>
                <a:lnTo>
                  <a:pt x="0" y="1664"/>
                </a:lnTo>
                <a:lnTo>
                  <a:pt x="117" y="1664"/>
                </a:lnTo>
                <a:lnTo>
                  <a:pt x="117" y="1823"/>
                </a:lnTo>
                <a:lnTo>
                  <a:pt x="0" y="1823"/>
                </a:lnTo>
                <a:moveTo>
                  <a:pt x="0" y="1559"/>
                </a:moveTo>
                <a:lnTo>
                  <a:pt x="0" y="1400"/>
                </a:lnTo>
                <a:lnTo>
                  <a:pt x="117" y="1400"/>
                </a:lnTo>
                <a:lnTo>
                  <a:pt x="117" y="1559"/>
                </a:lnTo>
                <a:lnTo>
                  <a:pt x="0" y="1559"/>
                </a:lnTo>
                <a:moveTo>
                  <a:pt x="0" y="1295"/>
                </a:moveTo>
                <a:lnTo>
                  <a:pt x="0" y="1136"/>
                </a:lnTo>
                <a:lnTo>
                  <a:pt x="117" y="1136"/>
                </a:lnTo>
                <a:lnTo>
                  <a:pt x="117" y="1295"/>
                </a:lnTo>
                <a:lnTo>
                  <a:pt x="0" y="1295"/>
                </a:lnTo>
                <a:moveTo>
                  <a:pt x="0" y="1030"/>
                </a:moveTo>
                <a:lnTo>
                  <a:pt x="0" y="872"/>
                </a:lnTo>
                <a:lnTo>
                  <a:pt x="117" y="872"/>
                </a:lnTo>
                <a:lnTo>
                  <a:pt x="117" y="1030"/>
                </a:lnTo>
                <a:lnTo>
                  <a:pt x="0" y="1030"/>
                </a:lnTo>
                <a:moveTo>
                  <a:pt x="0" y="766"/>
                </a:moveTo>
                <a:lnTo>
                  <a:pt x="0" y="608"/>
                </a:lnTo>
                <a:lnTo>
                  <a:pt x="117" y="608"/>
                </a:lnTo>
                <a:lnTo>
                  <a:pt x="117" y="766"/>
                </a:lnTo>
                <a:lnTo>
                  <a:pt x="0" y="766"/>
                </a:lnTo>
                <a:moveTo>
                  <a:pt x="0" y="502"/>
                </a:moveTo>
                <a:lnTo>
                  <a:pt x="0" y="344"/>
                </a:lnTo>
                <a:lnTo>
                  <a:pt x="117" y="344"/>
                </a:lnTo>
                <a:lnTo>
                  <a:pt x="117" y="502"/>
                </a:lnTo>
                <a:lnTo>
                  <a:pt x="0" y="502"/>
                </a:lnTo>
                <a:moveTo>
                  <a:pt x="1" y="237"/>
                </a:moveTo>
                <a:cubicBezTo>
                  <a:pt x="3" y="162"/>
                  <a:pt x="34" y="101"/>
                  <a:pt x="92" y="54"/>
                </a:cubicBezTo>
                <a:lnTo>
                  <a:pt x="165" y="145"/>
                </a:lnTo>
                <a:cubicBezTo>
                  <a:pt x="134" y="170"/>
                  <a:pt x="118" y="201"/>
                  <a:pt x="117" y="241"/>
                </a:cubicBezTo>
                <a:lnTo>
                  <a:pt x="1" y="237"/>
                </a:lnTo>
                <a:moveTo>
                  <a:pt x="221" y="2"/>
                </a:moveTo>
                <a:cubicBezTo>
                  <a:pt x="228" y="1"/>
                  <a:pt x="236" y="0"/>
                  <a:pt x="244" y="0"/>
                </a:cubicBezTo>
                <a:lnTo>
                  <a:pt x="403" y="0"/>
                </a:lnTo>
                <a:lnTo>
                  <a:pt x="403" y="118"/>
                </a:lnTo>
                <a:lnTo>
                  <a:pt x="244" y="118"/>
                </a:lnTo>
                <a:cubicBezTo>
                  <a:pt x="240" y="118"/>
                  <a:pt x="236" y="118"/>
                  <a:pt x="232" y="118"/>
                </a:cubicBezTo>
                <a:lnTo>
                  <a:pt x="221" y="2"/>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115" name=""/>
          <p:cNvSpPr/>
          <p:nvPr/>
        </p:nvSpPr>
        <p:spPr>
          <a:xfrm>
            <a:off x="521640" y="3950640"/>
            <a:ext cx="11148480" cy="880560"/>
          </a:xfrm>
          <a:custGeom>
            <a:avLst/>
            <a:gdLst/>
            <a:ahLst/>
            <a:rect l="0" t="0" r="r" b="b"/>
            <a:pathLst>
              <a:path w="30968" h="2446">
                <a:moveTo>
                  <a:pt x="508" y="0"/>
                </a:moveTo>
                <a:lnTo>
                  <a:pt x="667" y="0"/>
                </a:lnTo>
                <a:lnTo>
                  <a:pt x="667" y="118"/>
                </a:lnTo>
                <a:lnTo>
                  <a:pt x="508" y="118"/>
                </a:lnTo>
                <a:lnTo>
                  <a:pt x="508" y="0"/>
                </a:lnTo>
                <a:moveTo>
                  <a:pt x="772" y="0"/>
                </a:moveTo>
                <a:lnTo>
                  <a:pt x="931" y="0"/>
                </a:lnTo>
                <a:lnTo>
                  <a:pt x="931" y="118"/>
                </a:lnTo>
                <a:lnTo>
                  <a:pt x="772" y="118"/>
                </a:lnTo>
                <a:lnTo>
                  <a:pt x="772" y="0"/>
                </a:lnTo>
                <a:moveTo>
                  <a:pt x="1036" y="0"/>
                </a:moveTo>
                <a:lnTo>
                  <a:pt x="1195" y="0"/>
                </a:lnTo>
                <a:lnTo>
                  <a:pt x="1195" y="118"/>
                </a:lnTo>
                <a:lnTo>
                  <a:pt x="1036" y="118"/>
                </a:lnTo>
                <a:lnTo>
                  <a:pt x="1036" y="0"/>
                </a:lnTo>
                <a:moveTo>
                  <a:pt x="1300" y="0"/>
                </a:moveTo>
                <a:lnTo>
                  <a:pt x="1459" y="0"/>
                </a:lnTo>
                <a:lnTo>
                  <a:pt x="1459" y="118"/>
                </a:lnTo>
                <a:lnTo>
                  <a:pt x="1300" y="118"/>
                </a:lnTo>
                <a:lnTo>
                  <a:pt x="1300" y="0"/>
                </a:lnTo>
                <a:moveTo>
                  <a:pt x="1564" y="0"/>
                </a:moveTo>
                <a:lnTo>
                  <a:pt x="1723" y="0"/>
                </a:lnTo>
                <a:lnTo>
                  <a:pt x="1723" y="118"/>
                </a:lnTo>
                <a:lnTo>
                  <a:pt x="1564" y="118"/>
                </a:lnTo>
                <a:lnTo>
                  <a:pt x="1564" y="0"/>
                </a:lnTo>
                <a:moveTo>
                  <a:pt x="1828" y="0"/>
                </a:moveTo>
                <a:lnTo>
                  <a:pt x="1987" y="0"/>
                </a:lnTo>
                <a:lnTo>
                  <a:pt x="1987" y="118"/>
                </a:lnTo>
                <a:lnTo>
                  <a:pt x="1828" y="118"/>
                </a:lnTo>
                <a:lnTo>
                  <a:pt x="1828" y="0"/>
                </a:lnTo>
                <a:moveTo>
                  <a:pt x="2092" y="0"/>
                </a:moveTo>
                <a:lnTo>
                  <a:pt x="2251" y="0"/>
                </a:lnTo>
                <a:lnTo>
                  <a:pt x="2251" y="118"/>
                </a:lnTo>
                <a:lnTo>
                  <a:pt x="2092" y="118"/>
                </a:lnTo>
                <a:lnTo>
                  <a:pt x="2092" y="0"/>
                </a:lnTo>
                <a:moveTo>
                  <a:pt x="2356" y="0"/>
                </a:moveTo>
                <a:lnTo>
                  <a:pt x="2515" y="0"/>
                </a:lnTo>
                <a:lnTo>
                  <a:pt x="2515" y="118"/>
                </a:lnTo>
                <a:lnTo>
                  <a:pt x="2356" y="118"/>
                </a:lnTo>
                <a:lnTo>
                  <a:pt x="2356" y="0"/>
                </a:lnTo>
                <a:moveTo>
                  <a:pt x="2620" y="0"/>
                </a:moveTo>
                <a:lnTo>
                  <a:pt x="2779" y="0"/>
                </a:lnTo>
                <a:lnTo>
                  <a:pt x="2779" y="118"/>
                </a:lnTo>
                <a:lnTo>
                  <a:pt x="2620" y="118"/>
                </a:lnTo>
                <a:lnTo>
                  <a:pt x="2620" y="0"/>
                </a:lnTo>
                <a:moveTo>
                  <a:pt x="2884" y="0"/>
                </a:moveTo>
                <a:lnTo>
                  <a:pt x="3043" y="0"/>
                </a:lnTo>
                <a:lnTo>
                  <a:pt x="3043" y="118"/>
                </a:lnTo>
                <a:lnTo>
                  <a:pt x="2884" y="118"/>
                </a:lnTo>
                <a:lnTo>
                  <a:pt x="2884" y="0"/>
                </a:lnTo>
                <a:moveTo>
                  <a:pt x="3148" y="0"/>
                </a:moveTo>
                <a:lnTo>
                  <a:pt x="3307" y="0"/>
                </a:lnTo>
                <a:lnTo>
                  <a:pt x="3307" y="118"/>
                </a:lnTo>
                <a:lnTo>
                  <a:pt x="3148" y="118"/>
                </a:lnTo>
                <a:lnTo>
                  <a:pt x="3148" y="0"/>
                </a:lnTo>
                <a:moveTo>
                  <a:pt x="3412" y="0"/>
                </a:moveTo>
                <a:lnTo>
                  <a:pt x="3571" y="0"/>
                </a:lnTo>
                <a:lnTo>
                  <a:pt x="3571" y="118"/>
                </a:lnTo>
                <a:lnTo>
                  <a:pt x="3412" y="118"/>
                </a:lnTo>
                <a:lnTo>
                  <a:pt x="3412" y="0"/>
                </a:lnTo>
                <a:moveTo>
                  <a:pt x="3677" y="0"/>
                </a:moveTo>
                <a:lnTo>
                  <a:pt x="3835" y="0"/>
                </a:lnTo>
                <a:lnTo>
                  <a:pt x="3835" y="118"/>
                </a:lnTo>
                <a:lnTo>
                  <a:pt x="3677" y="118"/>
                </a:lnTo>
                <a:lnTo>
                  <a:pt x="3677" y="0"/>
                </a:lnTo>
                <a:moveTo>
                  <a:pt x="3941" y="0"/>
                </a:moveTo>
                <a:lnTo>
                  <a:pt x="4099" y="0"/>
                </a:lnTo>
                <a:lnTo>
                  <a:pt x="4099" y="118"/>
                </a:lnTo>
                <a:lnTo>
                  <a:pt x="3941" y="118"/>
                </a:lnTo>
                <a:lnTo>
                  <a:pt x="3941" y="0"/>
                </a:lnTo>
                <a:moveTo>
                  <a:pt x="4205" y="0"/>
                </a:moveTo>
                <a:lnTo>
                  <a:pt x="4363" y="0"/>
                </a:lnTo>
                <a:lnTo>
                  <a:pt x="4363" y="118"/>
                </a:lnTo>
                <a:lnTo>
                  <a:pt x="4205" y="118"/>
                </a:lnTo>
                <a:lnTo>
                  <a:pt x="4205" y="0"/>
                </a:lnTo>
                <a:moveTo>
                  <a:pt x="4469" y="0"/>
                </a:moveTo>
                <a:lnTo>
                  <a:pt x="4627" y="0"/>
                </a:lnTo>
                <a:lnTo>
                  <a:pt x="4627" y="118"/>
                </a:lnTo>
                <a:lnTo>
                  <a:pt x="4469" y="118"/>
                </a:lnTo>
                <a:lnTo>
                  <a:pt x="4469" y="0"/>
                </a:lnTo>
                <a:moveTo>
                  <a:pt x="4733" y="0"/>
                </a:moveTo>
                <a:lnTo>
                  <a:pt x="4892" y="0"/>
                </a:lnTo>
                <a:lnTo>
                  <a:pt x="4892" y="118"/>
                </a:lnTo>
                <a:lnTo>
                  <a:pt x="4733" y="118"/>
                </a:lnTo>
                <a:lnTo>
                  <a:pt x="4733" y="0"/>
                </a:lnTo>
                <a:moveTo>
                  <a:pt x="4997" y="0"/>
                </a:moveTo>
                <a:lnTo>
                  <a:pt x="5156" y="0"/>
                </a:lnTo>
                <a:lnTo>
                  <a:pt x="5156" y="118"/>
                </a:lnTo>
                <a:lnTo>
                  <a:pt x="4997" y="118"/>
                </a:lnTo>
                <a:lnTo>
                  <a:pt x="4997" y="0"/>
                </a:lnTo>
                <a:moveTo>
                  <a:pt x="5261" y="0"/>
                </a:moveTo>
                <a:lnTo>
                  <a:pt x="5420" y="0"/>
                </a:lnTo>
                <a:lnTo>
                  <a:pt x="5420" y="118"/>
                </a:lnTo>
                <a:lnTo>
                  <a:pt x="5261" y="118"/>
                </a:lnTo>
                <a:lnTo>
                  <a:pt x="5261" y="0"/>
                </a:lnTo>
                <a:moveTo>
                  <a:pt x="5525" y="0"/>
                </a:moveTo>
                <a:lnTo>
                  <a:pt x="5684" y="0"/>
                </a:lnTo>
                <a:lnTo>
                  <a:pt x="5684" y="118"/>
                </a:lnTo>
                <a:lnTo>
                  <a:pt x="5525" y="118"/>
                </a:lnTo>
                <a:lnTo>
                  <a:pt x="5525" y="0"/>
                </a:lnTo>
                <a:moveTo>
                  <a:pt x="5789" y="0"/>
                </a:moveTo>
                <a:lnTo>
                  <a:pt x="5948" y="0"/>
                </a:lnTo>
                <a:lnTo>
                  <a:pt x="5948" y="118"/>
                </a:lnTo>
                <a:lnTo>
                  <a:pt x="5789" y="118"/>
                </a:lnTo>
                <a:lnTo>
                  <a:pt x="5789" y="0"/>
                </a:lnTo>
                <a:moveTo>
                  <a:pt x="6053" y="0"/>
                </a:moveTo>
                <a:lnTo>
                  <a:pt x="6212" y="0"/>
                </a:lnTo>
                <a:lnTo>
                  <a:pt x="6212" y="118"/>
                </a:lnTo>
                <a:lnTo>
                  <a:pt x="6053" y="118"/>
                </a:lnTo>
                <a:lnTo>
                  <a:pt x="6053" y="0"/>
                </a:lnTo>
                <a:moveTo>
                  <a:pt x="6317" y="0"/>
                </a:moveTo>
                <a:lnTo>
                  <a:pt x="6476" y="0"/>
                </a:lnTo>
                <a:lnTo>
                  <a:pt x="6476" y="118"/>
                </a:lnTo>
                <a:lnTo>
                  <a:pt x="6317" y="118"/>
                </a:lnTo>
                <a:lnTo>
                  <a:pt x="6317" y="0"/>
                </a:lnTo>
                <a:moveTo>
                  <a:pt x="6581" y="0"/>
                </a:moveTo>
                <a:lnTo>
                  <a:pt x="6740" y="0"/>
                </a:lnTo>
                <a:lnTo>
                  <a:pt x="6740" y="118"/>
                </a:lnTo>
                <a:lnTo>
                  <a:pt x="6581" y="118"/>
                </a:lnTo>
                <a:lnTo>
                  <a:pt x="6581" y="0"/>
                </a:lnTo>
                <a:moveTo>
                  <a:pt x="6845" y="0"/>
                </a:moveTo>
                <a:lnTo>
                  <a:pt x="7004" y="0"/>
                </a:lnTo>
                <a:lnTo>
                  <a:pt x="7004" y="118"/>
                </a:lnTo>
                <a:lnTo>
                  <a:pt x="6845" y="118"/>
                </a:lnTo>
                <a:lnTo>
                  <a:pt x="6845" y="0"/>
                </a:lnTo>
                <a:moveTo>
                  <a:pt x="7109" y="0"/>
                </a:moveTo>
                <a:lnTo>
                  <a:pt x="7268" y="0"/>
                </a:lnTo>
                <a:lnTo>
                  <a:pt x="7268" y="118"/>
                </a:lnTo>
                <a:lnTo>
                  <a:pt x="7109" y="118"/>
                </a:lnTo>
                <a:lnTo>
                  <a:pt x="7109" y="0"/>
                </a:lnTo>
                <a:moveTo>
                  <a:pt x="7373" y="0"/>
                </a:moveTo>
                <a:lnTo>
                  <a:pt x="7532" y="0"/>
                </a:lnTo>
                <a:lnTo>
                  <a:pt x="7532" y="118"/>
                </a:lnTo>
                <a:lnTo>
                  <a:pt x="7373" y="118"/>
                </a:lnTo>
                <a:lnTo>
                  <a:pt x="7373" y="0"/>
                </a:lnTo>
                <a:moveTo>
                  <a:pt x="7637" y="0"/>
                </a:moveTo>
                <a:lnTo>
                  <a:pt x="7796" y="0"/>
                </a:lnTo>
                <a:lnTo>
                  <a:pt x="7796" y="118"/>
                </a:lnTo>
                <a:lnTo>
                  <a:pt x="7637" y="118"/>
                </a:lnTo>
                <a:lnTo>
                  <a:pt x="7637" y="0"/>
                </a:lnTo>
                <a:moveTo>
                  <a:pt x="7901" y="0"/>
                </a:moveTo>
                <a:lnTo>
                  <a:pt x="8060" y="0"/>
                </a:lnTo>
                <a:lnTo>
                  <a:pt x="8060" y="118"/>
                </a:lnTo>
                <a:lnTo>
                  <a:pt x="7901" y="118"/>
                </a:lnTo>
                <a:lnTo>
                  <a:pt x="7901" y="0"/>
                </a:lnTo>
                <a:moveTo>
                  <a:pt x="8165" y="0"/>
                </a:moveTo>
                <a:lnTo>
                  <a:pt x="8324" y="0"/>
                </a:lnTo>
                <a:lnTo>
                  <a:pt x="8324" y="118"/>
                </a:lnTo>
                <a:lnTo>
                  <a:pt x="8165" y="118"/>
                </a:lnTo>
                <a:lnTo>
                  <a:pt x="8165" y="0"/>
                </a:lnTo>
                <a:moveTo>
                  <a:pt x="8430" y="0"/>
                </a:moveTo>
                <a:lnTo>
                  <a:pt x="8588" y="0"/>
                </a:lnTo>
                <a:lnTo>
                  <a:pt x="8588" y="118"/>
                </a:lnTo>
                <a:lnTo>
                  <a:pt x="8430" y="118"/>
                </a:lnTo>
                <a:lnTo>
                  <a:pt x="8430" y="0"/>
                </a:lnTo>
                <a:moveTo>
                  <a:pt x="8694" y="0"/>
                </a:moveTo>
                <a:lnTo>
                  <a:pt x="8852" y="0"/>
                </a:lnTo>
                <a:lnTo>
                  <a:pt x="8852" y="118"/>
                </a:lnTo>
                <a:lnTo>
                  <a:pt x="8694" y="118"/>
                </a:lnTo>
                <a:lnTo>
                  <a:pt x="8694" y="0"/>
                </a:lnTo>
                <a:moveTo>
                  <a:pt x="8958" y="0"/>
                </a:moveTo>
                <a:lnTo>
                  <a:pt x="9116" y="0"/>
                </a:lnTo>
                <a:lnTo>
                  <a:pt x="9116" y="118"/>
                </a:lnTo>
                <a:lnTo>
                  <a:pt x="8958" y="118"/>
                </a:lnTo>
                <a:lnTo>
                  <a:pt x="8958" y="0"/>
                </a:lnTo>
                <a:moveTo>
                  <a:pt x="9222" y="0"/>
                </a:moveTo>
                <a:lnTo>
                  <a:pt x="9380" y="0"/>
                </a:lnTo>
                <a:lnTo>
                  <a:pt x="9380" y="118"/>
                </a:lnTo>
                <a:lnTo>
                  <a:pt x="9222" y="118"/>
                </a:lnTo>
                <a:lnTo>
                  <a:pt x="9222" y="0"/>
                </a:lnTo>
                <a:moveTo>
                  <a:pt x="9486" y="0"/>
                </a:moveTo>
                <a:lnTo>
                  <a:pt x="9644" y="0"/>
                </a:lnTo>
                <a:lnTo>
                  <a:pt x="9644" y="118"/>
                </a:lnTo>
                <a:lnTo>
                  <a:pt x="9486" y="118"/>
                </a:lnTo>
                <a:lnTo>
                  <a:pt x="9486" y="0"/>
                </a:lnTo>
                <a:moveTo>
                  <a:pt x="9750" y="0"/>
                </a:moveTo>
                <a:lnTo>
                  <a:pt x="9909" y="0"/>
                </a:lnTo>
                <a:lnTo>
                  <a:pt x="9909" y="118"/>
                </a:lnTo>
                <a:lnTo>
                  <a:pt x="9750" y="118"/>
                </a:lnTo>
                <a:lnTo>
                  <a:pt x="9750" y="0"/>
                </a:lnTo>
                <a:moveTo>
                  <a:pt x="10014" y="0"/>
                </a:moveTo>
                <a:lnTo>
                  <a:pt x="10173" y="0"/>
                </a:lnTo>
                <a:lnTo>
                  <a:pt x="10173" y="118"/>
                </a:lnTo>
                <a:lnTo>
                  <a:pt x="10014" y="118"/>
                </a:lnTo>
                <a:lnTo>
                  <a:pt x="10014" y="0"/>
                </a:lnTo>
                <a:moveTo>
                  <a:pt x="10278" y="0"/>
                </a:moveTo>
                <a:lnTo>
                  <a:pt x="10437" y="0"/>
                </a:lnTo>
                <a:lnTo>
                  <a:pt x="10437" y="118"/>
                </a:lnTo>
                <a:lnTo>
                  <a:pt x="10278" y="118"/>
                </a:lnTo>
                <a:lnTo>
                  <a:pt x="10278" y="0"/>
                </a:lnTo>
                <a:moveTo>
                  <a:pt x="10542" y="0"/>
                </a:moveTo>
                <a:lnTo>
                  <a:pt x="10701" y="0"/>
                </a:lnTo>
                <a:lnTo>
                  <a:pt x="10701" y="118"/>
                </a:lnTo>
                <a:lnTo>
                  <a:pt x="10542" y="118"/>
                </a:lnTo>
                <a:lnTo>
                  <a:pt x="10542" y="0"/>
                </a:lnTo>
                <a:moveTo>
                  <a:pt x="10806" y="0"/>
                </a:moveTo>
                <a:lnTo>
                  <a:pt x="10965" y="0"/>
                </a:lnTo>
                <a:lnTo>
                  <a:pt x="10965" y="118"/>
                </a:lnTo>
                <a:lnTo>
                  <a:pt x="10806" y="118"/>
                </a:lnTo>
                <a:lnTo>
                  <a:pt x="10806" y="0"/>
                </a:lnTo>
                <a:moveTo>
                  <a:pt x="11070" y="0"/>
                </a:moveTo>
                <a:lnTo>
                  <a:pt x="11229" y="0"/>
                </a:lnTo>
                <a:lnTo>
                  <a:pt x="11229" y="118"/>
                </a:lnTo>
                <a:lnTo>
                  <a:pt x="11070" y="118"/>
                </a:lnTo>
                <a:lnTo>
                  <a:pt x="11070" y="0"/>
                </a:lnTo>
                <a:moveTo>
                  <a:pt x="11334" y="0"/>
                </a:moveTo>
                <a:lnTo>
                  <a:pt x="11493" y="0"/>
                </a:lnTo>
                <a:lnTo>
                  <a:pt x="11493" y="118"/>
                </a:lnTo>
                <a:lnTo>
                  <a:pt x="11334" y="118"/>
                </a:lnTo>
                <a:lnTo>
                  <a:pt x="11334" y="0"/>
                </a:lnTo>
                <a:moveTo>
                  <a:pt x="11598" y="0"/>
                </a:moveTo>
                <a:lnTo>
                  <a:pt x="11757" y="0"/>
                </a:lnTo>
                <a:lnTo>
                  <a:pt x="11757" y="118"/>
                </a:lnTo>
                <a:lnTo>
                  <a:pt x="11598" y="118"/>
                </a:lnTo>
                <a:lnTo>
                  <a:pt x="11598" y="0"/>
                </a:lnTo>
                <a:moveTo>
                  <a:pt x="11862" y="0"/>
                </a:moveTo>
                <a:lnTo>
                  <a:pt x="12021" y="0"/>
                </a:lnTo>
                <a:lnTo>
                  <a:pt x="12021" y="118"/>
                </a:lnTo>
                <a:lnTo>
                  <a:pt x="11862" y="118"/>
                </a:lnTo>
                <a:lnTo>
                  <a:pt x="11862" y="0"/>
                </a:lnTo>
                <a:moveTo>
                  <a:pt x="12126" y="0"/>
                </a:moveTo>
                <a:lnTo>
                  <a:pt x="12285" y="0"/>
                </a:lnTo>
                <a:lnTo>
                  <a:pt x="12285" y="118"/>
                </a:lnTo>
                <a:lnTo>
                  <a:pt x="12126" y="118"/>
                </a:lnTo>
                <a:lnTo>
                  <a:pt x="12126" y="0"/>
                </a:lnTo>
                <a:moveTo>
                  <a:pt x="12390" y="0"/>
                </a:moveTo>
                <a:lnTo>
                  <a:pt x="12549" y="0"/>
                </a:lnTo>
                <a:lnTo>
                  <a:pt x="12549" y="118"/>
                </a:lnTo>
                <a:lnTo>
                  <a:pt x="12390" y="118"/>
                </a:lnTo>
                <a:lnTo>
                  <a:pt x="12390" y="0"/>
                </a:lnTo>
                <a:moveTo>
                  <a:pt x="12654" y="0"/>
                </a:moveTo>
                <a:lnTo>
                  <a:pt x="12813" y="0"/>
                </a:lnTo>
                <a:lnTo>
                  <a:pt x="12813" y="118"/>
                </a:lnTo>
                <a:lnTo>
                  <a:pt x="12654" y="118"/>
                </a:lnTo>
                <a:lnTo>
                  <a:pt x="12654" y="0"/>
                </a:lnTo>
                <a:moveTo>
                  <a:pt x="12918" y="0"/>
                </a:moveTo>
                <a:lnTo>
                  <a:pt x="13077" y="0"/>
                </a:lnTo>
                <a:lnTo>
                  <a:pt x="13077" y="118"/>
                </a:lnTo>
                <a:lnTo>
                  <a:pt x="12918" y="118"/>
                </a:lnTo>
                <a:lnTo>
                  <a:pt x="12918" y="0"/>
                </a:lnTo>
                <a:moveTo>
                  <a:pt x="13182" y="0"/>
                </a:moveTo>
                <a:lnTo>
                  <a:pt x="13341" y="0"/>
                </a:lnTo>
                <a:lnTo>
                  <a:pt x="13341" y="118"/>
                </a:lnTo>
                <a:lnTo>
                  <a:pt x="13182" y="118"/>
                </a:lnTo>
                <a:lnTo>
                  <a:pt x="13182" y="0"/>
                </a:lnTo>
                <a:moveTo>
                  <a:pt x="13447" y="0"/>
                </a:moveTo>
                <a:lnTo>
                  <a:pt x="13605" y="0"/>
                </a:lnTo>
                <a:lnTo>
                  <a:pt x="13605" y="118"/>
                </a:lnTo>
                <a:lnTo>
                  <a:pt x="13447" y="118"/>
                </a:lnTo>
                <a:lnTo>
                  <a:pt x="13447" y="0"/>
                </a:lnTo>
                <a:moveTo>
                  <a:pt x="13711" y="0"/>
                </a:moveTo>
                <a:lnTo>
                  <a:pt x="13869" y="0"/>
                </a:lnTo>
                <a:lnTo>
                  <a:pt x="13869" y="118"/>
                </a:lnTo>
                <a:lnTo>
                  <a:pt x="13711" y="118"/>
                </a:lnTo>
                <a:lnTo>
                  <a:pt x="13711" y="0"/>
                </a:lnTo>
                <a:moveTo>
                  <a:pt x="13975" y="0"/>
                </a:moveTo>
                <a:lnTo>
                  <a:pt x="14134" y="0"/>
                </a:lnTo>
                <a:lnTo>
                  <a:pt x="14134" y="118"/>
                </a:lnTo>
                <a:lnTo>
                  <a:pt x="13975" y="118"/>
                </a:lnTo>
                <a:lnTo>
                  <a:pt x="13975" y="0"/>
                </a:lnTo>
                <a:moveTo>
                  <a:pt x="14240" y="0"/>
                </a:moveTo>
                <a:lnTo>
                  <a:pt x="14398" y="0"/>
                </a:lnTo>
                <a:lnTo>
                  <a:pt x="14398" y="118"/>
                </a:lnTo>
                <a:lnTo>
                  <a:pt x="14240" y="118"/>
                </a:lnTo>
                <a:lnTo>
                  <a:pt x="14240" y="0"/>
                </a:lnTo>
                <a:moveTo>
                  <a:pt x="14504" y="0"/>
                </a:moveTo>
                <a:lnTo>
                  <a:pt x="14663" y="0"/>
                </a:lnTo>
                <a:lnTo>
                  <a:pt x="14663" y="118"/>
                </a:lnTo>
                <a:lnTo>
                  <a:pt x="14504" y="118"/>
                </a:lnTo>
                <a:lnTo>
                  <a:pt x="14504" y="0"/>
                </a:lnTo>
                <a:moveTo>
                  <a:pt x="14768" y="0"/>
                </a:moveTo>
                <a:lnTo>
                  <a:pt x="14927" y="0"/>
                </a:lnTo>
                <a:lnTo>
                  <a:pt x="14927" y="118"/>
                </a:lnTo>
                <a:lnTo>
                  <a:pt x="14768" y="118"/>
                </a:lnTo>
                <a:lnTo>
                  <a:pt x="14768" y="0"/>
                </a:lnTo>
                <a:moveTo>
                  <a:pt x="15032" y="0"/>
                </a:moveTo>
                <a:lnTo>
                  <a:pt x="15191" y="0"/>
                </a:lnTo>
                <a:lnTo>
                  <a:pt x="15191" y="118"/>
                </a:lnTo>
                <a:lnTo>
                  <a:pt x="15032" y="118"/>
                </a:lnTo>
                <a:lnTo>
                  <a:pt x="15032" y="0"/>
                </a:lnTo>
                <a:moveTo>
                  <a:pt x="15296" y="0"/>
                </a:moveTo>
                <a:lnTo>
                  <a:pt x="15455" y="0"/>
                </a:lnTo>
                <a:lnTo>
                  <a:pt x="15455" y="118"/>
                </a:lnTo>
                <a:lnTo>
                  <a:pt x="15296" y="118"/>
                </a:lnTo>
                <a:lnTo>
                  <a:pt x="15296" y="0"/>
                </a:lnTo>
                <a:moveTo>
                  <a:pt x="15560" y="0"/>
                </a:moveTo>
                <a:lnTo>
                  <a:pt x="15719" y="0"/>
                </a:lnTo>
                <a:lnTo>
                  <a:pt x="15719" y="118"/>
                </a:lnTo>
                <a:lnTo>
                  <a:pt x="15560" y="118"/>
                </a:lnTo>
                <a:lnTo>
                  <a:pt x="15560" y="0"/>
                </a:lnTo>
                <a:moveTo>
                  <a:pt x="15824" y="0"/>
                </a:moveTo>
                <a:lnTo>
                  <a:pt x="15983" y="0"/>
                </a:lnTo>
                <a:lnTo>
                  <a:pt x="15983" y="118"/>
                </a:lnTo>
                <a:lnTo>
                  <a:pt x="15824" y="118"/>
                </a:lnTo>
                <a:lnTo>
                  <a:pt x="15824" y="0"/>
                </a:lnTo>
                <a:moveTo>
                  <a:pt x="16088" y="0"/>
                </a:moveTo>
                <a:lnTo>
                  <a:pt x="16247" y="0"/>
                </a:lnTo>
                <a:lnTo>
                  <a:pt x="16247" y="118"/>
                </a:lnTo>
                <a:lnTo>
                  <a:pt x="16088" y="118"/>
                </a:lnTo>
                <a:lnTo>
                  <a:pt x="16088" y="0"/>
                </a:lnTo>
                <a:moveTo>
                  <a:pt x="16352" y="0"/>
                </a:moveTo>
                <a:lnTo>
                  <a:pt x="16511" y="0"/>
                </a:lnTo>
                <a:lnTo>
                  <a:pt x="16511" y="118"/>
                </a:lnTo>
                <a:lnTo>
                  <a:pt x="16352" y="118"/>
                </a:lnTo>
                <a:lnTo>
                  <a:pt x="16352" y="0"/>
                </a:lnTo>
                <a:moveTo>
                  <a:pt x="16616" y="0"/>
                </a:moveTo>
                <a:lnTo>
                  <a:pt x="16775" y="0"/>
                </a:lnTo>
                <a:lnTo>
                  <a:pt x="16775" y="118"/>
                </a:lnTo>
                <a:lnTo>
                  <a:pt x="16616" y="118"/>
                </a:lnTo>
                <a:lnTo>
                  <a:pt x="16616" y="0"/>
                </a:lnTo>
                <a:moveTo>
                  <a:pt x="16880" y="0"/>
                </a:moveTo>
                <a:lnTo>
                  <a:pt x="17039" y="0"/>
                </a:lnTo>
                <a:lnTo>
                  <a:pt x="17039" y="118"/>
                </a:lnTo>
                <a:lnTo>
                  <a:pt x="16880" y="118"/>
                </a:lnTo>
                <a:lnTo>
                  <a:pt x="16880" y="0"/>
                </a:lnTo>
                <a:moveTo>
                  <a:pt x="17144" y="0"/>
                </a:moveTo>
                <a:lnTo>
                  <a:pt x="17303" y="0"/>
                </a:lnTo>
                <a:lnTo>
                  <a:pt x="17303" y="118"/>
                </a:lnTo>
                <a:lnTo>
                  <a:pt x="17144" y="118"/>
                </a:lnTo>
                <a:lnTo>
                  <a:pt x="17144" y="0"/>
                </a:lnTo>
                <a:moveTo>
                  <a:pt x="17408" y="0"/>
                </a:moveTo>
                <a:lnTo>
                  <a:pt x="17567" y="0"/>
                </a:lnTo>
                <a:lnTo>
                  <a:pt x="17567" y="118"/>
                </a:lnTo>
                <a:lnTo>
                  <a:pt x="17408" y="118"/>
                </a:lnTo>
                <a:lnTo>
                  <a:pt x="17408" y="0"/>
                </a:lnTo>
                <a:moveTo>
                  <a:pt x="17672" y="0"/>
                </a:moveTo>
                <a:lnTo>
                  <a:pt x="17831" y="0"/>
                </a:lnTo>
                <a:lnTo>
                  <a:pt x="17831" y="118"/>
                </a:lnTo>
                <a:lnTo>
                  <a:pt x="17672" y="118"/>
                </a:lnTo>
                <a:lnTo>
                  <a:pt x="17672" y="0"/>
                </a:lnTo>
                <a:moveTo>
                  <a:pt x="17936" y="0"/>
                </a:moveTo>
                <a:lnTo>
                  <a:pt x="18095" y="0"/>
                </a:lnTo>
                <a:lnTo>
                  <a:pt x="18095" y="118"/>
                </a:lnTo>
                <a:lnTo>
                  <a:pt x="17936" y="118"/>
                </a:lnTo>
                <a:lnTo>
                  <a:pt x="17936" y="0"/>
                </a:lnTo>
                <a:moveTo>
                  <a:pt x="18201" y="0"/>
                </a:moveTo>
                <a:lnTo>
                  <a:pt x="18359" y="0"/>
                </a:lnTo>
                <a:lnTo>
                  <a:pt x="18359" y="118"/>
                </a:lnTo>
                <a:lnTo>
                  <a:pt x="18201" y="118"/>
                </a:lnTo>
                <a:lnTo>
                  <a:pt x="18201" y="0"/>
                </a:lnTo>
                <a:moveTo>
                  <a:pt x="18465" y="0"/>
                </a:moveTo>
                <a:lnTo>
                  <a:pt x="18623" y="0"/>
                </a:lnTo>
                <a:lnTo>
                  <a:pt x="18623" y="118"/>
                </a:lnTo>
                <a:lnTo>
                  <a:pt x="18465" y="118"/>
                </a:lnTo>
                <a:lnTo>
                  <a:pt x="18465" y="0"/>
                </a:lnTo>
                <a:moveTo>
                  <a:pt x="18729" y="0"/>
                </a:moveTo>
                <a:lnTo>
                  <a:pt x="18887" y="0"/>
                </a:lnTo>
                <a:lnTo>
                  <a:pt x="18887" y="118"/>
                </a:lnTo>
                <a:lnTo>
                  <a:pt x="18729" y="118"/>
                </a:lnTo>
                <a:lnTo>
                  <a:pt x="18729" y="0"/>
                </a:lnTo>
                <a:moveTo>
                  <a:pt x="18993" y="0"/>
                </a:moveTo>
                <a:lnTo>
                  <a:pt x="19151" y="0"/>
                </a:lnTo>
                <a:lnTo>
                  <a:pt x="19151" y="118"/>
                </a:lnTo>
                <a:lnTo>
                  <a:pt x="18993" y="118"/>
                </a:lnTo>
                <a:lnTo>
                  <a:pt x="18993" y="0"/>
                </a:lnTo>
                <a:moveTo>
                  <a:pt x="19257" y="0"/>
                </a:moveTo>
                <a:lnTo>
                  <a:pt x="19415" y="0"/>
                </a:lnTo>
                <a:lnTo>
                  <a:pt x="19415" y="118"/>
                </a:lnTo>
                <a:lnTo>
                  <a:pt x="19257" y="118"/>
                </a:lnTo>
                <a:lnTo>
                  <a:pt x="19257" y="0"/>
                </a:lnTo>
                <a:moveTo>
                  <a:pt x="19521" y="0"/>
                </a:moveTo>
                <a:lnTo>
                  <a:pt x="19680" y="0"/>
                </a:lnTo>
                <a:lnTo>
                  <a:pt x="19680" y="118"/>
                </a:lnTo>
                <a:lnTo>
                  <a:pt x="19521" y="118"/>
                </a:lnTo>
                <a:lnTo>
                  <a:pt x="19521" y="0"/>
                </a:lnTo>
                <a:moveTo>
                  <a:pt x="19785" y="0"/>
                </a:moveTo>
                <a:lnTo>
                  <a:pt x="19944" y="0"/>
                </a:lnTo>
                <a:lnTo>
                  <a:pt x="19944" y="118"/>
                </a:lnTo>
                <a:lnTo>
                  <a:pt x="19785" y="118"/>
                </a:lnTo>
                <a:lnTo>
                  <a:pt x="19785" y="0"/>
                </a:lnTo>
                <a:moveTo>
                  <a:pt x="20049" y="0"/>
                </a:moveTo>
                <a:lnTo>
                  <a:pt x="20208" y="0"/>
                </a:lnTo>
                <a:lnTo>
                  <a:pt x="20208" y="118"/>
                </a:lnTo>
                <a:lnTo>
                  <a:pt x="20049" y="118"/>
                </a:lnTo>
                <a:lnTo>
                  <a:pt x="20049" y="0"/>
                </a:lnTo>
                <a:moveTo>
                  <a:pt x="20313" y="0"/>
                </a:moveTo>
                <a:lnTo>
                  <a:pt x="20472" y="0"/>
                </a:lnTo>
                <a:lnTo>
                  <a:pt x="20472" y="118"/>
                </a:lnTo>
                <a:lnTo>
                  <a:pt x="20313" y="118"/>
                </a:lnTo>
                <a:lnTo>
                  <a:pt x="20313" y="0"/>
                </a:lnTo>
                <a:moveTo>
                  <a:pt x="20577" y="0"/>
                </a:moveTo>
                <a:lnTo>
                  <a:pt x="20736" y="0"/>
                </a:lnTo>
                <a:lnTo>
                  <a:pt x="20736" y="118"/>
                </a:lnTo>
                <a:lnTo>
                  <a:pt x="20577" y="118"/>
                </a:lnTo>
                <a:lnTo>
                  <a:pt x="20577" y="0"/>
                </a:lnTo>
                <a:moveTo>
                  <a:pt x="20841" y="0"/>
                </a:moveTo>
                <a:lnTo>
                  <a:pt x="21000" y="0"/>
                </a:lnTo>
                <a:lnTo>
                  <a:pt x="21000" y="118"/>
                </a:lnTo>
                <a:lnTo>
                  <a:pt x="20841" y="118"/>
                </a:lnTo>
                <a:lnTo>
                  <a:pt x="20841" y="0"/>
                </a:lnTo>
                <a:moveTo>
                  <a:pt x="21105" y="0"/>
                </a:moveTo>
                <a:lnTo>
                  <a:pt x="21264" y="0"/>
                </a:lnTo>
                <a:lnTo>
                  <a:pt x="21264" y="118"/>
                </a:lnTo>
                <a:lnTo>
                  <a:pt x="21105" y="118"/>
                </a:lnTo>
                <a:lnTo>
                  <a:pt x="21105" y="0"/>
                </a:lnTo>
                <a:moveTo>
                  <a:pt x="21369" y="0"/>
                </a:moveTo>
                <a:lnTo>
                  <a:pt x="21528" y="0"/>
                </a:lnTo>
                <a:lnTo>
                  <a:pt x="21528" y="118"/>
                </a:lnTo>
                <a:lnTo>
                  <a:pt x="21369" y="118"/>
                </a:lnTo>
                <a:lnTo>
                  <a:pt x="21369" y="0"/>
                </a:lnTo>
                <a:moveTo>
                  <a:pt x="21633" y="0"/>
                </a:moveTo>
                <a:lnTo>
                  <a:pt x="21792" y="0"/>
                </a:lnTo>
                <a:lnTo>
                  <a:pt x="21792" y="118"/>
                </a:lnTo>
                <a:lnTo>
                  <a:pt x="21633" y="118"/>
                </a:lnTo>
                <a:lnTo>
                  <a:pt x="21633" y="0"/>
                </a:lnTo>
                <a:moveTo>
                  <a:pt x="21897" y="0"/>
                </a:moveTo>
                <a:lnTo>
                  <a:pt x="22056" y="0"/>
                </a:lnTo>
                <a:lnTo>
                  <a:pt x="22056" y="118"/>
                </a:lnTo>
                <a:lnTo>
                  <a:pt x="21897" y="118"/>
                </a:lnTo>
                <a:lnTo>
                  <a:pt x="21897" y="0"/>
                </a:lnTo>
                <a:moveTo>
                  <a:pt x="22161" y="0"/>
                </a:moveTo>
                <a:lnTo>
                  <a:pt x="22320" y="0"/>
                </a:lnTo>
                <a:lnTo>
                  <a:pt x="22320" y="118"/>
                </a:lnTo>
                <a:lnTo>
                  <a:pt x="22161" y="118"/>
                </a:lnTo>
                <a:lnTo>
                  <a:pt x="22161" y="0"/>
                </a:lnTo>
                <a:moveTo>
                  <a:pt x="22425" y="0"/>
                </a:moveTo>
                <a:lnTo>
                  <a:pt x="22584" y="0"/>
                </a:lnTo>
                <a:lnTo>
                  <a:pt x="22584" y="118"/>
                </a:lnTo>
                <a:lnTo>
                  <a:pt x="22425" y="118"/>
                </a:lnTo>
                <a:lnTo>
                  <a:pt x="22425" y="0"/>
                </a:lnTo>
                <a:moveTo>
                  <a:pt x="22689" y="0"/>
                </a:moveTo>
                <a:lnTo>
                  <a:pt x="22848" y="0"/>
                </a:lnTo>
                <a:lnTo>
                  <a:pt x="22848" y="118"/>
                </a:lnTo>
                <a:lnTo>
                  <a:pt x="22689" y="118"/>
                </a:lnTo>
                <a:lnTo>
                  <a:pt x="22689" y="0"/>
                </a:lnTo>
                <a:moveTo>
                  <a:pt x="22953" y="0"/>
                </a:moveTo>
                <a:lnTo>
                  <a:pt x="23112" y="0"/>
                </a:lnTo>
                <a:lnTo>
                  <a:pt x="23112" y="118"/>
                </a:lnTo>
                <a:lnTo>
                  <a:pt x="22953" y="118"/>
                </a:lnTo>
                <a:lnTo>
                  <a:pt x="22953" y="0"/>
                </a:lnTo>
                <a:moveTo>
                  <a:pt x="23218" y="0"/>
                </a:moveTo>
                <a:lnTo>
                  <a:pt x="23376" y="0"/>
                </a:lnTo>
                <a:lnTo>
                  <a:pt x="23376" y="118"/>
                </a:lnTo>
                <a:lnTo>
                  <a:pt x="23218" y="118"/>
                </a:lnTo>
                <a:lnTo>
                  <a:pt x="23218" y="0"/>
                </a:lnTo>
                <a:moveTo>
                  <a:pt x="23482" y="0"/>
                </a:moveTo>
                <a:lnTo>
                  <a:pt x="23640" y="0"/>
                </a:lnTo>
                <a:lnTo>
                  <a:pt x="23640" y="118"/>
                </a:lnTo>
                <a:lnTo>
                  <a:pt x="23482" y="118"/>
                </a:lnTo>
                <a:lnTo>
                  <a:pt x="23482" y="0"/>
                </a:lnTo>
                <a:moveTo>
                  <a:pt x="23746" y="0"/>
                </a:moveTo>
                <a:lnTo>
                  <a:pt x="23904" y="0"/>
                </a:lnTo>
                <a:lnTo>
                  <a:pt x="23904" y="118"/>
                </a:lnTo>
                <a:lnTo>
                  <a:pt x="23746" y="118"/>
                </a:lnTo>
                <a:lnTo>
                  <a:pt x="23746" y="0"/>
                </a:lnTo>
                <a:moveTo>
                  <a:pt x="24010" y="0"/>
                </a:moveTo>
                <a:lnTo>
                  <a:pt x="24168" y="0"/>
                </a:lnTo>
                <a:lnTo>
                  <a:pt x="24168" y="118"/>
                </a:lnTo>
                <a:lnTo>
                  <a:pt x="24010" y="118"/>
                </a:lnTo>
                <a:lnTo>
                  <a:pt x="24010" y="0"/>
                </a:lnTo>
                <a:moveTo>
                  <a:pt x="24274" y="0"/>
                </a:moveTo>
                <a:lnTo>
                  <a:pt x="24433" y="0"/>
                </a:lnTo>
                <a:lnTo>
                  <a:pt x="24433" y="118"/>
                </a:lnTo>
                <a:lnTo>
                  <a:pt x="24274" y="118"/>
                </a:lnTo>
                <a:lnTo>
                  <a:pt x="24274" y="0"/>
                </a:lnTo>
                <a:moveTo>
                  <a:pt x="24538" y="0"/>
                </a:moveTo>
                <a:lnTo>
                  <a:pt x="24697" y="0"/>
                </a:lnTo>
                <a:lnTo>
                  <a:pt x="24697" y="118"/>
                </a:lnTo>
                <a:lnTo>
                  <a:pt x="24538" y="118"/>
                </a:lnTo>
                <a:lnTo>
                  <a:pt x="24538" y="0"/>
                </a:lnTo>
                <a:moveTo>
                  <a:pt x="24802" y="0"/>
                </a:moveTo>
                <a:lnTo>
                  <a:pt x="24961" y="0"/>
                </a:lnTo>
                <a:lnTo>
                  <a:pt x="24961" y="118"/>
                </a:lnTo>
                <a:lnTo>
                  <a:pt x="24802" y="118"/>
                </a:lnTo>
                <a:lnTo>
                  <a:pt x="24802" y="0"/>
                </a:lnTo>
                <a:moveTo>
                  <a:pt x="25066" y="0"/>
                </a:moveTo>
                <a:lnTo>
                  <a:pt x="25225" y="0"/>
                </a:lnTo>
                <a:lnTo>
                  <a:pt x="25225" y="118"/>
                </a:lnTo>
                <a:lnTo>
                  <a:pt x="25066" y="118"/>
                </a:lnTo>
                <a:lnTo>
                  <a:pt x="25066" y="0"/>
                </a:lnTo>
                <a:moveTo>
                  <a:pt x="25330" y="0"/>
                </a:moveTo>
                <a:lnTo>
                  <a:pt x="25489" y="0"/>
                </a:lnTo>
                <a:lnTo>
                  <a:pt x="25489" y="118"/>
                </a:lnTo>
                <a:lnTo>
                  <a:pt x="25330" y="118"/>
                </a:lnTo>
                <a:lnTo>
                  <a:pt x="25330" y="0"/>
                </a:lnTo>
                <a:moveTo>
                  <a:pt x="25594" y="0"/>
                </a:moveTo>
                <a:lnTo>
                  <a:pt x="25753" y="0"/>
                </a:lnTo>
                <a:lnTo>
                  <a:pt x="25753" y="118"/>
                </a:lnTo>
                <a:lnTo>
                  <a:pt x="25594" y="118"/>
                </a:lnTo>
                <a:lnTo>
                  <a:pt x="25594" y="0"/>
                </a:lnTo>
                <a:moveTo>
                  <a:pt x="25858" y="0"/>
                </a:moveTo>
                <a:lnTo>
                  <a:pt x="26017" y="0"/>
                </a:lnTo>
                <a:lnTo>
                  <a:pt x="26017" y="118"/>
                </a:lnTo>
                <a:lnTo>
                  <a:pt x="25858" y="118"/>
                </a:lnTo>
                <a:lnTo>
                  <a:pt x="25858" y="0"/>
                </a:lnTo>
                <a:moveTo>
                  <a:pt x="26122" y="0"/>
                </a:moveTo>
                <a:lnTo>
                  <a:pt x="26281" y="0"/>
                </a:lnTo>
                <a:lnTo>
                  <a:pt x="26281" y="118"/>
                </a:lnTo>
                <a:lnTo>
                  <a:pt x="26122" y="118"/>
                </a:lnTo>
                <a:lnTo>
                  <a:pt x="26122" y="0"/>
                </a:lnTo>
                <a:moveTo>
                  <a:pt x="26386" y="0"/>
                </a:moveTo>
                <a:lnTo>
                  <a:pt x="26545" y="0"/>
                </a:lnTo>
                <a:lnTo>
                  <a:pt x="26545" y="118"/>
                </a:lnTo>
                <a:lnTo>
                  <a:pt x="26386" y="118"/>
                </a:lnTo>
                <a:lnTo>
                  <a:pt x="26386" y="0"/>
                </a:lnTo>
                <a:moveTo>
                  <a:pt x="26650" y="0"/>
                </a:moveTo>
                <a:lnTo>
                  <a:pt x="26809" y="0"/>
                </a:lnTo>
                <a:lnTo>
                  <a:pt x="26809" y="118"/>
                </a:lnTo>
                <a:lnTo>
                  <a:pt x="26650" y="118"/>
                </a:lnTo>
                <a:lnTo>
                  <a:pt x="26650" y="0"/>
                </a:lnTo>
                <a:moveTo>
                  <a:pt x="26914" y="0"/>
                </a:moveTo>
                <a:lnTo>
                  <a:pt x="27073" y="0"/>
                </a:lnTo>
                <a:lnTo>
                  <a:pt x="27073" y="118"/>
                </a:lnTo>
                <a:lnTo>
                  <a:pt x="26914" y="118"/>
                </a:lnTo>
                <a:lnTo>
                  <a:pt x="26914" y="0"/>
                </a:lnTo>
                <a:moveTo>
                  <a:pt x="27178" y="0"/>
                </a:moveTo>
                <a:lnTo>
                  <a:pt x="27337" y="0"/>
                </a:lnTo>
                <a:lnTo>
                  <a:pt x="27337" y="118"/>
                </a:lnTo>
                <a:lnTo>
                  <a:pt x="27178" y="118"/>
                </a:lnTo>
                <a:lnTo>
                  <a:pt x="27178" y="0"/>
                </a:lnTo>
                <a:moveTo>
                  <a:pt x="27442" y="0"/>
                </a:moveTo>
                <a:lnTo>
                  <a:pt x="27601" y="0"/>
                </a:lnTo>
                <a:lnTo>
                  <a:pt x="27601" y="118"/>
                </a:lnTo>
                <a:lnTo>
                  <a:pt x="27442" y="118"/>
                </a:lnTo>
                <a:lnTo>
                  <a:pt x="27442" y="0"/>
                </a:lnTo>
                <a:moveTo>
                  <a:pt x="27706" y="0"/>
                </a:moveTo>
                <a:lnTo>
                  <a:pt x="27865" y="0"/>
                </a:lnTo>
                <a:lnTo>
                  <a:pt x="27865" y="118"/>
                </a:lnTo>
                <a:lnTo>
                  <a:pt x="27706" y="118"/>
                </a:lnTo>
                <a:lnTo>
                  <a:pt x="27706" y="0"/>
                </a:lnTo>
                <a:moveTo>
                  <a:pt x="27971" y="0"/>
                </a:moveTo>
                <a:lnTo>
                  <a:pt x="28129" y="0"/>
                </a:lnTo>
                <a:lnTo>
                  <a:pt x="28129" y="118"/>
                </a:lnTo>
                <a:lnTo>
                  <a:pt x="27971" y="118"/>
                </a:lnTo>
                <a:lnTo>
                  <a:pt x="27971" y="0"/>
                </a:lnTo>
                <a:moveTo>
                  <a:pt x="28235" y="0"/>
                </a:moveTo>
                <a:lnTo>
                  <a:pt x="28393" y="0"/>
                </a:lnTo>
                <a:lnTo>
                  <a:pt x="28393" y="118"/>
                </a:lnTo>
                <a:lnTo>
                  <a:pt x="28235" y="118"/>
                </a:lnTo>
                <a:lnTo>
                  <a:pt x="28235" y="0"/>
                </a:lnTo>
                <a:moveTo>
                  <a:pt x="28499" y="0"/>
                </a:moveTo>
                <a:lnTo>
                  <a:pt x="28657" y="0"/>
                </a:lnTo>
                <a:lnTo>
                  <a:pt x="28657" y="118"/>
                </a:lnTo>
                <a:lnTo>
                  <a:pt x="28499" y="118"/>
                </a:lnTo>
                <a:lnTo>
                  <a:pt x="28499" y="0"/>
                </a:lnTo>
                <a:moveTo>
                  <a:pt x="28763" y="0"/>
                </a:moveTo>
                <a:lnTo>
                  <a:pt x="28921" y="0"/>
                </a:lnTo>
                <a:lnTo>
                  <a:pt x="28921" y="118"/>
                </a:lnTo>
                <a:lnTo>
                  <a:pt x="28763" y="118"/>
                </a:lnTo>
                <a:lnTo>
                  <a:pt x="28763" y="0"/>
                </a:lnTo>
                <a:moveTo>
                  <a:pt x="29027" y="0"/>
                </a:moveTo>
                <a:lnTo>
                  <a:pt x="29185" y="0"/>
                </a:lnTo>
                <a:lnTo>
                  <a:pt x="29185" y="118"/>
                </a:lnTo>
                <a:lnTo>
                  <a:pt x="29027" y="118"/>
                </a:lnTo>
                <a:lnTo>
                  <a:pt x="29027" y="0"/>
                </a:lnTo>
                <a:moveTo>
                  <a:pt x="29291" y="0"/>
                </a:moveTo>
                <a:lnTo>
                  <a:pt x="29450" y="0"/>
                </a:lnTo>
                <a:lnTo>
                  <a:pt x="29450" y="118"/>
                </a:lnTo>
                <a:lnTo>
                  <a:pt x="29291" y="118"/>
                </a:lnTo>
                <a:lnTo>
                  <a:pt x="29291" y="0"/>
                </a:lnTo>
                <a:moveTo>
                  <a:pt x="29555" y="0"/>
                </a:moveTo>
                <a:lnTo>
                  <a:pt x="29714" y="0"/>
                </a:lnTo>
                <a:lnTo>
                  <a:pt x="29714" y="118"/>
                </a:lnTo>
                <a:lnTo>
                  <a:pt x="29555" y="118"/>
                </a:lnTo>
                <a:lnTo>
                  <a:pt x="29555" y="0"/>
                </a:lnTo>
                <a:moveTo>
                  <a:pt x="29819" y="0"/>
                </a:moveTo>
                <a:lnTo>
                  <a:pt x="29978" y="0"/>
                </a:lnTo>
                <a:lnTo>
                  <a:pt x="29978" y="118"/>
                </a:lnTo>
                <a:lnTo>
                  <a:pt x="29819" y="118"/>
                </a:lnTo>
                <a:lnTo>
                  <a:pt x="29819" y="0"/>
                </a:lnTo>
                <a:moveTo>
                  <a:pt x="30083" y="0"/>
                </a:moveTo>
                <a:lnTo>
                  <a:pt x="30242" y="0"/>
                </a:lnTo>
                <a:lnTo>
                  <a:pt x="30242" y="118"/>
                </a:lnTo>
                <a:lnTo>
                  <a:pt x="30083" y="118"/>
                </a:lnTo>
                <a:lnTo>
                  <a:pt x="30083" y="0"/>
                </a:lnTo>
                <a:moveTo>
                  <a:pt x="30347" y="0"/>
                </a:moveTo>
                <a:lnTo>
                  <a:pt x="30506" y="0"/>
                </a:lnTo>
                <a:lnTo>
                  <a:pt x="30506" y="118"/>
                </a:lnTo>
                <a:lnTo>
                  <a:pt x="30347" y="118"/>
                </a:lnTo>
                <a:lnTo>
                  <a:pt x="30347" y="0"/>
                </a:lnTo>
                <a:moveTo>
                  <a:pt x="30611" y="0"/>
                </a:moveTo>
                <a:lnTo>
                  <a:pt x="30725" y="0"/>
                </a:lnTo>
                <a:cubicBezTo>
                  <a:pt x="30744" y="0"/>
                  <a:pt x="30764" y="3"/>
                  <a:pt x="30783" y="7"/>
                </a:cubicBezTo>
                <a:lnTo>
                  <a:pt x="30755" y="121"/>
                </a:lnTo>
                <a:cubicBezTo>
                  <a:pt x="30745" y="119"/>
                  <a:pt x="30735" y="118"/>
                  <a:pt x="30725" y="118"/>
                </a:cubicBezTo>
                <a:lnTo>
                  <a:pt x="30611" y="118"/>
                </a:lnTo>
                <a:lnTo>
                  <a:pt x="30611" y="0"/>
                </a:lnTo>
                <a:moveTo>
                  <a:pt x="30902" y="78"/>
                </a:moveTo>
                <a:cubicBezTo>
                  <a:pt x="30946" y="125"/>
                  <a:pt x="30968" y="181"/>
                  <a:pt x="30968" y="245"/>
                </a:cubicBezTo>
                <a:lnTo>
                  <a:pt x="30968" y="265"/>
                </a:lnTo>
                <a:lnTo>
                  <a:pt x="30852" y="265"/>
                </a:lnTo>
                <a:lnTo>
                  <a:pt x="30852" y="245"/>
                </a:lnTo>
                <a:cubicBezTo>
                  <a:pt x="30852" y="211"/>
                  <a:pt x="30840" y="182"/>
                  <a:pt x="30817" y="158"/>
                </a:cubicBezTo>
                <a:lnTo>
                  <a:pt x="30902" y="78"/>
                </a:lnTo>
                <a:moveTo>
                  <a:pt x="30968" y="370"/>
                </a:moveTo>
                <a:lnTo>
                  <a:pt x="30968" y="529"/>
                </a:lnTo>
                <a:lnTo>
                  <a:pt x="30852" y="529"/>
                </a:lnTo>
                <a:lnTo>
                  <a:pt x="30852" y="370"/>
                </a:lnTo>
                <a:lnTo>
                  <a:pt x="30968" y="370"/>
                </a:lnTo>
                <a:moveTo>
                  <a:pt x="30968" y="634"/>
                </a:moveTo>
                <a:lnTo>
                  <a:pt x="30968" y="793"/>
                </a:lnTo>
                <a:lnTo>
                  <a:pt x="30852" y="793"/>
                </a:lnTo>
                <a:lnTo>
                  <a:pt x="30852" y="634"/>
                </a:lnTo>
                <a:lnTo>
                  <a:pt x="30968" y="634"/>
                </a:lnTo>
                <a:moveTo>
                  <a:pt x="30968" y="898"/>
                </a:moveTo>
                <a:lnTo>
                  <a:pt x="30968" y="1057"/>
                </a:lnTo>
                <a:lnTo>
                  <a:pt x="30852" y="1057"/>
                </a:lnTo>
                <a:lnTo>
                  <a:pt x="30852" y="898"/>
                </a:lnTo>
                <a:lnTo>
                  <a:pt x="30968" y="898"/>
                </a:lnTo>
                <a:moveTo>
                  <a:pt x="30968" y="1162"/>
                </a:moveTo>
                <a:lnTo>
                  <a:pt x="30968" y="1321"/>
                </a:lnTo>
                <a:lnTo>
                  <a:pt x="30852" y="1321"/>
                </a:lnTo>
                <a:lnTo>
                  <a:pt x="30852" y="1162"/>
                </a:lnTo>
                <a:lnTo>
                  <a:pt x="30968" y="1162"/>
                </a:lnTo>
                <a:moveTo>
                  <a:pt x="30968" y="1426"/>
                </a:moveTo>
                <a:lnTo>
                  <a:pt x="30968" y="1585"/>
                </a:lnTo>
                <a:lnTo>
                  <a:pt x="30852" y="1585"/>
                </a:lnTo>
                <a:lnTo>
                  <a:pt x="30852" y="1426"/>
                </a:lnTo>
                <a:lnTo>
                  <a:pt x="30968" y="1426"/>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3"/>
                </a:moveTo>
                <a:cubicBezTo>
                  <a:pt x="30961" y="2298"/>
                  <a:pt x="30928" y="2357"/>
                  <a:pt x="30866" y="2401"/>
                </a:cubicBezTo>
                <a:lnTo>
                  <a:pt x="30799" y="2306"/>
                </a:lnTo>
                <a:cubicBezTo>
                  <a:pt x="30831" y="2283"/>
                  <a:pt x="30848" y="2252"/>
                  <a:pt x="30851" y="2213"/>
                </a:cubicBezTo>
                <a:lnTo>
                  <a:pt x="30967" y="2223"/>
                </a:lnTo>
                <a:moveTo>
                  <a:pt x="30736" y="2446"/>
                </a:moveTo>
                <a:cubicBezTo>
                  <a:pt x="30733" y="2446"/>
                  <a:pt x="30729" y="2446"/>
                  <a:pt x="30725" y="2446"/>
                </a:cubicBezTo>
                <a:lnTo>
                  <a:pt x="30575" y="2446"/>
                </a:lnTo>
                <a:lnTo>
                  <a:pt x="30575" y="2330"/>
                </a:lnTo>
                <a:lnTo>
                  <a:pt x="30725" y="2330"/>
                </a:lnTo>
                <a:cubicBezTo>
                  <a:pt x="30727" y="2330"/>
                  <a:pt x="30729" y="2330"/>
                  <a:pt x="30731" y="2330"/>
                </a:cubicBezTo>
                <a:lnTo>
                  <a:pt x="30736" y="2446"/>
                </a:lnTo>
                <a:moveTo>
                  <a:pt x="30470" y="2446"/>
                </a:moveTo>
                <a:lnTo>
                  <a:pt x="30311" y="2446"/>
                </a:lnTo>
                <a:lnTo>
                  <a:pt x="30311" y="2330"/>
                </a:lnTo>
                <a:lnTo>
                  <a:pt x="30470" y="2330"/>
                </a:lnTo>
                <a:lnTo>
                  <a:pt x="30470" y="2446"/>
                </a:lnTo>
                <a:moveTo>
                  <a:pt x="30206" y="2446"/>
                </a:moveTo>
                <a:lnTo>
                  <a:pt x="30047" y="2446"/>
                </a:lnTo>
                <a:lnTo>
                  <a:pt x="30047" y="2330"/>
                </a:lnTo>
                <a:lnTo>
                  <a:pt x="30206" y="2330"/>
                </a:lnTo>
                <a:lnTo>
                  <a:pt x="30206" y="2446"/>
                </a:lnTo>
                <a:moveTo>
                  <a:pt x="29942" y="2446"/>
                </a:moveTo>
                <a:lnTo>
                  <a:pt x="29783" y="2446"/>
                </a:lnTo>
                <a:lnTo>
                  <a:pt x="29783" y="2330"/>
                </a:lnTo>
                <a:lnTo>
                  <a:pt x="29942" y="2330"/>
                </a:lnTo>
                <a:lnTo>
                  <a:pt x="29942" y="2446"/>
                </a:lnTo>
                <a:moveTo>
                  <a:pt x="29678" y="2446"/>
                </a:moveTo>
                <a:lnTo>
                  <a:pt x="29519" y="2446"/>
                </a:lnTo>
                <a:lnTo>
                  <a:pt x="29519" y="2330"/>
                </a:lnTo>
                <a:lnTo>
                  <a:pt x="29678" y="2330"/>
                </a:lnTo>
                <a:lnTo>
                  <a:pt x="29678" y="2446"/>
                </a:lnTo>
                <a:moveTo>
                  <a:pt x="29414" y="2446"/>
                </a:moveTo>
                <a:lnTo>
                  <a:pt x="29255" y="2446"/>
                </a:lnTo>
                <a:lnTo>
                  <a:pt x="29255" y="2330"/>
                </a:lnTo>
                <a:lnTo>
                  <a:pt x="29414" y="2330"/>
                </a:lnTo>
                <a:lnTo>
                  <a:pt x="29414" y="2446"/>
                </a:lnTo>
                <a:moveTo>
                  <a:pt x="29150" y="2446"/>
                </a:moveTo>
                <a:lnTo>
                  <a:pt x="28991" y="2446"/>
                </a:lnTo>
                <a:lnTo>
                  <a:pt x="28991" y="2330"/>
                </a:lnTo>
                <a:lnTo>
                  <a:pt x="29150" y="2330"/>
                </a:lnTo>
                <a:lnTo>
                  <a:pt x="29150" y="2446"/>
                </a:lnTo>
                <a:moveTo>
                  <a:pt x="28886" y="2446"/>
                </a:moveTo>
                <a:lnTo>
                  <a:pt x="28727" y="2446"/>
                </a:lnTo>
                <a:lnTo>
                  <a:pt x="28727" y="2330"/>
                </a:lnTo>
                <a:lnTo>
                  <a:pt x="28886" y="2330"/>
                </a:lnTo>
                <a:lnTo>
                  <a:pt x="28886" y="2446"/>
                </a:lnTo>
                <a:moveTo>
                  <a:pt x="28622" y="2446"/>
                </a:moveTo>
                <a:lnTo>
                  <a:pt x="28463" y="2446"/>
                </a:lnTo>
                <a:lnTo>
                  <a:pt x="28463" y="2330"/>
                </a:lnTo>
                <a:lnTo>
                  <a:pt x="28622" y="2330"/>
                </a:lnTo>
                <a:lnTo>
                  <a:pt x="28622" y="2446"/>
                </a:lnTo>
                <a:moveTo>
                  <a:pt x="28358" y="2446"/>
                </a:moveTo>
                <a:lnTo>
                  <a:pt x="28199" y="2446"/>
                </a:lnTo>
                <a:lnTo>
                  <a:pt x="28199" y="2330"/>
                </a:lnTo>
                <a:lnTo>
                  <a:pt x="28358" y="2330"/>
                </a:lnTo>
                <a:lnTo>
                  <a:pt x="28358" y="2446"/>
                </a:lnTo>
                <a:moveTo>
                  <a:pt x="28094" y="2446"/>
                </a:moveTo>
                <a:lnTo>
                  <a:pt x="27935" y="2446"/>
                </a:lnTo>
                <a:lnTo>
                  <a:pt x="27935" y="2330"/>
                </a:lnTo>
                <a:lnTo>
                  <a:pt x="28094" y="2330"/>
                </a:lnTo>
                <a:lnTo>
                  <a:pt x="28094" y="2446"/>
                </a:lnTo>
                <a:moveTo>
                  <a:pt x="27829" y="2446"/>
                </a:moveTo>
                <a:lnTo>
                  <a:pt x="27671" y="2446"/>
                </a:lnTo>
                <a:lnTo>
                  <a:pt x="27671" y="2330"/>
                </a:lnTo>
                <a:lnTo>
                  <a:pt x="27829" y="2330"/>
                </a:lnTo>
                <a:lnTo>
                  <a:pt x="27829" y="2446"/>
                </a:lnTo>
                <a:moveTo>
                  <a:pt x="27565" y="2446"/>
                </a:moveTo>
                <a:lnTo>
                  <a:pt x="27407" y="2446"/>
                </a:lnTo>
                <a:lnTo>
                  <a:pt x="27407" y="2330"/>
                </a:lnTo>
                <a:lnTo>
                  <a:pt x="27565" y="2330"/>
                </a:lnTo>
                <a:lnTo>
                  <a:pt x="27565" y="2446"/>
                </a:lnTo>
                <a:moveTo>
                  <a:pt x="27301" y="2446"/>
                </a:moveTo>
                <a:lnTo>
                  <a:pt x="27143" y="2446"/>
                </a:lnTo>
                <a:lnTo>
                  <a:pt x="27143" y="2330"/>
                </a:lnTo>
                <a:lnTo>
                  <a:pt x="27301" y="2330"/>
                </a:lnTo>
                <a:lnTo>
                  <a:pt x="27301" y="2446"/>
                </a:lnTo>
                <a:moveTo>
                  <a:pt x="27037" y="2446"/>
                </a:moveTo>
                <a:lnTo>
                  <a:pt x="26879" y="2446"/>
                </a:lnTo>
                <a:lnTo>
                  <a:pt x="26879" y="2330"/>
                </a:lnTo>
                <a:lnTo>
                  <a:pt x="27037" y="2330"/>
                </a:lnTo>
                <a:lnTo>
                  <a:pt x="27037" y="2446"/>
                </a:lnTo>
                <a:moveTo>
                  <a:pt x="26773" y="2446"/>
                </a:moveTo>
                <a:lnTo>
                  <a:pt x="26615" y="2446"/>
                </a:lnTo>
                <a:lnTo>
                  <a:pt x="26615" y="2330"/>
                </a:lnTo>
                <a:lnTo>
                  <a:pt x="26773" y="2330"/>
                </a:lnTo>
                <a:lnTo>
                  <a:pt x="26773" y="2446"/>
                </a:lnTo>
                <a:moveTo>
                  <a:pt x="26509" y="2446"/>
                </a:moveTo>
                <a:lnTo>
                  <a:pt x="26350" y="2446"/>
                </a:lnTo>
                <a:lnTo>
                  <a:pt x="26350" y="2330"/>
                </a:lnTo>
                <a:lnTo>
                  <a:pt x="26509" y="2330"/>
                </a:lnTo>
                <a:lnTo>
                  <a:pt x="26509" y="2446"/>
                </a:lnTo>
                <a:moveTo>
                  <a:pt x="26245" y="2446"/>
                </a:moveTo>
                <a:lnTo>
                  <a:pt x="26086" y="2446"/>
                </a:lnTo>
                <a:lnTo>
                  <a:pt x="26086" y="2330"/>
                </a:lnTo>
                <a:lnTo>
                  <a:pt x="26245" y="2330"/>
                </a:lnTo>
                <a:lnTo>
                  <a:pt x="26245" y="2446"/>
                </a:lnTo>
                <a:moveTo>
                  <a:pt x="25981" y="2446"/>
                </a:moveTo>
                <a:lnTo>
                  <a:pt x="25822" y="2446"/>
                </a:lnTo>
                <a:lnTo>
                  <a:pt x="25822" y="2330"/>
                </a:lnTo>
                <a:lnTo>
                  <a:pt x="25981" y="2330"/>
                </a:lnTo>
                <a:lnTo>
                  <a:pt x="25981" y="2446"/>
                </a:lnTo>
                <a:moveTo>
                  <a:pt x="25717" y="2446"/>
                </a:moveTo>
                <a:lnTo>
                  <a:pt x="25558" y="2446"/>
                </a:lnTo>
                <a:lnTo>
                  <a:pt x="25558" y="2330"/>
                </a:lnTo>
                <a:lnTo>
                  <a:pt x="25717" y="2330"/>
                </a:lnTo>
                <a:lnTo>
                  <a:pt x="25717" y="2446"/>
                </a:lnTo>
                <a:moveTo>
                  <a:pt x="25453" y="2446"/>
                </a:moveTo>
                <a:lnTo>
                  <a:pt x="25294" y="2446"/>
                </a:lnTo>
                <a:lnTo>
                  <a:pt x="25294" y="2330"/>
                </a:lnTo>
                <a:lnTo>
                  <a:pt x="25453" y="2330"/>
                </a:lnTo>
                <a:lnTo>
                  <a:pt x="25453" y="2446"/>
                </a:lnTo>
                <a:moveTo>
                  <a:pt x="25189" y="2446"/>
                </a:moveTo>
                <a:lnTo>
                  <a:pt x="25030" y="2446"/>
                </a:lnTo>
                <a:lnTo>
                  <a:pt x="25030" y="2330"/>
                </a:lnTo>
                <a:lnTo>
                  <a:pt x="25189" y="2330"/>
                </a:lnTo>
                <a:lnTo>
                  <a:pt x="25189" y="2446"/>
                </a:lnTo>
                <a:moveTo>
                  <a:pt x="24925" y="2446"/>
                </a:moveTo>
                <a:lnTo>
                  <a:pt x="24766" y="2446"/>
                </a:lnTo>
                <a:lnTo>
                  <a:pt x="24766" y="2330"/>
                </a:lnTo>
                <a:lnTo>
                  <a:pt x="24925" y="2330"/>
                </a:lnTo>
                <a:lnTo>
                  <a:pt x="24925" y="2446"/>
                </a:lnTo>
                <a:moveTo>
                  <a:pt x="24661" y="2446"/>
                </a:moveTo>
                <a:lnTo>
                  <a:pt x="24502" y="2446"/>
                </a:lnTo>
                <a:lnTo>
                  <a:pt x="24502" y="2330"/>
                </a:lnTo>
                <a:lnTo>
                  <a:pt x="24661" y="2330"/>
                </a:lnTo>
                <a:lnTo>
                  <a:pt x="24661" y="2446"/>
                </a:lnTo>
                <a:moveTo>
                  <a:pt x="24397" y="2446"/>
                </a:moveTo>
                <a:lnTo>
                  <a:pt x="24238" y="2446"/>
                </a:lnTo>
                <a:lnTo>
                  <a:pt x="24238" y="2330"/>
                </a:lnTo>
                <a:lnTo>
                  <a:pt x="24397" y="2330"/>
                </a:lnTo>
                <a:lnTo>
                  <a:pt x="24397" y="2446"/>
                </a:lnTo>
                <a:moveTo>
                  <a:pt x="24133" y="2446"/>
                </a:moveTo>
                <a:lnTo>
                  <a:pt x="23974" y="2446"/>
                </a:lnTo>
                <a:lnTo>
                  <a:pt x="23974" y="2330"/>
                </a:lnTo>
                <a:lnTo>
                  <a:pt x="24133" y="2330"/>
                </a:lnTo>
                <a:lnTo>
                  <a:pt x="24133" y="2446"/>
                </a:lnTo>
                <a:moveTo>
                  <a:pt x="23869" y="2446"/>
                </a:moveTo>
                <a:lnTo>
                  <a:pt x="23710" y="2446"/>
                </a:lnTo>
                <a:lnTo>
                  <a:pt x="23710" y="2330"/>
                </a:lnTo>
                <a:lnTo>
                  <a:pt x="23869" y="2330"/>
                </a:lnTo>
                <a:lnTo>
                  <a:pt x="23869" y="2446"/>
                </a:lnTo>
                <a:moveTo>
                  <a:pt x="23605" y="2446"/>
                </a:moveTo>
                <a:lnTo>
                  <a:pt x="23446" y="2446"/>
                </a:lnTo>
                <a:lnTo>
                  <a:pt x="23446" y="2330"/>
                </a:lnTo>
                <a:lnTo>
                  <a:pt x="23605" y="2330"/>
                </a:lnTo>
                <a:lnTo>
                  <a:pt x="23605" y="2446"/>
                </a:lnTo>
                <a:moveTo>
                  <a:pt x="23341" y="2446"/>
                </a:moveTo>
                <a:lnTo>
                  <a:pt x="23182" y="2446"/>
                </a:lnTo>
                <a:lnTo>
                  <a:pt x="23182" y="2330"/>
                </a:lnTo>
                <a:lnTo>
                  <a:pt x="23341" y="2330"/>
                </a:lnTo>
                <a:lnTo>
                  <a:pt x="23341" y="2446"/>
                </a:lnTo>
                <a:moveTo>
                  <a:pt x="23077" y="2446"/>
                </a:moveTo>
                <a:lnTo>
                  <a:pt x="22918" y="2446"/>
                </a:lnTo>
                <a:lnTo>
                  <a:pt x="22918" y="2330"/>
                </a:lnTo>
                <a:lnTo>
                  <a:pt x="23077" y="2330"/>
                </a:lnTo>
                <a:lnTo>
                  <a:pt x="23077" y="2446"/>
                </a:lnTo>
                <a:moveTo>
                  <a:pt x="22812" y="2446"/>
                </a:moveTo>
                <a:lnTo>
                  <a:pt x="22654" y="2446"/>
                </a:lnTo>
                <a:lnTo>
                  <a:pt x="22654" y="2330"/>
                </a:lnTo>
                <a:lnTo>
                  <a:pt x="22812" y="2330"/>
                </a:lnTo>
                <a:lnTo>
                  <a:pt x="22812" y="2446"/>
                </a:lnTo>
                <a:moveTo>
                  <a:pt x="22548" y="2446"/>
                </a:moveTo>
                <a:lnTo>
                  <a:pt x="22390" y="2446"/>
                </a:lnTo>
                <a:lnTo>
                  <a:pt x="22390" y="2330"/>
                </a:lnTo>
                <a:lnTo>
                  <a:pt x="22548" y="2330"/>
                </a:lnTo>
                <a:lnTo>
                  <a:pt x="22548" y="2446"/>
                </a:lnTo>
                <a:moveTo>
                  <a:pt x="22284" y="2446"/>
                </a:moveTo>
                <a:lnTo>
                  <a:pt x="22126" y="2446"/>
                </a:lnTo>
                <a:lnTo>
                  <a:pt x="22126" y="2330"/>
                </a:lnTo>
                <a:lnTo>
                  <a:pt x="22284" y="2330"/>
                </a:lnTo>
                <a:lnTo>
                  <a:pt x="22284" y="2446"/>
                </a:lnTo>
                <a:moveTo>
                  <a:pt x="22020" y="2446"/>
                </a:moveTo>
                <a:lnTo>
                  <a:pt x="21862" y="2446"/>
                </a:lnTo>
                <a:lnTo>
                  <a:pt x="21862" y="2330"/>
                </a:lnTo>
                <a:lnTo>
                  <a:pt x="22020" y="2330"/>
                </a:lnTo>
                <a:lnTo>
                  <a:pt x="22020" y="2446"/>
                </a:lnTo>
                <a:moveTo>
                  <a:pt x="21756" y="2446"/>
                </a:moveTo>
                <a:lnTo>
                  <a:pt x="21597" y="2446"/>
                </a:lnTo>
                <a:lnTo>
                  <a:pt x="21597" y="2330"/>
                </a:lnTo>
                <a:lnTo>
                  <a:pt x="21756" y="2330"/>
                </a:lnTo>
                <a:lnTo>
                  <a:pt x="21756" y="2446"/>
                </a:lnTo>
                <a:moveTo>
                  <a:pt x="21492" y="2446"/>
                </a:moveTo>
                <a:lnTo>
                  <a:pt x="21333" y="2446"/>
                </a:lnTo>
                <a:lnTo>
                  <a:pt x="21333" y="2330"/>
                </a:lnTo>
                <a:lnTo>
                  <a:pt x="21492" y="2330"/>
                </a:lnTo>
                <a:lnTo>
                  <a:pt x="21492" y="2446"/>
                </a:lnTo>
                <a:moveTo>
                  <a:pt x="21228" y="2446"/>
                </a:moveTo>
                <a:lnTo>
                  <a:pt x="21069" y="2446"/>
                </a:lnTo>
                <a:lnTo>
                  <a:pt x="21069" y="2330"/>
                </a:lnTo>
                <a:lnTo>
                  <a:pt x="21228" y="2330"/>
                </a:lnTo>
                <a:lnTo>
                  <a:pt x="21228" y="2446"/>
                </a:lnTo>
                <a:moveTo>
                  <a:pt x="20964" y="2446"/>
                </a:moveTo>
                <a:lnTo>
                  <a:pt x="20805" y="2446"/>
                </a:lnTo>
                <a:lnTo>
                  <a:pt x="20805" y="2330"/>
                </a:lnTo>
                <a:lnTo>
                  <a:pt x="20964" y="2330"/>
                </a:lnTo>
                <a:lnTo>
                  <a:pt x="20964" y="2446"/>
                </a:lnTo>
                <a:moveTo>
                  <a:pt x="20700" y="2446"/>
                </a:moveTo>
                <a:lnTo>
                  <a:pt x="20541" y="2446"/>
                </a:lnTo>
                <a:lnTo>
                  <a:pt x="20541" y="2330"/>
                </a:lnTo>
                <a:lnTo>
                  <a:pt x="20700" y="2330"/>
                </a:lnTo>
                <a:lnTo>
                  <a:pt x="20700" y="2446"/>
                </a:lnTo>
                <a:moveTo>
                  <a:pt x="20436" y="2446"/>
                </a:moveTo>
                <a:lnTo>
                  <a:pt x="20277" y="2446"/>
                </a:lnTo>
                <a:lnTo>
                  <a:pt x="20277" y="2330"/>
                </a:lnTo>
                <a:lnTo>
                  <a:pt x="20436" y="2330"/>
                </a:lnTo>
                <a:lnTo>
                  <a:pt x="20436" y="2446"/>
                </a:lnTo>
                <a:moveTo>
                  <a:pt x="20172" y="2446"/>
                </a:moveTo>
                <a:lnTo>
                  <a:pt x="20013" y="2446"/>
                </a:lnTo>
                <a:lnTo>
                  <a:pt x="20013" y="2330"/>
                </a:lnTo>
                <a:lnTo>
                  <a:pt x="20172" y="2330"/>
                </a:lnTo>
                <a:lnTo>
                  <a:pt x="20172" y="2446"/>
                </a:lnTo>
                <a:moveTo>
                  <a:pt x="19908" y="2446"/>
                </a:moveTo>
                <a:lnTo>
                  <a:pt x="19749" y="2446"/>
                </a:lnTo>
                <a:lnTo>
                  <a:pt x="19749" y="2330"/>
                </a:lnTo>
                <a:lnTo>
                  <a:pt x="19908" y="2330"/>
                </a:lnTo>
                <a:lnTo>
                  <a:pt x="19908" y="2446"/>
                </a:lnTo>
                <a:moveTo>
                  <a:pt x="19644" y="2446"/>
                </a:moveTo>
                <a:lnTo>
                  <a:pt x="19485" y="2446"/>
                </a:lnTo>
                <a:lnTo>
                  <a:pt x="19485" y="2330"/>
                </a:lnTo>
                <a:lnTo>
                  <a:pt x="19644" y="2330"/>
                </a:lnTo>
                <a:lnTo>
                  <a:pt x="19644" y="2446"/>
                </a:lnTo>
                <a:moveTo>
                  <a:pt x="19380" y="2446"/>
                </a:moveTo>
                <a:lnTo>
                  <a:pt x="19221" y="2446"/>
                </a:lnTo>
                <a:lnTo>
                  <a:pt x="19221" y="2330"/>
                </a:lnTo>
                <a:lnTo>
                  <a:pt x="19380" y="2330"/>
                </a:lnTo>
                <a:lnTo>
                  <a:pt x="19380" y="2446"/>
                </a:lnTo>
                <a:moveTo>
                  <a:pt x="19116" y="2446"/>
                </a:moveTo>
                <a:lnTo>
                  <a:pt x="18957" y="2446"/>
                </a:lnTo>
                <a:lnTo>
                  <a:pt x="18957" y="2330"/>
                </a:lnTo>
                <a:lnTo>
                  <a:pt x="19116" y="2330"/>
                </a:lnTo>
                <a:lnTo>
                  <a:pt x="19116" y="2446"/>
                </a:lnTo>
                <a:moveTo>
                  <a:pt x="18852" y="2446"/>
                </a:moveTo>
                <a:lnTo>
                  <a:pt x="18693" y="2446"/>
                </a:lnTo>
                <a:lnTo>
                  <a:pt x="18693" y="2330"/>
                </a:lnTo>
                <a:lnTo>
                  <a:pt x="18852" y="2330"/>
                </a:lnTo>
                <a:lnTo>
                  <a:pt x="18852" y="2446"/>
                </a:lnTo>
                <a:moveTo>
                  <a:pt x="18588" y="2446"/>
                </a:moveTo>
                <a:lnTo>
                  <a:pt x="18429" y="2446"/>
                </a:lnTo>
                <a:lnTo>
                  <a:pt x="18429" y="2330"/>
                </a:lnTo>
                <a:lnTo>
                  <a:pt x="18588" y="2330"/>
                </a:lnTo>
                <a:lnTo>
                  <a:pt x="18588" y="2446"/>
                </a:lnTo>
                <a:moveTo>
                  <a:pt x="18324" y="2446"/>
                </a:moveTo>
                <a:lnTo>
                  <a:pt x="18165" y="2446"/>
                </a:lnTo>
                <a:lnTo>
                  <a:pt x="18165" y="2330"/>
                </a:lnTo>
                <a:lnTo>
                  <a:pt x="18324" y="2330"/>
                </a:lnTo>
                <a:lnTo>
                  <a:pt x="18324" y="2446"/>
                </a:lnTo>
                <a:moveTo>
                  <a:pt x="18059" y="2446"/>
                </a:moveTo>
                <a:lnTo>
                  <a:pt x="17901" y="2446"/>
                </a:lnTo>
                <a:lnTo>
                  <a:pt x="17901" y="2330"/>
                </a:lnTo>
                <a:lnTo>
                  <a:pt x="18059" y="2330"/>
                </a:lnTo>
                <a:lnTo>
                  <a:pt x="18059" y="2446"/>
                </a:lnTo>
                <a:moveTo>
                  <a:pt x="17795" y="2446"/>
                </a:moveTo>
                <a:lnTo>
                  <a:pt x="17637" y="2446"/>
                </a:lnTo>
                <a:lnTo>
                  <a:pt x="17637" y="2330"/>
                </a:lnTo>
                <a:lnTo>
                  <a:pt x="17795" y="2330"/>
                </a:lnTo>
                <a:lnTo>
                  <a:pt x="17795" y="2446"/>
                </a:lnTo>
                <a:moveTo>
                  <a:pt x="17531" y="2446"/>
                </a:moveTo>
                <a:lnTo>
                  <a:pt x="17373" y="2446"/>
                </a:lnTo>
                <a:lnTo>
                  <a:pt x="17373" y="2330"/>
                </a:lnTo>
                <a:lnTo>
                  <a:pt x="17531" y="2330"/>
                </a:lnTo>
                <a:lnTo>
                  <a:pt x="17531" y="2446"/>
                </a:lnTo>
                <a:moveTo>
                  <a:pt x="17267" y="2446"/>
                </a:moveTo>
                <a:lnTo>
                  <a:pt x="17109" y="2446"/>
                </a:lnTo>
                <a:lnTo>
                  <a:pt x="17109" y="2330"/>
                </a:lnTo>
                <a:lnTo>
                  <a:pt x="17267" y="2330"/>
                </a:lnTo>
                <a:lnTo>
                  <a:pt x="17267" y="2446"/>
                </a:lnTo>
                <a:moveTo>
                  <a:pt x="17003" y="2446"/>
                </a:moveTo>
                <a:lnTo>
                  <a:pt x="16845" y="2446"/>
                </a:lnTo>
                <a:lnTo>
                  <a:pt x="16845" y="2330"/>
                </a:lnTo>
                <a:lnTo>
                  <a:pt x="17003" y="2330"/>
                </a:lnTo>
                <a:lnTo>
                  <a:pt x="17003" y="2446"/>
                </a:lnTo>
                <a:moveTo>
                  <a:pt x="16739" y="2446"/>
                </a:moveTo>
                <a:lnTo>
                  <a:pt x="16580" y="2446"/>
                </a:lnTo>
                <a:lnTo>
                  <a:pt x="16580" y="2330"/>
                </a:lnTo>
                <a:lnTo>
                  <a:pt x="16739" y="2330"/>
                </a:lnTo>
                <a:lnTo>
                  <a:pt x="16739" y="2446"/>
                </a:lnTo>
                <a:moveTo>
                  <a:pt x="16475" y="2446"/>
                </a:moveTo>
                <a:lnTo>
                  <a:pt x="16316" y="2446"/>
                </a:lnTo>
                <a:lnTo>
                  <a:pt x="16316" y="2330"/>
                </a:lnTo>
                <a:lnTo>
                  <a:pt x="16475" y="2330"/>
                </a:lnTo>
                <a:lnTo>
                  <a:pt x="16475" y="2446"/>
                </a:lnTo>
                <a:moveTo>
                  <a:pt x="16211" y="2446"/>
                </a:moveTo>
                <a:lnTo>
                  <a:pt x="16052" y="2446"/>
                </a:lnTo>
                <a:lnTo>
                  <a:pt x="16052" y="2330"/>
                </a:lnTo>
                <a:lnTo>
                  <a:pt x="16211" y="2330"/>
                </a:lnTo>
                <a:lnTo>
                  <a:pt x="16211" y="2446"/>
                </a:lnTo>
                <a:moveTo>
                  <a:pt x="15947" y="2446"/>
                </a:moveTo>
                <a:lnTo>
                  <a:pt x="15788" y="2446"/>
                </a:lnTo>
                <a:lnTo>
                  <a:pt x="15788" y="2330"/>
                </a:lnTo>
                <a:lnTo>
                  <a:pt x="15947" y="2330"/>
                </a:lnTo>
                <a:lnTo>
                  <a:pt x="15947" y="2446"/>
                </a:lnTo>
                <a:moveTo>
                  <a:pt x="15683" y="2446"/>
                </a:moveTo>
                <a:lnTo>
                  <a:pt x="15524" y="2446"/>
                </a:lnTo>
                <a:lnTo>
                  <a:pt x="15524" y="2330"/>
                </a:lnTo>
                <a:lnTo>
                  <a:pt x="15683" y="2330"/>
                </a:lnTo>
                <a:lnTo>
                  <a:pt x="15683" y="2446"/>
                </a:lnTo>
                <a:moveTo>
                  <a:pt x="15419" y="2446"/>
                </a:moveTo>
                <a:lnTo>
                  <a:pt x="15260" y="2446"/>
                </a:lnTo>
                <a:lnTo>
                  <a:pt x="15260" y="2330"/>
                </a:lnTo>
                <a:lnTo>
                  <a:pt x="15419" y="2330"/>
                </a:lnTo>
                <a:lnTo>
                  <a:pt x="15419" y="2446"/>
                </a:lnTo>
                <a:moveTo>
                  <a:pt x="15155" y="2446"/>
                </a:moveTo>
                <a:lnTo>
                  <a:pt x="14996" y="2446"/>
                </a:lnTo>
                <a:lnTo>
                  <a:pt x="14996" y="2330"/>
                </a:lnTo>
                <a:lnTo>
                  <a:pt x="15155" y="2330"/>
                </a:lnTo>
                <a:lnTo>
                  <a:pt x="15155" y="2446"/>
                </a:lnTo>
                <a:moveTo>
                  <a:pt x="14891" y="2446"/>
                </a:moveTo>
                <a:lnTo>
                  <a:pt x="14732" y="2446"/>
                </a:lnTo>
                <a:lnTo>
                  <a:pt x="14732" y="2330"/>
                </a:lnTo>
                <a:lnTo>
                  <a:pt x="14891" y="2330"/>
                </a:lnTo>
                <a:lnTo>
                  <a:pt x="14891" y="2446"/>
                </a:lnTo>
                <a:moveTo>
                  <a:pt x="14627" y="2446"/>
                </a:moveTo>
                <a:lnTo>
                  <a:pt x="14468" y="2446"/>
                </a:lnTo>
                <a:lnTo>
                  <a:pt x="14468" y="2330"/>
                </a:lnTo>
                <a:lnTo>
                  <a:pt x="14627" y="2330"/>
                </a:lnTo>
                <a:lnTo>
                  <a:pt x="14627" y="2446"/>
                </a:lnTo>
                <a:moveTo>
                  <a:pt x="14363" y="2446"/>
                </a:moveTo>
                <a:lnTo>
                  <a:pt x="14204" y="2446"/>
                </a:lnTo>
                <a:lnTo>
                  <a:pt x="14204" y="2330"/>
                </a:lnTo>
                <a:lnTo>
                  <a:pt x="14363" y="2330"/>
                </a:lnTo>
                <a:lnTo>
                  <a:pt x="14363" y="2446"/>
                </a:lnTo>
                <a:moveTo>
                  <a:pt x="14099" y="2446"/>
                </a:moveTo>
                <a:lnTo>
                  <a:pt x="13939" y="2446"/>
                </a:lnTo>
                <a:lnTo>
                  <a:pt x="13939" y="2330"/>
                </a:lnTo>
                <a:lnTo>
                  <a:pt x="14099" y="2330"/>
                </a:lnTo>
                <a:lnTo>
                  <a:pt x="14099" y="2446"/>
                </a:lnTo>
                <a:moveTo>
                  <a:pt x="13834" y="2446"/>
                </a:moveTo>
                <a:lnTo>
                  <a:pt x="13675" y="2446"/>
                </a:lnTo>
                <a:lnTo>
                  <a:pt x="13675" y="2330"/>
                </a:lnTo>
                <a:lnTo>
                  <a:pt x="13834" y="2330"/>
                </a:lnTo>
                <a:lnTo>
                  <a:pt x="13834" y="2446"/>
                </a:lnTo>
                <a:moveTo>
                  <a:pt x="13570" y="2446"/>
                </a:moveTo>
                <a:lnTo>
                  <a:pt x="13411" y="2446"/>
                </a:lnTo>
                <a:lnTo>
                  <a:pt x="13411" y="2330"/>
                </a:lnTo>
                <a:lnTo>
                  <a:pt x="13570" y="2330"/>
                </a:lnTo>
                <a:lnTo>
                  <a:pt x="13570" y="2446"/>
                </a:lnTo>
                <a:moveTo>
                  <a:pt x="13306" y="2446"/>
                </a:moveTo>
                <a:lnTo>
                  <a:pt x="13147" y="2446"/>
                </a:lnTo>
                <a:lnTo>
                  <a:pt x="13147" y="2330"/>
                </a:lnTo>
                <a:lnTo>
                  <a:pt x="13306" y="2330"/>
                </a:lnTo>
                <a:lnTo>
                  <a:pt x="13306" y="2446"/>
                </a:lnTo>
                <a:moveTo>
                  <a:pt x="13041" y="2446"/>
                </a:moveTo>
                <a:lnTo>
                  <a:pt x="12883" y="2446"/>
                </a:lnTo>
                <a:lnTo>
                  <a:pt x="12883" y="2330"/>
                </a:lnTo>
                <a:lnTo>
                  <a:pt x="13041" y="2330"/>
                </a:lnTo>
                <a:lnTo>
                  <a:pt x="13041" y="2446"/>
                </a:lnTo>
                <a:moveTo>
                  <a:pt x="12777" y="2446"/>
                </a:moveTo>
                <a:lnTo>
                  <a:pt x="12619" y="2446"/>
                </a:lnTo>
                <a:lnTo>
                  <a:pt x="12619" y="2330"/>
                </a:lnTo>
                <a:lnTo>
                  <a:pt x="12777" y="2330"/>
                </a:lnTo>
                <a:lnTo>
                  <a:pt x="12777" y="2446"/>
                </a:lnTo>
                <a:moveTo>
                  <a:pt x="12513" y="2446"/>
                </a:moveTo>
                <a:lnTo>
                  <a:pt x="12355" y="2446"/>
                </a:lnTo>
                <a:lnTo>
                  <a:pt x="12355" y="2330"/>
                </a:lnTo>
                <a:lnTo>
                  <a:pt x="12513" y="2330"/>
                </a:lnTo>
                <a:lnTo>
                  <a:pt x="12513" y="2446"/>
                </a:lnTo>
                <a:moveTo>
                  <a:pt x="12249" y="2446"/>
                </a:moveTo>
                <a:lnTo>
                  <a:pt x="12091" y="2446"/>
                </a:lnTo>
                <a:lnTo>
                  <a:pt x="12091" y="2330"/>
                </a:lnTo>
                <a:lnTo>
                  <a:pt x="12249" y="2330"/>
                </a:lnTo>
                <a:lnTo>
                  <a:pt x="12249" y="2446"/>
                </a:lnTo>
                <a:moveTo>
                  <a:pt x="11985" y="2446"/>
                </a:moveTo>
                <a:lnTo>
                  <a:pt x="11826" y="2446"/>
                </a:lnTo>
                <a:lnTo>
                  <a:pt x="11826" y="2330"/>
                </a:lnTo>
                <a:lnTo>
                  <a:pt x="11985" y="2330"/>
                </a:lnTo>
                <a:lnTo>
                  <a:pt x="11985" y="2446"/>
                </a:lnTo>
                <a:moveTo>
                  <a:pt x="11721" y="2446"/>
                </a:moveTo>
                <a:lnTo>
                  <a:pt x="11562" y="2446"/>
                </a:lnTo>
                <a:lnTo>
                  <a:pt x="11562" y="2330"/>
                </a:lnTo>
                <a:lnTo>
                  <a:pt x="11721" y="2330"/>
                </a:lnTo>
                <a:lnTo>
                  <a:pt x="11721" y="2446"/>
                </a:lnTo>
                <a:moveTo>
                  <a:pt x="11457" y="2446"/>
                </a:moveTo>
                <a:lnTo>
                  <a:pt x="11298" y="2446"/>
                </a:lnTo>
                <a:lnTo>
                  <a:pt x="11298" y="2330"/>
                </a:lnTo>
                <a:lnTo>
                  <a:pt x="11457" y="2330"/>
                </a:lnTo>
                <a:lnTo>
                  <a:pt x="11457" y="2446"/>
                </a:lnTo>
                <a:moveTo>
                  <a:pt x="11193" y="2446"/>
                </a:moveTo>
                <a:lnTo>
                  <a:pt x="11034" y="2446"/>
                </a:lnTo>
                <a:lnTo>
                  <a:pt x="11034" y="2330"/>
                </a:lnTo>
                <a:lnTo>
                  <a:pt x="11193" y="2330"/>
                </a:lnTo>
                <a:lnTo>
                  <a:pt x="11193" y="2446"/>
                </a:lnTo>
                <a:moveTo>
                  <a:pt x="10929" y="2446"/>
                </a:moveTo>
                <a:lnTo>
                  <a:pt x="10770" y="2446"/>
                </a:lnTo>
                <a:lnTo>
                  <a:pt x="10770" y="2330"/>
                </a:lnTo>
                <a:lnTo>
                  <a:pt x="10929" y="2330"/>
                </a:lnTo>
                <a:lnTo>
                  <a:pt x="10929" y="2446"/>
                </a:lnTo>
                <a:moveTo>
                  <a:pt x="10665" y="2446"/>
                </a:moveTo>
                <a:lnTo>
                  <a:pt x="10506" y="2446"/>
                </a:lnTo>
                <a:lnTo>
                  <a:pt x="10506" y="2330"/>
                </a:lnTo>
                <a:lnTo>
                  <a:pt x="10665" y="2330"/>
                </a:lnTo>
                <a:lnTo>
                  <a:pt x="10665" y="2446"/>
                </a:lnTo>
                <a:moveTo>
                  <a:pt x="10401" y="2446"/>
                </a:moveTo>
                <a:lnTo>
                  <a:pt x="10242" y="2446"/>
                </a:lnTo>
                <a:lnTo>
                  <a:pt x="10242" y="2330"/>
                </a:lnTo>
                <a:lnTo>
                  <a:pt x="10401" y="2330"/>
                </a:lnTo>
                <a:lnTo>
                  <a:pt x="10401" y="2446"/>
                </a:lnTo>
                <a:moveTo>
                  <a:pt x="10137" y="2446"/>
                </a:moveTo>
                <a:lnTo>
                  <a:pt x="9978" y="2446"/>
                </a:lnTo>
                <a:lnTo>
                  <a:pt x="9978" y="2330"/>
                </a:lnTo>
                <a:lnTo>
                  <a:pt x="10137" y="2330"/>
                </a:lnTo>
                <a:lnTo>
                  <a:pt x="10137" y="2446"/>
                </a:lnTo>
                <a:moveTo>
                  <a:pt x="9873" y="2446"/>
                </a:moveTo>
                <a:lnTo>
                  <a:pt x="9714" y="2446"/>
                </a:lnTo>
                <a:lnTo>
                  <a:pt x="9714" y="2330"/>
                </a:lnTo>
                <a:lnTo>
                  <a:pt x="9873" y="2330"/>
                </a:lnTo>
                <a:lnTo>
                  <a:pt x="9873" y="2446"/>
                </a:lnTo>
                <a:moveTo>
                  <a:pt x="9609" y="2446"/>
                </a:moveTo>
                <a:lnTo>
                  <a:pt x="9450" y="2446"/>
                </a:lnTo>
                <a:lnTo>
                  <a:pt x="9450" y="2330"/>
                </a:lnTo>
                <a:lnTo>
                  <a:pt x="9609" y="2330"/>
                </a:lnTo>
                <a:lnTo>
                  <a:pt x="9609" y="2446"/>
                </a:lnTo>
                <a:moveTo>
                  <a:pt x="9345" y="2446"/>
                </a:moveTo>
                <a:lnTo>
                  <a:pt x="9186" y="2446"/>
                </a:lnTo>
                <a:lnTo>
                  <a:pt x="9186" y="2330"/>
                </a:lnTo>
                <a:lnTo>
                  <a:pt x="9345" y="2330"/>
                </a:lnTo>
                <a:lnTo>
                  <a:pt x="9345" y="2446"/>
                </a:lnTo>
                <a:moveTo>
                  <a:pt x="9081" y="2446"/>
                </a:moveTo>
                <a:lnTo>
                  <a:pt x="8922" y="2446"/>
                </a:lnTo>
                <a:lnTo>
                  <a:pt x="8922" y="2330"/>
                </a:lnTo>
                <a:lnTo>
                  <a:pt x="9081" y="2330"/>
                </a:lnTo>
                <a:lnTo>
                  <a:pt x="9081" y="2446"/>
                </a:lnTo>
                <a:moveTo>
                  <a:pt x="8817" y="2446"/>
                </a:moveTo>
                <a:lnTo>
                  <a:pt x="8658" y="2446"/>
                </a:lnTo>
                <a:lnTo>
                  <a:pt x="8658" y="2330"/>
                </a:lnTo>
                <a:lnTo>
                  <a:pt x="8817" y="2330"/>
                </a:lnTo>
                <a:lnTo>
                  <a:pt x="8817" y="2446"/>
                </a:lnTo>
                <a:moveTo>
                  <a:pt x="8553" y="2446"/>
                </a:moveTo>
                <a:lnTo>
                  <a:pt x="8394" y="2446"/>
                </a:lnTo>
                <a:lnTo>
                  <a:pt x="8394" y="2330"/>
                </a:lnTo>
                <a:lnTo>
                  <a:pt x="8553" y="2330"/>
                </a:lnTo>
                <a:lnTo>
                  <a:pt x="8553" y="2446"/>
                </a:lnTo>
                <a:moveTo>
                  <a:pt x="8288" y="2446"/>
                </a:moveTo>
                <a:lnTo>
                  <a:pt x="8130" y="2446"/>
                </a:lnTo>
                <a:lnTo>
                  <a:pt x="8130" y="2330"/>
                </a:lnTo>
                <a:lnTo>
                  <a:pt x="8288" y="2330"/>
                </a:lnTo>
                <a:lnTo>
                  <a:pt x="8288" y="2446"/>
                </a:lnTo>
                <a:moveTo>
                  <a:pt x="8024" y="2446"/>
                </a:moveTo>
                <a:lnTo>
                  <a:pt x="7866" y="2446"/>
                </a:lnTo>
                <a:lnTo>
                  <a:pt x="7866" y="2330"/>
                </a:lnTo>
                <a:lnTo>
                  <a:pt x="8024" y="2330"/>
                </a:lnTo>
                <a:lnTo>
                  <a:pt x="8024" y="2446"/>
                </a:lnTo>
                <a:moveTo>
                  <a:pt x="7760" y="2446"/>
                </a:moveTo>
                <a:lnTo>
                  <a:pt x="7602" y="2446"/>
                </a:lnTo>
                <a:lnTo>
                  <a:pt x="7602" y="2330"/>
                </a:lnTo>
                <a:lnTo>
                  <a:pt x="7760" y="2330"/>
                </a:lnTo>
                <a:lnTo>
                  <a:pt x="7760" y="2446"/>
                </a:lnTo>
                <a:moveTo>
                  <a:pt x="7496" y="2446"/>
                </a:moveTo>
                <a:lnTo>
                  <a:pt x="7338" y="2446"/>
                </a:lnTo>
                <a:lnTo>
                  <a:pt x="7338" y="2330"/>
                </a:lnTo>
                <a:lnTo>
                  <a:pt x="7496" y="2330"/>
                </a:lnTo>
                <a:lnTo>
                  <a:pt x="7496" y="2446"/>
                </a:lnTo>
                <a:moveTo>
                  <a:pt x="7232" y="2446"/>
                </a:moveTo>
                <a:lnTo>
                  <a:pt x="7074" y="2446"/>
                </a:lnTo>
                <a:lnTo>
                  <a:pt x="7074" y="2330"/>
                </a:lnTo>
                <a:lnTo>
                  <a:pt x="7232" y="2330"/>
                </a:lnTo>
                <a:lnTo>
                  <a:pt x="7232" y="2446"/>
                </a:lnTo>
                <a:moveTo>
                  <a:pt x="6968" y="2446"/>
                </a:moveTo>
                <a:lnTo>
                  <a:pt x="6809" y="2446"/>
                </a:lnTo>
                <a:lnTo>
                  <a:pt x="6809" y="2330"/>
                </a:lnTo>
                <a:lnTo>
                  <a:pt x="6968" y="2330"/>
                </a:lnTo>
                <a:lnTo>
                  <a:pt x="6968" y="2446"/>
                </a:lnTo>
                <a:moveTo>
                  <a:pt x="6704" y="2446"/>
                </a:moveTo>
                <a:lnTo>
                  <a:pt x="6545" y="2446"/>
                </a:lnTo>
                <a:lnTo>
                  <a:pt x="6545" y="2330"/>
                </a:lnTo>
                <a:lnTo>
                  <a:pt x="6704" y="2330"/>
                </a:lnTo>
                <a:lnTo>
                  <a:pt x="6704" y="2446"/>
                </a:lnTo>
                <a:moveTo>
                  <a:pt x="6440" y="2446"/>
                </a:moveTo>
                <a:lnTo>
                  <a:pt x="6281" y="2446"/>
                </a:lnTo>
                <a:lnTo>
                  <a:pt x="6281" y="2330"/>
                </a:lnTo>
                <a:lnTo>
                  <a:pt x="6440" y="2330"/>
                </a:lnTo>
                <a:lnTo>
                  <a:pt x="6440" y="2446"/>
                </a:lnTo>
                <a:moveTo>
                  <a:pt x="6176" y="2446"/>
                </a:moveTo>
                <a:lnTo>
                  <a:pt x="6017" y="2446"/>
                </a:lnTo>
                <a:lnTo>
                  <a:pt x="6017" y="2330"/>
                </a:lnTo>
                <a:lnTo>
                  <a:pt x="6176" y="2330"/>
                </a:lnTo>
                <a:lnTo>
                  <a:pt x="6176" y="2446"/>
                </a:lnTo>
                <a:moveTo>
                  <a:pt x="5912" y="2446"/>
                </a:moveTo>
                <a:lnTo>
                  <a:pt x="5753" y="2446"/>
                </a:lnTo>
                <a:lnTo>
                  <a:pt x="5753" y="2330"/>
                </a:lnTo>
                <a:lnTo>
                  <a:pt x="5912" y="2330"/>
                </a:lnTo>
                <a:lnTo>
                  <a:pt x="5912" y="2446"/>
                </a:lnTo>
                <a:moveTo>
                  <a:pt x="5648" y="2446"/>
                </a:moveTo>
                <a:lnTo>
                  <a:pt x="5489" y="2446"/>
                </a:lnTo>
                <a:lnTo>
                  <a:pt x="5489" y="2330"/>
                </a:lnTo>
                <a:lnTo>
                  <a:pt x="5648" y="2330"/>
                </a:lnTo>
                <a:lnTo>
                  <a:pt x="5648" y="2446"/>
                </a:lnTo>
                <a:moveTo>
                  <a:pt x="5384" y="2446"/>
                </a:moveTo>
                <a:lnTo>
                  <a:pt x="5225" y="2446"/>
                </a:lnTo>
                <a:lnTo>
                  <a:pt x="5225" y="2330"/>
                </a:lnTo>
                <a:lnTo>
                  <a:pt x="5384" y="2330"/>
                </a:lnTo>
                <a:lnTo>
                  <a:pt x="5384" y="2446"/>
                </a:lnTo>
                <a:moveTo>
                  <a:pt x="5120" y="2446"/>
                </a:moveTo>
                <a:lnTo>
                  <a:pt x="4961" y="2446"/>
                </a:lnTo>
                <a:lnTo>
                  <a:pt x="4961" y="2330"/>
                </a:lnTo>
                <a:lnTo>
                  <a:pt x="5120" y="2330"/>
                </a:lnTo>
                <a:lnTo>
                  <a:pt x="5120" y="2446"/>
                </a:lnTo>
                <a:moveTo>
                  <a:pt x="4856" y="2446"/>
                </a:moveTo>
                <a:lnTo>
                  <a:pt x="4697" y="2446"/>
                </a:lnTo>
                <a:lnTo>
                  <a:pt x="4697" y="2330"/>
                </a:lnTo>
                <a:lnTo>
                  <a:pt x="4856" y="2330"/>
                </a:lnTo>
                <a:lnTo>
                  <a:pt x="4856" y="2446"/>
                </a:lnTo>
                <a:moveTo>
                  <a:pt x="4592" y="2446"/>
                </a:moveTo>
                <a:lnTo>
                  <a:pt x="4433" y="2446"/>
                </a:lnTo>
                <a:lnTo>
                  <a:pt x="4433" y="2330"/>
                </a:lnTo>
                <a:lnTo>
                  <a:pt x="4592" y="2330"/>
                </a:lnTo>
                <a:lnTo>
                  <a:pt x="4592" y="2446"/>
                </a:lnTo>
                <a:moveTo>
                  <a:pt x="4328" y="2446"/>
                </a:moveTo>
                <a:lnTo>
                  <a:pt x="4169" y="2446"/>
                </a:lnTo>
                <a:lnTo>
                  <a:pt x="4169" y="2330"/>
                </a:lnTo>
                <a:lnTo>
                  <a:pt x="4328" y="2330"/>
                </a:lnTo>
                <a:lnTo>
                  <a:pt x="4328" y="2446"/>
                </a:lnTo>
                <a:moveTo>
                  <a:pt x="4064" y="2446"/>
                </a:moveTo>
                <a:lnTo>
                  <a:pt x="3905" y="2446"/>
                </a:lnTo>
                <a:lnTo>
                  <a:pt x="3905" y="2330"/>
                </a:lnTo>
                <a:lnTo>
                  <a:pt x="4064" y="2330"/>
                </a:lnTo>
                <a:lnTo>
                  <a:pt x="4064" y="2446"/>
                </a:lnTo>
                <a:moveTo>
                  <a:pt x="3800" y="2446"/>
                </a:moveTo>
                <a:lnTo>
                  <a:pt x="3641" y="2446"/>
                </a:lnTo>
                <a:lnTo>
                  <a:pt x="3641" y="2330"/>
                </a:lnTo>
                <a:lnTo>
                  <a:pt x="3800" y="2330"/>
                </a:lnTo>
                <a:lnTo>
                  <a:pt x="3800" y="2446"/>
                </a:lnTo>
                <a:moveTo>
                  <a:pt x="3536" y="2446"/>
                </a:moveTo>
                <a:lnTo>
                  <a:pt x="3377" y="2446"/>
                </a:lnTo>
                <a:lnTo>
                  <a:pt x="3377" y="2330"/>
                </a:lnTo>
                <a:lnTo>
                  <a:pt x="3536" y="2330"/>
                </a:lnTo>
                <a:lnTo>
                  <a:pt x="3536" y="2446"/>
                </a:lnTo>
                <a:moveTo>
                  <a:pt x="3271" y="2446"/>
                </a:moveTo>
                <a:lnTo>
                  <a:pt x="3113" y="2446"/>
                </a:lnTo>
                <a:lnTo>
                  <a:pt x="3113" y="2330"/>
                </a:lnTo>
                <a:lnTo>
                  <a:pt x="3271" y="2330"/>
                </a:lnTo>
                <a:lnTo>
                  <a:pt x="3271" y="2446"/>
                </a:lnTo>
                <a:moveTo>
                  <a:pt x="3007" y="2446"/>
                </a:moveTo>
                <a:lnTo>
                  <a:pt x="2849" y="2446"/>
                </a:lnTo>
                <a:lnTo>
                  <a:pt x="2849" y="2330"/>
                </a:lnTo>
                <a:lnTo>
                  <a:pt x="3007" y="2330"/>
                </a:lnTo>
                <a:lnTo>
                  <a:pt x="3007" y="2446"/>
                </a:lnTo>
                <a:moveTo>
                  <a:pt x="2743" y="2446"/>
                </a:moveTo>
                <a:lnTo>
                  <a:pt x="2585" y="2446"/>
                </a:lnTo>
                <a:lnTo>
                  <a:pt x="2585" y="2330"/>
                </a:lnTo>
                <a:lnTo>
                  <a:pt x="2743" y="2330"/>
                </a:lnTo>
                <a:lnTo>
                  <a:pt x="2743" y="2446"/>
                </a:lnTo>
                <a:moveTo>
                  <a:pt x="2479" y="2446"/>
                </a:moveTo>
                <a:lnTo>
                  <a:pt x="2321" y="2446"/>
                </a:lnTo>
                <a:lnTo>
                  <a:pt x="2321" y="2330"/>
                </a:lnTo>
                <a:lnTo>
                  <a:pt x="2479" y="2330"/>
                </a:lnTo>
                <a:lnTo>
                  <a:pt x="2479" y="2446"/>
                </a:lnTo>
                <a:moveTo>
                  <a:pt x="2215" y="2446"/>
                </a:moveTo>
                <a:lnTo>
                  <a:pt x="2056" y="2446"/>
                </a:lnTo>
                <a:lnTo>
                  <a:pt x="2056" y="2330"/>
                </a:lnTo>
                <a:lnTo>
                  <a:pt x="2215" y="2330"/>
                </a:lnTo>
                <a:lnTo>
                  <a:pt x="2215" y="2446"/>
                </a:lnTo>
                <a:moveTo>
                  <a:pt x="1951" y="2446"/>
                </a:moveTo>
                <a:lnTo>
                  <a:pt x="1792" y="2446"/>
                </a:lnTo>
                <a:lnTo>
                  <a:pt x="1792" y="2330"/>
                </a:lnTo>
                <a:lnTo>
                  <a:pt x="1951" y="2330"/>
                </a:lnTo>
                <a:lnTo>
                  <a:pt x="1951" y="2446"/>
                </a:lnTo>
                <a:moveTo>
                  <a:pt x="1687" y="2446"/>
                </a:moveTo>
                <a:lnTo>
                  <a:pt x="1528" y="2446"/>
                </a:lnTo>
                <a:lnTo>
                  <a:pt x="1528" y="2330"/>
                </a:lnTo>
                <a:lnTo>
                  <a:pt x="1687" y="2330"/>
                </a:lnTo>
                <a:lnTo>
                  <a:pt x="1687" y="2446"/>
                </a:lnTo>
                <a:moveTo>
                  <a:pt x="1423" y="2446"/>
                </a:moveTo>
                <a:lnTo>
                  <a:pt x="1264" y="2446"/>
                </a:lnTo>
                <a:lnTo>
                  <a:pt x="1264" y="2330"/>
                </a:lnTo>
                <a:lnTo>
                  <a:pt x="1423" y="2330"/>
                </a:lnTo>
                <a:lnTo>
                  <a:pt x="1423" y="2446"/>
                </a:lnTo>
                <a:moveTo>
                  <a:pt x="1159" y="2446"/>
                </a:moveTo>
                <a:lnTo>
                  <a:pt x="1000" y="2446"/>
                </a:lnTo>
                <a:lnTo>
                  <a:pt x="1000" y="2330"/>
                </a:lnTo>
                <a:lnTo>
                  <a:pt x="1159" y="2330"/>
                </a:lnTo>
                <a:lnTo>
                  <a:pt x="1159" y="2446"/>
                </a:lnTo>
                <a:moveTo>
                  <a:pt x="895" y="2446"/>
                </a:moveTo>
                <a:lnTo>
                  <a:pt x="736" y="2446"/>
                </a:lnTo>
                <a:lnTo>
                  <a:pt x="736" y="2330"/>
                </a:lnTo>
                <a:lnTo>
                  <a:pt x="895" y="2330"/>
                </a:lnTo>
                <a:lnTo>
                  <a:pt x="895" y="2446"/>
                </a:lnTo>
                <a:moveTo>
                  <a:pt x="631" y="2446"/>
                </a:moveTo>
                <a:lnTo>
                  <a:pt x="472" y="2446"/>
                </a:lnTo>
                <a:lnTo>
                  <a:pt x="472" y="2330"/>
                </a:lnTo>
                <a:lnTo>
                  <a:pt x="631" y="2330"/>
                </a:lnTo>
                <a:lnTo>
                  <a:pt x="631" y="2446"/>
                </a:lnTo>
                <a:moveTo>
                  <a:pt x="367" y="2446"/>
                </a:moveTo>
                <a:lnTo>
                  <a:pt x="244" y="2446"/>
                </a:lnTo>
                <a:cubicBezTo>
                  <a:pt x="228" y="2446"/>
                  <a:pt x="213" y="2445"/>
                  <a:pt x="198" y="2442"/>
                </a:cubicBezTo>
                <a:lnTo>
                  <a:pt x="220" y="2327"/>
                </a:lnTo>
                <a:cubicBezTo>
                  <a:pt x="228" y="2329"/>
                  <a:pt x="236" y="2330"/>
                  <a:pt x="244" y="2330"/>
                </a:cubicBezTo>
                <a:lnTo>
                  <a:pt x="367" y="2330"/>
                </a:lnTo>
                <a:lnTo>
                  <a:pt x="367" y="2446"/>
                </a:lnTo>
                <a:moveTo>
                  <a:pt x="75" y="2378"/>
                </a:moveTo>
                <a:cubicBezTo>
                  <a:pt x="25" y="2330"/>
                  <a:pt x="0" y="2272"/>
                  <a:pt x="0" y="2203"/>
                </a:cubicBezTo>
                <a:lnTo>
                  <a:pt x="0" y="2192"/>
                </a:lnTo>
                <a:lnTo>
                  <a:pt x="117" y="2192"/>
                </a:lnTo>
                <a:lnTo>
                  <a:pt x="117" y="2203"/>
                </a:lnTo>
                <a:cubicBezTo>
                  <a:pt x="117" y="2239"/>
                  <a:pt x="130" y="2269"/>
                  <a:pt x="156" y="2294"/>
                </a:cubicBezTo>
                <a:lnTo>
                  <a:pt x="75" y="2378"/>
                </a:lnTo>
                <a:moveTo>
                  <a:pt x="0" y="2087"/>
                </a:moveTo>
                <a:lnTo>
                  <a:pt x="0" y="1928"/>
                </a:lnTo>
                <a:lnTo>
                  <a:pt x="117" y="1928"/>
                </a:lnTo>
                <a:lnTo>
                  <a:pt x="117" y="2087"/>
                </a:lnTo>
                <a:lnTo>
                  <a:pt x="0" y="2087"/>
                </a:lnTo>
                <a:moveTo>
                  <a:pt x="0" y="1823"/>
                </a:moveTo>
                <a:lnTo>
                  <a:pt x="0" y="1664"/>
                </a:lnTo>
                <a:lnTo>
                  <a:pt x="117" y="1664"/>
                </a:lnTo>
                <a:lnTo>
                  <a:pt x="117" y="1823"/>
                </a:lnTo>
                <a:lnTo>
                  <a:pt x="0" y="1823"/>
                </a:lnTo>
                <a:moveTo>
                  <a:pt x="0" y="1559"/>
                </a:moveTo>
                <a:lnTo>
                  <a:pt x="0" y="1400"/>
                </a:lnTo>
                <a:lnTo>
                  <a:pt x="117" y="1400"/>
                </a:lnTo>
                <a:lnTo>
                  <a:pt x="117" y="1559"/>
                </a:lnTo>
                <a:lnTo>
                  <a:pt x="0" y="1559"/>
                </a:lnTo>
                <a:moveTo>
                  <a:pt x="0" y="1295"/>
                </a:moveTo>
                <a:lnTo>
                  <a:pt x="0" y="1136"/>
                </a:lnTo>
                <a:lnTo>
                  <a:pt x="117" y="1136"/>
                </a:lnTo>
                <a:lnTo>
                  <a:pt x="117" y="1295"/>
                </a:lnTo>
                <a:lnTo>
                  <a:pt x="0" y="1295"/>
                </a:lnTo>
                <a:moveTo>
                  <a:pt x="0" y="1030"/>
                </a:moveTo>
                <a:lnTo>
                  <a:pt x="0" y="872"/>
                </a:lnTo>
                <a:lnTo>
                  <a:pt x="117" y="872"/>
                </a:lnTo>
                <a:lnTo>
                  <a:pt x="117" y="1030"/>
                </a:lnTo>
                <a:lnTo>
                  <a:pt x="0" y="1030"/>
                </a:lnTo>
                <a:moveTo>
                  <a:pt x="0" y="766"/>
                </a:moveTo>
                <a:lnTo>
                  <a:pt x="0" y="608"/>
                </a:lnTo>
                <a:lnTo>
                  <a:pt x="117" y="608"/>
                </a:lnTo>
                <a:lnTo>
                  <a:pt x="117" y="766"/>
                </a:lnTo>
                <a:lnTo>
                  <a:pt x="0" y="766"/>
                </a:lnTo>
                <a:moveTo>
                  <a:pt x="0" y="502"/>
                </a:moveTo>
                <a:lnTo>
                  <a:pt x="0" y="344"/>
                </a:lnTo>
                <a:lnTo>
                  <a:pt x="117" y="344"/>
                </a:lnTo>
                <a:lnTo>
                  <a:pt x="117" y="502"/>
                </a:lnTo>
                <a:lnTo>
                  <a:pt x="0" y="502"/>
                </a:lnTo>
                <a:moveTo>
                  <a:pt x="1" y="237"/>
                </a:moveTo>
                <a:cubicBezTo>
                  <a:pt x="3" y="162"/>
                  <a:pt x="34" y="101"/>
                  <a:pt x="92" y="54"/>
                </a:cubicBezTo>
                <a:lnTo>
                  <a:pt x="165" y="145"/>
                </a:lnTo>
                <a:cubicBezTo>
                  <a:pt x="134" y="170"/>
                  <a:pt x="118" y="201"/>
                  <a:pt x="117" y="241"/>
                </a:cubicBezTo>
                <a:lnTo>
                  <a:pt x="1" y="237"/>
                </a:lnTo>
                <a:moveTo>
                  <a:pt x="221" y="2"/>
                </a:moveTo>
                <a:cubicBezTo>
                  <a:pt x="228" y="1"/>
                  <a:pt x="236" y="0"/>
                  <a:pt x="244" y="0"/>
                </a:cubicBezTo>
                <a:lnTo>
                  <a:pt x="403" y="0"/>
                </a:lnTo>
                <a:lnTo>
                  <a:pt x="403" y="118"/>
                </a:lnTo>
                <a:lnTo>
                  <a:pt x="244" y="118"/>
                </a:lnTo>
                <a:cubicBezTo>
                  <a:pt x="240" y="118"/>
                  <a:pt x="236" y="118"/>
                  <a:pt x="232" y="118"/>
                </a:cubicBezTo>
                <a:lnTo>
                  <a:pt x="221" y="2"/>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116" name=""/>
          <p:cNvSpPr/>
          <p:nvPr/>
        </p:nvSpPr>
        <p:spPr>
          <a:xfrm>
            <a:off x="521640" y="3950640"/>
            <a:ext cx="11148480" cy="880560"/>
          </a:xfrm>
          <a:custGeom>
            <a:avLst/>
            <a:gdLst/>
            <a:ahLst/>
            <a:rect l="0" t="0" r="r" b="b"/>
            <a:pathLst>
              <a:path w="30968" h="2446">
                <a:moveTo>
                  <a:pt x="508" y="0"/>
                </a:moveTo>
                <a:lnTo>
                  <a:pt x="667" y="0"/>
                </a:lnTo>
                <a:lnTo>
                  <a:pt x="667" y="118"/>
                </a:lnTo>
                <a:lnTo>
                  <a:pt x="508" y="118"/>
                </a:lnTo>
                <a:lnTo>
                  <a:pt x="508" y="0"/>
                </a:lnTo>
                <a:moveTo>
                  <a:pt x="772" y="0"/>
                </a:moveTo>
                <a:lnTo>
                  <a:pt x="931" y="0"/>
                </a:lnTo>
                <a:lnTo>
                  <a:pt x="931" y="118"/>
                </a:lnTo>
                <a:lnTo>
                  <a:pt x="772" y="118"/>
                </a:lnTo>
                <a:lnTo>
                  <a:pt x="772" y="0"/>
                </a:lnTo>
                <a:moveTo>
                  <a:pt x="1036" y="0"/>
                </a:moveTo>
                <a:lnTo>
                  <a:pt x="1195" y="0"/>
                </a:lnTo>
                <a:lnTo>
                  <a:pt x="1195" y="118"/>
                </a:lnTo>
                <a:lnTo>
                  <a:pt x="1036" y="118"/>
                </a:lnTo>
                <a:lnTo>
                  <a:pt x="1036" y="0"/>
                </a:lnTo>
                <a:moveTo>
                  <a:pt x="1300" y="0"/>
                </a:moveTo>
                <a:lnTo>
                  <a:pt x="1459" y="0"/>
                </a:lnTo>
                <a:lnTo>
                  <a:pt x="1459" y="118"/>
                </a:lnTo>
                <a:lnTo>
                  <a:pt x="1300" y="118"/>
                </a:lnTo>
                <a:lnTo>
                  <a:pt x="1300" y="0"/>
                </a:lnTo>
                <a:moveTo>
                  <a:pt x="1564" y="0"/>
                </a:moveTo>
                <a:lnTo>
                  <a:pt x="1723" y="0"/>
                </a:lnTo>
                <a:lnTo>
                  <a:pt x="1723" y="118"/>
                </a:lnTo>
                <a:lnTo>
                  <a:pt x="1564" y="118"/>
                </a:lnTo>
                <a:lnTo>
                  <a:pt x="1564" y="0"/>
                </a:lnTo>
                <a:moveTo>
                  <a:pt x="1828" y="0"/>
                </a:moveTo>
                <a:lnTo>
                  <a:pt x="1987" y="0"/>
                </a:lnTo>
                <a:lnTo>
                  <a:pt x="1987" y="118"/>
                </a:lnTo>
                <a:lnTo>
                  <a:pt x="1828" y="118"/>
                </a:lnTo>
                <a:lnTo>
                  <a:pt x="1828" y="0"/>
                </a:lnTo>
                <a:moveTo>
                  <a:pt x="2092" y="0"/>
                </a:moveTo>
                <a:lnTo>
                  <a:pt x="2251" y="0"/>
                </a:lnTo>
                <a:lnTo>
                  <a:pt x="2251" y="118"/>
                </a:lnTo>
                <a:lnTo>
                  <a:pt x="2092" y="118"/>
                </a:lnTo>
                <a:lnTo>
                  <a:pt x="2092" y="0"/>
                </a:lnTo>
                <a:moveTo>
                  <a:pt x="2356" y="0"/>
                </a:moveTo>
                <a:lnTo>
                  <a:pt x="2515" y="0"/>
                </a:lnTo>
                <a:lnTo>
                  <a:pt x="2515" y="118"/>
                </a:lnTo>
                <a:lnTo>
                  <a:pt x="2356" y="118"/>
                </a:lnTo>
                <a:lnTo>
                  <a:pt x="2356" y="0"/>
                </a:lnTo>
                <a:moveTo>
                  <a:pt x="2620" y="0"/>
                </a:moveTo>
                <a:lnTo>
                  <a:pt x="2779" y="0"/>
                </a:lnTo>
                <a:lnTo>
                  <a:pt x="2779" y="118"/>
                </a:lnTo>
                <a:lnTo>
                  <a:pt x="2620" y="118"/>
                </a:lnTo>
                <a:lnTo>
                  <a:pt x="2620" y="0"/>
                </a:lnTo>
                <a:moveTo>
                  <a:pt x="2884" y="0"/>
                </a:moveTo>
                <a:lnTo>
                  <a:pt x="3043" y="0"/>
                </a:lnTo>
                <a:lnTo>
                  <a:pt x="3043" y="118"/>
                </a:lnTo>
                <a:lnTo>
                  <a:pt x="2884" y="118"/>
                </a:lnTo>
                <a:lnTo>
                  <a:pt x="2884" y="0"/>
                </a:lnTo>
                <a:moveTo>
                  <a:pt x="3148" y="0"/>
                </a:moveTo>
                <a:lnTo>
                  <a:pt x="3307" y="0"/>
                </a:lnTo>
                <a:lnTo>
                  <a:pt x="3307" y="118"/>
                </a:lnTo>
                <a:lnTo>
                  <a:pt x="3148" y="118"/>
                </a:lnTo>
                <a:lnTo>
                  <a:pt x="3148" y="0"/>
                </a:lnTo>
                <a:moveTo>
                  <a:pt x="3412" y="0"/>
                </a:moveTo>
                <a:lnTo>
                  <a:pt x="3571" y="0"/>
                </a:lnTo>
                <a:lnTo>
                  <a:pt x="3571" y="118"/>
                </a:lnTo>
                <a:lnTo>
                  <a:pt x="3412" y="118"/>
                </a:lnTo>
                <a:lnTo>
                  <a:pt x="3412" y="0"/>
                </a:lnTo>
                <a:moveTo>
                  <a:pt x="3677" y="0"/>
                </a:moveTo>
                <a:lnTo>
                  <a:pt x="3835" y="0"/>
                </a:lnTo>
                <a:lnTo>
                  <a:pt x="3835" y="118"/>
                </a:lnTo>
                <a:lnTo>
                  <a:pt x="3677" y="118"/>
                </a:lnTo>
                <a:lnTo>
                  <a:pt x="3677" y="0"/>
                </a:lnTo>
                <a:moveTo>
                  <a:pt x="3941" y="0"/>
                </a:moveTo>
                <a:lnTo>
                  <a:pt x="4099" y="0"/>
                </a:lnTo>
                <a:lnTo>
                  <a:pt x="4099" y="118"/>
                </a:lnTo>
                <a:lnTo>
                  <a:pt x="3941" y="118"/>
                </a:lnTo>
                <a:lnTo>
                  <a:pt x="3941" y="0"/>
                </a:lnTo>
                <a:moveTo>
                  <a:pt x="4205" y="0"/>
                </a:moveTo>
                <a:lnTo>
                  <a:pt x="4363" y="0"/>
                </a:lnTo>
                <a:lnTo>
                  <a:pt x="4363" y="118"/>
                </a:lnTo>
                <a:lnTo>
                  <a:pt x="4205" y="118"/>
                </a:lnTo>
                <a:lnTo>
                  <a:pt x="4205" y="0"/>
                </a:lnTo>
                <a:moveTo>
                  <a:pt x="4469" y="0"/>
                </a:moveTo>
                <a:lnTo>
                  <a:pt x="4627" y="0"/>
                </a:lnTo>
                <a:lnTo>
                  <a:pt x="4627" y="118"/>
                </a:lnTo>
                <a:lnTo>
                  <a:pt x="4469" y="118"/>
                </a:lnTo>
                <a:lnTo>
                  <a:pt x="4469" y="0"/>
                </a:lnTo>
                <a:moveTo>
                  <a:pt x="4733" y="0"/>
                </a:moveTo>
                <a:lnTo>
                  <a:pt x="4892" y="0"/>
                </a:lnTo>
                <a:lnTo>
                  <a:pt x="4892" y="118"/>
                </a:lnTo>
                <a:lnTo>
                  <a:pt x="4733" y="118"/>
                </a:lnTo>
                <a:lnTo>
                  <a:pt x="4733" y="0"/>
                </a:lnTo>
                <a:moveTo>
                  <a:pt x="4997" y="0"/>
                </a:moveTo>
                <a:lnTo>
                  <a:pt x="5156" y="0"/>
                </a:lnTo>
                <a:lnTo>
                  <a:pt x="5156" y="118"/>
                </a:lnTo>
                <a:lnTo>
                  <a:pt x="4997" y="118"/>
                </a:lnTo>
                <a:lnTo>
                  <a:pt x="4997" y="0"/>
                </a:lnTo>
                <a:moveTo>
                  <a:pt x="5261" y="0"/>
                </a:moveTo>
                <a:lnTo>
                  <a:pt x="5420" y="0"/>
                </a:lnTo>
                <a:lnTo>
                  <a:pt x="5420" y="118"/>
                </a:lnTo>
                <a:lnTo>
                  <a:pt x="5261" y="118"/>
                </a:lnTo>
                <a:lnTo>
                  <a:pt x="5261" y="0"/>
                </a:lnTo>
                <a:moveTo>
                  <a:pt x="5525" y="0"/>
                </a:moveTo>
                <a:lnTo>
                  <a:pt x="5684" y="0"/>
                </a:lnTo>
                <a:lnTo>
                  <a:pt x="5684" y="118"/>
                </a:lnTo>
                <a:lnTo>
                  <a:pt x="5525" y="118"/>
                </a:lnTo>
                <a:lnTo>
                  <a:pt x="5525" y="0"/>
                </a:lnTo>
                <a:moveTo>
                  <a:pt x="5789" y="0"/>
                </a:moveTo>
                <a:lnTo>
                  <a:pt x="5948" y="0"/>
                </a:lnTo>
                <a:lnTo>
                  <a:pt x="5948" y="118"/>
                </a:lnTo>
                <a:lnTo>
                  <a:pt x="5789" y="118"/>
                </a:lnTo>
                <a:lnTo>
                  <a:pt x="5789" y="0"/>
                </a:lnTo>
                <a:moveTo>
                  <a:pt x="6053" y="0"/>
                </a:moveTo>
                <a:lnTo>
                  <a:pt x="6212" y="0"/>
                </a:lnTo>
                <a:lnTo>
                  <a:pt x="6212" y="118"/>
                </a:lnTo>
                <a:lnTo>
                  <a:pt x="6053" y="118"/>
                </a:lnTo>
                <a:lnTo>
                  <a:pt x="6053" y="0"/>
                </a:lnTo>
                <a:moveTo>
                  <a:pt x="6317" y="0"/>
                </a:moveTo>
                <a:lnTo>
                  <a:pt x="6476" y="0"/>
                </a:lnTo>
                <a:lnTo>
                  <a:pt x="6476" y="118"/>
                </a:lnTo>
                <a:lnTo>
                  <a:pt x="6317" y="118"/>
                </a:lnTo>
                <a:lnTo>
                  <a:pt x="6317" y="0"/>
                </a:lnTo>
                <a:moveTo>
                  <a:pt x="6581" y="0"/>
                </a:moveTo>
                <a:lnTo>
                  <a:pt x="6740" y="0"/>
                </a:lnTo>
                <a:lnTo>
                  <a:pt x="6740" y="118"/>
                </a:lnTo>
                <a:lnTo>
                  <a:pt x="6581" y="118"/>
                </a:lnTo>
                <a:lnTo>
                  <a:pt x="6581" y="0"/>
                </a:lnTo>
                <a:moveTo>
                  <a:pt x="6845" y="0"/>
                </a:moveTo>
                <a:lnTo>
                  <a:pt x="7004" y="0"/>
                </a:lnTo>
                <a:lnTo>
                  <a:pt x="7004" y="118"/>
                </a:lnTo>
                <a:lnTo>
                  <a:pt x="6845" y="118"/>
                </a:lnTo>
                <a:lnTo>
                  <a:pt x="6845" y="0"/>
                </a:lnTo>
                <a:moveTo>
                  <a:pt x="7109" y="0"/>
                </a:moveTo>
                <a:lnTo>
                  <a:pt x="7268" y="0"/>
                </a:lnTo>
                <a:lnTo>
                  <a:pt x="7268" y="118"/>
                </a:lnTo>
                <a:lnTo>
                  <a:pt x="7109" y="118"/>
                </a:lnTo>
                <a:lnTo>
                  <a:pt x="7109" y="0"/>
                </a:lnTo>
                <a:moveTo>
                  <a:pt x="7373" y="0"/>
                </a:moveTo>
                <a:lnTo>
                  <a:pt x="7532" y="0"/>
                </a:lnTo>
                <a:lnTo>
                  <a:pt x="7532" y="118"/>
                </a:lnTo>
                <a:lnTo>
                  <a:pt x="7373" y="118"/>
                </a:lnTo>
                <a:lnTo>
                  <a:pt x="7373" y="0"/>
                </a:lnTo>
                <a:moveTo>
                  <a:pt x="7637" y="0"/>
                </a:moveTo>
                <a:lnTo>
                  <a:pt x="7796" y="0"/>
                </a:lnTo>
                <a:lnTo>
                  <a:pt x="7796" y="118"/>
                </a:lnTo>
                <a:lnTo>
                  <a:pt x="7637" y="118"/>
                </a:lnTo>
                <a:lnTo>
                  <a:pt x="7637" y="0"/>
                </a:lnTo>
                <a:moveTo>
                  <a:pt x="7901" y="0"/>
                </a:moveTo>
                <a:lnTo>
                  <a:pt x="8060" y="0"/>
                </a:lnTo>
                <a:lnTo>
                  <a:pt x="8060" y="118"/>
                </a:lnTo>
                <a:lnTo>
                  <a:pt x="7901" y="118"/>
                </a:lnTo>
                <a:lnTo>
                  <a:pt x="7901" y="0"/>
                </a:lnTo>
                <a:moveTo>
                  <a:pt x="8165" y="0"/>
                </a:moveTo>
                <a:lnTo>
                  <a:pt x="8324" y="0"/>
                </a:lnTo>
                <a:lnTo>
                  <a:pt x="8324" y="118"/>
                </a:lnTo>
                <a:lnTo>
                  <a:pt x="8165" y="118"/>
                </a:lnTo>
                <a:lnTo>
                  <a:pt x="8165" y="0"/>
                </a:lnTo>
                <a:moveTo>
                  <a:pt x="8430" y="0"/>
                </a:moveTo>
                <a:lnTo>
                  <a:pt x="8588" y="0"/>
                </a:lnTo>
                <a:lnTo>
                  <a:pt x="8588" y="118"/>
                </a:lnTo>
                <a:lnTo>
                  <a:pt x="8430" y="118"/>
                </a:lnTo>
                <a:lnTo>
                  <a:pt x="8430" y="0"/>
                </a:lnTo>
                <a:moveTo>
                  <a:pt x="8694" y="0"/>
                </a:moveTo>
                <a:lnTo>
                  <a:pt x="8852" y="0"/>
                </a:lnTo>
                <a:lnTo>
                  <a:pt x="8852" y="118"/>
                </a:lnTo>
                <a:lnTo>
                  <a:pt x="8694" y="118"/>
                </a:lnTo>
                <a:lnTo>
                  <a:pt x="8694" y="0"/>
                </a:lnTo>
                <a:moveTo>
                  <a:pt x="8958" y="0"/>
                </a:moveTo>
                <a:lnTo>
                  <a:pt x="9116" y="0"/>
                </a:lnTo>
                <a:lnTo>
                  <a:pt x="9116" y="118"/>
                </a:lnTo>
                <a:lnTo>
                  <a:pt x="8958" y="118"/>
                </a:lnTo>
                <a:lnTo>
                  <a:pt x="8958" y="0"/>
                </a:lnTo>
                <a:moveTo>
                  <a:pt x="9222" y="0"/>
                </a:moveTo>
                <a:lnTo>
                  <a:pt x="9380" y="0"/>
                </a:lnTo>
                <a:lnTo>
                  <a:pt x="9380" y="118"/>
                </a:lnTo>
                <a:lnTo>
                  <a:pt x="9222" y="118"/>
                </a:lnTo>
                <a:lnTo>
                  <a:pt x="9222" y="0"/>
                </a:lnTo>
                <a:moveTo>
                  <a:pt x="9486" y="0"/>
                </a:moveTo>
                <a:lnTo>
                  <a:pt x="9644" y="0"/>
                </a:lnTo>
                <a:lnTo>
                  <a:pt x="9644" y="118"/>
                </a:lnTo>
                <a:lnTo>
                  <a:pt x="9486" y="118"/>
                </a:lnTo>
                <a:lnTo>
                  <a:pt x="9486" y="0"/>
                </a:lnTo>
                <a:moveTo>
                  <a:pt x="9750" y="0"/>
                </a:moveTo>
                <a:lnTo>
                  <a:pt x="9909" y="0"/>
                </a:lnTo>
                <a:lnTo>
                  <a:pt x="9909" y="118"/>
                </a:lnTo>
                <a:lnTo>
                  <a:pt x="9750" y="118"/>
                </a:lnTo>
                <a:lnTo>
                  <a:pt x="9750" y="0"/>
                </a:lnTo>
                <a:moveTo>
                  <a:pt x="10014" y="0"/>
                </a:moveTo>
                <a:lnTo>
                  <a:pt x="10173" y="0"/>
                </a:lnTo>
                <a:lnTo>
                  <a:pt x="10173" y="118"/>
                </a:lnTo>
                <a:lnTo>
                  <a:pt x="10014" y="118"/>
                </a:lnTo>
                <a:lnTo>
                  <a:pt x="10014" y="0"/>
                </a:lnTo>
                <a:moveTo>
                  <a:pt x="10278" y="0"/>
                </a:moveTo>
                <a:lnTo>
                  <a:pt x="10437" y="0"/>
                </a:lnTo>
                <a:lnTo>
                  <a:pt x="10437" y="118"/>
                </a:lnTo>
                <a:lnTo>
                  <a:pt x="10278" y="118"/>
                </a:lnTo>
                <a:lnTo>
                  <a:pt x="10278" y="0"/>
                </a:lnTo>
                <a:moveTo>
                  <a:pt x="10542" y="0"/>
                </a:moveTo>
                <a:lnTo>
                  <a:pt x="10701" y="0"/>
                </a:lnTo>
                <a:lnTo>
                  <a:pt x="10701" y="118"/>
                </a:lnTo>
                <a:lnTo>
                  <a:pt x="10542" y="118"/>
                </a:lnTo>
                <a:lnTo>
                  <a:pt x="10542" y="0"/>
                </a:lnTo>
                <a:moveTo>
                  <a:pt x="10806" y="0"/>
                </a:moveTo>
                <a:lnTo>
                  <a:pt x="10965" y="0"/>
                </a:lnTo>
                <a:lnTo>
                  <a:pt x="10965" y="118"/>
                </a:lnTo>
                <a:lnTo>
                  <a:pt x="10806" y="118"/>
                </a:lnTo>
                <a:lnTo>
                  <a:pt x="10806" y="0"/>
                </a:lnTo>
                <a:moveTo>
                  <a:pt x="11070" y="0"/>
                </a:moveTo>
                <a:lnTo>
                  <a:pt x="11229" y="0"/>
                </a:lnTo>
                <a:lnTo>
                  <a:pt x="11229" y="118"/>
                </a:lnTo>
                <a:lnTo>
                  <a:pt x="11070" y="118"/>
                </a:lnTo>
                <a:lnTo>
                  <a:pt x="11070" y="0"/>
                </a:lnTo>
                <a:moveTo>
                  <a:pt x="11334" y="0"/>
                </a:moveTo>
                <a:lnTo>
                  <a:pt x="11493" y="0"/>
                </a:lnTo>
                <a:lnTo>
                  <a:pt x="11493" y="118"/>
                </a:lnTo>
                <a:lnTo>
                  <a:pt x="11334" y="118"/>
                </a:lnTo>
                <a:lnTo>
                  <a:pt x="11334" y="0"/>
                </a:lnTo>
                <a:moveTo>
                  <a:pt x="11598" y="0"/>
                </a:moveTo>
                <a:lnTo>
                  <a:pt x="11757" y="0"/>
                </a:lnTo>
                <a:lnTo>
                  <a:pt x="11757" y="118"/>
                </a:lnTo>
                <a:lnTo>
                  <a:pt x="11598" y="118"/>
                </a:lnTo>
                <a:lnTo>
                  <a:pt x="11598" y="0"/>
                </a:lnTo>
                <a:moveTo>
                  <a:pt x="11862" y="0"/>
                </a:moveTo>
                <a:lnTo>
                  <a:pt x="12021" y="0"/>
                </a:lnTo>
                <a:lnTo>
                  <a:pt x="12021" y="118"/>
                </a:lnTo>
                <a:lnTo>
                  <a:pt x="11862" y="118"/>
                </a:lnTo>
                <a:lnTo>
                  <a:pt x="11862" y="0"/>
                </a:lnTo>
                <a:moveTo>
                  <a:pt x="12126" y="0"/>
                </a:moveTo>
                <a:lnTo>
                  <a:pt x="12285" y="0"/>
                </a:lnTo>
                <a:lnTo>
                  <a:pt x="12285" y="118"/>
                </a:lnTo>
                <a:lnTo>
                  <a:pt x="12126" y="118"/>
                </a:lnTo>
                <a:lnTo>
                  <a:pt x="12126" y="0"/>
                </a:lnTo>
                <a:moveTo>
                  <a:pt x="12390" y="0"/>
                </a:moveTo>
                <a:lnTo>
                  <a:pt x="12549" y="0"/>
                </a:lnTo>
                <a:lnTo>
                  <a:pt x="12549" y="118"/>
                </a:lnTo>
                <a:lnTo>
                  <a:pt x="12390" y="118"/>
                </a:lnTo>
                <a:lnTo>
                  <a:pt x="12390" y="0"/>
                </a:lnTo>
                <a:moveTo>
                  <a:pt x="12654" y="0"/>
                </a:moveTo>
                <a:lnTo>
                  <a:pt x="12813" y="0"/>
                </a:lnTo>
                <a:lnTo>
                  <a:pt x="12813" y="118"/>
                </a:lnTo>
                <a:lnTo>
                  <a:pt x="12654" y="118"/>
                </a:lnTo>
                <a:lnTo>
                  <a:pt x="12654" y="0"/>
                </a:lnTo>
                <a:moveTo>
                  <a:pt x="12918" y="0"/>
                </a:moveTo>
                <a:lnTo>
                  <a:pt x="13077" y="0"/>
                </a:lnTo>
                <a:lnTo>
                  <a:pt x="13077" y="118"/>
                </a:lnTo>
                <a:lnTo>
                  <a:pt x="12918" y="118"/>
                </a:lnTo>
                <a:lnTo>
                  <a:pt x="12918" y="0"/>
                </a:lnTo>
                <a:moveTo>
                  <a:pt x="13182" y="0"/>
                </a:moveTo>
                <a:lnTo>
                  <a:pt x="13341" y="0"/>
                </a:lnTo>
                <a:lnTo>
                  <a:pt x="13341" y="118"/>
                </a:lnTo>
                <a:lnTo>
                  <a:pt x="13182" y="118"/>
                </a:lnTo>
                <a:lnTo>
                  <a:pt x="13182" y="0"/>
                </a:lnTo>
                <a:moveTo>
                  <a:pt x="13447" y="0"/>
                </a:moveTo>
                <a:lnTo>
                  <a:pt x="13605" y="0"/>
                </a:lnTo>
                <a:lnTo>
                  <a:pt x="13605" y="118"/>
                </a:lnTo>
                <a:lnTo>
                  <a:pt x="13447" y="118"/>
                </a:lnTo>
                <a:lnTo>
                  <a:pt x="13447" y="0"/>
                </a:lnTo>
                <a:moveTo>
                  <a:pt x="13711" y="0"/>
                </a:moveTo>
                <a:lnTo>
                  <a:pt x="13869" y="0"/>
                </a:lnTo>
                <a:lnTo>
                  <a:pt x="13869" y="118"/>
                </a:lnTo>
                <a:lnTo>
                  <a:pt x="13711" y="118"/>
                </a:lnTo>
                <a:lnTo>
                  <a:pt x="13711" y="0"/>
                </a:lnTo>
                <a:moveTo>
                  <a:pt x="13975" y="0"/>
                </a:moveTo>
                <a:lnTo>
                  <a:pt x="14134" y="0"/>
                </a:lnTo>
                <a:lnTo>
                  <a:pt x="14134" y="118"/>
                </a:lnTo>
                <a:lnTo>
                  <a:pt x="13975" y="118"/>
                </a:lnTo>
                <a:lnTo>
                  <a:pt x="13975" y="0"/>
                </a:lnTo>
                <a:moveTo>
                  <a:pt x="14240" y="0"/>
                </a:moveTo>
                <a:lnTo>
                  <a:pt x="14398" y="0"/>
                </a:lnTo>
                <a:lnTo>
                  <a:pt x="14398" y="118"/>
                </a:lnTo>
                <a:lnTo>
                  <a:pt x="14240" y="118"/>
                </a:lnTo>
                <a:lnTo>
                  <a:pt x="14240" y="0"/>
                </a:lnTo>
                <a:moveTo>
                  <a:pt x="14504" y="0"/>
                </a:moveTo>
                <a:lnTo>
                  <a:pt x="14663" y="0"/>
                </a:lnTo>
                <a:lnTo>
                  <a:pt x="14663" y="118"/>
                </a:lnTo>
                <a:lnTo>
                  <a:pt x="14504" y="118"/>
                </a:lnTo>
                <a:lnTo>
                  <a:pt x="14504" y="0"/>
                </a:lnTo>
                <a:moveTo>
                  <a:pt x="14768" y="0"/>
                </a:moveTo>
                <a:lnTo>
                  <a:pt x="14927" y="0"/>
                </a:lnTo>
                <a:lnTo>
                  <a:pt x="14927" y="118"/>
                </a:lnTo>
                <a:lnTo>
                  <a:pt x="14768" y="118"/>
                </a:lnTo>
                <a:lnTo>
                  <a:pt x="14768" y="0"/>
                </a:lnTo>
                <a:moveTo>
                  <a:pt x="15032" y="0"/>
                </a:moveTo>
                <a:lnTo>
                  <a:pt x="15191" y="0"/>
                </a:lnTo>
                <a:lnTo>
                  <a:pt x="15191" y="118"/>
                </a:lnTo>
                <a:lnTo>
                  <a:pt x="15032" y="118"/>
                </a:lnTo>
                <a:lnTo>
                  <a:pt x="15032" y="0"/>
                </a:lnTo>
                <a:moveTo>
                  <a:pt x="15296" y="0"/>
                </a:moveTo>
                <a:lnTo>
                  <a:pt x="15455" y="0"/>
                </a:lnTo>
                <a:lnTo>
                  <a:pt x="15455" y="118"/>
                </a:lnTo>
                <a:lnTo>
                  <a:pt x="15296" y="118"/>
                </a:lnTo>
                <a:lnTo>
                  <a:pt x="15296" y="0"/>
                </a:lnTo>
                <a:moveTo>
                  <a:pt x="15560" y="0"/>
                </a:moveTo>
                <a:lnTo>
                  <a:pt x="15719" y="0"/>
                </a:lnTo>
                <a:lnTo>
                  <a:pt x="15719" y="118"/>
                </a:lnTo>
                <a:lnTo>
                  <a:pt x="15560" y="118"/>
                </a:lnTo>
                <a:lnTo>
                  <a:pt x="15560" y="0"/>
                </a:lnTo>
                <a:moveTo>
                  <a:pt x="15824" y="0"/>
                </a:moveTo>
                <a:lnTo>
                  <a:pt x="15983" y="0"/>
                </a:lnTo>
                <a:lnTo>
                  <a:pt x="15983" y="118"/>
                </a:lnTo>
                <a:lnTo>
                  <a:pt x="15824" y="118"/>
                </a:lnTo>
                <a:lnTo>
                  <a:pt x="15824" y="0"/>
                </a:lnTo>
                <a:moveTo>
                  <a:pt x="16088" y="0"/>
                </a:moveTo>
                <a:lnTo>
                  <a:pt x="16247" y="0"/>
                </a:lnTo>
                <a:lnTo>
                  <a:pt x="16247" y="118"/>
                </a:lnTo>
                <a:lnTo>
                  <a:pt x="16088" y="118"/>
                </a:lnTo>
                <a:lnTo>
                  <a:pt x="16088" y="0"/>
                </a:lnTo>
                <a:moveTo>
                  <a:pt x="16352" y="0"/>
                </a:moveTo>
                <a:lnTo>
                  <a:pt x="16511" y="0"/>
                </a:lnTo>
                <a:lnTo>
                  <a:pt x="16511" y="118"/>
                </a:lnTo>
                <a:lnTo>
                  <a:pt x="16352" y="118"/>
                </a:lnTo>
                <a:lnTo>
                  <a:pt x="16352" y="0"/>
                </a:lnTo>
                <a:moveTo>
                  <a:pt x="16616" y="0"/>
                </a:moveTo>
                <a:lnTo>
                  <a:pt x="16775" y="0"/>
                </a:lnTo>
                <a:lnTo>
                  <a:pt x="16775" y="118"/>
                </a:lnTo>
                <a:lnTo>
                  <a:pt x="16616" y="118"/>
                </a:lnTo>
                <a:lnTo>
                  <a:pt x="16616" y="0"/>
                </a:lnTo>
                <a:moveTo>
                  <a:pt x="16880" y="0"/>
                </a:moveTo>
                <a:lnTo>
                  <a:pt x="17039" y="0"/>
                </a:lnTo>
                <a:lnTo>
                  <a:pt x="17039" y="118"/>
                </a:lnTo>
                <a:lnTo>
                  <a:pt x="16880" y="118"/>
                </a:lnTo>
                <a:lnTo>
                  <a:pt x="16880" y="0"/>
                </a:lnTo>
                <a:moveTo>
                  <a:pt x="17144" y="0"/>
                </a:moveTo>
                <a:lnTo>
                  <a:pt x="17303" y="0"/>
                </a:lnTo>
                <a:lnTo>
                  <a:pt x="17303" y="118"/>
                </a:lnTo>
                <a:lnTo>
                  <a:pt x="17144" y="118"/>
                </a:lnTo>
                <a:lnTo>
                  <a:pt x="17144" y="0"/>
                </a:lnTo>
                <a:moveTo>
                  <a:pt x="17408" y="0"/>
                </a:moveTo>
                <a:lnTo>
                  <a:pt x="17567" y="0"/>
                </a:lnTo>
                <a:lnTo>
                  <a:pt x="17567" y="118"/>
                </a:lnTo>
                <a:lnTo>
                  <a:pt x="17408" y="118"/>
                </a:lnTo>
                <a:lnTo>
                  <a:pt x="17408" y="0"/>
                </a:lnTo>
                <a:moveTo>
                  <a:pt x="17672" y="0"/>
                </a:moveTo>
                <a:lnTo>
                  <a:pt x="17831" y="0"/>
                </a:lnTo>
                <a:lnTo>
                  <a:pt x="17831" y="118"/>
                </a:lnTo>
                <a:lnTo>
                  <a:pt x="17672" y="118"/>
                </a:lnTo>
                <a:lnTo>
                  <a:pt x="17672" y="0"/>
                </a:lnTo>
                <a:moveTo>
                  <a:pt x="17936" y="0"/>
                </a:moveTo>
                <a:lnTo>
                  <a:pt x="18095" y="0"/>
                </a:lnTo>
                <a:lnTo>
                  <a:pt x="18095" y="118"/>
                </a:lnTo>
                <a:lnTo>
                  <a:pt x="17936" y="118"/>
                </a:lnTo>
                <a:lnTo>
                  <a:pt x="17936" y="0"/>
                </a:lnTo>
                <a:moveTo>
                  <a:pt x="18201" y="0"/>
                </a:moveTo>
                <a:lnTo>
                  <a:pt x="18359" y="0"/>
                </a:lnTo>
                <a:lnTo>
                  <a:pt x="18359" y="118"/>
                </a:lnTo>
                <a:lnTo>
                  <a:pt x="18201" y="118"/>
                </a:lnTo>
                <a:lnTo>
                  <a:pt x="18201" y="0"/>
                </a:lnTo>
                <a:moveTo>
                  <a:pt x="18465" y="0"/>
                </a:moveTo>
                <a:lnTo>
                  <a:pt x="18623" y="0"/>
                </a:lnTo>
                <a:lnTo>
                  <a:pt x="18623" y="118"/>
                </a:lnTo>
                <a:lnTo>
                  <a:pt x="18465" y="118"/>
                </a:lnTo>
                <a:lnTo>
                  <a:pt x="18465" y="0"/>
                </a:lnTo>
                <a:moveTo>
                  <a:pt x="18729" y="0"/>
                </a:moveTo>
                <a:lnTo>
                  <a:pt x="18887" y="0"/>
                </a:lnTo>
                <a:lnTo>
                  <a:pt x="18887" y="118"/>
                </a:lnTo>
                <a:lnTo>
                  <a:pt x="18729" y="118"/>
                </a:lnTo>
                <a:lnTo>
                  <a:pt x="18729" y="0"/>
                </a:lnTo>
                <a:moveTo>
                  <a:pt x="18993" y="0"/>
                </a:moveTo>
                <a:lnTo>
                  <a:pt x="19151" y="0"/>
                </a:lnTo>
                <a:lnTo>
                  <a:pt x="19151" y="118"/>
                </a:lnTo>
                <a:lnTo>
                  <a:pt x="18993" y="118"/>
                </a:lnTo>
                <a:lnTo>
                  <a:pt x="18993" y="0"/>
                </a:lnTo>
                <a:moveTo>
                  <a:pt x="19257" y="0"/>
                </a:moveTo>
                <a:lnTo>
                  <a:pt x="19415" y="0"/>
                </a:lnTo>
                <a:lnTo>
                  <a:pt x="19415" y="118"/>
                </a:lnTo>
                <a:lnTo>
                  <a:pt x="19257" y="118"/>
                </a:lnTo>
                <a:lnTo>
                  <a:pt x="19257" y="0"/>
                </a:lnTo>
                <a:moveTo>
                  <a:pt x="19521" y="0"/>
                </a:moveTo>
                <a:lnTo>
                  <a:pt x="19680" y="0"/>
                </a:lnTo>
                <a:lnTo>
                  <a:pt x="19680" y="118"/>
                </a:lnTo>
                <a:lnTo>
                  <a:pt x="19521" y="118"/>
                </a:lnTo>
                <a:lnTo>
                  <a:pt x="19521" y="0"/>
                </a:lnTo>
                <a:moveTo>
                  <a:pt x="19785" y="0"/>
                </a:moveTo>
                <a:lnTo>
                  <a:pt x="19944" y="0"/>
                </a:lnTo>
                <a:lnTo>
                  <a:pt x="19944" y="118"/>
                </a:lnTo>
                <a:lnTo>
                  <a:pt x="19785" y="118"/>
                </a:lnTo>
                <a:lnTo>
                  <a:pt x="19785" y="0"/>
                </a:lnTo>
                <a:moveTo>
                  <a:pt x="20049" y="0"/>
                </a:moveTo>
                <a:lnTo>
                  <a:pt x="20208" y="0"/>
                </a:lnTo>
                <a:lnTo>
                  <a:pt x="20208" y="118"/>
                </a:lnTo>
                <a:lnTo>
                  <a:pt x="20049" y="118"/>
                </a:lnTo>
                <a:lnTo>
                  <a:pt x="20049" y="0"/>
                </a:lnTo>
                <a:moveTo>
                  <a:pt x="20313" y="0"/>
                </a:moveTo>
                <a:lnTo>
                  <a:pt x="20472" y="0"/>
                </a:lnTo>
                <a:lnTo>
                  <a:pt x="20472" y="118"/>
                </a:lnTo>
                <a:lnTo>
                  <a:pt x="20313" y="118"/>
                </a:lnTo>
                <a:lnTo>
                  <a:pt x="20313" y="0"/>
                </a:lnTo>
                <a:moveTo>
                  <a:pt x="20577" y="0"/>
                </a:moveTo>
                <a:lnTo>
                  <a:pt x="20736" y="0"/>
                </a:lnTo>
                <a:lnTo>
                  <a:pt x="20736" y="118"/>
                </a:lnTo>
                <a:lnTo>
                  <a:pt x="20577" y="118"/>
                </a:lnTo>
                <a:lnTo>
                  <a:pt x="20577" y="0"/>
                </a:lnTo>
                <a:moveTo>
                  <a:pt x="20841" y="0"/>
                </a:moveTo>
                <a:lnTo>
                  <a:pt x="21000" y="0"/>
                </a:lnTo>
                <a:lnTo>
                  <a:pt x="21000" y="118"/>
                </a:lnTo>
                <a:lnTo>
                  <a:pt x="20841" y="118"/>
                </a:lnTo>
                <a:lnTo>
                  <a:pt x="20841" y="0"/>
                </a:lnTo>
                <a:moveTo>
                  <a:pt x="21105" y="0"/>
                </a:moveTo>
                <a:lnTo>
                  <a:pt x="21264" y="0"/>
                </a:lnTo>
                <a:lnTo>
                  <a:pt x="21264" y="118"/>
                </a:lnTo>
                <a:lnTo>
                  <a:pt x="21105" y="118"/>
                </a:lnTo>
                <a:lnTo>
                  <a:pt x="21105" y="0"/>
                </a:lnTo>
                <a:moveTo>
                  <a:pt x="21369" y="0"/>
                </a:moveTo>
                <a:lnTo>
                  <a:pt x="21528" y="0"/>
                </a:lnTo>
                <a:lnTo>
                  <a:pt x="21528" y="118"/>
                </a:lnTo>
                <a:lnTo>
                  <a:pt x="21369" y="118"/>
                </a:lnTo>
                <a:lnTo>
                  <a:pt x="21369" y="0"/>
                </a:lnTo>
                <a:moveTo>
                  <a:pt x="21633" y="0"/>
                </a:moveTo>
                <a:lnTo>
                  <a:pt x="21792" y="0"/>
                </a:lnTo>
                <a:lnTo>
                  <a:pt x="21792" y="118"/>
                </a:lnTo>
                <a:lnTo>
                  <a:pt x="21633" y="118"/>
                </a:lnTo>
                <a:lnTo>
                  <a:pt x="21633" y="0"/>
                </a:lnTo>
                <a:moveTo>
                  <a:pt x="21897" y="0"/>
                </a:moveTo>
                <a:lnTo>
                  <a:pt x="22056" y="0"/>
                </a:lnTo>
                <a:lnTo>
                  <a:pt x="22056" y="118"/>
                </a:lnTo>
                <a:lnTo>
                  <a:pt x="21897" y="118"/>
                </a:lnTo>
                <a:lnTo>
                  <a:pt x="21897" y="0"/>
                </a:lnTo>
                <a:moveTo>
                  <a:pt x="22161" y="0"/>
                </a:moveTo>
                <a:lnTo>
                  <a:pt x="22320" y="0"/>
                </a:lnTo>
                <a:lnTo>
                  <a:pt x="22320" y="118"/>
                </a:lnTo>
                <a:lnTo>
                  <a:pt x="22161" y="118"/>
                </a:lnTo>
                <a:lnTo>
                  <a:pt x="22161" y="0"/>
                </a:lnTo>
                <a:moveTo>
                  <a:pt x="22425" y="0"/>
                </a:moveTo>
                <a:lnTo>
                  <a:pt x="22584" y="0"/>
                </a:lnTo>
                <a:lnTo>
                  <a:pt x="22584" y="118"/>
                </a:lnTo>
                <a:lnTo>
                  <a:pt x="22425" y="118"/>
                </a:lnTo>
                <a:lnTo>
                  <a:pt x="22425" y="0"/>
                </a:lnTo>
                <a:moveTo>
                  <a:pt x="22689" y="0"/>
                </a:moveTo>
                <a:lnTo>
                  <a:pt x="22848" y="0"/>
                </a:lnTo>
                <a:lnTo>
                  <a:pt x="22848" y="118"/>
                </a:lnTo>
                <a:lnTo>
                  <a:pt x="22689" y="118"/>
                </a:lnTo>
                <a:lnTo>
                  <a:pt x="22689" y="0"/>
                </a:lnTo>
                <a:moveTo>
                  <a:pt x="22953" y="0"/>
                </a:moveTo>
                <a:lnTo>
                  <a:pt x="23112" y="0"/>
                </a:lnTo>
                <a:lnTo>
                  <a:pt x="23112" y="118"/>
                </a:lnTo>
                <a:lnTo>
                  <a:pt x="22953" y="118"/>
                </a:lnTo>
                <a:lnTo>
                  <a:pt x="22953" y="0"/>
                </a:lnTo>
                <a:moveTo>
                  <a:pt x="23218" y="0"/>
                </a:moveTo>
                <a:lnTo>
                  <a:pt x="23376" y="0"/>
                </a:lnTo>
                <a:lnTo>
                  <a:pt x="23376" y="118"/>
                </a:lnTo>
                <a:lnTo>
                  <a:pt x="23218" y="118"/>
                </a:lnTo>
                <a:lnTo>
                  <a:pt x="23218" y="0"/>
                </a:lnTo>
                <a:moveTo>
                  <a:pt x="23482" y="0"/>
                </a:moveTo>
                <a:lnTo>
                  <a:pt x="23640" y="0"/>
                </a:lnTo>
                <a:lnTo>
                  <a:pt x="23640" y="118"/>
                </a:lnTo>
                <a:lnTo>
                  <a:pt x="23482" y="118"/>
                </a:lnTo>
                <a:lnTo>
                  <a:pt x="23482" y="0"/>
                </a:lnTo>
                <a:moveTo>
                  <a:pt x="23746" y="0"/>
                </a:moveTo>
                <a:lnTo>
                  <a:pt x="23904" y="0"/>
                </a:lnTo>
                <a:lnTo>
                  <a:pt x="23904" y="118"/>
                </a:lnTo>
                <a:lnTo>
                  <a:pt x="23746" y="118"/>
                </a:lnTo>
                <a:lnTo>
                  <a:pt x="23746" y="0"/>
                </a:lnTo>
                <a:moveTo>
                  <a:pt x="24010" y="0"/>
                </a:moveTo>
                <a:lnTo>
                  <a:pt x="24168" y="0"/>
                </a:lnTo>
                <a:lnTo>
                  <a:pt x="24168" y="118"/>
                </a:lnTo>
                <a:lnTo>
                  <a:pt x="24010" y="118"/>
                </a:lnTo>
                <a:lnTo>
                  <a:pt x="24010" y="0"/>
                </a:lnTo>
                <a:moveTo>
                  <a:pt x="24274" y="0"/>
                </a:moveTo>
                <a:lnTo>
                  <a:pt x="24433" y="0"/>
                </a:lnTo>
                <a:lnTo>
                  <a:pt x="24433" y="118"/>
                </a:lnTo>
                <a:lnTo>
                  <a:pt x="24274" y="118"/>
                </a:lnTo>
                <a:lnTo>
                  <a:pt x="24274" y="0"/>
                </a:lnTo>
                <a:moveTo>
                  <a:pt x="24538" y="0"/>
                </a:moveTo>
                <a:lnTo>
                  <a:pt x="24697" y="0"/>
                </a:lnTo>
                <a:lnTo>
                  <a:pt x="24697" y="118"/>
                </a:lnTo>
                <a:lnTo>
                  <a:pt x="24538" y="118"/>
                </a:lnTo>
                <a:lnTo>
                  <a:pt x="24538" y="0"/>
                </a:lnTo>
                <a:moveTo>
                  <a:pt x="24802" y="0"/>
                </a:moveTo>
                <a:lnTo>
                  <a:pt x="24961" y="0"/>
                </a:lnTo>
                <a:lnTo>
                  <a:pt x="24961" y="118"/>
                </a:lnTo>
                <a:lnTo>
                  <a:pt x="24802" y="118"/>
                </a:lnTo>
                <a:lnTo>
                  <a:pt x="24802" y="0"/>
                </a:lnTo>
                <a:moveTo>
                  <a:pt x="25066" y="0"/>
                </a:moveTo>
                <a:lnTo>
                  <a:pt x="25225" y="0"/>
                </a:lnTo>
                <a:lnTo>
                  <a:pt x="25225" y="118"/>
                </a:lnTo>
                <a:lnTo>
                  <a:pt x="25066" y="118"/>
                </a:lnTo>
                <a:lnTo>
                  <a:pt x="25066" y="0"/>
                </a:lnTo>
                <a:moveTo>
                  <a:pt x="25330" y="0"/>
                </a:moveTo>
                <a:lnTo>
                  <a:pt x="25489" y="0"/>
                </a:lnTo>
                <a:lnTo>
                  <a:pt x="25489" y="118"/>
                </a:lnTo>
                <a:lnTo>
                  <a:pt x="25330" y="118"/>
                </a:lnTo>
                <a:lnTo>
                  <a:pt x="25330" y="0"/>
                </a:lnTo>
                <a:moveTo>
                  <a:pt x="25594" y="0"/>
                </a:moveTo>
                <a:lnTo>
                  <a:pt x="25753" y="0"/>
                </a:lnTo>
                <a:lnTo>
                  <a:pt x="25753" y="118"/>
                </a:lnTo>
                <a:lnTo>
                  <a:pt x="25594" y="118"/>
                </a:lnTo>
                <a:lnTo>
                  <a:pt x="25594" y="0"/>
                </a:lnTo>
                <a:moveTo>
                  <a:pt x="25858" y="0"/>
                </a:moveTo>
                <a:lnTo>
                  <a:pt x="26017" y="0"/>
                </a:lnTo>
                <a:lnTo>
                  <a:pt x="26017" y="118"/>
                </a:lnTo>
                <a:lnTo>
                  <a:pt x="25858" y="118"/>
                </a:lnTo>
                <a:lnTo>
                  <a:pt x="25858" y="0"/>
                </a:lnTo>
                <a:moveTo>
                  <a:pt x="26122" y="0"/>
                </a:moveTo>
                <a:lnTo>
                  <a:pt x="26281" y="0"/>
                </a:lnTo>
                <a:lnTo>
                  <a:pt x="26281" y="118"/>
                </a:lnTo>
                <a:lnTo>
                  <a:pt x="26122" y="118"/>
                </a:lnTo>
                <a:lnTo>
                  <a:pt x="26122" y="0"/>
                </a:lnTo>
                <a:moveTo>
                  <a:pt x="26386" y="0"/>
                </a:moveTo>
                <a:lnTo>
                  <a:pt x="26545" y="0"/>
                </a:lnTo>
                <a:lnTo>
                  <a:pt x="26545" y="118"/>
                </a:lnTo>
                <a:lnTo>
                  <a:pt x="26386" y="118"/>
                </a:lnTo>
                <a:lnTo>
                  <a:pt x="26386" y="0"/>
                </a:lnTo>
                <a:moveTo>
                  <a:pt x="26650" y="0"/>
                </a:moveTo>
                <a:lnTo>
                  <a:pt x="26809" y="0"/>
                </a:lnTo>
                <a:lnTo>
                  <a:pt x="26809" y="118"/>
                </a:lnTo>
                <a:lnTo>
                  <a:pt x="26650" y="118"/>
                </a:lnTo>
                <a:lnTo>
                  <a:pt x="26650" y="0"/>
                </a:lnTo>
                <a:moveTo>
                  <a:pt x="26914" y="0"/>
                </a:moveTo>
                <a:lnTo>
                  <a:pt x="27073" y="0"/>
                </a:lnTo>
                <a:lnTo>
                  <a:pt x="27073" y="118"/>
                </a:lnTo>
                <a:lnTo>
                  <a:pt x="26914" y="118"/>
                </a:lnTo>
                <a:lnTo>
                  <a:pt x="26914" y="0"/>
                </a:lnTo>
                <a:moveTo>
                  <a:pt x="27178" y="0"/>
                </a:moveTo>
                <a:lnTo>
                  <a:pt x="27337" y="0"/>
                </a:lnTo>
                <a:lnTo>
                  <a:pt x="27337" y="118"/>
                </a:lnTo>
                <a:lnTo>
                  <a:pt x="27178" y="118"/>
                </a:lnTo>
                <a:lnTo>
                  <a:pt x="27178" y="0"/>
                </a:lnTo>
                <a:moveTo>
                  <a:pt x="27442" y="0"/>
                </a:moveTo>
                <a:lnTo>
                  <a:pt x="27601" y="0"/>
                </a:lnTo>
                <a:lnTo>
                  <a:pt x="27601" y="118"/>
                </a:lnTo>
                <a:lnTo>
                  <a:pt x="27442" y="118"/>
                </a:lnTo>
                <a:lnTo>
                  <a:pt x="27442" y="0"/>
                </a:lnTo>
                <a:moveTo>
                  <a:pt x="27706" y="0"/>
                </a:moveTo>
                <a:lnTo>
                  <a:pt x="27865" y="0"/>
                </a:lnTo>
                <a:lnTo>
                  <a:pt x="27865" y="118"/>
                </a:lnTo>
                <a:lnTo>
                  <a:pt x="27706" y="118"/>
                </a:lnTo>
                <a:lnTo>
                  <a:pt x="27706" y="0"/>
                </a:lnTo>
                <a:moveTo>
                  <a:pt x="27971" y="0"/>
                </a:moveTo>
                <a:lnTo>
                  <a:pt x="28129" y="0"/>
                </a:lnTo>
                <a:lnTo>
                  <a:pt x="28129" y="118"/>
                </a:lnTo>
                <a:lnTo>
                  <a:pt x="27971" y="118"/>
                </a:lnTo>
                <a:lnTo>
                  <a:pt x="27971" y="0"/>
                </a:lnTo>
                <a:moveTo>
                  <a:pt x="28235" y="0"/>
                </a:moveTo>
                <a:lnTo>
                  <a:pt x="28393" y="0"/>
                </a:lnTo>
                <a:lnTo>
                  <a:pt x="28393" y="118"/>
                </a:lnTo>
                <a:lnTo>
                  <a:pt x="28235" y="118"/>
                </a:lnTo>
                <a:lnTo>
                  <a:pt x="28235" y="0"/>
                </a:lnTo>
                <a:moveTo>
                  <a:pt x="28499" y="0"/>
                </a:moveTo>
                <a:lnTo>
                  <a:pt x="28657" y="0"/>
                </a:lnTo>
                <a:lnTo>
                  <a:pt x="28657" y="118"/>
                </a:lnTo>
                <a:lnTo>
                  <a:pt x="28499" y="118"/>
                </a:lnTo>
                <a:lnTo>
                  <a:pt x="28499" y="0"/>
                </a:lnTo>
                <a:moveTo>
                  <a:pt x="28763" y="0"/>
                </a:moveTo>
                <a:lnTo>
                  <a:pt x="28921" y="0"/>
                </a:lnTo>
                <a:lnTo>
                  <a:pt x="28921" y="118"/>
                </a:lnTo>
                <a:lnTo>
                  <a:pt x="28763" y="118"/>
                </a:lnTo>
                <a:lnTo>
                  <a:pt x="28763" y="0"/>
                </a:lnTo>
                <a:moveTo>
                  <a:pt x="29027" y="0"/>
                </a:moveTo>
                <a:lnTo>
                  <a:pt x="29185" y="0"/>
                </a:lnTo>
                <a:lnTo>
                  <a:pt x="29185" y="118"/>
                </a:lnTo>
                <a:lnTo>
                  <a:pt x="29027" y="118"/>
                </a:lnTo>
                <a:lnTo>
                  <a:pt x="29027" y="0"/>
                </a:lnTo>
                <a:moveTo>
                  <a:pt x="29291" y="0"/>
                </a:moveTo>
                <a:lnTo>
                  <a:pt x="29450" y="0"/>
                </a:lnTo>
                <a:lnTo>
                  <a:pt x="29450" y="118"/>
                </a:lnTo>
                <a:lnTo>
                  <a:pt x="29291" y="118"/>
                </a:lnTo>
                <a:lnTo>
                  <a:pt x="29291" y="0"/>
                </a:lnTo>
                <a:moveTo>
                  <a:pt x="29555" y="0"/>
                </a:moveTo>
                <a:lnTo>
                  <a:pt x="29714" y="0"/>
                </a:lnTo>
                <a:lnTo>
                  <a:pt x="29714" y="118"/>
                </a:lnTo>
                <a:lnTo>
                  <a:pt x="29555" y="118"/>
                </a:lnTo>
                <a:lnTo>
                  <a:pt x="29555" y="0"/>
                </a:lnTo>
                <a:moveTo>
                  <a:pt x="29819" y="0"/>
                </a:moveTo>
                <a:lnTo>
                  <a:pt x="29978" y="0"/>
                </a:lnTo>
                <a:lnTo>
                  <a:pt x="29978" y="118"/>
                </a:lnTo>
                <a:lnTo>
                  <a:pt x="29819" y="118"/>
                </a:lnTo>
                <a:lnTo>
                  <a:pt x="29819" y="0"/>
                </a:lnTo>
                <a:moveTo>
                  <a:pt x="30083" y="0"/>
                </a:moveTo>
                <a:lnTo>
                  <a:pt x="30242" y="0"/>
                </a:lnTo>
                <a:lnTo>
                  <a:pt x="30242" y="118"/>
                </a:lnTo>
                <a:lnTo>
                  <a:pt x="30083" y="118"/>
                </a:lnTo>
                <a:lnTo>
                  <a:pt x="30083" y="0"/>
                </a:lnTo>
                <a:moveTo>
                  <a:pt x="30347" y="0"/>
                </a:moveTo>
                <a:lnTo>
                  <a:pt x="30506" y="0"/>
                </a:lnTo>
                <a:lnTo>
                  <a:pt x="30506" y="118"/>
                </a:lnTo>
                <a:lnTo>
                  <a:pt x="30347" y="118"/>
                </a:lnTo>
                <a:lnTo>
                  <a:pt x="30347" y="0"/>
                </a:lnTo>
                <a:moveTo>
                  <a:pt x="30611" y="0"/>
                </a:moveTo>
                <a:lnTo>
                  <a:pt x="30725" y="0"/>
                </a:lnTo>
                <a:cubicBezTo>
                  <a:pt x="30744" y="0"/>
                  <a:pt x="30764" y="3"/>
                  <a:pt x="30783" y="7"/>
                </a:cubicBezTo>
                <a:lnTo>
                  <a:pt x="30755" y="121"/>
                </a:lnTo>
                <a:cubicBezTo>
                  <a:pt x="30745" y="119"/>
                  <a:pt x="30735" y="118"/>
                  <a:pt x="30725" y="118"/>
                </a:cubicBezTo>
                <a:lnTo>
                  <a:pt x="30611" y="118"/>
                </a:lnTo>
                <a:lnTo>
                  <a:pt x="30611" y="0"/>
                </a:lnTo>
                <a:moveTo>
                  <a:pt x="30902" y="78"/>
                </a:moveTo>
                <a:cubicBezTo>
                  <a:pt x="30946" y="125"/>
                  <a:pt x="30968" y="181"/>
                  <a:pt x="30968" y="245"/>
                </a:cubicBezTo>
                <a:lnTo>
                  <a:pt x="30968" y="265"/>
                </a:lnTo>
                <a:lnTo>
                  <a:pt x="30852" y="265"/>
                </a:lnTo>
                <a:lnTo>
                  <a:pt x="30852" y="245"/>
                </a:lnTo>
                <a:cubicBezTo>
                  <a:pt x="30852" y="211"/>
                  <a:pt x="30840" y="182"/>
                  <a:pt x="30817" y="158"/>
                </a:cubicBezTo>
                <a:lnTo>
                  <a:pt x="30902" y="78"/>
                </a:lnTo>
                <a:moveTo>
                  <a:pt x="30968" y="370"/>
                </a:moveTo>
                <a:lnTo>
                  <a:pt x="30968" y="529"/>
                </a:lnTo>
                <a:lnTo>
                  <a:pt x="30852" y="529"/>
                </a:lnTo>
                <a:lnTo>
                  <a:pt x="30852" y="370"/>
                </a:lnTo>
                <a:lnTo>
                  <a:pt x="30968" y="370"/>
                </a:lnTo>
                <a:moveTo>
                  <a:pt x="30968" y="634"/>
                </a:moveTo>
                <a:lnTo>
                  <a:pt x="30968" y="793"/>
                </a:lnTo>
                <a:lnTo>
                  <a:pt x="30852" y="793"/>
                </a:lnTo>
                <a:lnTo>
                  <a:pt x="30852" y="634"/>
                </a:lnTo>
                <a:lnTo>
                  <a:pt x="30968" y="634"/>
                </a:lnTo>
                <a:moveTo>
                  <a:pt x="30968" y="898"/>
                </a:moveTo>
                <a:lnTo>
                  <a:pt x="30968" y="1057"/>
                </a:lnTo>
                <a:lnTo>
                  <a:pt x="30852" y="1057"/>
                </a:lnTo>
                <a:lnTo>
                  <a:pt x="30852" y="898"/>
                </a:lnTo>
                <a:lnTo>
                  <a:pt x="30968" y="898"/>
                </a:lnTo>
                <a:moveTo>
                  <a:pt x="30968" y="1162"/>
                </a:moveTo>
                <a:lnTo>
                  <a:pt x="30968" y="1321"/>
                </a:lnTo>
                <a:lnTo>
                  <a:pt x="30852" y="1321"/>
                </a:lnTo>
                <a:lnTo>
                  <a:pt x="30852" y="1162"/>
                </a:lnTo>
                <a:lnTo>
                  <a:pt x="30968" y="1162"/>
                </a:lnTo>
                <a:moveTo>
                  <a:pt x="30968" y="1426"/>
                </a:moveTo>
                <a:lnTo>
                  <a:pt x="30968" y="1585"/>
                </a:lnTo>
                <a:lnTo>
                  <a:pt x="30852" y="1585"/>
                </a:lnTo>
                <a:lnTo>
                  <a:pt x="30852" y="1426"/>
                </a:lnTo>
                <a:lnTo>
                  <a:pt x="30968" y="1426"/>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3"/>
                </a:moveTo>
                <a:cubicBezTo>
                  <a:pt x="30961" y="2298"/>
                  <a:pt x="30928" y="2357"/>
                  <a:pt x="30866" y="2401"/>
                </a:cubicBezTo>
                <a:lnTo>
                  <a:pt x="30799" y="2306"/>
                </a:lnTo>
                <a:cubicBezTo>
                  <a:pt x="30831" y="2283"/>
                  <a:pt x="30848" y="2252"/>
                  <a:pt x="30851" y="2213"/>
                </a:cubicBezTo>
                <a:lnTo>
                  <a:pt x="30967" y="2223"/>
                </a:lnTo>
                <a:moveTo>
                  <a:pt x="30736" y="2446"/>
                </a:moveTo>
                <a:cubicBezTo>
                  <a:pt x="30733" y="2446"/>
                  <a:pt x="30729" y="2446"/>
                  <a:pt x="30725" y="2446"/>
                </a:cubicBezTo>
                <a:lnTo>
                  <a:pt x="30575" y="2446"/>
                </a:lnTo>
                <a:lnTo>
                  <a:pt x="30575" y="2330"/>
                </a:lnTo>
                <a:lnTo>
                  <a:pt x="30725" y="2330"/>
                </a:lnTo>
                <a:cubicBezTo>
                  <a:pt x="30727" y="2330"/>
                  <a:pt x="30729" y="2330"/>
                  <a:pt x="30731" y="2330"/>
                </a:cubicBezTo>
                <a:lnTo>
                  <a:pt x="30736" y="2446"/>
                </a:lnTo>
                <a:moveTo>
                  <a:pt x="30470" y="2446"/>
                </a:moveTo>
                <a:lnTo>
                  <a:pt x="30311" y="2446"/>
                </a:lnTo>
                <a:lnTo>
                  <a:pt x="30311" y="2330"/>
                </a:lnTo>
                <a:lnTo>
                  <a:pt x="30470" y="2330"/>
                </a:lnTo>
                <a:lnTo>
                  <a:pt x="30470" y="2446"/>
                </a:lnTo>
                <a:moveTo>
                  <a:pt x="30206" y="2446"/>
                </a:moveTo>
                <a:lnTo>
                  <a:pt x="30047" y="2446"/>
                </a:lnTo>
                <a:lnTo>
                  <a:pt x="30047" y="2330"/>
                </a:lnTo>
                <a:lnTo>
                  <a:pt x="30206" y="2330"/>
                </a:lnTo>
                <a:lnTo>
                  <a:pt x="30206" y="2446"/>
                </a:lnTo>
                <a:moveTo>
                  <a:pt x="29942" y="2446"/>
                </a:moveTo>
                <a:lnTo>
                  <a:pt x="29783" y="2446"/>
                </a:lnTo>
                <a:lnTo>
                  <a:pt x="29783" y="2330"/>
                </a:lnTo>
                <a:lnTo>
                  <a:pt x="29942" y="2330"/>
                </a:lnTo>
                <a:lnTo>
                  <a:pt x="29942" y="2446"/>
                </a:lnTo>
                <a:moveTo>
                  <a:pt x="29678" y="2446"/>
                </a:moveTo>
                <a:lnTo>
                  <a:pt x="29519" y="2446"/>
                </a:lnTo>
                <a:lnTo>
                  <a:pt x="29519" y="2330"/>
                </a:lnTo>
                <a:lnTo>
                  <a:pt x="29678" y="2330"/>
                </a:lnTo>
                <a:lnTo>
                  <a:pt x="29678" y="2446"/>
                </a:lnTo>
                <a:moveTo>
                  <a:pt x="29414" y="2446"/>
                </a:moveTo>
                <a:lnTo>
                  <a:pt x="29255" y="2446"/>
                </a:lnTo>
                <a:lnTo>
                  <a:pt x="29255" y="2330"/>
                </a:lnTo>
                <a:lnTo>
                  <a:pt x="29414" y="2330"/>
                </a:lnTo>
                <a:lnTo>
                  <a:pt x="29414" y="2446"/>
                </a:lnTo>
                <a:moveTo>
                  <a:pt x="29150" y="2446"/>
                </a:moveTo>
                <a:lnTo>
                  <a:pt x="28991" y="2446"/>
                </a:lnTo>
                <a:lnTo>
                  <a:pt x="28991" y="2330"/>
                </a:lnTo>
                <a:lnTo>
                  <a:pt x="29150" y="2330"/>
                </a:lnTo>
                <a:lnTo>
                  <a:pt x="29150" y="2446"/>
                </a:lnTo>
                <a:moveTo>
                  <a:pt x="28886" y="2446"/>
                </a:moveTo>
                <a:lnTo>
                  <a:pt x="28727" y="2446"/>
                </a:lnTo>
                <a:lnTo>
                  <a:pt x="28727" y="2330"/>
                </a:lnTo>
                <a:lnTo>
                  <a:pt x="28886" y="2330"/>
                </a:lnTo>
                <a:lnTo>
                  <a:pt x="28886" y="2446"/>
                </a:lnTo>
                <a:moveTo>
                  <a:pt x="28622" y="2446"/>
                </a:moveTo>
                <a:lnTo>
                  <a:pt x="28463" y="2446"/>
                </a:lnTo>
                <a:lnTo>
                  <a:pt x="28463" y="2330"/>
                </a:lnTo>
                <a:lnTo>
                  <a:pt x="28622" y="2330"/>
                </a:lnTo>
                <a:lnTo>
                  <a:pt x="28622" y="2446"/>
                </a:lnTo>
                <a:moveTo>
                  <a:pt x="28358" y="2446"/>
                </a:moveTo>
                <a:lnTo>
                  <a:pt x="28199" y="2446"/>
                </a:lnTo>
                <a:lnTo>
                  <a:pt x="28199" y="2330"/>
                </a:lnTo>
                <a:lnTo>
                  <a:pt x="28358" y="2330"/>
                </a:lnTo>
                <a:lnTo>
                  <a:pt x="28358" y="2446"/>
                </a:lnTo>
                <a:moveTo>
                  <a:pt x="28094" y="2446"/>
                </a:moveTo>
                <a:lnTo>
                  <a:pt x="27935" y="2446"/>
                </a:lnTo>
                <a:lnTo>
                  <a:pt x="27935" y="2330"/>
                </a:lnTo>
                <a:lnTo>
                  <a:pt x="28094" y="2330"/>
                </a:lnTo>
                <a:lnTo>
                  <a:pt x="28094" y="2446"/>
                </a:lnTo>
                <a:moveTo>
                  <a:pt x="27829" y="2446"/>
                </a:moveTo>
                <a:lnTo>
                  <a:pt x="27671" y="2446"/>
                </a:lnTo>
                <a:lnTo>
                  <a:pt x="27671" y="2330"/>
                </a:lnTo>
                <a:lnTo>
                  <a:pt x="27829" y="2330"/>
                </a:lnTo>
                <a:lnTo>
                  <a:pt x="27829" y="2446"/>
                </a:lnTo>
                <a:moveTo>
                  <a:pt x="27565" y="2446"/>
                </a:moveTo>
                <a:lnTo>
                  <a:pt x="27407" y="2446"/>
                </a:lnTo>
                <a:lnTo>
                  <a:pt x="27407" y="2330"/>
                </a:lnTo>
                <a:lnTo>
                  <a:pt x="27565" y="2330"/>
                </a:lnTo>
                <a:lnTo>
                  <a:pt x="27565" y="2446"/>
                </a:lnTo>
                <a:moveTo>
                  <a:pt x="27301" y="2446"/>
                </a:moveTo>
                <a:lnTo>
                  <a:pt x="27143" y="2446"/>
                </a:lnTo>
                <a:lnTo>
                  <a:pt x="27143" y="2330"/>
                </a:lnTo>
                <a:lnTo>
                  <a:pt x="27301" y="2330"/>
                </a:lnTo>
                <a:lnTo>
                  <a:pt x="27301" y="2446"/>
                </a:lnTo>
                <a:moveTo>
                  <a:pt x="27037" y="2446"/>
                </a:moveTo>
                <a:lnTo>
                  <a:pt x="26879" y="2446"/>
                </a:lnTo>
                <a:lnTo>
                  <a:pt x="26879" y="2330"/>
                </a:lnTo>
                <a:lnTo>
                  <a:pt x="27037" y="2330"/>
                </a:lnTo>
                <a:lnTo>
                  <a:pt x="27037" y="2446"/>
                </a:lnTo>
                <a:moveTo>
                  <a:pt x="26773" y="2446"/>
                </a:moveTo>
                <a:lnTo>
                  <a:pt x="26615" y="2446"/>
                </a:lnTo>
                <a:lnTo>
                  <a:pt x="26615" y="2330"/>
                </a:lnTo>
                <a:lnTo>
                  <a:pt x="26773" y="2330"/>
                </a:lnTo>
                <a:lnTo>
                  <a:pt x="26773" y="2446"/>
                </a:lnTo>
                <a:moveTo>
                  <a:pt x="26509" y="2446"/>
                </a:moveTo>
                <a:lnTo>
                  <a:pt x="26350" y="2446"/>
                </a:lnTo>
                <a:lnTo>
                  <a:pt x="26350" y="2330"/>
                </a:lnTo>
                <a:lnTo>
                  <a:pt x="26509" y="2330"/>
                </a:lnTo>
                <a:lnTo>
                  <a:pt x="26509" y="2446"/>
                </a:lnTo>
                <a:moveTo>
                  <a:pt x="26245" y="2446"/>
                </a:moveTo>
                <a:lnTo>
                  <a:pt x="26086" y="2446"/>
                </a:lnTo>
                <a:lnTo>
                  <a:pt x="26086" y="2330"/>
                </a:lnTo>
                <a:lnTo>
                  <a:pt x="26245" y="2330"/>
                </a:lnTo>
                <a:lnTo>
                  <a:pt x="26245" y="2446"/>
                </a:lnTo>
                <a:moveTo>
                  <a:pt x="25981" y="2446"/>
                </a:moveTo>
                <a:lnTo>
                  <a:pt x="25822" y="2446"/>
                </a:lnTo>
                <a:lnTo>
                  <a:pt x="25822" y="2330"/>
                </a:lnTo>
                <a:lnTo>
                  <a:pt x="25981" y="2330"/>
                </a:lnTo>
                <a:lnTo>
                  <a:pt x="25981" y="2446"/>
                </a:lnTo>
                <a:moveTo>
                  <a:pt x="25717" y="2446"/>
                </a:moveTo>
                <a:lnTo>
                  <a:pt x="25558" y="2446"/>
                </a:lnTo>
                <a:lnTo>
                  <a:pt x="25558" y="2330"/>
                </a:lnTo>
                <a:lnTo>
                  <a:pt x="25717" y="2330"/>
                </a:lnTo>
                <a:lnTo>
                  <a:pt x="25717" y="2446"/>
                </a:lnTo>
                <a:moveTo>
                  <a:pt x="25453" y="2446"/>
                </a:moveTo>
                <a:lnTo>
                  <a:pt x="25294" y="2446"/>
                </a:lnTo>
                <a:lnTo>
                  <a:pt x="25294" y="2330"/>
                </a:lnTo>
                <a:lnTo>
                  <a:pt x="25453" y="2330"/>
                </a:lnTo>
                <a:lnTo>
                  <a:pt x="25453" y="2446"/>
                </a:lnTo>
                <a:moveTo>
                  <a:pt x="25189" y="2446"/>
                </a:moveTo>
                <a:lnTo>
                  <a:pt x="25030" y="2446"/>
                </a:lnTo>
                <a:lnTo>
                  <a:pt x="25030" y="2330"/>
                </a:lnTo>
                <a:lnTo>
                  <a:pt x="25189" y="2330"/>
                </a:lnTo>
                <a:lnTo>
                  <a:pt x="25189" y="2446"/>
                </a:lnTo>
                <a:moveTo>
                  <a:pt x="24925" y="2446"/>
                </a:moveTo>
                <a:lnTo>
                  <a:pt x="24766" y="2446"/>
                </a:lnTo>
                <a:lnTo>
                  <a:pt x="24766" y="2330"/>
                </a:lnTo>
                <a:lnTo>
                  <a:pt x="24925" y="2330"/>
                </a:lnTo>
                <a:lnTo>
                  <a:pt x="24925" y="2446"/>
                </a:lnTo>
                <a:moveTo>
                  <a:pt x="24661" y="2446"/>
                </a:moveTo>
                <a:lnTo>
                  <a:pt x="24502" y="2446"/>
                </a:lnTo>
                <a:lnTo>
                  <a:pt x="24502" y="2330"/>
                </a:lnTo>
                <a:lnTo>
                  <a:pt x="24661" y="2330"/>
                </a:lnTo>
                <a:lnTo>
                  <a:pt x="24661" y="2446"/>
                </a:lnTo>
                <a:moveTo>
                  <a:pt x="24397" y="2446"/>
                </a:moveTo>
                <a:lnTo>
                  <a:pt x="24238" y="2446"/>
                </a:lnTo>
                <a:lnTo>
                  <a:pt x="24238" y="2330"/>
                </a:lnTo>
                <a:lnTo>
                  <a:pt x="24397" y="2330"/>
                </a:lnTo>
                <a:lnTo>
                  <a:pt x="24397" y="2446"/>
                </a:lnTo>
                <a:moveTo>
                  <a:pt x="24133" y="2446"/>
                </a:moveTo>
                <a:lnTo>
                  <a:pt x="23974" y="2446"/>
                </a:lnTo>
                <a:lnTo>
                  <a:pt x="23974" y="2330"/>
                </a:lnTo>
                <a:lnTo>
                  <a:pt x="24133" y="2330"/>
                </a:lnTo>
                <a:lnTo>
                  <a:pt x="24133" y="2446"/>
                </a:lnTo>
                <a:moveTo>
                  <a:pt x="23869" y="2446"/>
                </a:moveTo>
                <a:lnTo>
                  <a:pt x="23710" y="2446"/>
                </a:lnTo>
                <a:lnTo>
                  <a:pt x="23710" y="2330"/>
                </a:lnTo>
                <a:lnTo>
                  <a:pt x="23869" y="2330"/>
                </a:lnTo>
                <a:lnTo>
                  <a:pt x="23869" y="2446"/>
                </a:lnTo>
                <a:moveTo>
                  <a:pt x="23605" y="2446"/>
                </a:moveTo>
                <a:lnTo>
                  <a:pt x="23446" y="2446"/>
                </a:lnTo>
                <a:lnTo>
                  <a:pt x="23446" y="2330"/>
                </a:lnTo>
                <a:lnTo>
                  <a:pt x="23605" y="2330"/>
                </a:lnTo>
                <a:lnTo>
                  <a:pt x="23605" y="2446"/>
                </a:lnTo>
                <a:moveTo>
                  <a:pt x="23341" y="2446"/>
                </a:moveTo>
                <a:lnTo>
                  <a:pt x="23182" y="2446"/>
                </a:lnTo>
                <a:lnTo>
                  <a:pt x="23182" y="2330"/>
                </a:lnTo>
                <a:lnTo>
                  <a:pt x="23341" y="2330"/>
                </a:lnTo>
                <a:lnTo>
                  <a:pt x="23341" y="2446"/>
                </a:lnTo>
                <a:moveTo>
                  <a:pt x="23077" y="2446"/>
                </a:moveTo>
                <a:lnTo>
                  <a:pt x="22918" y="2446"/>
                </a:lnTo>
                <a:lnTo>
                  <a:pt x="22918" y="2330"/>
                </a:lnTo>
                <a:lnTo>
                  <a:pt x="23077" y="2330"/>
                </a:lnTo>
                <a:lnTo>
                  <a:pt x="23077" y="2446"/>
                </a:lnTo>
                <a:moveTo>
                  <a:pt x="22812" y="2446"/>
                </a:moveTo>
                <a:lnTo>
                  <a:pt x="22654" y="2446"/>
                </a:lnTo>
                <a:lnTo>
                  <a:pt x="22654" y="2330"/>
                </a:lnTo>
                <a:lnTo>
                  <a:pt x="22812" y="2330"/>
                </a:lnTo>
                <a:lnTo>
                  <a:pt x="22812" y="2446"/>
                </a:lnTo>
                <a:moveTo>
                  <a:pt x="22548" y="2446"/>
                </a:moveTo>
                <a:lnTo>
                  <a:pt x="22390" y="2446"/>
                </a:lnTo>
                <a:lnTo>
                  <a:pt x="22390" y="2330"/>
                </a:lnTo>
                <a:lnTo>
                  <a:pt x="22548" y="2330"/>
                </a:lnTo>
                <a:lnTo>
                  <a:pt x="22548" y="2446"/>
                </a:lnTo>
                <a:moveTo>
                  <a:pt x="22284" y="2446"/>
                </a:moveTo>
                <a:lnTo>
                  <a:pt x="22126" y="2446"/>
                </a:lnTo>
                <a:lnTo>
                  <a:pt x="22126" y="2330"/>
                </a:lnTo>
                <a:lnTo>
                  <a:pt x="22284" y="2330"/>
                </a:lnTo>
                <a:lnTo>
                  <a:pt x="22284" y="2446"/>
                </a:lnTo>
                <a:moveTo>
                  <a:pt x="22020" y="2446"/>
                </a:moveTo>
                <a:lnTo>
                  <a:pt x="21862" y="2446"/>
                </a:lnTo>
                <a:lnTo>
                  <a:pt x="21862" y="2330"/>
                </a:lnTo>
                <a:lnTo>
                  <a:pt x="22020" y="2330"/>
                </a:lnTo>
                <a:lnTo>
                  <a:pt x="22020" y="2446"/>
                </a:lnTo>
                <a:moveTo>
                  <a:pt x="21756" y="2446"/>
                </a:moveTo>
                <a:lnTo>
                  <a:pt x="21597" y="2446"/>
                </a:lnTo>
                <a:lnTo>
                  <a:pt x="21597" y="2330"/>
                </a:lnTo>
                <a:lnTo>
                  <a:pt x="21756" y="2330"/>
                </a:lnTo>
                <a:lnTo>
                  <a:pt x="21756" y="2446"/>
                </a:lnTo>
                <a:moveTo>
                  <a:pt x="21492" y="2446"/>
                </a:moveTo>
                <a:lnTo>
                  <a:pt x="21333" y="2446"/>
                </a:lnTo>
                <a:lnTo>
                  <a:pt x="21333" y="2330"/>
                </a:lnTo>
                <a:lnTo>
                  <a:pt x="21492" y="2330"/>
                </a:lnTo>
                <a:lnTo>
                  <a:pt x="21492" y="2446"/>
                </a:lnTo>
                <a:moveTo>
                  <a:pt x="21228" y="2446"/>
                </a:moveTo>
                <a:lnTo>
                  <a:pt x="21069" y="2446"/>
                </a:lnTo>
                <a:lnTo>
                  <a:pt x="21069" y="2330"/>
                </a:lnTo>
                <a:lnTo>
                  <a:pt x="21228" y="2330"/>
                </a:lnTo>
                <a:lnTo>
                  <a:pt x="21228" y="2446"/>
                </a:lnTo>
                <a:moveTo>
                  <a:pt x="20964" y="2446"/>
                </a:moveTo>
                <a:lnTo>
                  <a:pt x="20805" y="2446"/>
                </a:lnTo>
                <a:lnTo>
                  <a:pt x="20805" y="2330"/>
                </a:lnTo>
                <a:lnTo>
                  <a:pt x="20964" y="2330"/>
                </a:lnTo>
                <a:lnTo>
                  <a:pt x="20964" y="2446"/>
                </a:lnTo>
                <a:moveTo>
                  <a:pt x="20700" y="2446"/>
                </a:moveTo>
                <a:lnTo>
                  <a:pt x="20541" y="2446"/>
                </a:lnTo>
                <a:lnTo>
                  <a:pt x="20541" y="2330"/>
                </a:lnTo>
                <a:lnTo>
                  <a:pt x="20700" y="2330"/>
                </a:lnTo>
                <a:lnTo>
                  <a:pt x="20700" y="2446"/>
                </a:lnTo>
                <a:moveTo>
                  <a:pt x="20436" y="2446"/>
                </a:moveTo>
                <a:lnTo>
                  <a:pt x="20277" y="2446"/>
                </a:lnTo>
                <a:lnTo>
                  <a:pt x="20277" y="2330"/>
                </a:lnTo>
                <a:lnTo>
                  <a:pt x="20436" y="2330"/>
                </a:lnTo>
                <a:lnTo>
                  <a:pt x="20436" y="2446"/>
                </a:lnTo>
                <a:moveTo>
                  <a:pt x="20172" y="2446"/>
                </a:moveTo>
                <a:lnTo>
                  <a:pt x="20013" y="2446"/>
                </a:lnTo>
                <a:lnTo>
                  <a:pt x="20013" y="2330"/>
                </a:lnTo>
                <a:lnTo>
                  <a:pt x="20172" y="2330"/>
                </a:lnTo>
                <a:lnTo>
                  <a:pt x="20172" y="2446"/>
                </a:lnTo>
                <a:moveTo>
                  <a:pt x="19908" y="2446"/>
                </a:moveTo>
                <a:lnTo>
                  <a:pt x="19749" y="2446"/>
                </a:lnTo>
                <a:lnTo>
                  <a:pt x="19749" y="2330"/>
                </a:lnTo>
                <a:lnTo>
                  <a:pt x="19908" y="2330"/>
                </a:lnTo>
                <a:lnTo>
                  <a:pt x="19908" y="2446"/>
                </a:lnTo>
                <a:moveTo>
                  <a:pt x="19644" y="2446"/>
                </a:moveTo>
                <a:lnTo>
                  <a:pt x="19485" y="2446"/>
                </a:lnTo>
                <a:lnTo>
                  <a:pt x="19485" y="2330"/>
                </a:lnTo>
                <a:lnTo>
                  <a:pt x="19644" y="2330"/>
                </a:lnTo>
                <a:lnTo>
                  <a:pt x="19644" y="2446"/>
                </a:lnTo>
                <a:moveTo>
                  <a:pt x="19380" y="2446"/>
                </a:moveTo>
                <a:lnTo>
                  <a:pt x="19221" y="2446"/>
                </a:lnTo>
                <a:lnTo>
                  <a:pt x="19221" y="2330"/>
                </a:lnTo>
                <a:lnTo>
                  <a:pt x="19380" y="2330"/>
                </a:lnTo>
                <a:lnTo>
                  <a:pt x="19380" y="2446"/>
                </a:lnTo>
                <a:moveTo>
                  <a:pt x="19116" y="2446"/>
                </a:moveTo>
                <a:lnTo>
                  <a:pt x="18957" y="2446"/>
                </a:lnTo>
                <a:lnTo>
                  <a:pt x="18957" y="2330"/>
                </a:lnTo>
                <a:lnTo>
                  <a:pt x="19116" y="2330"/>
                </a:lnTo>
                <a:lnTo>
                  <a:pt x="19116" y="2446"/>
                </a:lnTo>
                <a:moveTo>
                  <a:pt x="18852" y="2446"/>
                </a:moveTo>
                <a:lnTo>
                  <a:pt x="18693" y="2446"/>
                </a:lnTo>
                <a:lnTo>
                  <a:pt x="18693" y="2330"/>
                </a:lnTo>
                <a:lnTo>
                  <a:pt x="18852" y="2330"/>
                </a:lnTo>
                <a:lnTo>
                  <a:pt x="18852" y="2446"/>
                </a:lnTo>
                <a:moveTo>
                  <a:pt x="18588" y="2446"/>
                </a:moveTo>
                <a:lnTo>
                  <a:pt x="18429" y="2446"/>
                </a:lnTo>
                <a:lnTo>
                  <a:pt x="18429" y="2330"/>
                </a:lnTo>
                <a:lnTo>
                  <a:pt x="18588" y="2330"/>
                </a:lnTo>
                <a:lnTo>
                  <a:pt x="18588" y="2446"/>
                </a:lnTo>
                <a:moveTo>
                  <a:pt x="18324" y="2446"/>
                </a:moveTo>
                <a:lnTo>
                  <a:pt x="18165" y="2446"/>
                </a:lnTo>
                <a:lnTo>
                  <a:pt x="18165" y="2330"/>
                </a:lnTo>
                <a:lnTo>
                  <a:pt x="18324" y="2330"/>
                </a:lnTo>
                <a:lnTo>
                  <a:pt x="18324" y="2446"/>
                </a:lnTo>
                <a:moveTo>
                  <a:pt x="18059" y="2446"/>
                </a:moveTo>
                <a:lnTo>
                  <a:pt x="17901" y="2446"/>
                </a:lnTo>
                <a:lnTo>
                  <a:pt x="17901" y="2330"/>
                </a:lnTo>
                <a:lnTo>
                  <a:pt x="18059" y="2330"/>
                </a:lnTo>
                <a:lnTo>
                  <a:pt x="18059" y="2446"/>
                </a:lnTo>
                <a:moveTo>
                  <a:pt x="17795" y="2446"/>
                </a:moveTo>
                <a:lnTo>
                  <a:pt x="17637" y="2446"/>
                </a:lnTo>
                <a:lnTo>
                  <a:pt x="17637" y="2330"/>
                </a:lnTo>
                <a:lnTo>
                  <a:pt x="17795" y="2330"/>
                </a:lnTo>
                <a:lnTo>
                  <a:pt x="17795" y="2446"/>
                </a:lnTo>
                <a:moveTo>
                  <a:pt x="17531" y="2446"/>
                </a:moveTo>
                <a:lnTo>
                  <a:pt x="17373" y="2446"/>
                </a:lnTo>
                <a:lnTo>
                  <a:pt x="17373" y="2330"/>
                </a:lnTo>
                <a:lnTo>
                  <a:pt x="17531" y="2330"/>
                </a:lnTo>
                <a:lnTo>
                  <a:pt x="17531" y="2446"/>
                </a:lnTo>
                <a:moveTo>
                  <a:pt x="17267" y="2446"/>
                </a:moveTo>
                <a:lnTo>
                  <a:pt x="17109" y="2446"/>
                </a:lnTo>
                <a:lnTo>
                  <a:pt x="17109" y="2330"/>
                </a:lnTo>
                <a:lnTo>
                  <a:pt x="17267" y="2330"/>
                </a:lnTo>
                <a:lnTo>
                  <a:pt x="17267" y="2446"/>
                </a:lnTo>
                <a:moveTo>
                  <a:pt x="17003" y="2446"/>
                </a:moveTo>
                <a:lnTo>
                  <a:pt x="16845" y="2446"/>
                </a:lnTo>
                <a:lnTo>
                  <a:pt x="16845" y="2330"/>
                </a:lnTo>
                <a:lnTo>
                  <a:pt x="17003" y="2330"/>
                </a:lnTo>
                <a:lnTo>
                  <a:pt x="17003" y="2446"/>
                </a:lnTo>
                <a:moveTo>
                  <a:pt x="16739" y="2446"/>
                </a:moveTo>
                <a:lnTo>
                  <a:pt x="16580" y="2446"/>
                </a:lnTo>
                <a:lnTo>
                  <a:pt x="16580" y="2330"/>
                </a:lnTo>
                <a:lnTo>
                  <a:pt x="16739" y="2330"/>
                </a:lnTo>
                <a:lnTo>
                  <a:pt x="16739" y="2446"/>
                </a:lnTo>
                <a:moveTo>
                  <a:pt x="16475" y="2446"/>
                </a:moveTo>
                <a:lnTo>
                  <a:pt x="16316" y="2446"/>
                </a:lnTo>
                <a:lnTo>
                  <a:pt x="16316" y="2330"/>
                </a:lnTo>
                <a:lnTo>
                  <a:pt x="16475" y="2330"/>
                </a:lnTo>
                <a:lnTo>
                  <a:pt x="16475" y="2446"/>
                </a:lnTo>
                <a:moveTo>
                  <a:pt x="16211" y="2446"/>
                </a:moveTo>
                <a:lnTo>
                  <a:pt x="16052" y="2446"/>
                </a:lnTo>
                <a:lnTo>
                  <a:pt x="16052" y="2330"/>
                </a:lnTo>
                <a:lnTo>
                  <a:pt x="16211" y="2330"/>
                </a:lnTo>
                <a:lnTo>
                  <a:pt x="16211" y="2446"/>
                </a:lnTo>
                <a:moveTo>
                  <a:pt x="15947" y="2446"/>
                </a:moveTo>
                <a:lnTo>
                  <a:pt x="15788" y="2446"/>
                </a:lnTo>
                <a:lnTo>
                  <a:pt x="15788" y="2330"/>
                </a:lnTo>
                <a:lnTo>
                  <a:pt x="15947" y="2330"/>
                </a:lnTo>
                <a:lnTo>
                  <a:pt x="15947" y="2446"/>
                </a:lnTo>
                <a:moveTo>
                  <a:pt x="15683" y="2446"/>
                </a:moveTo>
                <a:lnTo>
                  <a:pt x="15524" y="2446"/>
                </a:lnTo>
                <a:lnTo>
                  <a:pt x="15524" y="2330"/>
                </a:lnTo>
                <a:lnTo>
                  <a:pt x="15683" y="2330"/>
                </a:lnTo>
                <a:lnTo>
                  <a:pt x="15683" y="2446"/>
                </a:lnTo>
                <a:moveTo>
                  <a:pt x="15419" y="2446"/>
                </a:moveTo>
                <a:lnTo>
                  <a:pt x="15260" y="2446"/>
                </a:lnTo>
                <a:lnTo>
                  <a:pt x="15260" y="2330"/>
                </a:lnTo>
                <a:lnTo>
                  <a:pt x="15419" y="2330"/>
                </a:lnTo>
                <a:lnTo>
                  <a:pt x="15419" y="2446"/>
                </a:lnTo>
                <a:moveTo>
                  <a:pt x="15155" y="2446"/>
                </a:moveTo>
                <a:lnTo>
                  <a:pt x="14996" y="2446"/>
                </a:lnTo>
                <a:lnTo>
                  <a:pt x="14996" y="2330"/>
                </a:lnTo>
                <a:lnTo>
                  <a:pt x="15155" y="2330"/>
                </a:lnTo>
                <a:lnTo>
                  <a:pt x="15155" y="2446"/>
                </a:lnTo>
                <a:moveTo>
                  <a:pt x="14891" y="2446"/>
                </a:moveTo>
                <a:lnTo>
                  <a:pt x="14732" y="2446"/>
                </a:lnTo>
                <a:lnTo>
                  <a:pt x="14732" y="2330"/>
                </a:lnTo>
                <a:lnTo>
                  <a:pt x="14891" y="2330"/>
                </a:lnTo>
                <a:lnTo>
                  <a:pt x="14891" y="2446"/>
                </a:lnTo>
                <a:moveTo>
                  <a:pt x="14627" y="2446"/>
                </a:moveTo>
                <a:lnTo>
                  <a:pt x="14468" y="2446"/>
                </a:lnTo>
                <a:lnTo>
                  <a:pt x="14468" y="2330"/>
                </a:lnTo>
                <a:lnTo>
                  <a:pt x="14627" y="2330"/>
                </a:lnTo>
                <a:lnTo>
                  <a:pt x="14627" y="2446"/>
                </a:lnTo>
                <a:moveTo>
                  <a:pt x="14363" y="2446"/>
                </a:moveTo>
                <a:lnTo>
                  <a:pt x="14204" y="2446"/>
                </a:lnTo>
                <a:lnTo>
                  <a:pt x="14204" y="2330"/>
                </a:lnTo>
                <a:lnTo>
                  <a:pt x="14363" y="2330"/>
                </a:lnTo>
                <a:lnTo>
                  <a:pt x="14363" y="2446"/>
                </a:lnTo>
                <a:moveTo>
                  <a:pt x="14099" y="2446"/>
                </a:moveTo>
                <a:lnTo>
                  <a:pt x="13939" y="2446"/>
                </a:lnTo>
                <a:lnTo>
                  <a:pt x="13939" y="2330"/>
                </a:lnTo>
                <a:lnTo>
                  <a:pt x="14099" y="2330"/>
                </a:lnTo>
                <a:lnTo>
                  <a:pt x="14099" y="2446"/>
                </a:lnTo>
                <a:moveTo>
                  <a:pt x="13834" y="2446"/>
                </a:moveTo>
                <a:lnTo>
                  <a:pt x="13675" y="2446"/>
                </a:lnTo>
                <a:lnTo>
                  <a:pt x="13675" y="2330"/>
                </a:lnTo>
                <a:lnTo>
                  <a:pt x="13834" y="2330"/>
                </a:lnTo>
                <a:lnTo>
                  <a:pt x="13834" y="2446"/>
                </a:lnTo>
                <a:moveTo>
                  <a:pt x="13570" y="2446"/>
                </a:moveTo>
                <a:lnTo>
                  <a:pt x="13411" y="2446"/>
                </a:lnTo>
                <a:lnTo>
                  <a:pt x="13411" y="2330"/>
                </a:lnTo>
                <a:lnTo>
                  <a:pt x="13570" y="2330"/>
                </a:lnTo>
                <a:lnTo>
                  <a:pt x="13570" y="2446"/>
                </a:lnTo>
                <a:moveTo>
                  <a:pt x="13306" y="2446"/>
                </a:moveTo>
                <a:lnTo>
                  <a:pt x="13147" y="2446"/>
                </a:lnTo>
                <a:lnTo>
                  <a:pt x="13147" y="2330"/>
                </a:lnTo>
                <a:lnTo>
                  <a:pt x="13306" y="2330"/>
                </a:lnTo>
                <a:lnTo>
                  <a:pt x="13306" y="2446"/>
                </a:lnTo>
                <a:moveTo>
                  <a:pt x="13041" y="2446"/>
                </a:moveTo>
                <a:lnTo>
                  <a:pt x="12883" y="2446"/>
                </a:lnTo>
                <a:lnTo>
                  <a:pt x="12883" y="2330"/>
                </a:lnTo>
                <a:lnTo>
                  <a:pt x="13041" y="2330"/>
                </a:lnTo>
                <a:lnTo>
                  <a:pt x="13041" y="2446"/>
                </a:lnTo>
                <a:moveTo>
                  <a:pt x="12777" y="2446"/>
                </a:moveTo>
                <a:lnTo>
                  <a:pt x="12619" y="2446"/>
                </a:lnTo>
                <a:lnTo>
                  <a:pt x="12619" y="2330"/>
                </a:lnTo>
                <a:lnTo>
                  <a:pt x="12777" y="2330"/>
                </a:lnTo>
                <a:lnTo>
                  <a:pt x="12777" y="2446"/>
                </a:lnTo>
                <a:moveTo>
                  <a:pt x="12513" y="2446"/>
                </a:moveTo>
                <a:lnTo>
                  <a:pt x="12355" y="2446"/>
                </a:lnTo>
                <a:lnTo>
                  <a:pt x="12355" y="2330"/>
                </a:lnTo>
                <a:lnTo>
                  <a:pt x="12513" y="2330"/>
                </a:lnTo>
                <a:lnTo>
                  <a:pt x="12513" y="2446"/>
                </a:lnTo>
                <a:moveTo>
                  <a:pt x="12249" y="2446"/>
                </a:moveTo>
                <a:lnTo>
                  <a:pt x="12091" y="2446"/>
                </a:lnTo>
                <a:lnTo>
                  <a:pt x="12091" y="2330"/>
                </a:lnTo>
                <a:lnTo>
                  <a:pt x="12249" y="2330"/>
                </a:lnTo>
                <a:lnTo>
                  <a:pt x="12249" y="2446"/>
                </a:lnTo>
                <a:moveTo>
                  <a:pt x="11985" y="2446"/>
                </a:moveTo>
                <a:lnTo>
                  <a:pt x="11826" y="2446"/>
                </a:lnTo>
                <a:lnTo>
                  <a:pt x="11826" y="2330"/>
                </a:lnTo>
                <a:lnTo>
                  <a:pt x="11985" y="2330"/>
                </a:lnTo>
                <a:lnTo>
                  <a:pt x="11985" y="2446"/>
                </a:lnTo>
                <a:moveTo>
                  <a:pt x="11721" y="2446"/>
                </a:moveTo>
                <a:lnTo>
                  <a:pt x="11562" y="2446"/>
                </a:lnTo>
                <a:lnTo>
                  <a:pt x="11562" y="2330"/>
                </a:lnTo>
                <a:lnTo>
                  <a:pt x="11721" y="2330"/>
                </a:lnTo>
                <a:lnTo>
                  <a:pt x="11721" y="2446"/>
                </a:lnTo>
                <a:moveTo>
                  <a:pt x="11457" y="2446"/>
                </a:moveTo>
                <a:lnTo>
                  <a:pt x="11298" y="2446"/>
                </a:lnTo>
                <a:lnTo>
                  <a:pt x="11298" y="2330"/>
                </a:lnTo>
                <a:lnTo>
                  <a:pt x="11457" y="2330"/>
                </a:lnTo>
                <a:lnTo>
                  <a:pt x="11457" y="2446"/>
                </a:lnTo>
                <a:moveTo>
                  <a:pt x="11193" y="2446"/>
                </a:moveTo>
                <a:lnTo>
                  <a:pt x="11034" y="2446"/>
                </a:lnTo>
                <a:lnTo>
                  <a:pt x="11034" y="2330"/>
                </a:lnTo>
                <a:lnTo>
                  <a:pt x="11193" y="2330"/>
                </a:lnTo>
                <a:lnTo>
                  <a:pt x="11193" y="2446"/>
                </a:lnTo>
                <a:moveTo>
                  <a:pt x="10929" y="2446"/>
                </a:moveTo>
                <a:lnTo>
                  <a:pt x="10770" y="2446"/>
                </a:lnTo>
                <a:lnTo>
                  <a:pt x="10770" y="2330"/>
                </a:lnTo>
                <a:lnTo>
                  <a:pt x="10929" y="2330"/>
                </a:lnTo>
                <a:lnTo>
                  <a:pt x="10929" y="2446"/>
                </a:lnTo>
                <a:moveTo>
                  <a:pt x="10665" y="2446"/>
                </a:moveTo>
                <a:lnTo>
                  <a:pt x="10506" y="2446"/>
                </a:lnTo>
                <a:lnTo>
                  <a:pt x="10506" y="2330"/>
                </a:lnTo>
                <a:lnTo>
                  <a:pt x="10665" y="2330"/>
                </a:lnTo>
                <a:lnTo>
                  <a:pt x="10665" y="2446"/>
                </a:lnTo>
                <a:moveTo>
                  <a:pt x="10401" y="2446"/>
                </a:moveTo>
                <a:lnTo>
                  <a:pt x="10242" y="2446"/>
                </a:lnTo>
                <a:lnTo>
                  <a:pt x="10242" y="2330"/>
                </a:lnTo>
                <a:lnTo>
                  <a:pt x="10401" y="2330"/>
                </a:lnTo>
                <a:lnTo>
                  <a:pt x="10401" y="2446"/>
                </a:lnTo>
                <a:moveTo>
                  <a:pt x="10137" y="2446"/>
                </a:moveTo>
                <a:lnTo>
                  <a:pt x="9978" y="2446"/>
                </a:lnTo>
                <a:lnTo>
                  <a:pt x="9978" y="2330"/>
                </a:lnTo>
                <a:lnTo>
                  <a:pt x="10137" y="2330"/>
                </a:lnTo>
                <a:lnTo>
                  <a:pt x="10137" y="2446"/>
                </a:lnTo>
                <a:moveTo>
                  <a:pt x="9873" y="2446"/>
                </a:moveTo>
                <a:lnTo>
                  <a:pt x="9714" y="2446"/>
                </a:lnTo>
                <a:lnTo>
                  <a:pt x="9714" y="2330"/>
                </a:lnTo>
                <a:lnTo>
                  <a:pt x="9873" y="2330"/>
                </a:lnTo>
                <a:lnTo>
                  <a:pt x="9873" y="2446"/>
                </a:lnTo>
                <a:moveTo>
                  <a:pt x="9609" y="2446"/>
                </a:moveTo>
                <a:lnTo>
                  <a:pt x="9450" y="2446"/>
                </a:lnTo>
                <a:lnTo>
                  <a:pt x="9450" y="2330"/>
                </a:lnTo>
                <a:lnTo>
                  <a:pt x="9609" y="2330"/>
                </a:lnTo>
                <a:lnTo>
                  <a:pt x="9609" y="2446"/>
                </a:lnTo>
                <a:moveTo>
                  <a:pt x="9345" y="2446"/>
                </a:moveTo>
                <a:lnTo>
                  <a:pt x="9186" y="2446"/>
                </a:lnTo>
                <a:lnTo>
                  <a:pt x="9186" y="2330"/>
                </a:lnTo>
                <a:lnTo>
                  <a:pt x="9345" y="2330"/>
                </a:lnTo>
                <a:lnTo>
                  <a:pt x="9345" y="2446"/>
                </a:lnTo>
                <a:moveTo>
                  <a:pt x="9081" y="2446"/>
                </a:moveTo>
                <a:lnTo>
                  <a:pt x="8922" y="2446"/>
                </a:lnTo>
                <a:lnTo>
                  <a:pt x="8922" y="2330"/>
                </a:lnTo>
                <a:lnTo>
                  <a:pt x="9081" y="2330"/>
                </a:lnTo>
                <a:lnTo>
                  <a:pt x="9081" y="2446"/>
                </a:lnTo>
                <a:moveTo>
                  <a:pt x="8817" y="2446"/>
                </a:moveTo>
                <a:lnTo>
                  <a:pt x="8658" y="2446"/>
                </a:lnTo>
                <a:lnTo>
                  <a:pt x="8658" y="2330"/>
                </a:lnTo>
                <a:lnTo>
                  <a:pt x="8817" y="2330"/>
                </a:lnTo>
                <a:lnTo>
                  <a:pt x="8817" y="2446"/>
                </a:lnTo>
                <a:moveTo>
                  <a:pt x="8553" y="2446"/>
                </a:moveTo>
                <a:lnTo>
                  <a:pt x="8394" y="2446"/>
                </a:lnTo>
                <a:lnTo>
                  <a:pt x="8394" y="2330"/>
                </a:lnTo>
                <a:lnTo>
                  <a:pt x="8553" y="2330"/>
                </a:lnTo>
                <a:lnTo>
                  <a:pt x="8553" y="2446"/>
                </a:lnTo>
                <a:moveTo>
                  <a:pt x="8288" y="2446"/>
                </a:moveTo>
                <a:lnTo>
                  <a:pt x="8130" y="2446"/>
                </a:lnTo>
                <a:lnTo>
                  <a:pt x="8130" y="2330"/>
                </a:lnTo>
                <a:lnTo>
                  <a:pt x="8288" y="2330"/>
                </a:lnTo>
                <a:lnTo>
                  <a:pt x="8288" y="2446"/>
                </a:lnTo>
                <a:moveTo>
                  <a:pt x="8024" y="2446"/>
                </a:moveTo>
                <a:lnTo>
                  <a:pt x="7866" y="2446"/>
                </a:lnTo>
                <a:lnTo>
                  <a:pt x="7866" y="2330"/>
                </a:lnTo>
                <a:lnTo>
                  <a:pt x="8024" y="2330"/>
                </a:lnTo>
                <a:lnTo>
                  <a:pt x="8024" y="2446"/>
                </a:lnTo>
                <a:moveTo>
                  <a:pt x="7760" y="2446"/>
                </a:moveTo>
                <a:lnTo>
                  <a:pt x="7602" y="2446"/>
                </a:lnTo>
                <a:lnTo>
                  <a:pt x="7602" y="2330"/>
                </a:lnTo>
                <a:lnTo>
                  <a:pt x="7760" y="2330"/>
                </a:lnTo>
                <a:lnTo>
                  <a:pt x="7760" y="2446"/>
                </a:lnTo>
                <a:moveTo>
                  <a:pt x="7496" y="2446"/>
                </a:moveTo>
                <a:lnTo>
                  <a:pt x="7338" y="2446"/>
                </a:lnTo>
                <a:lnTo>
                  <a:pt x="7338" y="2330"/>
                </a:lnTo>
                <a:lnTo>
                  <a:pt x="7496" y="2330"/>
                </a:lnTo>
                <a:lnTo>
                  <a:pt x="7496" y="2446"/>
                </a:lnTo>
                <a:moveTo>
                  <a:pt x="7232" y="2446"/>
                </a:moveTo>
                <a:lnTo>
                  <a:pt x="7074" y="2446"/>
                </a:lnTo>
                <a:lnTo>
                  <a:pt x="7074" y="2330"/>
                </a:lnTo>
                <a:lnTo>
                  <a:pt x="7232" y="2330"/>
                </a:lnTo>
                <a:lnTo>
                  <a:pt x="7232" y="2446"/>
                </a:lnTo>
                <a:moveTo>
                  <a:pt x="6968" y="2446"/>
                </a:moveTo>
                <a:lnTo>
                  <a:pt x="6809" y="2446"/>
                </a:lnTo>
                <a:lnTo>
                  <a:pt x="6809" y="2330"/>
                </a:lnTo>
                <a:lnTo>
                  <a:pt x="6968" y="2330"/>
                </a:lnTo>
                <a:lnTo>
                  <a:pt x="6968" y="2446"/>
                </a:lnTo>
                <a:moveTo>
                  <a:pt x="6704" y="2446"/>
                </a:moveTo>
                <a:lnTo>
                  <a:pt x="6545" y="2446"/>
                </a:lnTo>
                <a:lnTo>
                  <a:pt x="6545" y="2330"/>
                </a:lnTo>
                <a:lnTo>
                  <a:pt x="6704" y="2330"/>
                </a:lnTo>
                <a:lnTo>
                  <a:pt x="6704" y="2446"/>
                </a:lnTo>
                <a:moveTo>
                  <a:pt x="6440" y="2446"/>
                </a:moveTo>
                <a:lnTo>
                  <a:pt x="6281" y="2446"/>
                </a:lnTo>
                <a:lnTo>
                  <a:pt x="6281" y="2330"/>
                </a:lnTo>
                <a:lnTo>
                  <a:pt x="6440" y="2330"/>
                </a:lnTo>
                <a:lnTo>
                  <a:pt x="6440" y="2446"/>
                </a:lnTo>
                <a:moveTo>
                  <a:pt x="6176" y="2446"/>
                </a:moveTo>
                <a:lnTo>
                  <a:pt x="6017" y="2446"/>
                </a:lnTo>
                <a:lnTo>
                  <a:pt x="6017" y="2330"/>
                </a:lnTo>
                <a:lnTo>
                  <a:pt x="6176" y="2330"/>
                </a:lnTo>
                <a:lnTo>
                  <a:pt x="6176" y="2446"/>
                </a:lnTo>
                <a:moveTo>
                  <a:pt x="5912" y="2446"/>
                </a:moveTo>
                <a:lnTo>
                  <a:pt x="5753" y="2446"/>
                </a:lnTo>
                <a:lnTo>
                  <a:pt x="5753" y="2330"/>
                </a:lnTo>
                <a:lnTo>
                  <a:pt x="5912" y="2330"/>
                </a:lnTo>
                <a:lnTo>
                  <a:pt x="5912" y="2446"/>
                </a:lnTo>
                <a:moveTo>
                  <a:pt x="5648" y="2446"/>
                </a:moveTo>
                <a:lnTo>
                  <a:pt x="5489" y="2446"/>
                </a:lnTo>
                <a:lnTo>
                  <a:pt x="5489" y="2330"/>
                </a:lnTo>
                <a:lnTo>
                  <a:pt x="5648" y="2330"/>
                </a:lnTo>
                <a:lnTo>
                  <a:pt x="5648" y="2446"/>
                </a:lnTo>
                <a:moveTo>
                  <a:pt x="5384" y="2446"/>
                </a:moveTo>
                <a:lnTo>
                  <a:pt x="5225" y="2446"/>
                </a:lnTo>
                <a:lnTo>
                  <a:pt x="5225" y="2330"/>
                </a:lnTo>
                <a:lnTo>
                  <a:pt x="5384" y="2330"/>
                </a:lnTo>
                <a:lnTo>
                  <a:pt x="5384" y="2446"/>
                </a:lnTo>
                <a:moveTo>
                  <a:pt x="5120" y="2446"/>
                </a:moveTo>
                <a:lnTo>
                  <a:pt x="4961" y="2446"/>
                </a:lnTo>
                <a:lnTo>
                  <a:pt x="4961" y="2330"/>
                </a:lnTo>
                <a:lnTo>
                  <a:pt x="5120" y="2330"/>
                </a:lnTo>
                <a:lnTo>
                  <a:pt x="5120" y="2446"/>
                </a:lnTo>
                <a:moveTo>
                  <a:pt x="4856" y="2446"/>
                </a:moveTo>
                <a:lnTo>
                  <a:pt x="4697" y="2446"/>
                </a:lnTo>
                <a:lnTo>
                  <a:pt x="4697" y="2330"/>
                </a:lnTo>
                <a:lnTo>
                  <a:pt x="4856" y="2330"/>
                </a:lnTo>
                <a:lnTo>
                  <a:pt x="4856" y="2446"/>
                </a:lnTo>
                <a:moveTo>
                  <a:pt x="4592" y="2446"/>
                </a:moveTo>
                <a:lnTo>
                  <a:pt x="4433" y="2446"/>
                </a:lnTo>
                <a:lnTo>
                  <a:pt x="4433" y="2330"/>
                </a:lnTo>
                <a:lnTo>
                  <a:pt x="4592" y="2330"/>
                </a:lnTo>
                <a:lnTo>
                  <a:pt x="4592" y="2446"/>
                </a:lnTo>
                <a:moveTo>
                  <a:pt x="4328" y="2446"/>
                </a:moveTo>
                <a:lnTo>
                  <a:pt x="4169" y="2446"/>
                </a:lnTo>
                <a:lnTo>
                  <a:pt x="4169" y="2330"/>
                </a:lnTo>
                <a:lnTo>
                  <a:pt x="4328" y="2330"/>
                </a:lnTo>
                <a:lnTo>
                  <a:pt x="4328" y="2446"/>
                </a:lnTo>
                <a:moveTo>
                  <a:pt x="4064" y="2446"/>
                </a:moveTo>
                <a:lnTo>
                  <a:pt x="3905" y="2446"/>
                </a:lnTo>
                <a:lnTo>
                  <a:pt x="3905" y="2330"/>
                </a:lnTo>
                <a:lnTo>
                  <a:pt x="4064" y="2330"/>
                </a:lnTo>
                <a:lnTo>
                  <a:pt x="4064" y="2446"/>
                </a:lnTo>
                <a:moveTo>
                  <a:pt x="3800" y="2446"/>
                </a:moveTo>
                <a:lnTo>
                  <a:pt x="3641" y="2446"/>
                </a:lnTo>
                <a:lnTo>
                  <a:pt x="3641" y="2330"/>
                </a:lnTo>
                <a:lnTo>
                  <a:pt x="3800" y="2330"/>
                </a:lnTo>
                <a:lnTo>
                  <a:pt x="3800" y="2446"/>
                </a:lnTo>
                <a:moveTo>
                  <a:pt x="3536" y="2446"/>
                </a:moveTo>
                <a:lnTo>
                  <a:pt x="3377" y="2446"/>
                </a:lnTo>
                <a:lnTo>
                  <a:pt x="3377" y="2330"/>
                </a:lnTo>
                <a:lnTo>
                  <a:pt x="3536" y="2330"/>
                </a:lnTo>
                <a:lnTo>
                  <a:pt x="3536" y="2446"/>
                </a:lnTo>
                <a:moveTo>
                  <a:pt x="3271" y="2446"/>
                </a:moveTo>
                <a:lnTo>
                  <a:pt x="3113" y="2446"/>
                </a:lnTo>
                <a:lnTo>
                  <a:pt x="3113" y="2330"/>
                </a:lnTo>
                <a:lnTo>
                  <a:pt x="3271" y="2330"/>
                </a:lnTo>
                <a:lnTo>
                  <a:pt x="3271" y="2446"/>
                </a:lnTo>
                <a:moveTo>
                  <a:pt x="3007" y="2446"/>
                </a:moveTo>
                <a:lnTo>
                  <a:pt x="2849" y="2446"/>
                </a:lnTo>
                <a:lnTo>
                  <a:pt x="2849" y="2330"/>
                </a:lnTo>
                <a:lnTo>
                  <a:pt x="3007" y="2330"/>
                </a:lnTo>
                <a:lnTo>
                  <a:pt x="3007" y="2446"/>
                </a:lnTo>
                <a:moveTo>
                  <a:pt x="2743" y="2446"/>
                </a:moveTo>
                <a:lnTo>
                  <a:pt x="2585" y="2446"/>
                </a:lnTo>
                <a:lnTo>
                  <a:pt x="2585" y="2330"/>
                </a:lnTo>
                <a:lnTo>
                  <a:pt x="2743" y="2330"/>
                </a:lnTo>
                <a:lnTo>
                  <a:pt x="2743" y="2446"/>
                </a:lnTo>
                <a:moveTo>
                  <a:pt x="2479" y="2446"/>
                </a:moveTo>
                <a:lnTo>
                  <a:pt x="2321" y="2446"/>
                </a:lnTo>
                <a:lnTo>
                  <a:pt x="2321" y="2330"/>
                </a:lnTo>
                <a:lnTo>
                  <a:pt x="2479" y="2330"/>
                </a:lnTo>
                <a:lnTo>
                  <a:pt x="2479" y="2446"/>
                </a:lnTo>
                <a:moveTo>
                  <a:pt x="2215" y="2446"/>
                </a:moveTo>
                <a:lnTo>
                  <a:pt x="2056" y="2446"/>
                </a:lnTo>
                <a:lnTo>
                  <a:pt x="2056" y="2330"/>
                </a:lnTo>
                <a:lnTo>
                  <a:pt x="2215" y="2330"/>
                </a:lnTo>
                <a:lnTo>
                  <a:pt x="2215" y="2446"/>
                </a:lnTo>
                <a:moveTo>
                  <a:pt x="1951" y="2446"/>
                </a:moveTo>
                <a:lnTo>
                  <a:pt x="1792" y="2446"/>
                </a:lnTo>
                <a:lnTo>
                  <a:pt x="1792" y="2330"/>
                </a:lnTo>
                <a:lnTo>
                  <a:pt x="1951" y="2330"/>
                </a:lnTo>
                <a:lnTo>
                  <a:pt x="1951" y="2446"/>
                </a:lnTo>
                <a:moveTo>
                  <a:pt x="1687" y="2446"/>
                </a:moveTo>
                <a:lnTo>
                  <a:pt x="1528" y="2446"/>
                </a:lnTo>
                <a:lnTo>
                  <a:pt x="1528" y="2330"/>
                </a:lnTo>
                <a:lnTo>
                  <a:pt x="1687" y="2330"/>
                </a:lnTo>
                <a:lnTo>
                  <a:pt x="1687" y="2446"/>
                </a:lnTo>
                <a:moveTo>
                  <a:pt x="1423" y="2446"/>
                </a:moveTo>
                <a:lnTo>
                  <a:pt x="1264" y="2446"/>
                </a:lnTo>
                <a:lnTo>
                  <a:pt x="1264" y="2330"/>
                </a:lnTo>
                <a:lnTo>
                  <a:pt x="1423" y="2330"/>
                </a:lnTo>
                <a:lnTo>
                  <a:pt x="1423" y="2446"/>
                </a:lnTo>
                <a:moveTo>
                  <a:pt x="1159" y="2446"/>
                </a:moveTo>
                <a:lnTo>
                  <a:pt x="1000" y="2446"/>
                </a:lnTo>
                <a:lnTo>
                  <a:pt x="1000" y="2330"/>
                </a:lnTo>
                <a:lnTo>
                  <a:pt x="1159" y="2330"/>
                </a:lnTo>
                <a:lnTo>
                  <a:pt x="1159" y="2446"/>
                </a:lnTo>
                <a:moveTo>
                  <a:pt x="895" y="2446"/>
                </a:moveTo>
                <a:lnTo>
                  <a:pt x="736" y="2446"/>
                </a:lnTo>
                <a:lnTo>
                  <a:pt x="736" y="2330"/>
                </a:lnTo>
                <a:lnTo>
                  <a:pt x="895" y="2330"/>
                </a:lnTo>
                <a:lnTo>
                  <a:pt x="895" y="2446"/>
                </a:lnTo>
                <a:moveTo>
                  <a:pt x="631" y="2446"/>
                </a:moveTo>
                <a:lnTo>
                  <a:pt x="472" y="2446"/>
                </a:lnTo>
                <a:lnTo>
                  <a:pt x="472" y="2330"/>
                </a:lnTo>
                <a:lnTo>
                  <a:pt x="631" y="2330"/>
                </a:lnTo>
                <a:lnTo>
                  <a:pt x="631" y="2446"/>
                </a:lnTo>
                <a:moveTo>
                  <a:pt x="367" y="2446"/>
                </a:moveTo>
                <a:lnTo>
                  <a:pt x="244" y="2446"/>
                </a:lnTo>
                <a:cubicBezTo>
                  <a:pt x="228" y="2446"/>
                  <a:pt x="213" y="2445"/>
                  <a:pt x="198" y="2442"/>
                </a:cubicBezTo>
                <a:lnTo>
                  <a:pt x="220" y="2327"/>
                </a:lnTo>
                <a:cubicBezTo>
                  <a:pt x="228" y="2329"/>
                  <a:pt x="236" y="2330"/>
                  <a:pt x="244" y="2330"/>
                </a:cubicBezTo>
                <a:lnTo>
                  <a:pt x="367" y="2330"/>
                </a:lnTo>
                <a:lnTo>
                  <a:pt x="367" y="2446"/>
                </a:lnTo>
                <a:moveTo>
                  <a:pt x="75" y="2378"/>
                </a:moveTo>
                <a:cubicBezTo>
                  <a:pt x="25" y="2330"/>
                  <a:pt x="0" y="2272"/>
                  <a:pt x="0" y="2203"/>
                </a:cubicBezTo>
                <a:lnTo>
                  <a:pt x="0" y="2192"/>
                </a:lnTo>
                <a:lnTo>
                  <a:pt x="117" y="2192"/>
                </a:lnTo>
                <a:lnTo>
                  <a:pt x="117" y="2203"/>
                </a:lnTo>
                <a:cubicBezTo>
                  <a:pt x="117" y="2239"/>
                  <a:pt x="130" y="2269"/>
                  <a:pt x="156" y="2294"/>
                </a:cubicBezTo>
                <a:lnTo>
                  <a:pt x="75" y="2378"/>
                </a:lnTo>
                <a:moveTo>
                  <a:pt x="0" y="2087"/>
                </a:moveTo>
                <a:lnTo>
                  <a:pt x="0" y="1928"/>
                </a:lnTo>
                <a:lnTo>
                  <a:pt x="117" y="1928"/>
                </a:lnTo>
                <a:lnTo>
                  <a:pt x="117" y="2087"/>
                </a:lnTo>
                <a:lnTo>
                  <a:pt x="0" y="2087"/>
                </a:lnTo>
                <a:moveTo>
                  <a:pt x="0" y="1823"/>
                </a:moveTo>
                <a:lnTo>
                  <a:pt x="0" y="1664"/>
                </a:lnTo>
                <a:lnTo>
                  <a:pt x="117" y="1664"/>
                </a:lnTo>
                <a:lnTo>
                  <a:pt x="117" y="1823"/>
                </a:lnTo>
                <a:lnTo>
                  <a:pt x="0" y="1823"/>
                </a:lnTo>
                <a:moveTo>
                  <a:pt x="0" y="1559"/>
                </a:moveTo>
                <a:lnTo>
                  <a:pt x="0" y="1400"/>
                </a:lnTo>
                <a:lnTo>
                  <a:pt x="117" y="1400"/>
                </a:lnTo>
                <a:lnTo>
                  <a:pt x="117" y="1559"/>
                </a:lnTo>
                <a:lnTo>
                  <a:pt x="0" y="1559"/>
                </a:lnTo>
                <a:moveTo>
                  <a:pt x="0" y="1295"/>
                </a:moveTo>
                <a:lnTo>
                  <a:pt x="0" y="1136"/>
                </a:lnTo>
                <a:lnTo>
                  <a:pt x="117" y="1136"/>
                </a:lnTo>
                <a:lnTo>
                  <a:pt x="117" y="1295"/>
                </a:lnTo>
                <a:lnTo>
                  <a:pt x="0" y="1295"/>
                </a:lnTo>
                <a:moveTo>
                  <a:pt x="0" y="1030"/>
                </a:moveTo>
                <a:lnTo>
                  <a:pt x="0" y="872"/>
                </a:lnTo>
                <a:lnTo>
                  <a:pt x="117" y="872"/>
                </a:lnTo>
                <a:lnTo>
                  <a:pt x="117" y="1030"/>
                </a:lnTo>
                <a:lnTo>
                  <a:pt x="0" y="1030"/>
                </a:lnTo>
                <a:moveTo>
                  <a:pt x="0" y="766"/>
                </a:moveTo>
                <a:lnTo>
                  <a:pt x="0" y="608"/>
                </a:lnTo>
                <a:lnTo>
                  <a:pt x="117" y="608"/>
                </a:lnTo>
                <a:lnTo>
                  <a:pt x="117" y="766"/>
                </a:lnTo>
                <a:lnTo>
                  <a:pt x="0" y="766"/>
                </a:lnTo>
                <a:moveTo>
                  <a:pt x="0" y="502"/>
                </a:moveTo>
                <a:lnTo>
                  <a:pt x="0" y="344"/>
                </a:lnTo>
                <a:lnTo>
                  <a:pt x="117" y="344"/>
                </a:lnTo>
                <a:lnTo>
                  <a:pt x="117" y="502"/>
                </a:lnTo>
                <a:lnTo>
                  <a:pt x="0" y="502"/>
                </a:lnTo>
                <a:moveTo>
                  <a:pt x="1" y="237"/>
                </a:moveTo>
                <a:cubicBezTo>
                  <a:pt x="3" y="162"/>
                  <a:pt x="34" y="101"/>
                  <a:pt x="92" y="54"/>
                </a:cubicBezTo>
                <a:lnTo>
                  <a:pt x="165" y="145"/>
                </a:lnTo>
                <a:cubicBezTo>
                  <a:pt x="134" y="170"/>
                  <a:pt x="118" y="201"/>
                  <a:pt x="117" y="241"/>
                </a:cubicBezTo>
                <a:lnTo>
                  <a:pt x="1" y="237"/>
                </a:lnTo>
                <a:moveTo>
                  <a:pt x="221" y="2"/>
                </a:moveTo>
                <a:cubicBezTo>
                  <a:pt x="228" y="1"/>
                  <a:pt x="236" y="0"/>
                  <a:pt x="244" y="0"/>
                </a:cubicBezTo>
                <a:lnTo>
                  <a:pt x="403" y="0"/>
                </a:lnTo>
                <a:lnTo>
                  <a:pt x="403" y="118"/>
                </a:lnTo>
                <a:lnTo>
                  <a:pt x="244" y="118"/>
                </a:lnTo>
                <a:cubicBezTo>
                  <a:pt x="240" y="118"/>
                  <a:pt x="236" y="118"/>
                  <a:pt x="232" y="118"/>
                </a:cubicBezTo>
                <a:lnTo>
                  <a:pt x="221" y="2"/>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117" name=""/>
          <p:cNvSpPr/>
          <p:nvPr/>
        </p:nvSpPr>
        <p:spPr>
          <a:xfrm>
            <a:off x="521640" y="3950640"/>
            <a:ext cx="11148480" cy="880560"/>
          </a:xfrm>
          <a:custGeom>
            <a:avLst/>
            <a:gdLst/>
            <a:ahLst/>
            <a:rect l="0" t="0" r="r" b="b"/>
            <a:pathLst>
              <a:path w="30968" h="2446">
                <a:moveTo>
                  <a:pt x="508" y="0"/>
                </a:moveTo>
                <a:lnTo>
                  <a:pt x="667" y="0"/>
                </a:lnTo>
                <a:lnTo>
                  <a:pt x="667" y="118"/>
                </a:lnTo>
                <a:lnTo>
                  <a:pt x="508" y="118"/>
                </a:lnTo>
                <a:lnTo>
                  <a:pt x="508" y="0"/>
                </a:lnTo>
                <a:moveTo>
                  <a:pt x="772" y="0"/>
                </a:moveTo>
                <a:lnTo>
                  <a:pt x="931" y="0"/>
                </a:lnTo>
                <a:lnTo>
                  <a:pt x="931" y="118"/>
                </a:lnTo>
                <a:lnTo>
                  <a:pt x="772" y="118"/>
                </a:lnTo>
                <a:lnTo>
                  <a:pt x="772" y="0"/>
                </a:lnTo>
                <a:moveTo>
                  <a:pt x="1036" y="0"/>
                </a:moveTo>
                <a:lnTo>
                  <a:pt x="1195" y="0"/>
                </a:lnTo>
                <a:lnTo>
                  <a:pt x="1195" y="118"/>
                </a:lnTo>
                <a:lnTo>
                  <a:pt x="1036" y="118"/>
                </a:lnTo>
                <a:lnTo>
                  <a:pt x="1036" y="0"/>
                </a:lnTo>
                <a:moveTo>
                  <a:pt x="1300" y="0"/>
                </a:moveTo>
                <a:lnTo>
                  <a:pt x="1459" y="0"/>
                </a:lnTo>
                <a:lnTo>
                  <a:pt x="1459" y="118"/>
                </a:lnTo>
                <a:lnTo>
                  <a:pt x="1300" y="118"/>
                </a:lnTo>
                <a:lnTo>
                  <a:pt x="1300" y="0"/>
                </a:lnTo>
                <a:moveTo>
                  <a:pt x="1564" y="0"/>
                </a:moveTo>
                <a:lnTo>
                  <a:pt x="1723" y="0"/>
                </a:lnTo>
                <a:lnTo>
                  <a:pt x="1723" y="118"/>
                </a:lnTo>
                <a:lnTo>
                  <a:pt x="1564" y="118"/>
                </a:lnTo>
                <a:lnTo>
                  <a:pt x="1564" y="0"/>
                </a:lnTo>
                <a:moveTo>
                  <a:pt x="1828" y="0"/>
                </a:moveTo>
                <a:lnTo>
                  <a:pt x="1987" y="0"/>
                </a:lnTo>
                <a:lnTo>
                  <a:pt x="1987" y="118"/>
                </a:lnTo>
                <a:lnTo>
                  <a:pt x="1828" y="118"/>
                </a:lnTo>
                <a:lnTo>
                  <a:pt x="1828" y="0"/>
                </a:lnTo>
                <a:moveTo>
                  <a:pt x="2092" y="0"/>
                </a:moveTo>
                <a:lnTo>
                  <a:pt x="2251" y="0"/>
                </a:lnTo>
                <a:lnTo>
                  <a:pt x="2251" y="118"/>
                </a:lnTo>
                <a:lnTo>
                  <a:pt x="2092" y="118"/>
                </a:lnTo>
                <a:lnTo>
                  <a:pt x="2092" y="0"/>
                </a:lnTo>
                <a:moveTo>
                  <a:pt x="2356" y="0"/>
                </a:moveTo>
                <a:lnTo>
                  <a:pt x="2515" y="0"/>
                </a:lnTo>
                <a:lnTo>
                  <a:pt x="2515" y="118"/>
                </a:lnTo>
                <a:lnTo>
                  <a:pt x="2356" y="118"/>
                </a:lnTo>
                <a:lnTo>
                  <a:pt x="2356" y="0"/>
                </a:lnTo>
                <a:moveTo>
                  <a:pt x="2620" y="0"/>
                </a:moveTo>
                <a:lnTo>
                  <a:pt x="2779" y="0"/>
                </a:lnTo>
                <a:lnTo>
                  <a:pt x="2779" y="118"/>
                </a:lnTo>
                <a:lnTo>
                  <a:pt x="2620" y="118"/>
                </a:lnTo>
                <a:lnTo>
                  <a:pt x="2620" y="0"/>
                </a:lnTo>
                <a:moveTo>
                  <a:pt x="2884" y="0"/>
                </a:moveTo>
                <a:lnTo>
                  <a:pt x="3043" y="0"/>
                </a:lnTo>
                <a:lnTo>
                  <a:pt x="3043" y="118"/>
                </a:lnTo>
                <a:lnTo>
                  <a:pt x="2884" y="118"/>
                </a:lnTo>
                <a:lnTo>
                  <a:pt x="2884" y="0"/>
                </a:lnTo>
                <a:moveTo>
                  <a:pt x="3148" y="0"/>
                </a:moveTo>
                <a:lnTo>
                  <a:pt x="3307" y="0"/>
                </a:lnTo>
                <a:lnTo>
                  <a:pt x="3307" y="118"/>
                </a:lnTo>
                <a:lnTo>
                  <a:pt x="3148" y="118"/>
                </a:lnTo>
                <a:lnTo>
                  <a:pt x="3148" y="0"/>
                </a:lnTo>
                <a:moveTo>
                  <a:pt x="3412" y="0"/>
                </a:moveTo>
                <a:lnTo>
                  <a:pt x="3571" y="0"/>
                </a:lnTo>
                <a:lnTo>
                  <a:pt x="3571" y="118"/>
                </a:lnTo>
                <a:lnTo>
                  <a:pt x="3412" y="118"/>
                </a:lnTo>
                <a:lnTo>
                  <a:pt x="3412" y="0"/>
                </a:lnTo>
                <a:moveTo>
                  <a:pt x="3677" y="0"/>
                </a:moveTo>
                <a:lnTo>
                  <a:pt x="3835" y="0"/>
                </a:lnTo>
                <a:lnTo>
                  <a:pt x="3835" y="118"/>
                </a:lnTo>
                <a:lnTo>
                  <a:pt x="3677" y="118"/>
                </a:lnTo>
                <a:lnTo>
                  <a:pt x="3677" y="0"/>
                </a:lnTo>
                <a:moveTo>
                  <a:pt x="3941" y="0"/>
                </a:moveTo>
                <a:lnTo>
                  <a:pt x="4099" y="0"/>
                </a:lnTo>
                <a:lnTo>
                  <a:pt x="4099" y="118"/>
                </a:lnTo>
                <a:lnTo>
                  <a:pt x="3941" y="118"/>
                </a:lnTo>
                <a:lnTo>
                  <a:pt x="3941" y="0"/>
                </a:lnTo>
                <a:moveTo>
                  <a:pt x="4205" y="0"/>
                </a:moveTo>
                <a:lnTo>
                  <a:pt x="4363" y="0"/>
                </a:lnTo>
                <a:lnTo>
                  <a:pt x="4363" y="118"/>
                </a:lnTo>
                <a:lnTo>
                  <a:pt x="4205" y="118"/>
                </a:lnTo>
                <a:lnTo>
                  <a:pt x="4205" y="0"/>
                </a:lnTo>
                <a:moveTo>
                  <a:pt x="4469" y="0"/>
                </a:moveTo>
                <a:lnTo>
                  <a:pt x="4627" y="0"/>
                </a:lnTo>
                <a:lnTo>
                  <a:pt x="4627" y="118"/>
                </a:lnTo>
                <a:lnTo>
                  <a:pt x="4469" y="118"/>
                </a:lnTo>
                <a:lnTo>
                  <a:pt x="4469" y="0"/>
                </a:lnTo>
                <a:moveTo>
                  <a:pt x="4733" y="0"/>
                </a:moveTo>
                <a:lnTo>
                  <a:pt x="4892" y="0"/>
                </a:lnTo>
                <a:lnTo>
                  <a:pt x="4892" y="118"/>
                </a:lnTo>
                <a:lnTo>
                  <a:pt x="4733" y="118"/>
                </a:lnTo>
                <a:lnTo>
                  <a:pt x="4733" y="0"/>
                </a:lnTo>
                <a:moveTo>
                  <a:pt x="4997" y="0"/>
                </a:moveTo>
                <a:lnTo>
                  <a:pt x="5156" y="0"/>
                </a:lnTo>
                <a:lnTo>
                  <a:pt x="5156" y="118"/>
                </a:lnTo>
                <a:lnTo>
                  <a:pt x="4997" y="118"/>
                </a:lnTo>
                <a:lnTo>
                  <a:pt x="4997" y="0"/>
                </a:lnTo>
                <a:moveTo>
                  <a:pt x="5261" y="0"/>
                </a:moveTo>
                <a:lnTo>
                  <a:pt x="5420" y="0"/>
                </a:lnTo>
                <a:lnTo>
                  <a:pt x="5420" y="118"/>
                </a:lnTo>
                <a:lnTo>
                  <a:pt x="5261" y="118"/>
                </a:lnTo>
                <a:lnTo>
                  <a:pt x="5261" y="0"/>
                </a:lnTo>
                <a:moveTo>
                  <a:pt x="5525" y="0"/>
                </a:moveTo>
                <a:lnTo>
                  <a:pt x="5684" y="0"/>
                </a:lnTo>
                <a:lnTo>
                  <a:pt x="5684" y="118"/>
                </a:lnTo>
                <a:lnTo>
                  <a:pt x="5525" y="118"/>
                </a:lnTo>
                <a:lnTo>
                  <a:pt x="5525" y="0"/>
                </a:lnTo>
                <a:moveTo>
                  <a:pt x="5789" y="0"/>
                </a:moveTo>
                <a:lnTo>
                  <a:pt x="5948" y="0"/>
                </a:lnTo>
                <a:lnTo>
                  <a:pt x="5948" y="118"/>
                </a:lnTo>
                <a:lnTo>
                  <a:pt x="5789" y="118"/>
                </a:lnTo>
                <a:lnTo>
                  <a:pt x="5789" y="0"/>
                </a:lnTo>
                <a:moveTo>
                  <a:pt x="6053" y="0"/>
                </a:moveTo>
                <a:lnTo>
                  <a:pt x="6212" y="0"/>
                </a:lnTo>
                <a:lnTo>
                  <a:pt x="6212" y="118"/>
                </a:lnTo>
                <a:lnTo>
                  <a:pt x="6053" y="118"/>
                </a:lnTo>
                <a:lnTo>
                  <a:pt x="6053" y="0"/>
                </a:lnTo>
                <a:moveTo>
                  <a:pt x="6317" y="0"/>
                </a:moveTo>
                <a:lnTo>
                  <a:pt x="6476" y="0"/>
                </a:lnTo>
                <a:lnTo>
                  <a:pt x="6476" y="118"/>
                </a:lnTo>
                <a:lnTo>
                  <a:pt x="6317" y="118"/>
                </a:lnTo>
                <a:lnTo>
                  <a:pt x="6317" y="0"/>
                </a:lnTo>
                <a:moveTo>
                  <a:pt x="6581" y="0"/>
                </a:moveTo>
                <a:lnTo>
                  <a:pt x="6740" y="0"/>
                </a:lnTo>
                <a:lnTo>
                  <a:pt x="6740" y="118"/>
                </a:lnTo>
                <a:lnTo>
                  <a:pt x="6581" y="118"/>
                </a:lnTo>
                <a:lnTo>
                  <a:pt x="6581" y="0"/>
                </a:lnTo>
                <a:moveTo>
                  <a:pt x="6845" y="0"/>
                </a:moveTo>
                <a:lnTo>
                  <a:pt x="7004" y="0"/>
                </a:lnTo>
                <a:lnTo>
                  <a:pt x="7004" y="118"/>
                </a:lnTo>
                <a:lnTo>
                  <a:pt x="6845" y="118"/>
                </a:lnTo>
                <a:lnTo>
                  <a:pt x="6845" y="0"/>
                </a:lnTo>
                <a:moveTo>
                  <a:pt x="7109" y="0"/>
                </a:moveTo>
                <a:lnTo>
                  <a:pt x="7268" y="0"/>
                </a:lnTo>
                <a:lnTo>
                  <a:pt x="7268" y="118"/>
                </a:lnTo>
                <a:lnTo>
                  <a:pt x="7109" y="118"/>
                </a:lnTo>
                <a:lnTo>
                  <a:pt x="7109" y="0"/>
                </a:lnTo>
                <a:moveTo>
                  <a:pt x="7373" y="0"/>
                </a:moveTo>
                <a:lnTo>
                  <a:pt x="7532" y="0"/>
                </a:lnTo>
                <a:lnTo>
                  <a:pt x="7532" y="118"/>
                </a:lnTo>
                <a:lnTo>
                  <a:pt x="7373" y="118"/>
                </a:lnTo>
                <a:lnTo>
                  <a:pt x="7373" y="0"/>
                </a:lnTo>
                <a:moveTo>
                  <a:pt x="7637" y="0"/>
                </a:moveTo>
                <a:lnTo>
                  <a:pt x="7796" y="0"/>
                </a:lnTo>
                <a:lnTo>
                  <a:pt x="7796" y="118"/>
                </a:lnTo>
                <a:lnTo>
                  <a:pt x="7637" y="118"/>
                </a:lnTo>
                <a:lnTo>
                  <a:pt x="7637" y="0"/>
                </a:lnTo>
                <a:moveTo>
                  <a:pt x="7901" y="0"/>
                </a:moveTo>
                <a:lnTo>
                  <a:pt x="8060" y="0"/>
                </a:lnTo>
                <a:lnTo>
                  <a:pt x="8060" y="118"/>
                </a:lnTo>
                <a:lnTo>
                  <a:pt x="7901" y="118"/>
                </a:lnTo>
                <a:lnTo>
                  <a:pt x="7901" y="0"/>
                </a:lnTo>
                <a:moveTo>
                  <a:pt x="8165" y="0"/>
                </a:moveTo>
                <a:lnTo>
                  <a:pt x="8324" y="0"/>
                </a:lnTo>
                <a:lnTo>
                  <a:pt x="8324" y="118"/>
                </a:lnTo>
                <a:lnTo>
                  <a:pt x="8165" y="118"/>
                </a:lnTo>
                <a:lnTo>
                  <a:pt x="8165" y="0"/>
                </a:lnTo>
                <a:moveTo>
                  <a:pt x="8430" y="0"/>
                </a:moveTo>
                <a:lnTo>
                  <a:pt x="8588" y="0"/>
                </a:lnTo>
                <a:lnTo>
                  <a:pt x="8588" y="118"/>
                </a:lnTo>
                <a:lnTo>
                  <a:pt x="8430" y="118"/>
                </a:lnTo>
                <a:lnTo>
                  <a:pt x="8430" y="0"/>
                </a:lnTo>
                <a:moveTo>
                  <a:pt x="8694" y="0"/>
                </a:moveTo>
                <a:lnTo>
                  <a:pt x="8852" y="0"/>
                </a:lnTo>
                <a:lnTo>
                  <a:pt x="8852" y="118"/>
                </a:lnTo>
                <a:lnTo>
                  <a:pt x="8694" y="118"/>
                </a:lnTo>
                <a:lnTo>
                  <a:pt x="8694" y="0"/>
                </a:lnTo>
                <a:moveTo>
                  <a:pt x="8958" y="0"/>
                </a:moveTo>
                <a:lnTo>
                  <a:pt x="9116" y="0"/>
                </a:lnTo>
                <a:lnTo>
                  <a:pt x="9116" y="118"/>
                </a:lnTo>
                <a:lnTo>
                  <a:pt x="8958" y="118"/>
                </a:lnTo>
                <a:lnTo>
                  <a:pt x="8958" y="0"/>
                </a:lnTo>
                <a:moveTo>
                  <a:pt x="9222" y="0"/>
                </a:moveTo>
                <a:lnTo>
                  <a:pt x="9380" y="0"/>
                </a:lnTo>
                <a:lnTo>
                  <a:pt x="9380" y="118"/>
                </a:lnTo>
                <a:lnTo>
                  <a:pt x="9222" y="118"/>
                </a:lnTo>
                <a:lnTo>
                  <a:pt x="9222" y="0"/>
                </a:lnTo>
                <a:moveTo>
                  <a:pt x="9486" y="0"/>
                </a:moveTo>
                <a:lnTo>
                  <a:pt x="9644" y="0"/>
                </a:lnTo>
                <a:lnTo>
                  <a:pt x="9644" y="118"/>
                </a:lnTo>
                <a:lnTo>
                  <a:pt x="9486" y="118"/>
                </a:lnTo>
                <a:lnTo>
                  <a:pt x="9486" y="0"/>
                </a:lnTo>
                <a:moveTo>
                  <a:pt x="9750" y="0"/>
                </a:moveTo>
                <a:lnTo>
                  <a:pt x="9909" y="0"/>
                </a:lnTo>
                <a:lnTo>
                  <a:pt x="9909" y="118"/>
                </a:lnTo>
                <a:lnTo>
                  <a:pt x="9750" y="118"/>
                </a:lnTo>
                <a:lnTo>
                  <a:pt x="9750" y="0"/>
                </a:lnTo>
                <a:moveTo>
                  <a:pt x="10014" y="0"/>
                </a:moveTo>
                <a:lnTo>
                  <a:pt x="10173" y="0"/>
                </a:lnTo>
                <a:lnTo>
                  <a:pt x="10173" y="118"/>
                </a:lnTo>
                <a:lnTo>
                  <a:pt x="10014" y="118"/>
                </a:lnTo>
                <a:lnTo>
                  <a:pt x="10014" y="0"/>
                </a:lnTo>
                <a:moveTo>
                  <a:pt x="10278" y="0"/>
                </a:moveTo>
                <a:lnTo>
                  <a:pt x="10437" y="0"/>
                </a:lnTo>
                <a:lnTo>
                  <a:pt x="10437" y="118"/>
                </a:lnTo>
                <a:lnTo>
                  <a:pt x="10278" y="118"/>
                </a:lnTo>
                <a:lnTo>
                  <a:pt x="10278" y="0"/>
                </a:lnTo>
                <a:moveTo>
                  <a:pt x="10542" y="0"/>
                </a:moveTo>
                <a:lnTo>
                  <a:pt x="10701" y="0"/>
                </a:lnTo>
                <a:lnTo>
                  <a:pt x="10701" y="118"/>
                </a:lnTo>
                <a:lnTo>
                  <a:pt x="10542" y="118"/>
                </a:lnTo>
                <a:lnTo>
                  <a:pt x="10542" y="0"/>
                </a:lnTo>
                <a:moveTo>
                  <a:pt x="10806" y="0"/>
                </a:moveTo>
                <a:lnTo>
                  <a:pt x="10965" y="0"/>
                </a:lnTo>
                <a:lnTo>
                  <a:pt x="10965" y="118"/>
                </a:lnTo>
                <a:lnTo>
                  <a:pt x="10806" y="118"/>
                </a:lnTo>
                <a:lnTo>
                  <a:pt x="10806" y="0"/>
                </a:lnTo>
                <a:moveTo>
                  <a:pt x="11070" y="0"/>
                </a:moveTo>
                <a:lnTo>
                  <a:pt x="11229" y="0"/>
                </a:lnTo>
                <a:lnTo>
                  <a:pt x="11229" y="118"/>
                </a:lnTo>
                <a:lnTo>
                  <a:pt x="11070" y="118"/>
                </a:lnTo>
                <a:lnTo>
                  <a:pt x="11070" y="0"/>
                </a:lnTo>
                <a:moveTo>
                  <a:pt x="11334" y="0"/>
                </a:moveTo>
                <a:lnTo>
                  <a:pt x="11493" y="0"/>
                </a:lnTo>
                <a:lnTo>
                  <a:pt x="11493" y="118"/>
                </a:lnTo>
                <a:lnTo>
                  <a:pt x="11334" y="118"/>
                </a:lnTo>
                <a:lnTo>
                  <a:pt x="11334" y="0"/>
                </a:lnTo>
                <a:moveTo>
                  <a:pt x="11598" y="0"/>
                </a:moveTo>
                <a:lnTo>
                  <a:pt x="11757" y="0"/>
                </a:lnTo>
                <a:lnTo>
                  <a:pt x="11757" y="118"/>
                </a:lnTo>
                <a:lnTo>
                  <a:pt x="11598" y="118"/>
                </a:lnTo>
                <a:lnTo>
                  <a:pt x="11598" y="0"/>
                </a:lnTo>
                <a:moveTo>
                  <a:pt x="11862" y="0"/>
                </a:moveTo>
                <a:lnTo>
                  <a:pt x="12021" y="0"/>
                </a:lnTo>
                <a:lnTo>
                  <a:pt x="12021" y="118"/>
                </a:lnTo>
                <a:lnTo>
                  <a:pt x="11862" y="118"/>
                </a:lnTo>
                <a:lnTo>
                  <a:pt x="11862" y="0"/>
                </a:lnTo>
                <a:moveTo>
                  <a:pt x="12126" y="0"/>
                </a:moveTo>
                <a:lnTo>
                  <a:pt x="12285" y="0"/>
                </a:lnTo>
                <a:lnTo>
                  <a:pt x="12285" y="118"/>
                </a:lnTo>
                <a:lnTo>
                  <a:pt x="12126" y="118"/>
                </a:lnTo>
                <a:lnTo>
                  <a:pt x="12126" y="0"/>
                </a:lnTo>
                <a:moveTo>
                  <a:pt x="12390" y="0"/>
                </a:moveTo>
                <a:lnTo>
                  <a:pt x="12549" y="0"/>
                </a:lnTo>
                <a:lnTo>
                  <a:pt x="12549" y="118"/>
                </a:lnTo>
                <a:lnTo>
                  <a:pt x="12390" y="118"/>
                </a:lnTo>
                <a:lnTo>
                  <a:pt x="12390" y="0"/>
                </a:lnTo>
                <a:moveTo>
                  <a:pt x="12654" y="0"/>
                </a:moveTo>
                <a:lnTo>
                  <a:pt x="12813" y="0"/>
                </a:lnTo>
                <a:lnTo>
                  <a:pt x="12813" y="118"/>
                </a:lnTo>
                <a:lnTo>
                  <a:pt x="12654" y="118"/>
                </a:lnTo>
                <a:lnTo>
                  <a:pt x="12654" y="0"/>
                </a:lnTo>
                <a:moveTo>
                  <a:pt x="12918" y="0"/>
                </a:moveTo>
                <a:lnTo>
                  <a:pt x="13077" y="0"/>
                </a:lnTo>
                <a:lnTo>
                  <a:pt x="13077" y="118"/>
                </a:lnTo>
                <a:lnTo>
                  <a:pt x="12918" y="118"/>
                </a:lnTo>
                <a:lnTo>
                  <a:pt x="12918" y="0"/>
                </a:lnTo>
                <a:moveTo>
                  <a:pt x="13182" y="0"/>
                </a:moveTo>
                <a:lnTo>
                  <a:pt x="13341" y="0"/>
                </a:lnTo>
                <a:lnTo>
                  <a:pt x="13341" y="118"/>
                </a:lnTo>
                <a:lnTo>
                  <a:pt x="13182" y="118"/>
                </a:lnTo>
                <a:lnTo>
                  <a:pt x="13182" y="0"/>
                </a:lnTo>
                <a:moveTo>
                  <a:pt x="13447" y="0"/>
                </a:moveTo>
                <a:lnTo>
                  <a:pt x="13605" y="0"/>
                </a:lnTo>
                <a:lnTo>
                  <a:pt x="13605" y="118"/>
                </a:lnTo>
                <a:lnTo>
                  <a:pt x="13447" y="118"/>
                </a:lnTo>
                <a:lnTo>
                  <a:pt x="13447" y="0"/>
                </a:lnTo>
                <a:moveTo>
                  <a:pt x="13711" y="0"/>
                </a:moveTo>
                <a:lnTo>
                  <a:pt x="13869" y="0"/>
                </a:lnTo>
                <a:lnTo>
                  <a:pt x="13869" y="118"/>
                </a:lnTo>
                <a:lnTo>
                  <a:pt x="13711" y="118"/>
                </a:lnTo>
                <a:lnTo>
                  <a:pt x="13711" y="0"/>
                </a:lnTo>
                <a:moveTo>
                  <a:pt x="13975" y="0"/>
                </a:moveTo>
                <a:lnTo>
                  <a:pt x="14134" y="0"/>
                </a:lnTo>
                <a:lnTo>
                  <a:pt x="14134" y="118"/>
                </a:lnTo>
                <a:lnTo>
                  <a:pt x="13975" y="118"/>
                </a:lnTo>
                <a:lnTo>
                  <a:pt x="13975" y="0"/>
                </a:lnTo>
                <a:moveTo>
                  <a:pt x="14240" y="0"/>
                </a:moveTo>
                <a:lnTo>
                  <a:pt x="14398" y="0"/>
                </a:lnTo>
                <a:lnTo>
                  <a:pt x="14398" y="118"/>
                </a:lnTo>
                <a:lnTo>
                  <a:pt x="14240" y="118"/>
                </a:lnTo>
                <a:lnTo>
                  <a:pt x="14240" y="0"/>
                </a:lnTo>
                <a:moveTo>
                  <a:pt x="14504" y="0"/>
                </a:moveTo>
                <a:lnTo>
                  <a:pt x="14663" y="0"/>
                </a:lnTo>
                <a:lnTo>
                  <a:pt x="14663" y="118"/>
                </a:lnTo>
                <a:lnTo>
                  <a:pt x="14504" y="118"/>
                </a:lnTo>
                <a:lnTo>
                  <a:pt x="14504" y="0"/>
                </a:lnTo>
                <a:moveTo>
                  <a:pt x="14768" y="0"/>
                </a:moveTo>
                <a:lnTo>
                  <a:pt x="14927" y="0"/>
                </a:lnTo>
                <a:lnTo>
                  <a:pt x="14927" y="118"/>
                </a:lnTo>
                <a:lnTo>
                  <a:pt x="14768" y="118"/>
                </a:lnTo>
                <a:lnTo>
                  <a:pt x="14768" y="0"/>
                </a:lnTo>
                <a:moveTo>
                  <a:pt x="15032" y="0"/>
                </a:moveTo>
                <a:lnTo>
                  <a:pt x="15191" y="0"/>
                </a:lnTo>
                <a:lnTo>
                  <a:pt x="15191" y="118"/>
                </a:lnTo>
                <a:lnTo>
                  <a:pt x="15032" y="118"/>
                </a:lnTo>
                <a:lnTo>
                  <a:pt x="15032" y="0"/>
                </a:lnTo>
                <a:moveTo>
                  <a:pt x="15296" y="0"/>
                </a:moveTo>
                <a:lnTo>
                  <a:pt x="15455" y="0"/>
                </a:lnTo>
                <a:lnTo>
                  <a:pt x="15455" y="118"/>
                </a:lnTo>
                <a:lnTo>
                  <a:pt x="15296" y="118"/>
                </a:lnTo>
                <a:lnTo>
                  <a:pt x="15296" y="0"/>
                </a:lnTo>
                <a:moveTo>
                  <a:pt x="15560" y="0"/>
                </a:moveTo>
                <a:lnTo>
                  <a:pt x="15719" y="0"/>
                </a:lnTo>
                <a:lnTo>
                  <a:pt x="15719" y="118"/>
                </a:lnTo>
                <a:lnTo>
                  <a:pt x="15560" y="118"/>
                </a:lnTo>
                <a:lnTo>
                  <a:pt x="15560" y="0"/>
                </a:lnTo>
                <a:moveTo>
                  <a:pt x="15824" y="0"/>
                </a:moveTo>
                <a:lnTo>
                  <a:pt x="15983" y="0"/>
                </a:lnTo>
                <a:lnTo>
                  <a:pt x="15983" y="118"/>
                </a:lnTo>
                <a:lnTo>
                  <a:pt x="15824" y="118"/>
                </a:lnTo>
                <a:lnTo>
                  <a:pt x="15824" y="0"/>
                </a:lnTo>
                <a:moveTo>
                  <a:pt x="16088" y="0"/>
                </a:moveTo>
                <a:lnTo>
                  <a:pt x="16247" y="0"/>
                </a:lnTo>
                <a:lnTo>
                  <a:pt x="16247" y="118"/>
                </a:lnTo>
                <a:lnTo>
                  <a:pt x="16088" y="118"/>
                </a:lnTo>
                <a:lnTo>
                  <a:pt x="16088" y="0"/>
                </a:lnTo>
                <a:moveTo>
                  <a:pt x="16352" y="0"/>
                </a:moveTo>
                <a:lnTo>
                  <a:pt x="16511" y="0"/>
                </a:lnTo>
                <a:lnTo>
                  <a:pt x="16511" y="118"/>
                </a:lnTo>
                <a:lnTo>
                  <a:pt x="16352" y="118"/>
                </a:lnTo>
                <a:lnTo>
                  <a:pt x="16352" y="0"/>
                </a:lnTo>
                <a:moveTo>
                  <a:pt x="16616" y="0"/>
                </a:moveTo>
                <a:lnTo>
                  <a:pt x="16775" y="0"/>
                </a:lnTo>
                <a:lnTo>
                  <a:pt x="16775" y="118"/>
                </a:lnTo>
                <a:lnTo>
                  <a:pt x="16616" y="118"/>
                </a:lnTo>
                <a:lnTo>
                  <a:pt x="16616" y="0"/>
                </a:lnTo>
                <a:moveTo>
                  <a:pt x="16880" y="0"/>
                </a:moveTo>
                <a:lnTo>
                  <a:pt x="17039" y="0"/>
                </a:lnTo>
                <a:lnTo>
                  <a:pt x="17039" y="118"/>
                </a:lnTo>
                <a:lnTo>
                  <a:pt x="16880" y="118"/>
                </a:lnTo>
                <a:lnTo>
                  <a:pt x="16880" y="0"/>
                </a:lnTo>
                <a:moveTo>
                  <a:pt x="17144" y="0"/>
                </a:moveTo>
                <a:lnTo>
                  <a:pt x="17303" y="0"/>
                </a:lnTo>
                <a:lnTo>
                  <a:pt x="17303" y="118"/>
                </a:lnTo>
                <a:lnTo>
                  <a:pt x="17144" y="118"/>
                </a:lnTo>
                <a:lnTo>
                  <a:pt x="17144" y="0"/>
                </a:lnTo>
                <a:moveTo>
                  <a:pt x="17408" y="0"/>
                </a:moveTo>
                <a:lnTo>
                  <a:pt x="17567" y="0"/>
                </a:lnTo>
                <a:lnTo>
                  <a:pt x="17567" y="118"/>
                </a:lnTo>
                <a:lnTo>
                  <a:pt x="17408" y="118"/>
                </a:lnTo>
                <a:lnTo>
                  <a:pt x="17408" y="0"/>
                </a:lnTo>
                <a:moveTo>
                  <a:pt x="17672" y="0"/>
                </a:moveTo>
                <a:lnTo>
                  <a:pt x="17831" y="0"/>
                </a:lnTo>
                <a:lnTo>
                  <a:pt x="17831" y="118"/>
                </a:lnTo>
                <a:lnTo>
                  <a:pt x="17672" y="118"/>
                </a:lnTo>
                <a:lnTo>
                  <a:pt x="17672" y="0"/>
                </a:lnTo>
                <a:moveTo>
                  <a:pt x="17936" y="0"/>
                </a:moveTo>
                <a:lnTo>
                  <a:pt x="18095" y="0"/>
                </a:lnTo>
                <a:lnTo>
                  <a:pt x="18095" y="118"/>
                </a:lnTo>
                <a:lnTo>
                  <a:pt x="17936" y="118"/>
                </a:lnTo>
                <a:lnTo>
                  <a:pt x="17936" y="0"/>
                </a:lnTo>
                <a:moveTo>
                  <a:pt x="18201" y="0"/>
                </a:moveTo>
                <a:lnTo>
                  <a:pt x="18359" y="0"/>
                </a:lnTo>
                <a:lnTo>
                  <a:pt x="18359" y="118"/>
                </a:lnTo>
                <a:lnTo>
                  <a:pt x="18201" y="118"/>
                </a:lnTo>
                <a:lnTo>
                  <a:pt x="18201" y="0"/>
                </a:lnTo>
                <a:moveTo>
                  <a:pt x="18465" y="0"/>
                </a:moveTo>
                <a:lnTo>
                  <a:pt x="18623" y="0"/>
                </a:lnTo>
                <a:lnTo>
                  <a:pt x="18623" y="118"/>
                </a:lnTo>
                <a:lnTo>
                  <a:pt x="18465" y="118"/>
                </a:lnTo>
                <a:lnTo>
                  <a:pt x="18465" y="0"/>
                </a:lnTo>
                <a:moveTo>
                  <a:pt x="18729" y="0"/>
                </a:moveTo>
                <a:lnTo>
                  <a:pt x="18887" y="0"/>
                </a:lnTo>
                <a:lnTo>
                  <a:pt x="18887" y="118"/>
                </a:lnTo>
                <a:lnTo>
                  <a:pt x="18729" y="118"/>
                </a:lnTo>
                <a:lnTo>
                  <a:pt x="18729" y="0"/>
                </a:lnTo>
                <a:moveTo>
                  <a:pt x="18993" y="0"/>
                </a:moveTo>
                <a:lnTo>
                  <a:pt x="19151" y="0"/>
                </a:lnTo>
                <a:lnTo>
                  <a:pt x="19151" y="118"/>
                </a:lnTo>
                <a:lnTo>
                  <a:pt x="18993" y="118"/>
                </a:lnTo>
                <a:lnTo>
                  <a:pt x="18993" y="0"/>
                </a:lnTo>
                <a:moveTo>
                  <a:pt x="19257" y="0"/>
                </a:moveTo>
                <a:lnTo>
                  <a:pt x="19415" y="0"/>
                </a:lnTo>
                <a:lnTo>
                  <a:pt x="19415" y="118"/>
                </a:lnTo>
                <a:lnTo>
                  <a:pt x="19257" y="118"/>
                </a:lnTo>
                <a:lnTo>
                  <a:pt x="19257" y="0"/>
                </a:lnTo>
                <a:moveTo>
                  <a:pt x="19521" y="0"/>
                </a:moveTo>
                <a:lnTo>
                  <a:pt x="19680" y="0"/>
                </a:lnTo>
                <a:lnTo>
                  <a:pt x="19680" y="118"/>
                </a:lnTo>
                <a:lnTo>
                  <a:pt x="19521" y="118"/>
                </a:lnTo>
                <a:lnTo>
                  <a:pt x="19521" y="0"/>
                </a:lnTo>
                <a:moveTo>
                  <a:pt x="19785" y="0"/>
                </a:moveTo>
                <a:lnTo>
                  <a:pt x="19944" y="0"/>
                </a:lnTo>
                <a:lnTo>
                  <a:pt x="19944" y="118"/>
                </a:lnTo>
                <a:lnTo>
                  <a:pt x="19785" y="118"/>
                </a:lnTo>
                <a:lnTo>
                  <a:pt x="19785" y="0"/>
                </a:lnTo>
                <a:moveTo>
                  <a:pt x="20049" y="0"/>
                </a:moveTo>
                <a:lnTo>
                  <a:pt x="20208" y="0"/>
                </a:lnTo>
                <a:lnTo>
                  <a:pt x="20208" y="118"/>
                </a:lnTo>
                <a:lnTo>
                  <a:pt x="20049" y="118"/>
                </a:lnTo>
                <a:lnTo>
                  <a:pt x="20049" y="0"/>
                </a:lnTo>
                <a:moveTo>
                  <a:pt x="20313" y="0"/>
                </a:moveTo>
                <a:lnTo>
                  <a:pt x="20472" y="0"/>
                </a:lnTo>
                <a:lnTo>
                  <a:pt x="20472" y="118"/>
                </a:lnTo>
                <a:lnTo>
                  <a:pt x="20313" y="118"/>
                </a:lnTo>
                <a:lnTo>
                  <a:pt x="20313" y="0"/>
                </a:lnTo>
                <a:moveTo>
                  <a:pt x="20577" y="0"/>
                </a:moveTo>
                <a:lnTo>
                  <a:pt x="20736" y="0"/>
                </a:lnTo>
                <a:lnTo>
                  <a:pt x="20736" y="118"/>
                </a:lnTo>
                <a:lnTo>
                  <a:pt x="20577" y="118"/>
                </a:lnTo>
                <a:lnTo>
                  <a:pt x="20577" y="0"/>
                </a:lnTo>
                <a:moveTo>
                  <a:pt x="20841" y="0"/>
                </a:moveTo>
                <a:lnTo>
                  <a:pt x="21000" y="0"/>
                </a:lnTo>
                <a:lnTo>
                  <a:pt x="21000" y="118"/>
                </a:lnTo>
                <a:lnTo>
                  <a:pt x="20841" y="118"/>
                </a:lnTo>
                <a:lnTo>
                  <a:pt x="20841" y="0"/>
                </a:lnTo>
                <a:moveTo>
                  <a:pt x="21105" y="0"/>
                </a:moveTo>
                <a:lnTo>
                  <a:pt x="21264" y="0"/>
                </a:lnTo>
                <a:lnTo>
                  <a:pt x="21264" y="118"/>
                </a:lnTo>
                <a:lnTo>
                  <a:pt x="21105" y="118"/>
                </a:lnTo>
                <a:lnTo>
                  <a:pt x="21105" y="0"/>
                </a:lnTo>
                <a:moveTo>
                  <a:pt x="21369" y="0"/>
                </a:moveTo>
                <a:lnTo>
                  <a:pt x="21528" y="0"/>
                </a:lnTo>
                <a:lnTo>
                  <a:pt x="21528" y="118"/>
                </a:lnTo>
                <a:lnTo>
                  <a:pt x="21369" y="118"/>
                </a:lnTo>
                <a:lnTo>
                  <a:pt x="21369" y="0"/>
                </a:lnTo>
                <a:moveTo>
                  <a:pt x="21633" y="0"/>
                </a:moveTo>
                <a:lnTo>
                  <a:pt x="21792" y="0"/>
                </a:lnTo>
                <a:lnTo>
                  <a:pt x="21792" y="118"/>
                </a:lnTo>
                <a:lnTo>
                  <a:pt x="21633" y="118"/>
                </a:lnTo>
                <a:lnTo>
                  <a:pt x="21633" y="0"/>
                </a:lnTo>
                <a:moveTo>
                  <a:pt x="21897" y="0"/>
                </a:moveTo>
                <a:lnTo>
                  <a:pt x="22056" y="0"/>
                </a:lnTo>
                <a:lnTo>
                  <a:pt x="22056" y="118"/>
                </a:lnTo>
                <a:lnTo>
                  <a:pt x="21897" y="118"/>
                </a:lnTo>
                <a:lnTo>
                  <a:pt x="21897" y="0"/>
                </a:lnTo>
                <a:moveTo>
                  <a:pt x="22161" y="0"/>
                </a:moveTo>
                <a:lnTo>
                  <a:pt x="22320" y="0"/>
                </a:lnTo>
                <a:lnTo>
                  <a:pt x="22320" y="118"/>
                </a:lnTo>
                <a:lnTo>
                  <a:pt x="22161" y="118"/>
                </a:lnTo>
                <a:lnTo>
                  <a:pt x="22161" y="0"/>
                </a:lnTo>
                <a:moveTo>
                  <a:pt x="22425" y="0"/>
                </a:moveTo>
                <a:lnTo>
                  <a:pt x="22584" y="0"/>
                </a:lnTo>
                <a:lnTo>
                  <a:pt x="22584" y="118"/>
                </a:lnTo>
                <a:lnTo>
                  <a:pt x="22425" y="118"/>
                </a:lnTo>
                <a:lnTo>
                  <a:pt x="22425" y="0"/>
                </a:lnTo>
                <a:moveTo>
                  <a:pt x="22689" y="0"/>
                </a:moveTo>
                <a:lnTo>
                  <a:pt x="22848" y="0"/>
                </a:lnTo>
                <a:lnTo>
                  <a:pt x="22848" y="118"/>
                </a:lnTo>
                <a:lnTo>
                  <a:pt x="22689" y="118"/>
                </a:lnTo>
                <a:lnTo>
                  <a:pt x="22689" y="0"/>
                </a:lnTo>
                <a:moveTo>
                  <a:pt x="22953" y="0"/>
                </a:moveTo>
                <a:lnTo>
                  <a:pt x="23112" y="0"/>
                </a:lnTo>
                <a:lnTo>
                  <a:pt x="23112" y="118"/>
                </a:lnTo>
                <a:lnTo>
                  <a:pt x="22953" y="118"/>
                </a:lnTo>
                <a:lnTo>
                  <a:pt x="22953" y="0"/>
                </a:lnTo>
                <a:moveTo>
                  <a:pt x="23218" y="0"/>
                </a:moveTo>
                <a:lnTo>
                  <a:pt x="23376" y="0"/>
                </a:lnTo>
                <a:lnTo>
                  <a:pt x="23376" y="118"/>
                </a:lnTo>
                <a:lnTo>
                  <a:pt x="23218" y="118"/>
                </a:lnTo>
                <a:lnTo>
                  <a:pt x="23218" y="0"/>
                </a:lnTo>
                <a:moveTo>
                  <a:pt x="23482" y="0"/>
                </a:moveTo>
                <a:lnTo>
                  <a:pt x="23640" y="0"/>
                </a:lnTo>
                <a:lnTo>
                  <a:pt x="23640" y="118"/>
                </a:lnTo>
                <a:lnTo>
                  <a:pt x="23482" y="118"/>
                </a:lnTo>
                <a:lnTo>
                  <a:pt x="23482" y="0"/>
                </a:lnTo>
                <a:moveTo>
                  <a:pt x="23746" y="0"/>
                </a:moveTo>
                <a:lnTo>
                  <a:pt x="23904" y="0"/>
                </a:lnTo>
                <a:lnTo>
                  <a:pt x="23904" y="118"/>
                </a:lnTo>
                <a:lnTo>
                  <a:pt x="23746" y="118"/>
                </a:lnTo>
                <a:lnTo>
                  <a:pt x="23746" y="0"/>
                </a:lnTo>
                <a:moveTo>
                  <a:pt x="24010" y="0"/>
                </a:moveTo>
                <a:lnTo>
                  <a:pt x="24168" y="0"/>
                </a:lnTo>
                <a:lnTo>
                  <a:pt x="24168" y="118"/>
                </a:lnTo>
                <a:lnTo>
                  <a:pt x="24010" y="118"/>
                </a:lnTo>
                <a:lnTo>
                  <a:pt x="24010" y="0"/>
                </a:lnTo>
                <a:moveTo>
                  <a:pt x="24274" y="0"/>
                </a:moveTo>
                <a:lnTo>
                  <a:pt x="24433" y="0"/>
                </a:lnTo>
                <a:lnTo>
                  <a:pt x="24433" y="118"/>
                </a:lnTo>
                <a:lnTo>
                  <a:pt x="24274" y="118"/>
                </a:lnTo>
                <a:lnTo>
                  <a:pt x="24274" y="0"/>
                </a:lnTo>
                <a:moveTo>
                  <a:pt x="24538" y="0"/>
                </a:moveTo>
                <a:lnTo>
                  <a:pt x="24697" y="0"/>
                </a:lnTo>
                <a:lnTo>
                  <a:pt x="24697" y="118"/>
                </a:lnTo>
                <a:lnTo>
                  <a:pt x="24538" y="118"/>
                </a:lnTo>
                <a:lnTo>
                  <a:pt x="24538" y="0"/>
                </a:lnTo>
                <a:moveTo>
                  <a:pt x="24802" y="0"/>
                </a:moveTo>
                <a:lnTo>
                  <a:pt x="24961" y="0"/>
                </a:lnTo>
                <a:lnTo>
                  <a:pt x="24961" y="118"/>
                </a:lnTo>
                <a:lnTo>
                  <a:pt x="24802" y="118"/>
                </a:lnTo>
                <a:lnTo>
                  <a:pt x="24802" y="0"/>
                </a:lnTo>
                <a:moveTo>
                  <a:pt x="25066" y="0"/>
                </a:moveTo>
                <a:lnTo>
                  <a:pt x="25225" y="0"/>
                </a:lnTo>
                <a:lnTo>
                  <a:pt x="25225" y="118"/>
                </a:lnTo>
                <a:lnTo>
                  <a:pt x="25066" y="118"/>
                </a:lnTo>
                <a:lnTo>
                  <a:pt x="25066" y="0"/>
                </a:lnTo>
                <a:moveTo>
                  <a:pt x="25330" y="0"/>
                </a:moveTo>
                <a:lnTo>
                  <a:pt x="25489" y="0"/>
                </a:lnTo>
                <a:lnTo>
                  <a:pt x="25489" y="118"/>
                </a:lnTo>
                <a:lnTo>
                  <a:pt x="25330" y="118"/>
                </a:lnTo>
                <a:lnTo>
                  <a:pt x="25330" y="0"/>
                </a:lnTo>
                <a:moveTo>
                  <a:pt x="25594" y="0"/>
                </a:moveTo>
                <a:lnTo>
                  <a:pt x="25753" y="0"/>
                </a:lnTo>
                <a:lnTo>
                  <a:pt x="25753" y="118"/>
                </a:lnTo>
                <a:lnTo>
                  <a:pt x="25594" y="118"/>
                </a:lnTo>
                <a:lnTo>
                  <a:pt x="25594" y="0"/>
                </a:lnTo>
                <a:moveTo>
                  <a:pt x="25858" y="0"/>
                </a:moveTo>
                <a:lnTo>
                  <a:pt x="26017" y="0"/>
                </a:lnTo>
                <a:lnTo>
                  <a:pt x="26017" y="118"/>
                </a:lnTo>
                <a:lnTo>
                  <a:pt x="25858" y="118"/>
                </a:lnTo>
                <a:lnTo>
                  <a:pt x="25858" y="0"/>
                </a:lnTo>
                <a:moveTo>
                  <a:pt x="26122" y="0"/>
                </a:moveTo>
                <a:lnTo>
                  <a:pt x="26281" y="0"/>
                </a:lnTo>
                <a:lnTo>
                  <a:pt x="26281" y="118"/>
                </a:lnTo>
                <a:lnTo>
                  <a:pt x="26122" y="118"/>
                </a:lnTo>
                <a:lnTo>
                  <a:pt x="26122" y="0"/>
                </a:lnTo>
                <a:moveTo>
                  <a:pt x="26386" y="0"/>
                </a:moveTo>
                <a:lnTo>
                  <a:pt x="26545" y="0"/>
                </a:lnTo>
                <a:lnTo>
                  <a:pt x="26545" y="118"/>
                </a:lnTo>
                <a:lnTo>
                  <a:pt x="26386" y="118"/>
                </a:lnTo>
                <a:lnTo>
                  <a:pt x="26386" y="0"/>
                </a:lnTo>
                <a:moveTo>
                  <a:pt x="26650" y="0"/>
                </a:moveTo>
                <a:lnTo>
                  <a:pt x="26809" y="0"/>
                </a:lnTo>
                <a:lnTo>
                  <a:pt x="26809" y="118"/>
                </a:lnTo>
                <a:lnTo>
                  <a:pt x="26650" y="118"/>
                </a:lnTo>
                <a:lnTo>
                  <a:pt x="26650" y="0"/>
                </a:lnTo>
                <a:moveTo>
                  <a:pt x="26914" y="0"/>
                </a:moveTo>
                <a:lnTo>
                  <a:pt x="27073" y="0"/>
                </a:lnTo>
                <a:lnTo>
                  <a:pt x="27073" y="118"/>
                </a:lnTo>
                <a:lnTo>
                  <a:pt x="26914" y="118"/>
                </a:lnTo>
                <a:lnTo>
                  <a:pt x="26914" y="0"/>
                </a:lnTo>
                <a:moveTo>
                  <a:pt x="27178" y="0"/>
                </a:moveTo>
                <a:lnTo>
                  <a:pt x="27337" y="0"/>
                </a:lnTo>
                <a:lnTo>
                  <a:pt x="27337" y="118"/>
                </a:lnTo>
                <a:lnTo>
                  <a:pt x="27178" y="118"/>
                </a:lnTo>
                <a:lnTo>
                  <a:pt x="27178" y="0"/>
                </a:lnTo>
                <a:moveTo>
                  <a:pt x="27442" y="0"/>
                </a:moveTo>
                <a:lnTo>
                  <a:pt x="27601" y="0"/>
                </a:lnTo>
                <a:lnTo>
                  <a:pt x="27601" y="118"/>
                </a:lnTo>
                <a:lnTo>
                  <a:pt x="27442" y="118"/>
                </a:lnTo>
                <a:lnTo>
                  <a:pt x="27442" y="0"/>
                </a:lnTo>
                <a:moveTo>
                  <a:pt x="27706" y="0"/>
                </a:moveTo>
                <a:lnTo>
                  <a:pt x="27865" y="0"/>
                </a:lnTo>
                <a:lnTo>
                  <a:pt x="27865" y="118"/>
                </a:lnTo>
                <a:lnTo>
                  <a:pt x="27706" y="118"/>
                </a:lnTo>
                <a:lnTo>
                  <a:pt x="27706" y="0"/>
                </a:lnTo>
                <a:moveTo>
                  <a:pt x="27971" y="0"/>
                </a:moveTo>
                <a:lnTo>
                  <a:pt x="28129" y="0"/>
                </a:lnTo>
                <a:lnTo>
                  <a:pt x="28129" y="118"/>
                </a:lnTo>
                <a:lnTo>
                  <a:pt x="27971" y="118"/>
                </a:lnTo>
                <a:lnTo>
                  <a:pt x="27971" y="0"/>
                </a:lnTo>
                <a:moveTo>
                  <a:pt x="28235" y="0"/>
                </a:moveTo>
                <a:lnTo>
                  <a:pt x="28393" y="0"/>
                </a:lnTo>
                <a:lnTo>
                  <a:pt x="28393" y="118"/>
                </a:lnTo>
                <a:lnTo>
                  <a:pt x="28235" y="118"/>
                </a:lnTo>
                <a:lnTo>
                  <a:pt x="28235" y="0"/>
                </a:lnTo>
                <a:moveTo>
                  <a:pt x="28499" y="0"/>
                </a:moveTo>
                <a:lnTo>
                  <a:pt x="28657" y="0"/>
                </a:lnTo>
                <a:lnTo>
                  <a:pt x="28657" y="118"/>
                </a:lnTo>
                <a:lnTo>
                  <a:pt x="28499" y="118"/>
                </a:lnTo>
                <a:lnTo>
                  <a:pt x="28499" y="0"/>
                </a:lnTo>
                <a:moveTo>
                  <a:pt x="28763" y="0"/>
                </a:moveTo>
                <a:lnTo>
                  <a:pt x="28921" y="0"/>
                </a:lnTo>
                <a:lnTo>
                  <a:pt x="28921" y="118"/>
                </a:lnTo>
                <a:lnTo>
                  <a:pt x="28763" y="118"/>
                </a:lnTo>
                <a:lnTo>
                  <a:pt x="28763" y="0"/>
                </a:lnTo>
                <a:moveTo>
                  <a:pt x="29027" y="0"/>
                </a:moveTo>
                <a:lnTo>
                  <a:pt x="29185" y="0"/>
                </a:lnTo>
                <a:lnTo>
                  <a:pt x="29185" y="118"/>
                </a:lnTo>
                <a:lnTo>
                  <a:pt x="29027" y="118"/>
                </a:lnTo>
                <a:lnTo>
                  <a:pt x="29027" y="0"/>
                </a:lnTo>
                <a:moveTo>
                  <a:pt x="29291" y="0"/>
                </a:moveTo>
                <a:lnTo>
                  <a:pt x="29450" y="0"/>
                </a:lnTo>
                <a:lnTo>
                  <a:pt x="29450" y="118"/>
                </a:lnTo>
                <a:lnTo>
                  <a:pt x="29291" y="118"/>
                </a:lnTo>
                <a:lnTo>
                  <a:pt x="29291" y="0"/>
                </a:lnTo>
                <a:moveTo>
                  <a:pt x="29555" y="0"/>
                </a:moveTo>
                <a:lnTo>
                  <a:pt x="29714" y="0"/>
                </a:lnTo>
                <a:lnTo>
                  <a:pt x="29714" y="118"/>
                </a:lnTo>
                <a:lnTo>
                  <a:pt x="29555" y="118"/>
                </a:lnTo>
                <a:lnTo>
                  <a:pt x="29555" y="0"/>
                </a:lnTo>
                <a:moveTo>
                  <a:pt x="29819" y="0"/>
                </a:moveTo>
                <a:lnTo>
                  <a:pt x="29978" y="0"/>
                </a:lnTo>
                <a:lnTo>
                  <a:pt x="29978" y="118"/>
                </a:lnTo>
                <a:lnTo>
                  <a:pt x="29819" y="118"/>
                </a:lnTo>
                <a:lnTo>
                  <a:pt x="29819" y="0"/>
                </a:lnTo>
                <a:moveTo>
                  <a:pt x="30083" y="0"/>
                </a:moveTo>
                <a:lnTo>
                  <a:pt x="30242" y="0"/>
                </a:lnTo>
                <a:lnTo>
                  <a:pt x="30242" y="118"/>
                </a:lnTo>
                <a:lnTo>
                  <a:pt x="30083" y="118"/>
                </a:lnTo>
                <a:lnTo>
                  <a:pt x="30083" y="0"/>
                </a:lnTo>
                <a:moveTo>
                  <a:pt x="30347" y="0"/>
                </a:moveTo>
                <a:lnTo>
                  <a:pt x="30506" y="0"/>
                </a:lnTo>
                <a:lnTo>
                  <a:pt x="30506" y="118"/>
                </a:lnTo>
                <a:lnTo>
                  <a:pt x="30347" y="118"/>
                </a:lnTo>
                <a:lnTo>
                  <a:pt x="30347" y="0"/>
                </a:lnTo>
                <a:moveTo>
                  <a:pt x="30611" y="0"/>
                </a:moveTo>
                <a:lnTo>
                  <a:pt x="30725" y="0"/>
                </a:lnTo>
                <a:cubicBezTo>
                  <a:pt x="30744" y="0"/>
                  <a:pt x="30764" y="3"/>
                  <a:pt x="30783" y="7"/>
                </a:cubicBezTo>
                <a:lnTo>
                  <a:pt x="30755" y="121"/>
                </a:lnTo>
                <a:cubicBezTo>
                  <a:pt x="30745" y="119"/>
                  <a:pt x="30735" y="118"/>
                  <a:pt x="30725" y="118"/>
                </a:cubicBezTo>
                <a:lnTo>
                  <a:pt x="30611" y="118"/>
                </a:lnTo>
                <a:lnTo>
                  <a:pt x="30611" y="0"/>
                </a:lnTo>
                <a:moveTo>
                  <a:pt x="30902" y="78"/>
                </a:moveTo>
                <a:cubicBezTo>
                  <a:pt x="30946" y="125"/>
                  <a:pt x="30968" y="181"/>
                  <a:pt x="30968" y="245"/>
                </a:cubicBezTo>
                <a:lnTo>
                  <a:pt x="30968" y="265"/>
                </a:lnTo>
                <a:lnTo>
                  <a:pt x="30852" y="265"/>
                </a:lnTo>
                <a:lnTo>
                  <a:pt x="30852" y="245"/>
                </a:lnTo>
                <a:cubicBezTo>
                  <a:pt x="30852" y="211"/>
                  <a:pt x="30840" y="182"/>
                  <a:pt x="30817" y="158"/>
                </a:cubicBezTo>
                <a:lnTo>
                  <a:pt x="30902" y="78"/>
                </a:lnTo>
                <a:moveTo>
                  <a:pt x="30968" y="370"/>
                </a:moveTo>
                <a:lnTo>
                  <a:pt x="30968" y="529"/>
                </a:lnTo>
                <a:lnTo>
                  <a:pt x="30852" y="529"/>
                </a:lnTo>
                <a:lnTo>
                  <a:pt x="30852" y="370"/>
                </a:lnTo>
                <a:lnTo>
                  <a:pt x="30968" y="370"/>
                </a:lnTo>
                <a:moveTo>
                  <a:pt x="30968" y="634"/>
                </a:moveTo>
                <a:lnTo>
                  <a:pt x="30968" y="793"/>
                </a:lnTo>
                <a:lnTo>
                  <a:pt x="30852" y="793"/>
                </a:lnTo>
                <a:lnTo>
                  <a:pt x="30852" y="634"/>
                </a:lnTo>
                <a:lnTo>
                  <a:pt x="30968" y="634"/>
                </a:lnTo>
                <a:moveTo>
                  <a:pt x="30968" y="898"/>
                </a:moveTo>
                <a:lnTo>
                  <a:pt x="30968" y="1057"/>
                </a:lnTo>
                <a:lnTo>
                  <a:pt x="30852" y="1057"/>
                </a:lnTo>
                <a:lnTo>
                  <a:pt x="30852" y="898"/>
                </a:lnTo>
                <a:lnTo>
                  <a:pt x="30968" y="898"/>
                </a:lnTo>
                <a:moveTo>
                  <a:pt x="30968" y="1162"/>
                </a:moveTo>
                <a:lnTo>
                  <a:pt x="30968" y="1321"/>
                </a:lnTo>
                <a:lnTo>
                  <a:pt x="30852" y="1321"/>
                </a:lnTo>
                <a:lnTo>
                  <a:pt x="30852" y="1162"/>
                </a:lnTo>
                <a:lnTo>
                  <a:pt x="30968" y="1162"/>
                </a:lnTo>
                <a:moveTo>
                  <a:pt x="30968" y="1426"/>
                </a:moveTo>
                <a:lnTo>
                  <a:pt x="30968" y="1585"/>
                </a:lnTo>
                <a:lnTo>
                  <a:pt x="30852" y="1585"/>
                </a:lnTo>
                <a:lnTo>
                  <a:pt x="30852" y="1426"/>
                </a:lnTo>
                <a:lnTo>
                  <a:pt x="30968" y="1426"/>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3"/>
                </a:moveTo>
                <a:cubicBezTo>
                  <a:pt x="30961" y="2298"/>
                  <a:pt x="30928" y="2357"/>
                  <a:pt x="30866" y="2401"/>
                </a:cubicBezTo>
                <a:lnTo>
                  <a:pt x="30799" y="2306"/>
                </a:lnTo>
                <a:cubicBezTo>
                  <a:pt x="30831" y="2283"/>
                  <a:pt x="30848" y="2252"/>
                  <a:pt x="30851" y="2213"/>
                </a:cubicBezTo>
                <a:lnTo>
                  <a:pt x="30967" y="2223"/>
                </a:lnTo>
                <a:moveTo>
                  <a:pt x="30736" y="2446"/>
                </a:moveTo>
                <a:cubicBezTo>
                  <a:pt x="30733" y="2446"/>
                  <a:pt x="30729" y="2446"/>
                  <a:pt x="30725" y="2446"/>
                </a:cubicBezTo>
                <a:lnTo>
                  <a:pt x="30575" y="2446"/>
                </a:lnTo>
                <a:lnTo>
                  <a:pt x="30575" y="2330"/>
                </a:lnTo>
                <a:lnTo>
                  <a:pt x="30725" y="2330"/>
                </a:lnTo>
                <a:cubicBezTo>
                  <a:pt x="30727" y="2330"/>
                  <a:pt x="30729" y="2330"/>
                  <a:pt x="30731" y="2330"/>
                </a:cubicBezTo>
                <a:lnTo>
                  <a:pt x="30736" y="2446"/>
                </a:lnTo>
                <a:moveTo>
                  <a:pt x="30470" y="2446"/>
                </a:moveTo>
                <a:lnTo>
                  <a:pt x="30311" y="2446"/>
                </a:lnTo>
                <a:lnTo>
                  <a:pt x="30311" y="2330"/>
                </a:lnTo>
                <a:lnTo>
                  <a:pt x="30470" y="2330"/>
                </a:lnTo>
                <a:lnTo>
                  <a:pt x="30470" y="2446"/>
                </a:lnTo>
                <a:moveTo>
                  <a:pt x="30206" y="2446"/>
                </a:moveTo>
                <a:lnTo>
                  <a:pt x="30047" y="2446"/>
                </a:lnTo>
                <a:lnTo>
                  <a:pt x="30047" y="2330"/>
                </a:lnTo>
                <a:lnTo>
                  <a:pt x="30206" y="2330"/>
                </a:lnTo>
                <a:lnTo>
                  <a:pt x="30206" y="2446"/>
                </a:lnTo>
                <a:moveTo>
                  <a:pt x="29942" y="2446"/>
                </a:moveTo>
                <a:lnTo>
                  <a:pt x="29783" y="2446"/>
                </a:lnTo>
                <a:lnTo>
                  <a:pt x="29783" y="2330"/>
                </a:lnTo>
                <a:lnTo>
                  <a:pt x="29942" y="2330"/>
                </a:lnTo>
                <a:lnTo>
                  <a:pt x="29942" y="2446"/>
                </a:lnTo>
                <a:moveTo>
                  <a:pt x="29678" y="2446"/>
                </a:moveTo>
                <a:lnTo>
                  <a:pt x="29519" y="2446"/>
                </a:lnTo>
                <a:lnTo>
                  <a:pt x="29519" y="2330"/>
                </a:lnTo>
                <a:lnTo>
                  <a:pt x="29678" y="2330"/>
                </a:lnTo>
                <a:lnTo>
                  <a:pt x="29678" y="2446"/>
                </a:lnTo>
                <a:moveTo>
                  <a:pt x="29414" y="2446"/>
                </a:moveTo>
                <a:lnTo>
                  <a:pt x="29255" y="2446"/>
                </a:lnTo>
                <a:lnTo>
                  <a:pt x="29255" y="2330"/>
                </a:lnTo>
                <a:lnTo>
                  <a:pt x="29414" y="2330"/>
                </a:lnTo>
                <a:lnTo>
                  <a:pt x="29414" y="2446"/>
                </a:lnTo>
                <a:moveTo>
                  <a:pt x="29150" y="2446"/>
                </a:moveTo>
                <a:lnTo>
                  <a:pt x="28991" y="2446"/>
                </a:lnTo>
                <a:lnTo>
                  <a:pt x="28991" y="2330"/>
                </a:lnTo>
                <a:lnTo>
                  <a:pt x="29150" y="2330"/>
                </a:lnTo>
                <a:lnTo>
                  <a:pt x="29150" y="2446"/>
                </a:lnTo>
                <a:moveTo>
                  <a:pt x="28886" y="2446"/>
                </a:moveTo>
                <a:lnTo>
                  <a:pt x="28727" y="2446"/>
                </a:lnTo>
                <a:lnTo>
                  <a:pt x="28727" y="2330"/>
                </a:lnTo>
                <a:lnTo>
                  <a:pt x="28886" y="2330"/>
                </a:lnTo>
                <a:lnTo>
                  <a:pt x="28886" y="2446"/>
                </a:lnTo>
                <a:moveTo>
                  <a:pt x="28622" y="2446"/>
                </a:moveTo>
                <a:lnTo>
                  <a:pt x="28463" y="2446"/>
                </a:lnTo>
                <a:lnTo>
                  <a:pt x="28463" y="2330"/>
                </a:lnTo>
                <a:lnTo>
                  <a:pt x="28622" y="2330"/>
                </a:lnTo>
                <a:lnTo>
                  <a:pt x="28622" y="2446"/>
                </a:lnTo>
                <a:moveTo>
                  <a:pt x="28358" y="2446"/>
                </a:moveTo>
                <a:lnTo>
                  <a:pt x="28199" y="2446"/>
                </a:lnTo>
                <a:lnTo>
                  <a:pt x="28199" y="2330"/>
                </a:lnTo>
                <a:lnTo>
                  <a:pt x="28358" y="2330"/>
                </a:lnTo>
                <a:lnTo>
                  <a:pt x="28358" y="2446"/>
                </a:lnTo>
                <a:moveTo>
                  <a:pt x="28094" y="2446"/>
                </a:moveTo>
                <a:lnTo>
                  <a:pt x="27935" y="2446"/>
                </a:lnTo>
                <a:lnTo>
                  <a:pt x="27935" y="2330"/>
                </a:lnTo>
                <a:lnTo>
                  <a:pt x="28094" y="2330"/>
                </a:lnTo>
                <a:lnTo>
                  <a:pt x="28094" y="2446"/>
                </a:lnTo>
                <a:moveTo>
                  <a:pt x="27829" y="2446"/>
                </a:moveTo>
                <a:lnTo>
                  <a:pt x="27671" y="2446"/>
                </a:lnTo>
                <a:lnTo>
                  <a:pt x="27671" y="2330"/>
                </a:lnTo>
                <a:lnTo>
                  <a:pt x="27829" y="2330"/>
                </a:lnTo>
                <a:lnTo>
                  <a:pt x="27829" y="2446"/>
                </a:lnTo>
                <a:moveTo>
                  <a:pt x="27565" y="2446"/>
                </a:moveTo>
                <a:lnTo>
                  <a:pt x="27407" y="2446"/>
                </a:lnTo>
                <a:lnTo>
                  <a:pt x="27407" y="2330"/>
                </a:lnTo>
                <a:lnTo>
                  <a:pt x="27565" y="2330"/>
                </a:lnTo>
                <a:lnTo>
                  <a:pt x="27565" y="2446"/>
                </a:lnTo>
                <a:moveTo>
                  <a:pt x="27301" y="2446"/>
                </a:moveTo>
                <a:lnTo>
                  <a:pt x="27143" y="2446"/>
                </a:lnTo>
                <a:lnTo>
                  <a:pt x="27143" y="2330"/>
                </a:lnTo>
                <a:lnTo>
                  <a:pt x="27301" y="2330"/>
                </a:lnTo>
                <a:lnTo>
                  <a:pt x="27301" y="2446"/>
                </a:lnTo>
                <a:moveTo>
                  <a:pt x="27037" y="2446"/>
                </a:moveTo>
                <a:lnTo>
                  <a:pt x="26879" y="2446"/>
                </a:lnTo>
                <a:lnTo>
                  <a:pt x="26879" y="2330"/>
                </a:lnTo>
                <a:lnTo>
                  <a:pt x="27037" y="2330"/>
                </a:lnTo>
                <a:lnTo>
                  <a:pt x="27037" y="2446"/>
                </a:lnTo>
                <a:moveTo>
                  <a:pt x="26773" y="2446"/>
                </a:moveTo>
                <a:lnTo>
                  <a:pt x="26615" y="2446"/>
                </a:lnTo>
                <a:lnTo>
                  <a:pt x="26615" y="2330"/>
                </a:lnTo>
                <a:lnTo>
                  <a:pt x="26773" y="2330"/>
                </a:lnTo>
                <a:lnTo>
                  <a:pt x="26773" y="2446"/>
                </a:lnTo>
                <a:moveTo>
                  <a:pt x="26509" y="2446"/>
                </a:moveTo>
                <a:lnTo>
                  <a:pt x="26350" y="2446"/>
                </a:lnTo>
                <a:lnTo>
                  <a:pt x="26350" y="2330"/>
                </a:lnTo>
                <a:lnTo>
                  <a:pt x="26509" y="2330"/>
                </a:lnTo>
                <a:lnTo>
                  <a:pt x="26509" y="2446"/>
                </a:lnTo>
                <a:moveTo>
                  <a:pt x="26245" y="2446"/>
                </a:moveTo>
                <a:lnTo>
                  <a:pt x="26086" y="2446"/>
                </a:lnTo>
                <a:lnTo>
                  <a:pt x="26086" y="2330"/>
                </a:lnTo>
                <a:lnTo>
                  <a:pt x="26245" y="2330"/>
                </a:lnTo>
                <a:lnTo>
                  <a:pt x="26245" y="2446"/>
                </a:lnTo>
                <a:moveTo>
                  <a:pt x="25981" y="2446"/>
                </a:moveTo>
                <a:lnTo>
                  <a:pt x="25822" y="2446"/>
                </a:lnTo>
                <a:lnTo>
                  <a:pt x="25822" y="2330"/>
                </a:lnTo>
                <a:lnTo>
                  <a:pt x="25981" y="2330"/>
                </a:lnTo>
                <a:lnTo>
                  <a:pt x="25981" y="2446"/>
                </a:lnTo>
                <a:moveTo>
                  <a:pt x="25717" y="2446"/>
                </a:moveTo>
                <a:lnTo>
                  <a:pt x="25558" y="2446"/>
                </a:lnTo>
                <a:lnTo>
                  <a:pt x="25558" y="2330"/>
                </a:lnTo>
                <a:lnTo>
                  <a:pt x="25717" y="2330"/>
                </a:lnTo>
                <a:lnTo>
                  <a:pt x="25717" y="2446"/>
                </a:lnTo>
                <a:moveTo>
                  <a:pt x="25453" y="2446"/>
                </a:moveTo>
                <a:lnTo>
                  <a:pt x="25294" y="2446"/>
                </a:lnTo>
                <a:lnTo>
                  <a:pt x="25294" y="2330"/>
                </a:lnTo>
                <a:lnTo>
                  <a:pt x="25453" y="2330"/>
                </a:lnTo>
                <a:lnTo>
                  <a:pt x="25453" y="2446"/>
                </a:lnTo>
                <a:moveTo>
                  <a:pt x="25189" y="2446"/>
                </a:moveTo>
                <a:lnTo>
                  <a:pt x="25030" y="2446"/>
                </a:lnTo>
                <a:lnTo>
                  <a:pt x="25030" y="2330"/>
                </a:lnTo>
                <a:lnTo>
                  <a:pt x="25189" y="2330"/>
                </a:lnTo>
                <a:lnTo>
                  <a:pt x="25189" y="2446"/>
                </a:lnTo>
                <a:moveTo>
                  <a:pt x="24925" y="2446"/>
                </a:moveTo>
                <a:lnTo>
                  <a:pt x="24766" y="2446"/>
                </a:lnTo>
                <a:lnTo>
                  <a:pt x="24766" y="2330"/>
                </a:lnTo>
                <a:lnTo>
                  <a:pt x="24925" y="2330"/>
                </a:lnTo>
                <a:lnTo>
                  <a:pt x="24925" y="2446"/>
                </a:lnTo>
                <a:moveTo>
                  <a:pt x="24661" y="2446"/>
                </a:moveTo>
                <a:lnTo>
                  <a:pt x="24502" y="2446"/>
                </a:lnTo>
                <a:lnTo>
                  <a:pt x="24502" y="2330"/>
                </a:lnTo>
                <a:lnTo>
                  <a:pt x="24661" y="2330"/>
                </a:lnTo>
                <a:lnTo>
                  <a:pt x="24661" y="2446"/>
                </a:lnTo>
                <a:moveTo>
                  <a:pt x="24397" y="2446"/>
                </a:moveTo>
                <a:lnTo>
                  <a:pt x="24238" y="2446"/>
                </a:lnTo>
                <a:lnTo>
                  <a:pt x="24238" y="2330"/>
                </a:lnTo>
                <a:lnTo>
                  <a:pt x="24397" y="2330"/>
                </a:lnTo>
                <a:lnTo>
                  <a:pt x="24397" y="2446"/>
                </a:lnTo>
                <a:moveTo>
                  <a:pt x="24133" y="2446"/>
                </a:moveTo>
                <a:lnTo>
                  <a:pt x="23974" y="2446"/>
                </a:lnTo>
                <a:lnTo>
                  <a:pt x="23974" y="2330"/>
                </a:lnTo>
                <a:lnTo>
                  <a:pt x="24133" y="2330"/>
                </a:lnTo>
                <a:lnTo>
                  <a:pt x="24133" y="2446"/>
                </a:lnTo>
                <a:moveTo>
                  <a:pt x="23869" y="2446"/>
                </a:moveTo>
                <a:lnTo>
                  <a:pt x="23710" y="2446"/>
                </a:lnTo>
                <a:lnTo>
                  <a:pt x="23710" y="2330"/>
                </a:lnTo>
                <a:lnTo>
                  <a:pt x="23869" y="2330"/>
                </a:lnTo>
                <a:lnTo>
                  <a:pt x="23869" y="2446"/>
                </a:lnTo>
                <a:moveTo>
                  <a:pt x="23605" y="2446"/>
                </a:moveTo>
                <a:lnTo>
                  <a:pt x="23446" y="2446"/>
                </a:lnTo>
                <a:lnTo>
                  <a:pt x="23446" y="2330"/>
                </a:lnTo>
                <a:lnTo>
                  <a:pt x="23605" y="2330"/>
                </a:lnTo>
                <a:lnTo>
                  <a:pt x="23605" y="2446"/>
                </a:lnTo>
                <a:moveTo>
                  <a:pt x="23341" y="2446"/>
                </a:moveTo>
                <a:lnTo>
                  <a:pt x="23182" y="2446"/>
                </a:lnTo>
                <a:lnTo>
                  <a:pt x="23182" y="2330"/>
                </a:lnTo>
                <a:lnTo>
                  <a:pt x="23341" y="2330"/>
                </a:lnTo>
                <a:lnTo>
                  <a:pt x="23341" y="2446"/>
                </a:lnTo>
                <a:moveTo>
                  <a:pt x="23077" y="2446"/>
                </a:moveTo>
                <a:lnTo>
                  <a:pt x="22918" y="2446"/>
                </a:lnTo>
                <a:lnTo>
                  <a:pt x="22918" y="2330"/>
                </a:lnTo>
                <a:lnTo>
                  <a:pt x="23077" y="2330"/>
                </a:lnTo>
                <a:lnTo>
                  <a:pt x="23077" y="2446"/>
                </a:lnTo>
                <a:moveTo>
                  <a:pt x="22812" y="2446"/>
                </a:moveTo>
                <a:lnTo>
                  <a:pt x="22654" y="2446"/>
                </a:lnTo>
                <a:lnTo>
                  <a:pt x="22654" y="2330"/>
                </a:lnTo>
                <a:lnTo>
                  <a:pt x="22812" y="2330"/>
                </a:lnTo>
                <a:lnTo>
                  <a:pt x="22812" y="2446"/>
                </a:lnTo>
                <a:moveTo>
                  <a:pt x="22548" y="2446"/>
                </a:moveTo>
                <a:lnTo>
                  <a:pt x="22390" y="2446"/>
                </a:lnTo>
                <a:lnTo>
                  <a:pt x="22390" y="2330"/>
                </a:lnTo>
                <a:lnTo>
                  <a:pt x="22548" y="2330"/>
                </a:lnTo>
                <a:lnTo>
                  <a:pt x="22548" y="2446"/>
                </a:lnTo>
                <a:moveTo>
                  <a:pt x="22284" y="2446"/>
                </a:moveTo>
                <a:lnTo>
                  <a:pt x="22126" y="2446"/>
                </a:lnTo>
                <a:lnTo>
                  <a:pt x="22126" y="2330"/>
                </a:lnTo>
                <a:lnTo>
                  <a:pt x="22284" y="2330"/>
                </a:lnTo>
                <a:lnTo>
                  <a:pt x="22284" y="2446"/>
                </a:lnTo>
                <a:moveTo>
                  <a:pt x="22020" y="2446"/>
                </a:moveTo>
                <a:lnTo>
                  <a:pt x="21862" y="2446"/>
                </a:lnTo>
                <a:lnTo>
                  <a:pt x="21862" y="2330"/>
                </a:lnTo>
                <a:lnTo>
                  <a:pt x="22020" y="2330"/>
                </a:lnTo>
                <a:lnTo>
                  <a:pt x="22020" y="2446"/>
                </a:lnTo>
                <a:moveTo>
                  <a:pt x="21756" y="2446"/>
                </a:moveTo>
                <a:lnTo>
                  <a:pt x="21597" y="2446"/>
                </a:lnTo>
                <a:lnTo>
                  <a:pt x="21597" y="2330"/>
                </a:lnTo>
                <a:lnTo>
                  <a:pt x="21756" y="2330"/>
                </a:lnTo>
                <a:lnTo>
                  <a:pt x="21756" y="2446"/>
                </a:lnTo>
                <a:moveTo>
                  <a:pt x="21492" y="2446"/>
                </a:moveTo>
                <a:lnTo>
                  <a:pt x="21333" y="2446"/>
                </a:lnTo>
                <a:lnTo>
                  <a:pt x="21333" y="2330"/>
                </a:lnTo>
                <a:lnTo>
                  <a:pt x="21492" y="2330"/>
                </a:lnTo>
                <a:lnTo>
                  <a:pt x="21492" y="2446"/>
                </a:lnTo>
                <a:moveTo>
                  <a:pt x="21228" y="2446"/>
                </a:moveTo>
                <a:lnTo>
                  <a:pt x="21069" y="2446"/>
                </a:lnTo>
                <a:lnTo>
                  <a:pt x="21069" y="2330"/>
                </a:lnTo>
                <a:lnTo>
                  <a:pt x="21228" y="2330"/>
                </a:lnTo>
                <a:lnTo>
                  <a:pt x="21228" y="2446"/>
                </a:lnTo>
                <a:moveTo>
                  <a:pt x="20964" y="2446"/>
                </a:moveTo>
                <a:lnTo>
                  <a:pt x="20805" y="2446"/>
                </a:lnTo>
                <a:lnTo>
                  <a:pt x="20805" y="2330"/>
                </a:lnTo>
                <a:lnTo>
                  <a:pt x="20964" y="2330"/>
                </a:lnTo>
                <a:lnTo>
                  <a:pt x="20964" y="2446"/>
                </a:lnTo>
                <a:moveTo>
                  <a:pt x="20700" y="2446"/>
                </a:moveTo>
                <a:lnTo>
                  <a:pt x="20541" y="2446"/>
                </a:lnTo>
                <a:lnTo>
                  <a:pt x="20541" y="2330"/>
                </a:lnTo>
                <a:lnTo>
                  <a:pt x="20700" y="2330"/>
                </a:lnTo>
                <a:lnTo>
                  <a:pt x="20700" y="2446"/>
                </a:lnTo>
                <a:moveTo>
                  <a:pt x="20436" y="2446"/>
                </a:moveTo>
                <a:lnTo>
                  <a:pt x="20277" y="2446"/>
                </a:lnTo>
                <a:lnTo>
                  <a:pt x="20277" y="2330"/>
                </a:lnTo>
                <a:lnTo>
                  <a:pt x="20436" y="2330"/>
                </a:lnTo>
                <a:lnTo>
                  <a:pt x="20436" y="2446"/>
                </a:lnTo>
                <a:moveTo>
                  <a:pt x="20172" y="2446"/>
                </a:moveTo>
                <a:lnTo>
                  <a:pt x="20013" y="2446"/>
                </a:lnTo>
                <a:lnTo>
                  <a:pt x="20013" y="2330"/>
                </a:lnTo>
                <a:lnTo>
                  <a:pt x="20172" y="2330"/>
                </a:lnTo>
                <a:lnTo>
                  <a:pt x="20172" y="2446"/>
                </a:lnTo>
                <a:moveTo>
                  <a:pt x="19908" y="2446"/>
                </a:moveTo>
                <a:lnTo>
                  <a:pt x="19749" y="2446"/>
                </a:lnTo>
                <a:lnTo>
                  <a:pt x="19749" y="2330"/>
                </a:lnTo>
                <a:lnTo>
                  <a:pt x="19908" y="2330"/>
                </a:lnTo>
                <a:lnTo>
                  <a:pt x="19908" y="2446"/>
                </a:lnTo>
                <a:moveTo>
                  <a:pt x="19644" y="2446"/>
                </a:moveTo>
                <a:lnTo>
                  <a:pt x="19485" y="2446"/>
                </a:lnTo>
                <a:lnTo>
                  <a:pt x="19485" y="2330"/>
                </a:lnTo>
                <a:lnTo>
                  <a:pt x="19644" y="2330"/>
                </a:lnTo>
                <a:lnTo>
                  <a:pt x="19644" y="2446"/>
                </a:lnTo>
                <a:moveTo>
                  <a:pt x="19380" y="2446"/>
                </a:moveTo>
                <a:lnTo>
                  <a:pt x="19221" y="2446"/>
                </a:lnTo>
                <a:lnTo>
                  <a:pt x="19221" y="2330"/>
                </a:lnTo>
                <a:lnTo>
                  <a:pt x="19380" y="2330"/>
                </a:lnTo>
                <a:lnTo>
                  <a:pt x="19380" y="2446"/>
                </a:lnTo>
                <a:moveTo>
                  <a:pt x="19116" y="2446"/>
                </a:moveTo>
                <a:lnTo>
                  <a:pt x="18957" y="2446"/>
                </a:lnTo>
                <a:lnTo>
                  <a:pt x="18957" y="2330"/>
                </a:lnTo>
                <a:lnTo>
                  <a:pt x="19116" y="2330"/>
                </a:lnTo>
                <a:lnTo>
                  <a:pt x="19116" y="2446"/>
                </a:lnTo>
                <a:moveTo>
                  <a:pt x="18852" y="2446"/>
                </a:moveTo>
                <a:lnTo>
                  <a:pt x="18693" y="2446"/>
                </a:lnTo>
                <a:lnTo>
                  <a:pt x="18693" y="2330"/>
                </a:lnTo>
                <a:lnTo>
                  <a:pt x="18852" y="2330"/>
                </a:lnTo>
                <a:lnTo>
                  <a:pt x="18852" y="2446"/>
                </a:lnTo>
                <a:moveTo>
                  <a:pt x="18588" y="2446"/>
                </a:moveTo>
                <a:lnTo>
                  <a:pt x="18429" y="2446"/>
                </a:lnTo>
                <a:lnTo>
                  <a:pt x="18429" y="2330"/>
                </a:lnTo>
                <a:lnTo>
                  <a:pt x="18588" y="2330"/>
                </a:lnTo>
                <a:lnTo>
                  <a:pt x="18588" y="2446"/>
                </a:lnTo>
                <a:moveTo>
                  <a:pt x="18324" y="2446"/>
                </a:moveTo>
                <a:lnTo>
                  <a:pt x="18165" y="2446"/>
                </a:lnTo>
                <a:lnTo>
                  <a:pt x="18165" y="2330"/>
                </a:lnTo>
                <a:lnTo>
                  <a:pt x="18324" y="2330"/>
                </a:lnTo>
                <a:lnTo>
                  <a:pt x="18324" y="2446"/>
                </a:lnTo>
                <a:moveTo>
                  <a:pt x="18059" y="2446"/>
                </a:moveTo>
                <a:lnTo>
                  <a:pt x="17901" y="2446"/>
                </a:lnTo>
                <a:lnTo>
                  <a:pt x="17901" y="2330"/>
                </a:lnTo>
                <a:lnTo>
                  <a:pt x="18059" y="2330"/>
                </a:lnTo>
                <a:lnTo>
                  <a:pt x="18059" y="2446"/>
                </a:lnTo>
                <a:moveTo>
                  <a:pt x="17795" y="2446"/>
                </a:moveTo>
                <a:lnTo>
                  <a:pt x="17637" y="2446"/>
                </a:lnTo>
                <a:lnTo>
                  <a:pt x="17637" y="2330"/>
                </a:lnTo>
                <a:lnTo>
                  <a:pt x="17795" y="2330"/>
                </a:lnTo>
                <a:lnTo>
                  <a:pt x="17795" y="2446"/>
                </a:lnTo>
                <a:moveTo>
                  <a:pt x="17531" y="2446"/>
                </a:moveTo>
                <a:lnTo>
                  <a:pt x="17373" y="2446"/>
                </a:lnTo>
                <a:lnTo>
                  <a:pt x="17373" y="2330"/>
                </a:lnTo>
                <a:lnTo>
                  <a:pt x="17531" y="2330"/>
                </a:lnTo>
                <a:lnTo>
                  <a:pt x="17531" y="2446"/>
                </a:lnTo>
                <a:moveTo>
                  <a:pt x="17267" y="2446"/>
                </a:moveTo>
                <a:lnTo>
                  <a:pt x="17109" y="2446"/>
                </a:lnTo>
                <a:lnTo>
                  <a:pt x="17109" y="2330"/>
                </a:lnTo>
                <a:lnTo>
                  <a:pt x="17267" y="2330"/>
                </a:lnTo>
                <a:lnTo>
                  <a:pt x="17267" y="2446"/>
                </a:lnTo>
                <a:moveTo>
                  <a:pt x="17003" y="2446"/>
                </a:moveTo>
                <a:lnTo>
                  <a:pt x="16845" y="2446"/>
                </a:lnTo>
                <a:lnTo>
                  <a:pt x="16845" y="2330"/>
                </a:lnTo>
                <a:lnTo>
                  <a:pt x="17003" y="2330"/>
                </a:lnTo>
                <a:lnTo>
                  <a:pt x="17003" y="2446"/>
                </a:lnTo>
                <a:moveTo>
                  <a:pt x="16739" y="2446"/>
                </a:moveTo>
                <a:lnTo>
                  <a:pt x="16580" y="2446"/>
                </a:lnTo>
                <a:lnTo>
                  <a:pt x="16580" y="2330"/>
                </a:lnTo>
                <a:lnTo>
                  <a:pt x="16739" y="2330"/>
                </a:lnTo>
                <a:lnTo>
                  <a:pt x="16739" y="2446"/>
                </a:lnTo>
                <a:moveTo>
                  <a:pt x="16475" y="2446"/>
                </a:moveTo>
                <a:lnTo>
                  <a:pt x="16316" y="2446"/>
                </a:lnTo>
                <a:lnTo>
                  <a:pt x="16316" y="2330"/>
                </a:lnTo>
                <a:lnTo>
                  <a:pt x="16475" y="2330"/>
                </a:lnTo>
                <a:lnTo>
                  <a:pt x="16475" y="2446"/>
                </a:lnTo>
                <a:moveTo>
                  <a:pt x="16211" y="2446"/>
                </a:moveTo>
                <a:lnTo>
                  <a:pt x="16052" y="2446"/>
                </a:lnTo>
                <a:lnTo>
                  <a:pt x="16052" y="2330"/>
                </a:lnTo>
                <a:lnTo>
                  <a:pt x="16211" y="2330"/>
                </a:lnTo>
                <a:lnTo>
                  <a:pt x="16211" y="2446"/>
                </a:lnTo>
                <a:moveTo>
                  <a:pt x="15947" y="2446"/>
                </a:moveTo>
                <a:lnTo>
                  <a:pt x="15788" y="2446"/>
                </a:lnTo>
                <a:lnTo>
                  <a:pt x="15788" y="2330"/>
                </a:lnTo>
                <a:lnTo>
                  <a:pt x="15947" y="2330"/>
                </a:lnTo>
                <a:lnTo>
                  <a:pt x="15947" y="2446"/>
                </a:lnTo>
                <a:moveTo>
                  <a:pt x="15683" y="2446"/>
                </a:moveTo>
                <a:lnTo>
                  <a:pt x="15524" y="2446"/>
                </a:lnTo>
                <a:lnTo>
                  <a:pt x="15524" y="2330"/>
                </a:lnTo>
                <a:lnTo>
                  <a:pt x="15683" y="2330"/>
                </a:lnTo>
                <a:lnTo>
                  <a:pt x="15683" y="2446"/>
                </a:lnTo>
                <a:moveTo>
                  <a:pt x="15419" y="2446"/>
                </a:moveTo>
                <a:lnTo>
                  <a:pt x="15260" y="2446"/>
                </a:lnTo>
                <a:lnTo>
                  <a:pt x="15260" y="2330"/>
                </a:lnTo>
                <a:lnTo>
                  <a:pt x="15419" y="2330"/>
                </a:lnTo>
                <a:lnTo>
                  <a:pt x="15419" y="2446"/>
                </a:lnTo>
                <a:moveTo>
                  <a:pt x="15155" y="2446"/>
                </a:moveTo>
                <a:lnTo>
                  <a:pt x="14996" y="2446"/>
                </a:lnTo>
                <a:lnTo>
                  <a:pt x="14996" y="2330"/>
                </a:lnTo>
                <a:lnTo>
                  <a:pt x="15155" y="2330"/>
                </a:lnTo>
                <a:lnTo>
                  <a:pt x="15155" y="2446"/>
                </a:lnTo>
                <a:moveTo>
                  <a:pt x="14891" y="2446"/>
                </a:moveTo>
                <a:lnTo>
                  <a:pt x="14732" y="2446"/>
                </a:lnTo>
                <a:lnTo>
                  <a:pt x="14732" y="2330"/>
                </a:lnTo>
                <a:lnTo>
                  <a:pt x="14891" y="2330"/>
                </a:lnTo>
                <a:lnTo>
                  <a:pt x="14891" y="2446"/>
                </a:lnTo>
                <a:moveTo>
                  <a:pt x="14627" y="2446"/>
                </a:moveTo>
                <a:lnTo>
                  <a:pt x="14468" y="2446"/>
                </a:lnTo>
                <a:lnTo>
                  <a:pt x="14468" y="2330"/>
                </a:lnTo>
                <a:lnTo>
                  <a:pt x="14627" y="2330"/>
                </a:lnTo>
                <a:lnTo>
                  <a:pt x="14627" y="2446"/>
                </a:lnTo>
                <a:moveTo>
                  <a:pt x="14363" y="2446"/>
                </a:moveTo>
                <a:lnTo>
                  <a:pt x="14204" y="2446"/>
                </a:lnTo>
                <a:lnTo>
                  <a:pt x="14204" y="2330"/>
                </a:lnTo>
                <a:lnTo>
                  <a:pt x="14363" y="2330"/>
                </a:lnTo>
                <a:lnTo>
                  <a:pt x="14363" y="2446"/>
                </a:lnTo>
                <a:moveTo>
                  <a:pt x="14099" y="2446"/>
                </a:moveTo>
                <a:lnTo>
                  <a:pt x="13939" y="2446"/>
                </a:lnTo>
                <a:lnTo>
                  <a:pt x="13939" y="2330"/>
                </a:lnTo>
                <a:lnTo>
                  <a:pt x="14099" y="2330"/>
                </a:lnTo>
                <a:lnTo>
                  <a:pt x="14099" y="2446"/>
                </a:lnTo>
                <a:moveTo>
                  <a:pt x="13834" y="2446"/>
                </a:moveTo>
                <a:lnTo>
                  <a:pt x="13675" y="2446"/>
                </a:lnTo>
                <a:lnTo>
                  <a:pt x="13675" y="2330"/>
                </a:lnTo>
                <a:lnTo>
                  <a:pt x="13834" y="2330"/>
                </a:lnTo>
                <a:lnTo>
                  <a:pt x="13834" y="2446"/>
                </a:lnTo>
                <a:moveTo>
                  <a:pt x="13570" y="2446"/>
                </a:moveTo>
                <a:lnTo>
                  <a:pt x="13411" y="2446"/>
                </a:lnTo>
                <a:lnTo>
                  <a:pt x="13411" y="2330"/>
                </a:lnTo>
                <a:lnTo>
                  <a:pt x="13570" y="2330"/>
                </a:lnTo>
                <a:lnTo>
                  <a:pt x="13570" y="2446"/>
                </a:lnTo>
                <a:moveTo>
                  <a:pt x="13306" y="2446"/>
                </a:moveTo>
                <a:lnTo>
                  <a:pt x="13147" y="2446"/>
                </a:lnTo>
                <a:lnTo>
                  <a:pt x="13147" y="2330"/>
                </a:lnTo>
                <a:lnTo>
                  <a:pt x="13306" y="2330"/>
                </a:lnTo>
                <a:lnTo>
                  <a:pt x="13306" y="2446"/>
                </a:lnTo>
                <a:moveTo>
                  <a:pt x="13041" y="2446"/>
                </a:moveTo>
                <a:lnTo>
                  <a:pt x="12883" y="2446"/>
                </a:lnTo>
                <a:lnTo>
                  <a:pt x="12883" y="2330"/>
                </a:lnTo>
                <a:lnTo>
                  <a:pt x="13041" y="2330"/>
                </a:lnTo>
                <a:lnTo>
                  <a:pt x="13041" y="2446"/>
                </a:lnTo>
                <a:moveTo>
                  <a:pt x="12777" y="2446"/>
                </a:moveTo>
                <a:lnTo>
                  <a:pt x="12619" y="2446"/>
                </a:lnTo>
                <a:lnTo>
                  <a:pt x="12619" y="2330"/>
                </a:lnTo>
                <a:lnTo>
                  <a:pt x="12777" y="2330"/>
                </a:lnTo>
                <a:lnTo>
                  <a:pt x="12777" y="2446"/>
                </a:lnTo>
                <a:moveTo>
                  <a:pt x="12513" y="2446"/>
                </a:moveTo>
                <a:lnTo>
                  <a:pt x="12355" y="2446"/>
                </a:lnTo>
                <a:lnTo>
                  <a:pt x="12355" y="2330"/>
                </a:lnTo>
                <a:lnTo>
                  <a:pt x="12513" y="2330"/>
                </a:lnTo>
                <a:lnTo>
                  <a:pt x="12513" y="2446"/>
                </a:lnTo>
                <a:moveTo>
                  <a:pt x="12249" y="2446"/>
                </a:moveTo>
                <a:lnTo>
                  <a:pt x="12091" y="2446"/>
                </a:lnTo>
                <a:lnTo>
                  <a:pt x="12091" y="2330"/>
                </a:lnTo>
                <a:lnTo>
                  <a:pt x="12249" y="2330"/>
                </a:lnTo>
                <a:lnTo>
                  <a:pt x="12249" y="2446"/>
                </a:lnTo>
                <a:moveTo>
                  <a:pt x="11985" y="2446"/>
                </a:moveTo>
                <a:lnTo>
                  <a:pt x="11826" y="2446"/>
                </a:lnTo>
                <a:lnTo>
                  <a:pt x="11826" y="2330"/>
                </a:lnTo>
                <a:lnTo>
                  <a:pt x="11985" y="2330"/>
                </a:lnTo>
                <a:lnTo>
                  <a:pt x="11985" y="2446"/>
                </a:lnTo>
                <a:moveTo>
                  <a:pt x="11721" y="2446"/>
                </a:moveTo>
                <a:lnTo>
                  <a:pt x="11562" y="2446"/>
                </a:lnTo>
                <a:lnTo>
                  <a:pt x="11562" y="2330"/>
                </a:lnTo>
                <a:lnTo>
                  <a:pt x="11721" y="2330"/>
                </a:lnTo>
                <a:lnTo>
                  <a:pt x="11721" y="2446"/>
                </a:lnTo>
                <a:moveTo>
                  <a:pt x="11457" y="2446"/>
                </a:moveTo>
                <a:lnTo>
                  <a:pt x="11298" y="2446"/>
                </a:lnTo>
                <a:lnTo>
                  <a:pt x="11298" y="2330"/>
                </a:lnTo>
                <a:lnTo>
                  <a:pt x="11457" y="2330"/>
                </a:lnTo>
                <a:lnTo>
                  <a:pt x="11457" y="2446"/>
                </a:lnTo>
                <a:moveTo>
                  <a:pt x="11193" y="2446"/>
                </a:moveTo>
                <a:lnTo>
                  <a:pt x="11034" y="2446"/>
                </a:lnTo>
                <a:lnTo>
                  <a:pt x="11034" y="2330"/>
                </a:lnTo>
                <a:lnTo>
                  <a:pt x="11193" y="2330"/>
                </a:lnTo>
                <a:lnTo>
                  <a:pt x="11193" y="2446"/>
                </a:lnTo>
                <a:moveTo>
                  <a:pt x="10929" y="2446"/>
                </a:moveTo>
                <a:lnTo>
                  <a:pt x="10770" y="2446"/>
                </a:lnTo>
                <a:lnTo>
                  <a:pt x="10770" y="2330"/>
                </a:lnTo>
                <a:lnTo>
                  <a:pt x="10929" y="2330"/>
                </a:lnTo>
                <a:lnTo>
                  <a:pt x="10929" y="2446"/>
                </a:lnTo>
                <a:moveTo>
                  <a:pt x="10665" y="2446"/>
                </a:moveTo>
                <a:lnTo>
                  <a:pt x="10506" y="2446"/>
                </a:lnTo>
                <a:lnTo>
                  <a:pt x="10506" y="2330"/>
                </a:lnTo>
                <a:lnTo>
                  <a:pt x="10665" y="2330"/>
                </a:lnTo>
                <a:lnTo>
                  <a:pt x="10665" y="2446"/>
                </a:lnTo>
                <a:moveTo>
                  <a:pt x="10401" y="2446"/>
                </a:moveTo>
                <a:lnTo>
                  <a:pt x="10242" y="2446"/>
                </a:lnTo>
                <a:lnTo>
                  <a:pt x="10242" y="2330"/>
                </a:lnTo>
                <a:lnTo>
                  <a:pt x="10401" y="2330"/>
                </a:lnTo>
                <a:lnTo>
                  <a:pt x="10401" y="2446"/>
                </a:lnTo>
                <a:moveTo>
                  <a:pt x="10137" y="2446"/>
                </a:moveTo>
                <a:lnTo>
                  <a:pt x="9978" y="2446"/>
                </a:lnTo>
                <a:lnTo>
                  <a:pt x="9978" y="2330"/>
                </a:lnTo>
                <a:lnTo>
                  <a:pt x="10137" y="2330"/>
                </a:lnTo>
                <a:lnTo>
                  <a:pt x="10137" y="2446"/>
                </a:lnTo>
                <a:moveTo>
                  <a:pt x="9873" y="2446"/>
                </a:moveTo>
                <a:lnTo>
                  <a:pt x="9714" y="2446"/>
                </a:lnTo>
                <a:lnTo>
                  <a:pt x="9714" y="2330"/>
                </a:lnTo>
                <a:lnTo>
                  <a:pt x="9873" y="2330"/>
                </a:lnTo>
                <a:lnTo>
                  <a:pt x="9873" y="2446"/>
                </a:lnTo>
                <a:moveTo>
                  <a:pt x="9609" y="2446"/>
                </a:moveTo>
                <a:lnTo>
                  <a:pt x="9450" y="2446"/>
                </a:lnTo>
                <a:lnTo>
                  <a:pt x="9450" y="2330"/>
                </a:lnTo>
                <a:lnTo>
                  <a:pt x="9609" y="2330"/>
                </a:lnTo>
                <a:lnTo>
                  <a:pt x="9609" y="2446"/>
                </a:lnTo>
                <a:moveTo>
                  <a:pt x="9345" y="2446"/>
                </a:moveTo>
                <a:lnTo>
                  <a:pt x="9186" y="2446"/>
                </a:lnTo>
                <a:lnTo>
                  <a:pt x="9186" y="2330"/>
                </a:lnTo>
                <a:lnTo>
                  <a:pt x="9345" y="2330"/>
                </a:lnTo>
                <a:lnTo>
                  <a:pt x="9345" y="2446"/>
                </a:lnTo>
                <a:moveTo>
                  <a:pt x="9081" y="2446"/>
                </a:moveTo>
                <a:lnTo>
                  <a:pt x="8922" y="2446"/>
                </a:lnTo>
                <a:lnTo>
                  <a:pt x="8922" y="2330"/>
                </a:lnTo>
                <a:lnTo>
                  <a:pt x="9081" y="2330"/>
                </a:lnTo>
                <a:lnTo>
                  <a:pt x="9081" y="2446"/>
                </a:lnTo>
                <a:moveTo>
                  <a:pt x="8817" y="2446"/>
                </a:moveTo>
                <a:lnTo>
                  <a:pt x="8658" y="2446"/>
                </a:lnTo>
                <a:lnTo>
                  <a:pt x="8658" y="2330"/>
                </a:lnTo>
                <a:lnTo>
                  <a:pt x="8817" y="2330"/>
                </a:lnTo>
                <a:lnTo>
                  <a:pt x="8817" y="2446"/>
                </a:lnTo>
                <a:moveTo>
                  <a:pt x="8553" y="2446"/>
                </a:moveTo>
                <a:lnTo>
                  <a:pt x="8394" y="2446"/>
                </a:lnTo>
                <a:lnTo>
                  <a:pt x="8394" y="2330"/>
                </a:lnTo>
                <a:lnTo>
                  <a:pt x="8553" y="2330"/>
                </a:lnTo>
                <a:lnTo>
                  <a:pt x="8553" y="2446"/>
                </a:lnTo>
                <a:moveTo>
                  <a:pt x="8288" y="2446"/>
                </a:moveTo>
                <a:lnTo>
                  <a:pt x="8130" y="2446"/>
                </a:lnTo>
                <a:lnTo>
                  <a:pt x="8130" y="2330"/>
                </a:lnTo>
                <a:lnTo>
                  <a:pt x="8288" y="2330"/>
                </a:lnTo>
                <a:lnTo>
                  <a:pt x="8288" y="2446"/>
                </a:lnTo>
                <a:moveTo>
                  <a:pt x="8024" y="2446"/>
                </a:moveTo>
                <a:lnTo>
                  <a:pt x="7866" y="2446"/>
                </a:lnTo>
                <a:lnTo>
                  <a:pt x="7866" y="2330"/>
                </a:lnTo>
                <a:lnTo>
                  <a:pt x="8024" y="2330"/>
                </a:lnTo>
                <a:lnTo>
                  <a:pt x="8024" y="2446"/>
                </a:lnTo>
                <a:moveTo>
                  <a:pt x="7760" y="2446"/>
                </a:moveTo>
                <a:lnTo>
                  <a:pt x="7602" y="2446"/>
                </a:lnTo>
                <a:lnTo>
                  <a:pt x="7602" y="2330"/>
                </a:lnTo>
                <a:lnTo>
                  <a:pt x="7760" y="2330"/>
                </a:lnTo>
                <a:lnTo>
                  <a:pt x="7760" y="2446"/>
                </a:lnTo>
                <a:moveTo>
                  <a:pt x="7496" y="2446"/>
                </a:moveTo>
                <a:lnTo>
                  <a:pt x="7338" y="2446"/>
                </a:lnTo>
                <a:lnTo>
                  <a:pt x="7338" y="2330"/>
                </a:lnTo>
                <a:lnTo>
                  <a:pt x="7496" y="2330"/>
                </a:lnTo>
                <a:lnTo>
                  <a:pt x="7496" y="2446"/>
                </a:lnTo>
                <a:moveTo>
                  <a:pt x="7232" y="2446"/>
                </a:moveTo>
                <a:lnTo>
                  <a:pt x="7074" y="2446"/>
                </a:lnTo>
                <a:lnTo>
                  <a:pt x="7074" y="2330"/>
                </a:lnTo>
                <a:lnTo>
                  <a:pt x="7232" y="2330"/>
                </a:lnTo>
                <a:lnTo>
                  <a:pt x="7232" y="2446"/>
                </a:lnTo>
                <a:moveTo>
                  <a:pt x="6968" y="2446"/>
                </a:moveTo>
                <a:lnTo>
                  <a:pt x="6809" y="2446"/>
                </a:lnTo>
                <a:lnTo>
                  <a:pt x="6809" y="2330"/>
                </a:lnTo>
                <a:lnTo>
                  <a:pt x="6968" y="2330"/>
                </a:lnTo>
                <a:lnTo>
                  <a:pt x="6968" y="2446"/>
                </a:lnTo>
                <a:moveTo>
                  <a:pt x="6704" y="2446"/>
                </a:moveTo>
                <a:lnTo>
                  <a:pt x="6545" y="2446"/>
                </a:lnTo>
                <a:lnTo>
                  <a:pt x="6545" y="2330"/>
                </a:lnTo>
                <a:lnTo>
                  <a:pt x="6704" y="2330"/>
                </a:lnTo>
                <a:lnTo>
                  <a:pt x="6704" y="2446"/>
                </a:lnTo>
                <a:moveTo>
                  <a:pt x="6440" y="2446"/>
                </a:moveTo>
                <a:lnTo>
                  <a:pt x="6281" y="2446"/>
                </a:lnTo>
                <a:lnTo>
                  <a:pt x="6281" y="2330"/>
                </a:lnTo>
                <a:lnTo>
                  <a:pt x="6440" y="2330"/>
                </a:lnTo>
                <a:lnTo>
                  <a:pt x="6440" y="2446"/>
                </a:lnTo>
                <a:moveTo>
                  <a:pt x="6176" y="2446"/>
                </a:moveTo>
                <a:lnTo>
                  <a:pt x="6017" y="2446"/>
                </a:lnTo>
                <a:lnTo>
                  <a:pt x="6017" y="2330"/>
                </a:lnTo>
                <a:lnTo>
                  <a:pt x="6176" y="2330"/>
                </a:lnTo>
                <a:lnTo>
                  <a:pt x="6176" y="2446"/>
                </a:lnTo>
                <a:moveTo>
                  <a:pt x="5912" y="2446"/>
                </a:moveTo>
                <a:lnTo>
                  <a:pt x="5753" y="2446"/>
                </a:lnTo>
                <a:lnTo>
                  <a:pt x="5753" y="2330"/>
                </a:lnTo>
                <a:lnTo>
                  <a:pt x="5912" y="2330"/>
                </a:lnTo>
                <a:lnTo>
                  <a:pt x="5912" y="2446"/>
                </a:lnTo>
                <a:moveTo>
                  <a:pt x="5648" y="2446"/>
                </a:moveTo>
                <a:lnTo>
                  <a:pt x="5489" y="2446"/>
                </a:lnTo>
                <a:lnTo>
                  <a:pt x="5489" y="2330"/>
                </a:lnTo>
                <a:lnTo>
                  <a:pt x="5648" y="2330"/>
                </a:lnTo>
                <a:lnTo>
                  <a:pt x="5648" y="2446"/>
                </a:lnTo>
                <a:moveTo>
                  <a:pt x="5384" y="2446"/>
                </a:moveTo>
                <a:lnTo>
                  <a:pt x="5225" y="2446"/>
                </a:lnTo>
                <a:lnTo>
                  <a:pt x="5225" y="2330"/>
                </a:lnTo>
                <a:lnTo>
                  <a:pt x="5384" y="2330"/>
                </a:lnTo>
                <a:lnTo>
                  <a:pt x="5384" y="2446"/>
                </a:lnTo>
                <a:moveTo>
                  <a:pt x="5120" y="2446"/>
                </a:moveTo>
                <a:lnTo>
                  <a:pt x="4961" y="2446"/>
                </a:lnTo>
                <a:lnTo>
                  <a:pt x="4961" y="2330"/>
                </a:lnTo>
                <a:lnTo>
                  <a:pt x="5120" y="2330"/>
                </a:lnTo>
                <a:lnTo>
                  <a:pt x="5120" y="2446"/>
                </a:lnTo>
                <a:moveTo>
                  <a:pt x="4856" y="2446"/>
                </a:moveTo>
                <a:lnTo>
                  <a:pt x="4697" y="2446"/>
                </a:lnTo>
                <a:lnTo>
                  <a:pt x="4697" y="2330"/>
                </a:lnTo>
                <a:lnTo>
                  <a:pt x="4856" y="2330"/>
                </a:lnTo>
                <a:lnTo>
                  <a:pt x="4856" y="2446"/>
                </a:lnTo>
                <a:moveTo>
                  <a:pt x="4592" y="2446"/>
                </a:moveTo>
                <a:lnTo>
                  <a:pt x="4433" y="2446"/>
                </a:lnTo>
                <a:lnTo>
                  <a:pt x="4433" y="2330"/>
                </a:lnTo>
                <a:lnTo>
                  <a:pt x="4592" y="2330"/>
                </a:lnTo>
                <a:lnTo>
                  <a:pt x="4592" y="2446"/>
                </a:lnTo>
                <a:moveTo>
                  <a:pt x="4328" y="2446"/>
                </a:moveTo>
                <a:lnTo>
                  <a:pt x="4169" y="2446"/>
                </a:lnTo>
                <a:lnTo>
                  <a:pt x="4169" y="2330"/>
                </a:lnTo>
                <a:lnTo>
                  <a:pt x="4328" y="2330"/>
                </a:lnTo>
                <a:lnTo>
                  <a:pt x="4328" y="2446"/>
                </a:lnTo>
                <a:moveTo>
                  <a:pt x="4064" y="2446"/>
                </a:moveTo>
                <a:lnTo>
                  <a:pt x="3905" y="2446"/>
                </a:lnTo>
                <a:lnTo>
                  <a:pt x="3905" y="2330"/>
                </a:lnTo>
                <a:lnTo>
                  <a:pt x="4064" y="2330"/>
                </a:lnTo>
                <a:lnTo>
                  <a:pt x="4064" y="2446"/>
                </a:lnTo>
                <a:moveTo>
                  <a:pt x="3800" y="2446"/>
                </a:moveTo>
                <a:lnTo>
                  <a:pt x="3641" y="2446"/>
                </a:lnTo>
                <a:lnTo>
                  <a:pt x="3641" y="2330"/>
                </a:lnTo>
                <a:lnTo>
                  <a:pt x="3800" y="2330"/>
                </a:lnTo>
                <a:lnTo>
                  <a:pt x="3800" y="2446"/>
                </a:lnTo>
                <a:moveTo>
                  <a:pt x="3536" y="2446"/>
                </a:moveTo>
                <a:lnTo>
                  <a:pt x="3377" y="2446"/>
                </a:lnTo>
                <a:lnTo>
                  <a:pt x="3377" y="2330"/>
                </a:lnTo>
                <a:lnTo>
                  <a:pt x="3536" y="2330"/>
                </a:lnTo>
                <a:lnTo>
                  <a:pt x="3536" y="2446"/>
                </a:lnTo>
                <a:moveTo>
                  <a:pt x="3271" y="2446"/>
                </a:moveTo>
                <a:lnTo>
                  <a:pt x="3113" y="2446"/>
                </a:lnTo>
                <a:lnTo>
                  <a:pt x="3113" y="2330"/>
                </a:lnTo>
                <a:lnTo>
                  <a:pt x="3271" y="2330"/>
                </a:lnTo>
                <a:lnTo>
                  <a:pt x="3271" y="2446"/>
                </a:lnTo>
                <a:moveTo>
                  <a:pt x="3007" y="2446"/>
                </a:moveTo>
                <a:lnTo>
                  <a:pt x="2849" y="2446"/>
                </a:lnTo>
                <a:lnTo>
                  <a:pt x="2849" y="2330"/>
                </a:lnTo>
                <a:lnTo>
                  <a:pt x="3007" y="2330"/>
                </a:lnTo>
                <a:lnTo>
                  <a:pt x="3007" y="2446"/>
                </a:lnTo>
                <a:moveTo>
                  <a:pt x="2743" y="2446"/>
                </a:moveTo>
                <a:lnTo>
                  <a:pt x="2585" y="2446"/>
                </a:lnTo>
                <a:lnTo>
                  <a:pt x="2585" y="2330"/>
                </a:lnTo>
                <a:lnTo>
                  <a:pt x="2743" y="2330"/>
                </a:lnTo>
                <a:lnTo>
                  <a:pt x="2743" y="2446"/>
                </a:lnTo>
                <a:moveTo>
                  <a:pt x="2479" y="2446"/>
                </a:moveTo>
                <a:lnTo>
                  <a:pt x="2321" y="2446"/>
                </a:lnTo>
                <a:lnTo>
                  <a:pt x="2321" y="2330"/>
                </a:lnTo>
                <a:lnTo>
                  <a:pt x="2479" y="2330"/>
                </a:lnTo>
                <a:lnTo>
                  <a:pt x="2479" y="2446"/>
                </a:lnTo>
                <a:moveTo>
                  <a:pt x="2215" y="2446"/>
                </a:moveTo>
                <a:lnTo>
                  <a:pt x="2056" y="2446"/>
                </a:lnTo>
                <a:lnTo>
                  <a:pt x="2056" y="2330"/>
                </a:lnTo>
                <a:lnTo>
                  <a:pt x="2215" y="2330"/>
                </a:lnTo>
                <a:lnTo>
                  <a:pt x="2215" y="2446"/>
                </a:lnTo>
                <a:moveTo>
                  <a:pt x="1951" y="2446"/>
                </a:moveTo>
                <a:lnTo>
                  <a:pt x="1792" y="2446"/>
                </a:lnTo>
                <a:lnTo>
                  <a:pt x="1792" y="2330"/>
                </a:lnTo>
                <a:lnTo>
                  <a:pt x="1951" y="2330"/>
                </a:lnTo>
                <a:lnTo>
                  <a:pt x="1951" y="2446"/>
                </a:lnTo>
                <a:moveTo>
                  <a:pt x="1687" y="2446"/>
                </a:moveTo>
                <a:lnTo>
                  <a:pt x="1528" y="2446"/>
                </a:lnTo>
                <a:lnTo>
                  <a:pt x="1528" y="2330"/>
                </a:lnTo>
                <a:lnTo>
                  <a:pt x="1687" y="2330"/>
                </a:lnTo>
                <a:lnTo>
                  <a:pt x="1687" y="2446"/>
                </a:lnTo>
                <a:moveTo>
                  <a:pt x="1423" y="2446"/>
                </a:moveTo>
                <a:lnTo>
                  <a:pt x="1264" y="2446"/>
                </a:lnTo>
                <a:lnTo>
                  <a:pt x="1264" y="2330"/>
                </a:lnTo>
                <a:lnTo>
                  <a:pt x="1423" y="2330"/>
                </a:lnTo>
                <a:lnTo>
                  <a:pt x="1423" y="2446"/>
                </a:lnTo>
                <a:moveTo>
                  <a:pt x="1159" y="2446"/>
                </a:moveTo>
                <a:lnTo>
                  <a:pt x="1000" y="2446"/>
                </a:lnTo>
                <a:lnTo>
                  <a:pt x="1000" y="2330"/>
                </a:lnTo>
                <a:lnTo>
                  <a:pt x="1159" y="2330"/>
                </a:lnTo>
                <a:lnTo>
                  <a:pt x="1159" y="2446"/>
                </a:lnTo>
                <a:moveTo>
                  <a:pt x="895" y="2446"/>
                </a:moveTo>
                <a:lnTo>
                  <a:pt x="736" y="2446"/>
                </a:lnTo>
                <a:lnTo>
                  <a:pt x="736" y="2330"/>
                </a:lnTo>
                <a:lnTo>
                  <a:pt x="895" y="2330"/>
                </a:lnTo>
                <a:lnTo>
                  <a:pt x="895" y="2446"/>
                </a:lnTo>
                <a:moveTo>
                  <a:pt x="631" y="2446"/>
                </a:moveTo>
                <a:lnTo>
                  <a:pt x="472" y="2446"/>
                </a:lnTo>
                <a:lnTo>
                  <a:pt x="472" y="2330"/>
                </a:lnTo>
                <a:lnTo>
                  <a:pt x="631" y="2330"/>
                </a:lnTo>
                <a:lnTo>
                  <a:pt x="631" y="2446"/>
                </a:lnTo>
                <a:moveTo>
                  <a:pt x="367" y="2446"/>
                </a:moveTo>
                <a:lnTo>
                  <a:pt x="244" y="2446"/>
                </a:lnTo>
                <a:cubicBezTo>
                  <a:pt x="228" y="2446"/>
                  <a:pt x="213" y="2445"/>
                  <a:pt x="198" y="2442"/>
                </a:cubicBezTo>
                <a:lnTo>
                  <a:pt x="220" y="2327"/>
                </a:lnTo>
                <a:cubicBezTo>
                  <a:pt x="228" y="2329"/>
                  <a:pt x="236" y="2330"/>
                  <a:pt x="244" y="2330"/>
                </a:cubicBezTo>
                <a:lnTo>
                  <a:pt x="367" y="2330"/>
                </a:lnTo>
                <a:lnTo>
                  <a:pt x="367" y="2446"/>
                </a:lnTo>
                <a:moveTo>
                  <a:pt x="75" y="2378"/>
                </a:moveTo>
                <a:cubicBezTo>
                  <a:pt x="25" y="2330"/>
                  <a:pt x="0" y="2272"/>
                  <a:pt x="0" y="2203"/>
                </a:cubicBezTo>
                <a:lnTo>
                  <a:pt x="0" y="2192"/>
                </a:lnTo>
                <a:lnTo>
                  <a:pt x="117" y="2192"/>
                </a:lnTo>
                <a:lnTo>
                  <a:pt x="117" y="2203"/>
                </a:lnTo>
                <a:cubicBezTo>
                  <a:pt x="117" y="2239"/>
                  <a:pt x="130" y="2269"/>
                  <a:pt x="156" y="2294"/>
                </a:cubicBezTo>
                <a:lnTo>
                  <a:pt x="75" y="2378"/>
                </a:lnTo>
                <a:moveTo>
                  <a:pt x="0" y="2087"/>
                </a:moveTo>
                <a:lnTo>
                  <a:pt x="0" y="1928"/>
                </a:lnTo>
                <a:lnTo>
                  <a:pt x="117" y="1928"/>
                </a:lnTo>
                <a:lnTo>
                  <a:pt x="117" y="2087"/>
                </a:lnTo>
                <a:lnTo>
                  <a:pt x="0" y="2087"/>
                </a:lnTo>
                <a:moveTo>
                  <a:pt x="0" y="1823"/>
                </a:moveTo>
                <a:lnTo>
                  <a:pt x="0" y="1664"/>
                </a:lnTo>
                <a:lnTo>
                  <a:pt x="117" y="1664"/>
                </a:lnTo>
                <a:lnTo>
                  <a:pt x="117" y="1823"/>
                </a:lnTo>
                <a:lnTo>
                  <a:pt x="0" y="1823"/>
                </a:lnTo>
                <a:moveTo>
                  <a:pt x="0" y="1559"/>
                </a:moveTo>
                <a:lnTo>
                  <a:pt x="0" y="1400"/>
                </a:lnTo>
                <a:lnTo>
                  <a:pt x="117" y="1400"/>
                </a:lnTo>
                <a:lnTo>
                  <a:pt x="117" y="1559"/>
                </a:lnTo>
                <a:lnTo>
                  <a:pt x="0" y="1559"/>
                </a:lnTo>
                <a:moveTo>
                  <a:pt x="0" y="1295"/>
                </a:moveTo>
                <a:lnTo>
                  <a:pt x="0" y="1136"/>
                </a:lnTo>
                <a:lnTo>
                  <a:pt x="117" y="1136"/>
                </a:lnTo>
                <a:lnTo>
                  <a:pt x="117" y="1295"/>
                </a:lnTo>
                <a:lnTo>
                  <a:pt x="0" y="1295"/>
                </a:lnTo>
                <a:moveTo>
                  <a:pt x="0" y="1030"/>
                </a:moveTo>
                <a:lnTo>
                  <a:pt x="0" y="872"/>
                </a:lnTo>
                <a:lnTo>
                  <a:pt x="117" y="872"/>
                </a:lnTo>
                <a:lnTo>
                  <a:pt x="117" y="1030"/>
                </a:lnTo>
                <a:lnTo>
                  <a:pt x="0" y="1030"/>
                </a:lnTo>
                <a:moveTo>
                  <a:pt x="0" y="766"/>
                </a:moveTo>
                <a:lnTo>
                  <a:pt x="0" y="608"/>
                </a:lnTo>
                <a:lnTo>
                  <a:pt x="117" y="608"/>
                </a:lnTo>
                <a:lnTo>
                  <a:pt x="117" y="766"/>
                </a:lnTo>
                <a:lnTo>
                  <a:pt x="0" y="766"/>
                </a:lnTo>
                <a:moveTo>
                  <a:pt x="0" y="502"/>
                </a:moveTo>
                <a:lnTo>
                  <a:pt x="0" y="344"/>
                </a:lnTo>
                <a:lnTo>
                  <a:pt x="117" y="344"/>
                </a:lnTo>
                <a:lnTo>
                  <a:pt x="117" y="502"/>
                </a:lnTo>
                <a:lnTo>
                  <a:pt x="0" y="502"/>
                </a:lnTo>
                <a:moveTo>
                  <a:pt x="1" y="237"/>
                </a:moveTo>
                <a:cubicBezTo>
                  <a:pt x="3" y="162"/>
                  <a:pt x="34" y="101"/>
                  <a:pt x="92" y="54"/>
                </a:cubicBezTo>
                <a:lnTo>
                  <a:pt x="165" y="145"/>
                </a:lnTo>
                <a:cubicBezTo>
                  <a:pt x="134" y="170"/>
                  <a:pt x="118" y="201"/>
                  <a:pt x="117" y="241"/>
                </a:cubicBezTo>
                <a:lnTo>
                  <a:pt x="1" y="237"/>
                </a:lnTo>
                <a:moveTo>
                  <a:pt x="221" y="2"/>
                </a:moveTo>
                <a:cubicBezTo>
                  <a:pt x="228" y="1"/>
                  <a:pt x="236" y="0"/>
                  <a:pt x="244" y="0"/>
                </a:cubicBezTo>
                <a:lnTo>
                  <a:pt x="403" y="0"/>
                </a:lnTo>
                <a:lnTo>
                  <a:pt x="403" y="118"/>
                </a:lnTo>
                <a:lnTo>
                  <a:pt x="244" y="118"/>
                </a:lnTo>
                <a:cubicBezTo>
                  <a:pt x="240" y="118"/>
                  <a:pt x="236" y="118"/>
                  <a:pt x="232" y="118"/>
                </a:cubicBezTo>
                <a:lnTo>
                  <a:pt x="221" y="2"/>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118" name=""/>
          <p:cNvSpPr txBox="1"/>
          <p:nvPr/>
        </p:nvSpPr>
        <p:spPr>
          <a:xfrm>
            <a:off x="6755760" y="3222000"/>
            <a:ext cx="356688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少ない重みで画像全体を処理する</a:t>
            </a:r>
            <a:endParaRPr b="0" lang="en-US" sz="1870" spc="-1" strike="noStrike">
              <a:solidFill>
                <a:srgbClr val="000000"/>
              </a:solidFill>
              <a:latin typeface="Times New Roman"/>
            </a:endParaRPr>
          </a:p>
        </p:txBody>
      </p:sp>
      <p:sp>
        <p:nvSpPr>
          <p:cNvPr id="119" name=""/>
          <p:cNvSpPr txBox="1"/>
          <p:nvPr/>
        </p:nvSpPr>
        <p:spPr>
          <a:xfrm>
            <a:off x="2633040" y="4220280"/>
            <a:ext cx="6747840" cy="387360"/>
          </a:xfrm>
          <a:prstGeom prst="rect">
            <a:avLst/>
          </a:prstGeom>
          <a:noFill/>
          <a:ln w="0">
            <a:noFill/>
          </a:ln>
        </p:spPr>
        <p:txBody>
          <a:bodyPr wrap="none" lIns="0" rIns="0" tIns="0" bIns="0" anchor="t">
            <a:noAutofit/>
          </a:bodyPr>
          <a:p>
            <a:r>
              <a:rPr b="0" lang="en-US" sz="2100" spc="-1" strike="noStrike">
                <a:solidFill>
                  <a:srgbClr val="0b4b78"/>
                </a:solidFill>
                <a:latin typeface="NotoSansJP"/>
                <a:ea typeface="NotoSansJP"/>
              </a:rPr>
              <a:t>[</a:t>
            </a:r>
            <a:r>
              <a:rPr b="0" lang="zh-CN" sz="2100" spc="-1" strike="noStrike">
                <a:solidFill>
                  <a:srgbClr val="0b4b78"/>
                </a:solidFill>
                <a:latin typeface="NotoSansJP"/>
                <a:ea typeface="NotoSansJP"/>
              </a:rPr>
              <a:t>ここに論文</a:t>
            </a:r>
            <a:r>
              <a:rPr b="0" lang="en-US" sz="2100" spc="-1" strike="noStrike">
                <a:solidFill>
                  <a:srgbClr val="0b4b78"/>
                </a:solidFill>
                <a:latin typeface="NotoSansJP"/>
                <a:ea typeface="NotoSansJP"/>
              </a:rPr>
              <a:t>Fig. 2: A simple CNN architecture </a:t>
            </a:r>
            <a:r>
              <a:rPr b="0" lang="zh-CN" sz="2100" spc="-1" strike="noStrike">
                <a:solidFill>
                  <a:srgbClr val="0b4b78"/>
                </a:solidFill>
                <a:latin typeface="NotoSansJP"/>
                <a:ea typeface="NotoSansJP"/>
              </a:rPr>
              <a:t>を入れる</a:t>
            </a:r>
            <a:r>
              <a:rPr b="0" lang="en-US" sz="2100" spc="-1" strike="noStrike">
                <a:solidFill>
                  <a:srgbClr val="0b4b78"/>
                </a:solidFill>
                <a:latin typeface="NotoSansJP"/>
                <a:ea typeface="NotoSansJP"/>
              </a:rPr>
              <a:t>]</a:t>
            </a:r>
            <a:endParaRPr b="0" lang="en-US" sz="2100" spc="-1" strike="noStrike">
              <a:solidFill>
                <a:srgbClr val="000000"/>
              </a:solidFill>
              <a:latin typeface="Times New Roman"/>
            </a:endParaRPr>
          </a:p>
        </p:txBody>
      </p:sp>
      <p:sp>
        <p:nvSpPr>
          <p:cNvPr id="120" name=""/>
          <p:cNvSpPr/>
          <p:nvPr/>
        </p:nvSpPr>
        <p:spPr>
          <a:xfrm>
            <a:off x="533160" y="561960"/>
            <a:ext cx="267120" cy="57240"/>
          </a:xfrm>
          <a:custGeom>
            <a:avLst/>
            <a:gdLst/>
            <a:ahLst/>
            <a:rect l="0" t="0" r="r" b="b"/>
            <a:pathLst>
              <a:path w="742" h="159">
                <a:moveTo>
                  <a:pt x="0" y="106"/>
                </a:moveTo>
                <a:lnTo>
                  <a:pt x="0" y="52"/>
                </a:lnTo>
                <a:cubicBezTo>
                  <a:pt x="0" y="45"/>
                  <a:pt x="2" y="39"/>
                  <a:pt x="4" y="32"/>
                </a:cubicBezTo>
                <a:cubicBezTo>
                  <a:pt x="7" y="26"/>
                  <a:pt x="11" y="20"/>
                  <a:pt x="16" y="15"/>
                </a:cubicBezTo>
                <a:cubicBezTo>
                  <a:pt x="21" y="10"/>
                  <a:pt x="26" y="6"/>
                  <a:pt x="33" y="4"/>
                </a:cubicBezTo>
                <a:cubicBezTo>
                  <a:pt x="39" y="1"/>
                  <a:pt x="46" y="0"/>
                  <a:pt x="53" y="0"/>
                </a:cubicBezTo>
                <a:lnTo>
                  <a:pt x="689" y="0"/>
                </a:lnTo>
                <a:cubicBezTo>
                  <a:pt x="696" y="0"/>
                  <a:pt x="703" y="1"/>
                  <a:pt x="709" y="4"/>
                </a:cubicBezTo>
                <a:cubicBezTo>
                  <a:pt x="716" y="6"/>
                  <a:pt x="722" y="10"/>
                  <a:pt x="727" y="15"/>
                </a:cubicBezTo>
                <a:cubicBezTo>
                  <a:pt x="731" y="20"/>
                  <a:pt x="735" y="26"/>
                  <a:pt x="738" y="32"/>
                </a:cubicBezTo>
                <a:cubicBezTo>
                  <a:pt x="741" y="39"/>
                  <a:pt x="742" y="45"/>
                  <a:pt x="742" y="52"/>
                </a:cubicBezTo>
                <a:lnTo>
                  <a:pt x="742" y="106"/>
                </a:lnTo>
                <a:cubicBezTo>
                  <a:pt x="742" y="113"/>
                  <a:pt x="741" y="120"/>
                  <a:pt x="738" y="127"/>
                </a:cubicBezTo>
                <a:cubicBezTo>
                  <a:pt x="735" y="133"/>
                  <a:pt x="731" y="139"/>
                  <a:pt x="727" y="144"/>
                </a:cubicBezTo>
                <a:cubicBezTo>
                  <a:pt x="722" y="149"/>
                  <a:pt x="716" y="153"/>
                  <a:pt x="709" y="155"/>
                </a:cubicBezTo>
                <a:cubicBezTo>
                  <a:pt x="703" y="158"/>
                  <a:pt x="696" y="159"/>
                  <a:pt x="689" y="159"/>
                </a:cubicBezTo>
                <a:lnTo>
                  <a:pt x="53" y="159"/>
                </a:lnTo>
                <a:cubicBezTo>
                  <a:pt x="46" y="159"/>
                  <a:pt x="39" y="158"/>
                  <a:pt x="33" y="155"/>
                </a:cubicBezTo>
                <a:cubicBezTo>
                  <a:pt x="26" y="153"/>
                  <a:pt x="21" y="149"/>
                  <a:pt x="16" y="144"/>
                </a:cubicBezTo>
                <a:cubicBezTo>
                  <a:pt x="11" y="139"/>
                  <a:pt x="7" y="133"/>
                  <a:pt x="4" y="127"/>
                </a:cubicBezTo>
                <a:cubicBezTo>
                  <a:pt x="2" y="120"/>
                  <a:pt x="0" y="113"/>
                  <a:pt x="0" y="106"/>
                </a:cubicBez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121" name=""/>
          <p:cNvSpPr txBox="1"/>
          <p:nvPr/>
        </p:nvSpPr>
        <p:spPr>
          <a:xfrm>
            <a:off x="914400" y="392400"/>
            <a:ext cx="1987920" cy="360000"/>
          </a:xfrm>
          <a:prstGeom prst="rect">
            <a:avLst/>
          </a:prstGeom>
          <a:noFill/>
          <a:ln w="0">
            <a:noFill/>
          </a:ln>
        </p:spPr>
        <p:txBody>
          <a:bodyPr wrap="none" lIns="0" rIns="0" tIns="0" bIns="0" anchor="t">
            <a:noAutofit/>
          </a:bodyPr>
          <a:p>
            <a:r>
              <a:rPr b="0" lang="zh-CN" sz="1950" spc="-1" strike="noStrike">
                <a:solidFill>
                  <a:srgbClr val="111111"/>
                </a:solidFill>
                <a:latin typeface="NotoSansJP"/>
                <a:ea typeface="NotoSansJP"/>
              </a:rPr>
              <a:t>提案手法の全体像</a:t>
            </a:r>
            <a:endParaRPr b="0" lang="en-US" sz="1950" spc="-1" strike="noStrike">
              <a:solidFill>
                <a:srgbClr val="000000"/>
              </a:solidFill>
              <a:latin typeface="Times New Roman"/>
            </a:endParaRPr>
          </a:p>
        </p:txBody>
      </p:sp>
      <p:sp>
        <p:nvSpPr>
          <p:cNvPr id="122" name=""/>
          <p:cNvSpPr txBox="1"/>
          <p:nvPr/>
        </p:nvSpPr>
        <p:spPr>
          <a:xfrm>
            <a:off x="11946600" y="6436800"/>
            <a:ext cx="304560" cy="416520"/>
          </a:xfrm>
          <a:prstGeom prst="rect">
            <a:avLst/>
          </a:prstGeom>
          <a:noFill/>
          <a:ln w="0">
            <a:noFill/>
          </a:ln>
        </p:spPr>
        <p:txBody>
          <a:bodyPr wrap="none" lIns="0" rIns="0" tIns="0" bIns="0" anchor="t">
            <a:noAutofit/>
          </a:bodyPr>
          <a:p>
            <a:r>
              <a:rPr b="0" lang="en-US" sz="2400" spc="-1" strike="noStrike">
                <a:solidFill>
                  <a:srgbClr val="111111"/>
                </a:solidFill>
                <a:latin typeface="NotoSansJP"/>
                <a:ea typeface="NotoSansJP"/>
              </a:rPr>
              <a:t>5</a:t>
            </a:r>
            <a:endParaRPr b="0" lang="en-US" sz="24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1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1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c9c9c9"/>
          </a:solidFill>
          <a:ln w="0">
            <a:noFill/>
          </a:ln>
        </p:spPr>
        <p:txBody>
          <a:bodyPr lIns="0" rIns="0" tIns="0" bIns="0" anchor="t">
            <a:noAutofit/>
          </a:bodyPr>
          <a:p>
            <a:endParaRPr b="0" lang="en-US" sz="2400" spc="-1" strike="noStrike">
              <a:solidFill>
                <a:srgbClr val="000000"/>
              </a:solidFill>
              <a:latin typeface="Times New Roman"/>
            </a:endParaRPr>
          </a:p>
        </p:txBody>
      </p:sp>
      <p:sp>
        <p:nvSpPr>
          <p:cNvPr id="126" name=""/>
          <p:cNvSpPr/>
          <p:nvPr/>
        </p:nvSpPr>
        <p:spPr>
          <a:xfrm>
            <a:off x="228240" y="228240"/>
            <a:ext cx="11735280" cy="6401160"/>
          </a:xfrm>
          <a:custGeom>
            <a:avLst/>
            <a:gdLst/>
            <a:ahLst/>
            <a:rect l="0" t="0" r="r" b="b"/>
            <a:pathLst>
              <a:path w="32598" h="17781">
                <a:moveTo>
                  <a:pt x="530" y="0"/>
                </a:moveTo>
                <a:lnTo>
                  <a:pt x="32069" y="0"/>
                </a:lnTo>
                <a:cubicBezTo>
                  <a:pt x="32104" y="0"/>
                  <a:pt x="32138" y="4"/>
                  <a:pt x="32172" y="11"/>
                </a:cubicBezTo>
                <a:cubicBezTo>
                  <a:pt x="32206" y="17"/>
                  <a:pt x="32239" y="27"/>
                  <a:pt x="32271" y="41"/>
                </a:cubicBezTo>
                <a:cubicBezTo>
                  <a:pt x="32304" y="54"/>
                  <a:pt x="32334" y="70"/>
                  <a:pt x="32363" y="90"/>
                </a:cubicBezTo>
                <a:cubicBezTo>
                  <a:pt x="32392" y="109"/>
                  <a:pt x="32419" y="131"/>
                  <a:pt x="32443" y="155"/>
                </a:cubicBezTo>
                <a:cubicBezTo>
                  <a:pt x="32468" y="180"/>
                  <a:pt x="32490" y="207"/>
                  <a:pt x="32509" y="236"/>
                </a:cubicBezTo>
                <a:cubicBezTo>
                  <a:pt x="32528" y="265"/>
                  <a:pt x="32545" y="295"/>
                  <a:pt x="32558" y="327"/>
                </a:cubicBezTo>
                <a:cubicBezTo>
                  <a:pt x="32571" y="359"/>
                  <a:pt x="32581" y="392"/>
                  <a:pt x="32588" y="426"/>
                </a:cubicBezTo>
                <a:cubicBezTo>
                  <a:pt x="32595" y="461"/>
                  <a:pt x="32598" y="495"/>
                  <a:pt x="32598" y="530"/>
                </a:cubicBezTo>
                <a:lnTo>
                  <a:pt x="32598" y="17252"/>
                </a:lnTo>
                <a:cubicBezTo>
                  <a:pt x="32598" y="17287"/>
                  <a:pt x="32595" y="17321"/>
                  <a:pt x="32588" y="17356"/>
                </a:cubicBezTo>
                <a:cubicBezTo>
                  <a:pt x="32581" y="17390"/>
                  <a:pt x="32571" y="17423"/>
                  <a:pt x="32558" y="17455"/>
                </a:cubicBezTo>
                <a:cubicBezTo>
                  <a:pt x="32545" y="17487"/>
                  <a:pt x="32528" y="17517"/>
                  <a:pt x="32509" y="17546"/>
                </a:cubicBezTo>
                <a:cubicBezTo>
                  <a:pt x="32490" y="17575"/>
                  <a:pt x="32468" y="17602"/>
                  <a:pt x="32443" y="17627"/>
                </a:cubicBezTo>
                <a:cubicBezTo>
                  <a:pt x="32419" y="17651"/>
                  <a:pt x="32392" y="17673"/>
                  <a:pt x="32363" y="17692"/>
                </a:cubicBezTo>
                <a:cubicBezTo>
                  <a:pt x="32334" y="17712"/>
                  <a:pt x="32304" y="17728"/>
                  <a:pt x="32271" y="17741"/>
                </a:cubicBezTo>
                <a:cubicBezTo>
                  <a:pt x="32239" y="17755"/>
                  <a:pt x="32206" y="17765"/>
                  <a:pt x="32172" y="17771"/>
                </a:cubicBezTo>
                <a:cubicBezTo>
                  <a:pt x="32138" y="17778"/>
                  <a:pt x="32104" y="17781"/>
                  <a:pt x="32069" y="17781"/>
                </a:cubicBezTo>
                <a:lnTo>
                  <a:pt x="530" y="17781"/>
                </a:lnTo>
                <a:cubicBezTo>
                  <a:pt x="495" y="17781"/>
                  <a:pt x="461" y="17778"/>
                  <a:pt x="426" y="17771"/>
                </a:cubicBezTo>
                <a:cubicBezTo>
                  <a:pt x="392" y="17765"/>
                  <a:pt x="359" y="17755"/>
                  <a:pt x="327" y="17741"/>
                </a:cubicBezTo>
                <a:cubicBezTo>
                  <a:pt x="295" y="17728"/>
                  <a:pt x="265" y="17712"/>
                  <a:pt x="236" y="17692"/>
                </a:cubicBezTo>
                <a:cubicBezTo>
                  <a:pt x="207" y="17673"/>
                  <a:pt x="180" y="17651"/>
                  <a:pt x="155" y="17627"/>
                </a:cubicBezTo>
                <a:cubicBezTo>
                  <a:pt x="131" y="17602"/>
                  <a:pt x="109" y="17575"/>
                  <a:pt x="90" y="17546"/>
                </a:cubicBezTo>
                <a:cubicBezTo>
                  <a:pt x="70" y="17517"/>
                  <a:pt x="54" y="17487"/>
                  <a:pt x="41" y="17455"/>
                </a:cubicBezTo>
                <a:cubicBezTo>
                  <a:pt x="27" y="17423"/>
                  <a:pt x="17" y="17390"/>
                  <a:pt x="11" y="17356"/>
                </a:cubicBezTo>
                <a:cubicBezTo>
                  <a:pt x="4" y="17321"/>
                  <a:pt x="0" y="17287"/>
                  <a:pt x="0" y="17252"/>
                </a:cubicBezTo>
                <a:lnTo>
                  <a:pt x="0" y="530"/>
                </a:lnTo>
                <a:cubicBezTo>
                  <a:pt x="0" y="495"/>
                  <a:pt x="4" y="461"/>
                  <a:pt x="11" y="426"/>
                </a:cubicBezTo>
                <a:cubicBezTo>
                  <a:pt x="17" y="392"/>
                  <a:pt x="27" y="359"/>
                  <a:pt x="41" y="327"/>
                </a:cubicBezTo>
                <a:cubicBezTo>
                  <a:pt x="54" y="295"/>
                  <a:pt x="70" y="265"/>
                  <a:pt x="90" y="236"/>
                </a:cubicBezTo>
                <a:cubicBezTo>
                  <a:pt x="109" y="207"/>
                  <a:pt x="131" y="180"/>
                  <a:pt x="155" y="155"/>
                </a:cubicBezTo>
                <a:cubicBezTo>
                  <a:pt x="180" y="131"/>
                  <a:pt x="207" y="109"/>
                  <a:pt x="236" y="90"/>
                </a:cubicBezTo>
                <a:cubicBezTo>
                  <a:pt x="265" y="70"/>
                  <a:pt x="295" y="54"/>
                  <a:pt x="327" y="41"/>
                </a:cubicBezTo>
                <a:cubicBezTo>
                  <a:pt x="359" y="27"/>
                  <a:pt x="392" y="17"/>
                  <a:pt x="426" y="11"/>
                </a:cubicBezTo>
                <a:cubicBezTo>
                  <a:pt x="461" y="4"/>
                  <a:pt x="495" y="0"/>
                  <a:pt x="530" y="0"/>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pic>
        <p:nvPicPr>
          <p:cNvPr id="127" name="" descr=""/>
          <p:cNvPicPr/>
          <p:nvPr/>
        </p:nvPicPr>
        <p:blipFill>
          <a:blip r:embed="rId1"/>
          <a:stretch/>
        </p:blipFill>
        <p:spPr>
          <a:xfrm>
            <a:off x="10515600" y="38160"/>
            <a:ext cx="1142640" cy="1142640"/>
          </a:xfrm>
          <a:prstGeom prst="rect">
            <a:avLst/>
          </a:prstGeom>
          <a:ln w="0">
            <a:noFill/>
          </a:ln>
        </p:spPr>
      </p:pic>
      <p:sp>
        <p:nvSpPr>
          <p:cNvPr id="128" name=""/>
          <p:cNvSpPr/>
          <p:nvPr/>
        </p:nvSpPr>
        <p:spPr>
          <a:xfrm>
            <a:off x="542880" y="1666800"/>
            <a:ext cx="5410440" cy="2429280"/>
          </a:xfrm>
          <a:custGeom>
            <a:avLst/>
            <a:gdLst/>
            <a:ahLst/>
            <a:rect l="0" t="0" r="r" b="b"/>
            <a:pathLst>
              <a:path w="15029" h="6748">
                <a:moveTo>
                  <a:pt x="0" y="6562"/>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2"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6562"/>
                </a:lnTo>
                <a:cubicBezTo>
                  <a:pt x="15029" y="6575"/>
                  <a:pt x="15028" y="6587"/>
                  <a:pt x="15025" y="6599"/>
                </a:cubicBezTo>
                <a:cubicBezTo>
                  <a:pt x="15023" y="6610"/>
                  <a:pt x="15020" y="6622"/>
                  <a:pt x="15015" y="6633"/>
                </a:cubicBezTo>
                <a:cubicBezTo>
                  <a:pt x="15010" y="6644"/>
                  <a:pt x="15005" y="6655"/>
                  <a:pt x="14998" y="6665"/>
                </a:cubicBezTo>
                <a:cubicBezTo>
                  <a:pt x="14991" y="6675"/>
                  <a:pt x="14983" y="6685"/>
                  <a:pt x="14975" y="6693"/>
                </a:cubicBezTo>
                <a:cubicBezTo>
                  <a:pt x="14966" y="6702"/>
                  <a:pt x="14957" y="6710"/>
                  <a:pt x="14947" y="6716"/>
                </a:cubicBezTo>
                <a:cubicBezTo>
                  <a:pt x="14937" y="6723"/>
                  <a:pt x="14926" y="6729"/>
                  <a:pt x="14915" y="6733"/>
                </a:cubicBezTo>
                <a:cubicBezTo>
                  <a:pt x="14903" y="6738"/>
                  <a:pt x="14892" y="6742"/>
                  <a:pt x="14880" y="6744"/>
                </a:cubicBezTo>
                <a:cubicBezTo>
                  <a:pt x="14868" y="6746"/>
                  <a:pt x="14856" y="6748"/>
                  <a:pt x="14844" y="6748"/>
                </a:cubicBezTo>
                <a:lnTo>
                  <a:pt x="185" y="6748"/>
                </a:lnTo>
                <a:cubicBezTo>
                  <a:pt x="173" y="6748"/>
                  <a:pt x="161" y="6746"/>
                  <a:pt x="149" y="6744"/>
                </a:cubicBezTo>
                <a:cubicBezTo>
                  <a:pt x="137" y="6742"/>
                  <a:pt x="125" y="6738"/>
                  <a:pt x="114" y="6733"/>
                </a:cubicBezTo>
                <a:cubicBezTo>
                  <a:pt x="103" y="6729"/>
                  <a:pt x="92" y="6723"/>
                  <a:pt x="82" y="6716"/>
                </a:cubicBezTo>
                <a:cubicBezTo>
                  <a:pt x="72" y="6710"/>
                  <a:pt x="62" y="6702"/>
                  <a:pt x="54" y="6693"/>
                </a:cubicBezTo>
                <a:cubicBezTo>
                  <a:pt x="45" y="6685"/>
                  <a:pt x="38" y="6675"/>
                  <a:pt x="31" y="6665"/>
                </a:cubicBezTo>
                <a:cubicBezTo>
                  <a:pt x="24" y="6655"/>
                  <a:pt x="18" y="6644"/>
                  <a:pt x="14" y="6633"/>
                </a:cubicBezTo>
                <a:cubicBezTo>
                  <a:pt x="9" y="6622"/>
                  <a:pt x="6" y="6610"/>
                  <a:pt x="3" y="6599"/>
                </a:cubicBezTo>
                <a:cubicBezTo>
                  <a:pt x="1" y="6587"/>
                  <a:pt x="0" y="6575"/>
                  <a:pt x="0" y="6562"/>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129" name=""/>
          <p:cNvSpPr/>
          <p:nvPr/>
        </p:nvSpPr>
        <p:spPr>
          <a:xfrm>
            <a:off x="542880" y="1666800"/>
            <a:ext cx="5410440" cy="2429280"/>
          </a:xfrm>
          <a:custGeom>
            <a:avLst/>
            <a:gdLst/>
            <a:ahLst/>
            <a:rect l="0" t="0" r="r" b="b"/>
            <a:pathLst>
              <a:path w="15029" h="6748">
                <a:moveTo>
                  <a:pt x="0" y="6562"/>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2"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6562"/>
                </a:lnTo>
                <a:cubicBezTo>
                  <a:pt x="15029" y="6575"/>
                  <a:pt x="15028" y="6587"/>
                  <a:pt x="15025" y="6599"/>
                </a:cubicBezTo>
                <a:cubicBezTo>
                  <a:pt x="15023" y="6610"/>
                  <a:pt x="15020" y="6622"/>
                  <a:pt x="15015" y="6633"/>
                </a:cubicBezTo>
                <a:cubicBezTo>
                  <a:pt x="15010" y="6644"/>
                  <a:pt x="15005" y="6655"/>
                  <a:pt x="14998" y="6665"/>
                </a:cubicBezTo>
                <a:cubicBezTo>
                  <a:pt x="14991" y="6675"/>
                  <a:pt x="14983" y="6685"/>
                  <a:pt x="14975" y="6693"/>
                </a:cubicBezTo>
                <a:cubicBezTo>
                  <a:pt x="14966" y="6702"/>
                  <a:pt x="14957" y="6710"/>
                  <a:pt x="14947" y="6716"/>
                </a:cubicBezTo>
                <a:cubicBezTo>
                  <a:pt x="14937" y="6723"/>
                  <a:pt x="14926" y="6729"/>
                  <a:pt x="14915" y="6733"/>
                </a:cubicBezTo>
                <a:cubicBezTo>
                  <a:pt x="14903" y="6738"/>
                  <a:pt x="14892" y="6742"/>
                  <a:pt x="14880" y="6744"/>
                </a:cubicBezTo>
                <a:cubicBezTo>
                  <a:pt x="14868" y="6746"/>
                  <a:pt x="14856" y="6748"/>
                  <a:pt x="14844" y="6748"/>
                </a:cubicBezTo>
                <a:lnTo>
                  <a:pt x="185" y="6748"/>
                </a:lnTo>
                <a:cubicBezTo>
                  <a:pt x="173" y="6748"/>
                  <a:pt x="161" y="6746"/>
                  <a:pt x="149" y="6744"/>
                </a:cubicBezTo>
                <a:cubicBezTo>
                  <a:pt x="137" y="6742"/>
                  <a:pt x="125" y="6738"/>
                  <a:pt x="114" y="6733"/>
                </a:cubicBezTo>
                <a:cubicBezTo>
                  <a:pt x="103" y="6729"/>
                  <a:pt x="92" y="6723"/>
                  <a:pt x="82" y="6716"/>
                </a:cubicBezTo>
                <a:cubicBezTo>
                  <a:pt x="72" y="6710"/>
                  <a:pt x="62" y="6702"/>
                  <a:pt x="54" y="6693"/>
                </a:cubicBezTo>
                <a:cubicBezTo>
                  <a:pt x="45" y="6685"/>
                  <a:pt x="38" y="6675"/>
                  <a:pt x="31" y="6665"/>
                </a:cubicBezTo>
                <a:cubicBezTo>
                  <a:pt x="24" y="6655"/>
                  <a:pt x="18" y="6644"/>
                  <a:pt x="14" y="6633"/>
                </a:cubicBezTo>
                <a:cubicBezTo>
                  <a:pt x="9" y="6622"/>
                  <a:pt x="6" y="6610"/>
                  <a:pt x="3" y="6599"/>
                </a:cubicBezTo>
                <a:cubicBezTo>
                  <a:pt x="1" y="6587"/>
                  <a:pt x="0" y="6575"/>
                  <a:pt x="0" y="6562"/>
                </a:cubicBezTo>
                <a:close/>
              </a:path>
            </a:pathLst>
          </a:custGeom>
          <a:noFill/>
          <a:ln w="18720">
            <a:solidFill>
              <a:srgbClr val="d7e5ee"/>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130" name=""/>
          <p:cNvSpPr txBox="1"/>
          <p:nvPr/>
        </p:nvSpPr>
        <p:spPr>
          <a:xfrm>
            <a:off x="533520" y="924480"/>
            <a:ext cx="9068400" cy="385920"/>
          </a:xfrm>
          <a:prstGeom prst="rect">
            <a:avLst/>
          </a:prstGeom>
          <a:noFill/>
          <a:ln w="0">
            <a:noFill/>
          </a:ln>
        </p:spPr>
        <p:txBody>
          <a:bodyPr wrap="none" lIns="0" rIns="0" tIns="0" bIns="0" anchor="t">
            <a:noAutofit/>
          </a:bodyPr>
          <a:p>
            <a:r>
              <a:rPr b="0" lang="zh-CN" sz="2100" spc="-1" strike="noStrike">
                <a:solidFill>
                  <a:srgbClr val="111111"/>
                </a:solidFill>
                <a:latin typeface="NotoSansJP"/>
                <a:ea typeface="NotoSansJP"/>
              </a:rPr>
              <a:t>畳み込み層は、学習可能なフィルタを画像上で走査して特徴マップを作る。</a:t>
            </a:r>
            <a:endParaRPr b="0" lang="en-US" sz="2100" spc="-1" strike="noStrike">
              <a:solidFill>
                <a:srgbClr val="000000"/>
              </a:solidFill>
              <a:latin typeface="Times New Roman"/>
            </a:endParaRPr>
          </a:p>
        </p:txBody>
      </p:sp>
      <p:sp>
        <p:nvSpPr>
          <p:cNvPr id="131" name=""/>
          <p:cNvSpPr/>
          <p:nvPr/>
        </p:nvSpPr>
        <p:spPr>
          <a:xfrm>
            <a:off x="809280" y="2457360"/>
            <a:ext cx="95760" cy="95400"/>
          </a:xfrm>
          <a:custGeom>
            <a:avLst/>
            <a:gdLst/>
            <a:ahLst/>
            <a:rect l="0" t="0" r="r" b="b"/>
            <a:pathLst>
              <a:path w="266" h="265">
                <a:moveTo>
                  <a:pt x="266" y="132"/>
                </a:moveTo>
                <a:cubicBezTo>
                  <a:pt x="266" y="150"/>
                  <a:pt x="263" y="166"/>
                  <a:pt x="255" y="184"/>
                </a:cubicBezTo>
                <a:cubicBezTo>
                  <a:pt x="248" y="200"/>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200"/>
                  <a:pt x="11" y="184"/>
                </a:cubicBezTo>
                <a:cubicBezTo>
                  <a:pt x="4" y="166"/>
                  <a:pt x="0" y="150"/>
                  <a:pt x="0" y="132"/>
                </a:cubicBezTo>
                <a:cubicBezTo>
                  <a:pt x="0" y="114"/>
                  <a:pt x="4" y="98"/>
                  <a:pt x="11" y="81"/>
                </a:cubicBezTo>
                <a:cubicBezTo>
                  <a:pt x="17" y="65"/>
                  <a:pt x="27" y="51"/>
                  <a:pt x="39" y="38"/>
                </a:cubicBezTo>
                <a:cubicBezTo>
                  <a:pt x="52" y="26"/>
                  <a:pt x="66" y="17"/>
                  <a:pt x="82" y="10"/>
                </a:cubicBezTo>
                <a:cubicBezTo>
                  <a:pt x="98" y="3"/>
                  <a:pt x="115" y="0"/>
                  <a:pt x="133" y="0"/>
                </a:cubicBezTo>
                <a:cubicBezTo>
                  <a:pt x="150" y="0"/>
                  <a:pt x="167" y="3"/>
                  <a:pt x="183" y="10"/>
                </a:cubicBezTo>
                <a:cubicBezTo>
                  <a:pt x="200" y="17"/>
                  <a:pt x="214" y="26"/>
                  <a:pt x="226" y="38"/>
                </a:cubicBezTo>
                <a:cubicBezTo>
                  <a:pt x="239" y="51"/>
                  <a:pt x="248" y="65"/>
                  <a:pt x="255" y="81"/>
                </a:cubicBezTo>
                <a:cubicBezTo>
                  <a:pt x="263" y="98"/>
                  <a:pt x="266" y="114"/>
                  <a:pt x="266"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32" name=""/>
          <p:cNvSpPr txBox="1"/>
          <p:nvPr/>
        </p:nvSpPr>
        <p:spPr>
          <a:xfrm>
            <a:off x="762120" y="1848600"/>
            <a:ext cx="1334160" cy="385920"/>
          </a:xfrm>
          <a:prstGeom prst="rect">
            <a:avLst/>
          </a:prstGeom>
          <a:noFill/>
          <a:ln w="0">
            <a:noFill/>
          </a:ln>
        </p:spPr>
        <p:txBody>
          <a:bodyPr wrap="none" lIns="0" rIns="0" tIns="0" bIns="0" anchor="t">
            <a:noAutofit/>
          </a:bodyPr>
          <a:p>
            <a:r>
              <a:rPr b="0" lang="zh-CN" sz="2100" spc="-1" strike="noStrike">
                <a:solidFill>
                  <a:srgbClr val="0b4b78"/>
                </a:solidFill>
                <a:latin typeface="NotoSansJP"/>
                <a:ea typeface="NotoSansJP"/>
              </a:rPr>
              <a:t>畳み込み層</a:t>
            </a:r>
            <a:endParaRPr b="0" lang="en-US" sz="2100" spc="-1" strike="noStrike">
              <a:solidFill>
                <a:srgbClr val="000000"/>
              </a:solidFill>
              <a:latin typeface="Times New Roman"/>
            </a:endParaRPr>
          </a:p>
        </p:txBody>
      </p:sp>
      <p:sp>
        <p:nvSpPr>
          <p:cNvPr id="133" name=""/>
          <p:cNvSpPr/>
          <p:nvPr/>
        </p:nvSpPr>
        <p:spPr>
          <a:xfrm>
            <a:off x="809280" y="2904840"/>
            <a:ext cx="95760" cy="95760"/>
          </a:xfrm>
          <a:custGeom>
            <a:avLst/>
            <a:gdLst/>
            <a:ahLst/>
            <a:rect l="0" t="0" r="r" b="b"/>
            <a:pathLst>
              <a:path w="266" h="266">
                <a:moveTo>
                  <a:pt x="266" y="133"/>
                </a:moveTo>
                <a:cubicBezTo>
                  <a:pt x="266" y="150"/>
                  <a:pt x="263" y="167"/>
                  <a:pt x="255" y="183"/>
                </a:cubicBezTo>
                <a:cubicBezTo>
                  <a:pt x="248" y="199"/>
                  <a:pt x="239" y="214"/>
                  <a:pt x="226" y="226"/>
                </a:cubicBezTo>
                <a:cubicBezTo>
                  <a:pt x="214" y="239"/>
                  <a:pt x="200" y="249"/>
                  <a:pt x="183" y="256"/>
                </a:cubicBezTo>
                <a:cubicBezTo>
                  <a:pt x="167" y="263"/>
                  <a:pt x="150" y="266"/>
                  <a:pt x="133" y="266"/>
                </a:cubicBezTo>
                <a:cubicBezTo>
                  <a:pt x="115" y="266"/>
                  <a:pt x="98" y="263"/>
                  <a:pt x="82" y="256"/>
                </a:cubicBezTo>
                <a:cubicBezTo>
                  <a:pt x="66" y="249"/>
                  <a:pt x="52" y="239"/>
                  <a:pt x="39" y="226"/>
                </a:cubicBezTo>
                <a:cubicBezTo>
                  <a:pt x="27" y="214"/>
                  <a:pt x="17" y="199"/>
                  <a:pt x="11" y="183"/>
                </a:cubicBezTo>
                <a:cubicBezTo>
                  <a:pt x="4" y="167"/>
                  <a:pt x="0" y="150"/>
                  <a:pt x="0" y="133"/>
                </a:cubicBezTo>
                <a:cubicBezTo>
                  <a:pt x="0" y="115"/>
                  <a:pt x="4" y="98"/>
                  <a:pt x="11" y="82"/>
                </a:cubicBezTo>
                <a:cubicBezTo>
                  <a:pt x="17" y="66"/>
                  <a:pt x="27" y="51"/>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1"/>
                  <a:pt x="248" y="66"/>
                  <a:pt x="255" y="82"/>
                </a:cubicBezTo>
                <a:cubicBezTo>
                  <a:pt x="263" y="98"/>
                  <a:pt x="266" y="115"/>
                  <a:pt x="266"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34" name=""/>
          <p:cNvSpPr txBox="1"/>
          <p:nvPr/>
        </p:nvSpPr>
        <p:spPr>
          <a:xfrm>
            <a:off x="1059480" y="2336400"/>
            <a:ext cx="428004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小さなカーネルを画像に重ねて計算する</a:t>
            </a:r>
            <a:endParaRPr b="0" lang="en-US" sz="1870" spc="-1" strike="noStrike">
              <a:solidFill>
                <a:srgbClr val="000000"/>
              </a:solidFill>
              <a:latin typeface="Times New Roman"/>
            </a:endParaRPr>
          </a:p>
        </p:txBody>
      </p:sp>
      <p:sp>
        <p:nvSpPr>
          <p:cNvPr id="135" name=""/>
          <p:cNvSpPr/>
          <p:nvPr/>
        </p:nvSpPr>
        <p:spPr>
          <a:xfrm>
            <a:off x="809280" y="3342960"/>
            <a:ext cx="95760" cy="95760"/>
          </a:xfrm>
          <a:custGeom>
            <a:avLst/>
            <a:gdLst/>
            <a:ahLst/>
            <a:rect l="0" t="0" r="r" b="b"/>
            <a:pathLst>
              <a:path w="266" h="266">
                <a:moveTo>
                  <a:pt x="266" y="134"/>
                </a:moveTo>
                <a:cubicBezTo>
                  <a:pt x="266" y="151"/>
                  <a:pt x="263" y="168"/>
                  <a:pt x="255" y="184"/>
                </a:cubicBezTo>
                <a:cubicBezTo>
                  <a:pt x="248" y="200"/>
                  <a:pt x="239" y="215"/>
                  <a:pt x="226" y="227"/>
                </a:cubicBezTo>
                <a:cubicBezTo>
                  <a:pt x="214" y="240"/>
                  <a:pt x="200" y="249"/>
                  <a:pt x="183" y="256"/>
                </a:cubicBezTo>
                <a:cubicBezTo>
                  <a:pt x="167" y="263"/>
                  <a:pt x="150" y="266"/>
                  <a:pt x="133" y="266"/>
                </a:cubicBezTo>
                <a:cubicBezTo>
                  <a:pt x="115" y="266"/>
                  <a:pt x="98" y="263"/>
                  <a:pt x="82" y="256"/>
                </a:cubicBezTo>
                <a:cubicBezTo>
                  <a:pt x="66" y="249"/>
                  <a:pt x="52" y="240"/>
                  <a:pt x="39" y="227"/>
                </a:cubicBezTo>
                <a:cubicBezTo>
                  <a:pt x="27" y="215"/>
                  <a:pt x="17" y="200"/>
                  <a:pt x="11" y="184"/>
                </a:cubicBezTo>
                <a:cubicBezTo>
                  <a:pt x="4" y="168"/>
                  <a:pt x="0" y="151"/>
                  <a:pt x="0" y="134"/>
                </a:cubicBezTo>
                <a:cubicBezTo>
                  <a:pt x="0" y="116"/>
                  <a:pt x="4" y="99"/>
                  <a:pt x="11" y="82"/>
                </a:cubicBezTo>
                <a:cubicBezTo>
                  <a:pt x="17" y="66"/>
                  <a:pt x="27" y="52"/>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2"/>
                  <a:pt x="248" y="66"/>
                  <a:pt x="255" y="82"/>
                </a:cubicBezTo>
                <a:cubicBezTo>
                  <a:pt x="263" y="99"/>
                  <a:pt x="266" y="116"/>
                  <a:pt x="266" y="134"/>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36" name=""/>
          <p:cNvSpPr txBox="1"/>
          <p:nvPr/>
        </p:nvSpPr>
        <p:spPr>
          <a:xfrm>
            <a:off x="1059480" y="2783880"/>
            <a:ext cx="428004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エッジ、角、ストロークなどに反応する</a:t>
            </a:r>
            <a:endParaRPr b="0" lang="en-US" sz="1870" spc="-1" strike="noStrike">
              <a:solidFill>
                <a:srgbClr val="000000"/>
              </a:solidFill>
              <a:latin typeface="Times New Roman"/>
            </a:endParaRPr>
          </a:p>
        </p:txBody>
      </p:sp>
      <p:sp>
        <p:nvSpPr>
          <p:cNvPr id="137" name=""/>
          <p:cNvSpPr/>
          <p:nvPr/>
        </p:nvSpPr>
        <p:spPr>
          <a:xfrm>
            <a:off x="6238800" y="1666800"/>
            <a:ext cx="5410440" cy="2429280"/>
          </a:xfrm>
          <a:custGeom>
            <a:avLst/>
            <a:gdLst/>
            <a:ahLst/>
            <a:rect l="0" t="0" r="r" b="b"/>
            <a:pathLst>
              <a:path w="15029" h="6748">
                <a:moveTo>
                  <a:pt x="0" y="6562"/>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3"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6562"/>
                </a:lnTo>
                <a:cubicBezTo>
                  <a:pt x="15029" y="6575"/>
                  <a:pt x="15028" y="6587"/>
                  <a:pt x="15025" y="6599"/>
                </a:cubicBezTo>
                <a:cubicBezTo>
                  <a:pt x="15023" y="6610"/>
                  <a:pt x="15020" y="6622"/>
                  <a:pt x="15015" y="6633"/>
                </a:cubicBezTo>
                <a:cubicBezTo>
                  <a:pt x="15010" y="6644"/>
                  <a:pt x="15005" y="6655"/>
                  <a:pt x="14998" y="6665"/>
                </a:cubicBezTo>
                <a:cubicBezTo>
                  <a:pt x="14991" y="6675"/>
                  <a:pt x="14983" y="6685"/>
                  <a:pt x="14975" y="6693"/>
                </a:cubicBezTo>
                <a:cubicBezTo>
                  <a:pt x="14966" y="6702"/>
                  <a:pt x="14957" y="6710"/>
                  <a:pt x="14947" y="6716"/>
                </a:cubicBezTo>
                <a:cubicBezTo>
                  <a:pt x="14937" y="6723"/>
                  <a:pt x="14926" y="6729"/>
                  <a:pt x="14915" y="6733"/>
                </a:cubicBezTo>
                <a:cubicBezTo>
                  <a:pt x="14903" y="6738"/>
                  <a:pt x="14892" y="6742"/>
                  <a:pt x="14880" y="6744"/>
                </a:cubicBezTo>
                <a:cubicBezTo>
                  <a:pt x="14868" y="6746"/>
                  <a:pt x="14856" y="6748"/>
                  <a:pt x="14844" y="6748"/>
                </a:cubicBezTo>
                <a:lnTo>
                  <a:pt x="185" y="6748"/>
                </a:lnTo>
                <a:cubicBezTo>
                  <a:pt x="173" y="6748"/>
                  <a:pt x="161" y="6746"/>
                  <a:pt x="149" y="6744"/>
                </a:cubicBezTo>
                <a:cubicBezTo>
                  <a:pt x="137" y="6742"/>
                  <a:pt x="125" y="6738"/>
                  <a:pt x="114" y="6733"/>
                </a:cubicBezTo>
                <a:cubicBezTo>
                  <a:pt x="103" y="6729"/>
                  <a:pt x="92" y="6723"/>
                  <a:pt x="82" y="6716"/>
                </a:cubicBezTo>
                <a:cubicBezTo>
                  <a:pt x="72" y="6710"/>
                  <a:pt x="63" y="6702"/>
                  <a:pt x="54" y="6693"/>
                </a:cubicBezTo>
                <a:cubicBezTo>
                  <a:pt x="45" y="6685"/>
                  <a:pt x="38" y="6675"/>
                  <a:pt x="31" y="6665"/>
                </a:cubicBezTo>
                <a:cubicBezTo>
                  <a:pt x="24" y="6655"/>
                  <a:pt x="18" y="6644"/>
                  <a:pt x="14" y="6633"/>
                </a:cubicBezTo>
                <a:cubicBezTo>
                  <a:pt x="9" y="6622"/>
                  <a:pt x="6" y="6610"/>
                  <a:pt x="3" y="6599"/>
                </a:cubicBezTo>
                <a:cubicBezTo>
                  <a:pt x="1" y="6587"/>
                  <a:pt x="0" y="6575"/>
                  <a:pt x="0" y="6562"/>
                </a:cubicBezTo>
                <a:close/>
              </a:path>
            </a:pathLst>
          </a:custGeom>
          <a:solidFill>
            <a:srgbClr val="fff8f7"/>
          </a:solidFill>
          <a:ln w="0">
            <a:noFill/>
          </a:ln>
        </p:spPr>
        <p:txBody>
          <a:bodyPr lIns="0" rIns="0" tIns="0" bIns="0" anchor="t">
            <a:noAutofit/>
          </a:bodyPr>
          <a:p>
            <a:endParaRPr b="0" lang="en-US" sz="2400" spc="-1" strike="noStrike">
              <a:solidFill>
                <a:srgbClr val="000000"/>
              </a:solidFill>
              <a:latin typeface="Times New Roman"/>
            </a:endParaRPr>
          </a:p>
        </p:txBody>
      </p:sp>
      <p:sp>
        <p:nvSpPr>
          <p:cNvPr id="138" name=""/>
          <p:cNvSpPr/>
          <p:nvPr/>
        </p:nvSpPr>
        <p:spPr>
          <a:xfrm>
            <a:off x="6238800" y="1666800"/>
            <a:ext cx="5410440" cy="2429280"/>
          </a:xfrm>
          <a:custGeom>
            <a:avLst/>
            <a:gdLst/>
            <a:ahLst/>
            <a:rect l="0" t="0" r="r" b="b"/>
            <a:pathLst>
              <a:path w="15029" h="6748">
                <a:moveTo>
                  <a:pt x="0" y="6562"/>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3"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6562"/>
                </a:lnTo>
                <a:cubicBezTo>
                  <a:pt x="15029" y="6575"/>
                  <a:pt x="15028" y="6587"/>
                  <a:pt x="15025" y="6599"/>
                </a:cubicBezTo>
                <a:cubicBezTo>
                  <a:pt x="15023" y="6610"/>
                  <a:pt x="15020" y="6622"/>
                  <a:pt x="15015" y="6633"/>
                </a:cubicBezTo>
                <a:cubicBezTo>
                  <a:pt x="15010" y="6644"/>
                  <a:pt x="15005" y="6655"/>
                  <a:pt x="14998" y="6665"/>
                </a:cubicBezTo>
                <a:cubicBezTo>
                  <a:pt x="14991" y="6675"/>
                  <a:pt x="14983" y="6685"/>
                  <a:pt x="14975" y="6693"/>
                </a:cubicBezTo>
                <a:cubicBezTo>
                  <a:pt x="14966" y="6702"/>
                  <a:pt x="14957" y="6710"/>
                  <a:pt x="14947" y="6716"/>
                </a:cubicBezTo>
                <a:cubicBezTo>
                  <a:pt x="14937" y="6723"/>
                  <a:pt x="14926" y="6729"/>
                  <a:pt x="14915" y="6733"/>
                </a:cubicBezTo>
                <a:cubicBezTo>
                  <a:pt x="14903" y="6738"/>
                  <a:pt x="14892" y="6742"/>
                  <a:pt x="14880" y="6744"/>
                </a:cubicBezTo>
                <a:cubicBezTo>
                  <a:pt x="14868" y="6746"/>
                  <a:pt x="14856" y="6748"/>
                  <a:pt x="14844" y="6748"/>
                </a:cubicBezTo>
                <a:lnTo>
                  <a:pt x="185" y="6748"/>
                </a:lnTo>
                <a:cubicBezTo>
                  <a:pt x="173" y="6748"/>
                  <a:pt x="161" y="6746"/>
                  <a:pt x="149" y="6744"/>
                </a:cubicBezTo>
                <a:cubicBezTo>
                  <a:pt x="137" y="6742"/>
                  <a:pt x="125" y="6738"/>
                  <a:pt x="114" y="6733"/>
                </a:cubicBezTo>
                <a:cubicBezTo>
                  <a:pt x="103" y="6729"/>
                  <a:pt x="92" y="6723"/>
                  <a:pt x="82" y="6716"/>
                </a:cubicBezTo>
                <a:cubicBezTo>
                  <a:pt x="72" y="6710"/>
                  <a:pt x="63" y="6702"/>
                  <a:pt x="54" y="6693"/>
                </a:cubicBezTo>
                <a:cubicBezTo>
                  <a:pt x="45" y="6685"/>
                  <a:pt x="38" y="6675"/>
                  <a:pt x="31" y="6665"/>
                </a:cubicBezTo>
                <a:cubicBezTo>
                  <a:pt x="24" y="6655"/>
                  <a:pt x="18" y="6644"/>
                  <a:pt x="14" y="6633"/>
                </a:cubicBezTo>
                <a:cubicBezTo>
                  <a:pt x="9" y="6622"/>
                  <a:pt x="6" y="6610"/>
                  <a:pt x="3" y="6599"/>
                </a:cubicBezTo>
                <a:cubicBezTo>
                  <a:pt x="1" y="6587"/>
                  <a:pt x="0" y="6575"/>
                  <a:pt x="0" y="6562"/>
                </a:cubicBezTo>
                <a:close/>
              </a:path>
            </a:pathLst>
          </a:custGeom>
          <a:noFill/>
          <a:ln w="18720">
            <a:solidFill>
              <a:srgbClr val="e8bbb8"/>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139" name=""/>
          <p:cNvSpPr txBox="1"/>
          <p:nvPr/>
        </p:nvSpPr>
        <p:spPr>
          <a:xfrm>
            <a:off x="1059480" y="3222000"/>
            <a:ext cx="4424040" cy="346320"/>
          </a:xfrm>
          <a:prstGeom prst="rect">
            <a:avLst/>
          </a:prstGeom>
          <a:noFill/>
          <a:ln w="0">
            <a:noFill/>
          </a:ln>
        </p:spPr>
        <p:txBody>
          <a:bodyPr wrap="none" lIns="0" rIns="0" tIns="0" bIns="0" anchor="t">
            <a:noAutofit/>
          </a:bodyPr>
          <a:p>
            <a:r>
              <a:rPr b="0" lang="en-US" sz="1870" spc="-1" strike="noStrike">
                <a:solidFill>
                  <a:srgbClr val="111111"/>
                </a:solidFill>
                <a:latin typeface="NotoSansJP"/>
                <a:ea typeface="NotoSansJP"/>
              </a:rPr>
              <a:t>ReLU</a:t>
            </a:r>
            <a:r>
              <a:rPr b="0" lang="zh-CN" sz="1870" spc="-1" strike="noStrike">
                <a:solidFill>
                  <a:srgbClr val="111111"/>
                </a:solidFill>
                <a:latin typeface="NotoSansJP"/>
                <a:ea typeface="NotoSansJP"/>
              </a:rPr>
              <a:t>により重要な反応を残しやすくする</a:t>
            </a:r>
            <a:endParaRPr b="0" lang="en-US" sz="1870" spc="-1" strike="noStrike">
              <a:solidFill>
                <a:srgbClr val="000000"/>
              </a:solidFill>
              <a:latin typeface="Times New Roman"/>
            </a:endParaRPr>
          </a:p>
        </p:txBody>
      </p:sp>
      <p:sp>
        <p:nvSpPr>
          <p:cNvPr id="140" name=""/>
          <p:cNvSpPr/>
          <p:nvPr/>
        </p:nvSpPr>
        <p:spPr>
          <a:xfrm>
            <a:off x="6505560" y="2457360"/>
            <a:ext cx="95400" cy="95400"/>
          </a:xfrm>
          <a:custGeom>
            <a:avLst/>
            <a:gdLst/>
            <a:ahLst/>
            <a:rect l="0" t="0" r="r" b="b"/>
            <a:pathLst>
              <a:path w="265" h="265">
                <a:moveTo>
                  <a:pt x="265" y="132"/>
                </a:moveTo>
                <a:cubicBezTo>
                  <a:pt x="265" y="150"/>
                  <a:pt x="262" y="166"/>
                  <a:pt x="255" y="184"/>
                </a:cubicBezTo>
                <a:cubicBezTo>
                  <a:pt x="248" y="200"/>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200"/>
                  <a:pt x="10" y="184"/>
                </a:cubicBezTo>
                <a:cubicBezTo>
                  <a:pt x="3" y="166"/>
                  <a:pt x="0" y="150"/>
                  <a:pt x="0" y="132"/>
                </a:cubicBezTo>
                <a:cubicBezTo>
                  <a:pt x="0" y="114"/>
                  <a:pt x="3" y="98"/>
                  <a:pt x="10" y="81"/>
                </a:cubicBezTo>
                <a:cubicBezTo>
                  <a:pt x="17" y="65"/>
                  <a:pt x="27" y="51"/>
                  <a:pt x="39" y="38"/>
                </a:cubicBezTo>
                <a:cubicBezTo>
                  <a:pt x="52" y="26"/>
                  <a:pt x="66" y="17"/>
                  <a:pt x="82" y="10"/>
                </a:cubicBezTo>
                <a:cubicBezTo>
                  <a:pt x="98" y="3"/>
                  <a:pt x="115" y="0"/>
                  <a:pt x="133" y="0"/>
                </a:cubicBezTo>
                <a:cubicBezTo>
                  <a:pt x="150" y="0"/>
                  <a:pt x="167" y="3"/>
                  <a:pt x="183" y="10"/>
                </a:cubicBezTo>
                <a:cubicBezTo>
                  <a:pt x="200" y="17"/>
                  <a:pt x="214" y="26"/>
                  <a:pt x="226" y="38"/>
                </a:cubicBezTo>
                <a:cubicBezTo>
                  <a:pt x="239" y="51"/>
                  <a:pt x="248" y="65"/>
                  <a:pt x="255" y="81"/>
                </a:cubicBezTo>
                <a:cubicBezTo>
                  <a:pt x="262" y="98"/>
                  <a:pt x="265" y="114"/>
                  <a:pt x="265"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41" name=""/>
          <p:cNvSpPr txBox="1"/>
          <p:nvPr/>
        </p:nvSpPr>
        <p:spPr>
          <a:xfrm>
            <a:off x="6458040" y="1848600"/>
            <a:ext cx="1600920" cy="385920"/>
          </a:xfrm>
          <a:prstGeom prst="rect">
            <a:avLst/>
          </a:prstGeom>
          <a:noFill/>
          <a:ln w="0">
            <a:noFill/>
          </a:ln>
        </p:spPr>
        <p:txBody>
          <a:bodyPr wrap="none" lIns="0" rIns="0" tIns="0" bIns="0" anchor="t">
            <a:noAutofit/>
          </a:bodyPr>
          <a:p>
            <a:r>
              <a:rPr b="0" lang="zh-CN" sz="2100" spc="-1" strike="noStrike">
                <a:solidFill>
                  <a:srgbClr val="0b4b78"/>
                </a:solidFill>
                <a:latin typeface="NotoSansJP"/>
                <a:ea typeface="NotoSansJP"/>
              </a:rPr>
              <a:t>プーリング層</a:t>
            </a:r>
            <a:endParaRPr b="0" lang="en-US" sz="2100" spc="-1" strike="noStrike">
              <a:solidFill>
                <a:srgbClr val="000000"/>
              </a:solidFill>
              <a:latin typeface="Times New Roman"/>
            </a:endParaRPr>
          </a:p>
        </p:txBody>
      </p:sp>
      <p:sp>
        <p:nvSpPr>
          <p:cNvPr id="142" name=""/>
          <p:cNvSpPr/>
          <p:nvPr/>
        </p:nvSpPr>
        <p:spPr>
          <a:xfrm>
            <a:off x="6505560" y="2904840"/>
            <a:ext cx="95400" cy="95760"/>
          </a:xfrm>
          <a:custGeom>
            <a:avLst/>
            <a:gdLst/>
            <a:ahLst/>
            <a:rect l="0" t="0" r="r" b="b"/>
            <a:pathLst>
              <a:path w="265" h="266">
                <a:moveTo>
                  <a:pt x="265" y="133"/>
                </a:moveTo>
                <a:cubicBezTo>
                  <a:pt x="265" y="150"/>
                  <a:pt x="262" y="167"/>
                  <a:pt x="255" y="183"/>
                </a:cubicBezTo>
                <a:cubicBezTo>
                  <a:pt x="248" y="199"/>
                  <a:pt x="239" y="214"/>
                  <a:pt x="226" y="226"/>
                </a:cubicBezTo>
                <a:cubicBezTo>
                  <a:pt x="214" y="239"/>
                  <a:pt x="200" y="249"/>
                  <a:pt x="183" y="256"/>
                </a:cubicBezTo>
                <a:cubicBezTo>
                  <a:pt x="167" y="263"/>
                  <a:pt x="150" y="266"/>
                  <a:pt x="133" y="266"/>
                </a:cubicBezTo>
                <a:cubicBezTo>
                  <a:pt x="115" y="266"/>
                  <a:pt x="98" y="263"/>
                  <a:pt x="82" y="256"/>
                </a:cubicBezTo>
                <a:cubicBezTo>
                  <a:pt x="66" y="249"/>
                  <a:pt x="52" y="239"/>
                  <a:pt x="39" y="226"/>
                </a:cubicBezTo>
                <a:cubicBezTo>
                  <a:pt x="27" y="214"/>
                  <a:pt x="17" y="199"/>
                  <a:pt x="10" y="183"/>
                </a:cubicBezTo>
                <a:cubicBezTo>
                  <a:pt x="3" y="167"/>
                  <a:pt x="0" y="150"/>
                  <a:pt x="0" y="133"/>
                </a:cubicBezTo>
                <a:cubicBezTo>
                  <a:pt x="0" y="115"/>
                  <a:pt x="3" y="98"/>
                  <a:pt x="10" y="82"/>
                </a:cubicBezTo>
                <a:cubicBezTo>
                  <a:pt x="17" y="66"/>
                  <a:pt x="27" y="51"/>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1"/>
                  <a:pt x="248" y="66"/>
                  <a:pt x="255" y="82"/>
                </a:cubicBezTo>
                <a:cubicBezTo>
                  <a:pt x="262" y="98"/>
                  <a:pt x="265" y="115"/>
                  <a:pt x="265"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43" name=""/>
          <p:cNvSpPr txBox="1"/>
          <p:nvPr/>
        </p:nvSpPr>
        <p:spPr>
          <a:xfrm>
            <a:off x="6755760" y="2336400"/>
            <a:ext cx="380448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特徴マップの縦横サイズを縮小する</a:t>
            </a:r>
            <a:endParaRPr b="0" lang="en-US" sz="1870" spc="-1" strike="noStrike">
              <a:solidFill>
                <a:srgbClr val="000000"/>
              </a:solidFill>
              <a:latin typeface="Times New Roman"/>
            </a:endParaRPr>
          </a:p>
        </p:txBody>
      </p:sp>
      <p:sp>
        <p:nvSpPr>
          <p:cNvPr id="144" name=""/>
          <p:cNvSpPr/>
          <p:nvPr/>
        </p:nvSpPr>
        <p:spPr>
          <a:xfrm>
            <a:off x="6505560" y="3342960"/>
            <a:ext cx="95400" cy="95760"/>
          </a:xfrm>
          <a:custGeom>
            <a:avLst/>
            <a:gdLst/>
            <a:ahLst/>
            <a:rect l="0" t="0" r="r" b="b"/>
            <a:pathLst>
              <a:path w="265" h="266">
                <a:moveTo>
                  <a:pt x="265" y="134"/>
                </a:moveTo>
                <a:cubicBezTo>
                  <a:pt x="265" y="151"/>
                  <a:pt x="262" y="168"/>
                  <a:pt x="255" y="184"/>
                </a:cubicBezTo>
                <a:cubicBezTo>
                  <a:pt x="248" y="200"/>
                  <a:pt x="239" y="215"/>
                  <a:pt x="226" y="227"/>
                </a:cubicBezTo>
                <a:cubicBezTo>
                  <a:pt x="214" y="240"/>
                  <a:pt x="200" y="249"/>
                  <a:pt x="183" y="256"/>
                </a:cubicBezTo>
                <a:cubicBezTo>
                  <a:pt x="167" y="263"/>
                  <a:pt x="150" y="266"/>
                  <a:pt x="133" y="266"/>
                </a:cubicBezTo>
                <a:cubicBezTo>
                  <a:pt x="115" y="266"/>
                  <a:pt x="98" y="263"/>
                  <a:pt x="82" y="256"/>
                </a:cubicBezTo>
                <a:cubicBezTo>
                  <a:pt x="66" y="249"/>
                  <a:pt x="52" y="240"/>
                  <a:pt x="39" y="227"/>
                </a:cubicBezTo>
                <a:cubicBezTo>
                  <a:pt x="27" y="215"/>
                  <a:pt x="17" y="200"/>
                  <a:pt x="10" y="184"/>
                </a:cubicBezTo>
                <a:cubicBezTo>
                  <a:pt x="3" y="168"/>
                  <a:pt x="0" y="151"/>
                  <a:pt x="0" y="134"/>
                </a:cubicBezTo>
                <a:cubicBezTo>
                  <a:pt x="0" y="116"/>
                  <a:pt x="3" y="99"/>
                  <a:pt x="10" y="82"/>
                </a:cubicBezTo>
                <a:cubicBezTo>
                  <a:pt x="17" y="66"/>
                  <a:pt x="27" y="52"/>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2"/>
                  <a:pt x="248" y="66"/>
                  <a:pt x="255" y="82"/>
                </a:cubicBezTo>
                <a:cubicBezTo>
                  <a:pt x="262" y="99"/>
                  <a:pt x="265" y="116"/>
                  <a:pt x="265" y="134"/>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45" name=""/>
          <p:cNvSpPr txBox="1"/>
          <p:nvPr/>
        </p:nvSpPr>
        <p:spPr>
          <a:xfrm>
            <a:off x="6755760" y="2783880"/>
            <a:ext cx="214056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計算コストを下げる</a:t>
            </a:r>
            <a:endParaRPr b="0" lang="en-US" sz="1870" spc="-1" strike="noStrike">
              <a:solidFill>
                <a:srgbClr val="000000"/>
              </a:solidFill>
              <a:latin typeface="Times New Roman"/>
            </a:endParaRPr>
          </a:p>
        </p:txBody>
      </p:sp>
      <p:sp>
        <p:nvSpPr>
          <p:cNvPr id="146" name=""/>
          <p:cNvSpPr txBox="1"/>
          <p:nvPr/>
        </p:nvSpPr>
        <p:spPr>
          <a:xfrm>
            <a:off x="6755760" y="3222000"/>
            <a:ext cx="4451400" cy="346320"/>
          </a:xfrm>
          <a:prstGeom prst="rect">
            <a:avLst/>
          </a:prstGeom>
          <a:noFill/>
          <a:ln w="0">
            <a:noFill/>
          </a:ln>
        </p:spPr>
        <p:txBody>
          <a:bodyPr wrap="none" lIns="0" rIns="0" tIns="0" bIns="0" anchor="t">
            <a:noAutofit/>
          </a:bodyPr>
          <a:p>
            <a:r>
              <a:rPr b="0" lang="en-US" sz="1870" spc="-1" strike="noStrike">
                <a:solidFill>
                  <a:srgbClr val="111111"/>
                </a:solidFill>
                <a:latin typeface="NotoSansJP"/>
                <a:ea typeface="NotoSansJP"/>
              </a:rPr>
              <a:t>Max-pooling</a:t>
            </a:r>
            <a:r>
              <a:rPr b="0" lang="zh-CN" sz="1870" spc="-1" strike="noStrike">
                <a:solidFill>
                  <a:srgbClr val="111111"/>
                </a:solidFill>
                <a:latin typeface="NotoSansJP"/>
                <a:ea typeface="NotoSansJP"/>
              </a:rPr>
              <a:t>では小領域の最大値を代表値</a:t>
            </a:r>
            <a:endParaRPr b="0" lang="en-US" sz="1870" spc="-1" strike="noStrike">
              <a:solidFill>
                <a:srgbClr val="000000"/>
              </a:solidFill>
              <a:latin typeface="Times New Roman"/>
            </a:endParaRPr>
          </a:p>
        </p:txBody>
      </p:sp>
      <p:sp>
        <p:nvSpPr>
          <p:cNvPr id="147" name=""/>
          <p:cNvSpPr/>
          <p:nvPr/>
        </p:nvSpPr>
        <p:spPr>
          <a:xfrm>
            <a:off x="533160" y="4314600"/>
            <a:ext cx="11125440" cy="857520"/>
          </a:xfrm>
          <a:custGeom>
            <a:avLst/>
            <a:gdLst/>
            <a:ahLst/>
            <a:rect l="0" t="0" r="r" b="b"/>
            <a:pathLst>
              <a:path w="30904" h="2382">
                <a:moveTo>
                  <a:pt x="0" y="0"/>
                </a:moveTo>
                <a:lnTo>
                  <a:pt x="30904" y="0"/>
                </a:lnTo>
                <a:lnTo>
                  <a:pt x="30904" y="2382"/>
                </a:lnTo>
                <a:lnTo>
                  <a:pt x="0" y="2382"/>
                </a:lnTo>
                <a:lnTo>
                  <a:pt x="0" y="0"/>
                </a:lnTo>
                <a:close/>
              </a:path>
            </a:pathLst>
          </a:custGeom>
          <a:solidFill>
            <a:srgbClr val="f8fbfd"/>
          </a:solidFill>
          <a:ln w="0">
            <a:noFill/>
          </a:ln>
        </p:spPr>
        <p:txBody>
          <a:bodyPr lIns="0" rIns="0" tIns="0" bIns="0" anchor="t">
            <a:noAutofit/>
          </a:bodyPr>
          <a:p>
            <a:endParaRPr b="0" lang="en-US" sz="2400" spc="-1" strike="noStrike">
              <a:solidFill>
                <a:srgbClr val="000000"/>
              </a:solidFill>
              <a:latin typeface="Times New Roman"/>
            </a:endParaRPr>
          </a:p>
        </p:txBody>
      </p:sp>
      <p:sp>
        <p:nvSpPr>
          <p:cNvPr id="148" name=""/>
          <p:cNvSpPr/>
          <p:nvPr/>
        </p:nvSpPr>
        <p:spPr>
          <a:xfrm>
            <a:off x="521640" y="4303080"/>
            <a:ext cx="11148480" cy="880560"/>
          </a:xfrm>
          <a:custGeom>
            <a:avLst/>
            <a:gdLst/>
            <a:ahLst/>
            <a:rect l="0" t="0" r="r" b="b"/>
            <a:pathLst>
              <a:path w="30968" h="2446">
                <a:moveTo>
                  <a:pt x="508" y="0"/>
                </a:moveTo>
                <a:lnTo>
                  <a:pt x="667" y="0"/>
                </a:lnTo>
                <a:lnTo>
                  <a:pt x="667" y="117"/>
                </a:lnTo>
                <a:lnTo>
                  <a:pt x="508" y="117"/>
                </a:lnTo>
                <a:lnTo>
                  <a:pt x="508" y="0"/>
                </a:lnTo>
                <a:moveTo>
                  <a:pt x="772" y="0"/>
                </a:moveTo>
                <a:lnTo>
                  <a:pt x="931" y="0"/>
                </a:lnTo>
                <a:lnTo>
                  <a:pt x="931" y="117"/>
                </a:lnTo>
                <a:lnTo>
                  <a:pt x="772" y="117"/>
                </a:lnTo>
                <a:lnTo>
                  <a:pt x="772" y="0"/>
                </a:lnTo>
                <a:moveTo>
                  <a:pt x="1036" y="0"/>
                </a:moveTo>
                <a:lnTo>
                  <a:pt x="1195" y="0"/>
                </a:lnTo>
                <a:lnTo>
                  <a:pt x="1195" y="117"/>
                </a:lnTo>
                <a:lnTo>
                  <a:pt x="1036" y="117"/>
                </a:lnTo>
                <a:lnTo>
                  <a:pt x="1036" y="0"/>
                </a:lnTo>
                <a:moveTo>
                  <a:pt x="1300" y="0"/>
                </a:moveTo>
                <a:lnTo>
                  <a:pt x="1459" y="0"/>
                </a:lnTo>
                <a:lnTo>
                  <a:pt x="1459" y="117"/>
                </a:lnTo>
                <a:lnTo>
                  <a:pt x="1300" y="117"/>
                </a:lnTo>
                <a:lnTo>
                  <a:pt x="1300" y="0"/>
                </a:lnTo>
                <a:moveTo>
                  <a:pt x="1564" y="0"/>
                </a:moveTo>
                <a:lnTo>
                  <a:pt x="1723" y="0"/>
                </a:lnTo>
                <a:lnTo>
                  <a:pt x="1723" y="117"/>
                </a:lnTo>
                <a:lnTo>
                  <a:pt x="1564" y="117"/>
                </a:lnTo>
                <a:lnTo>
                  <a:pt x="1564" y="0"/>
                </a:lnTo>
                <a:moveTo>
                  <a:pt x="1828" y="0"/>
                </a:moveTo>
                <a:lnTo>
                  <a:pt x="1987" y="0"/>
                </a:lnTo>
                <a:lnTo>
                  <a:pt x="1987" y="117"/>
                </a:lnTo>
                <a:lnTo>
                  <a:pt x="1828" y="117"/>
                </a:lnTo>
                <a:lnTo>
                  <a:pt x="1828" y="0"/>
                </a:lnTo>
                <a:moveTo>
                  <a:pt x="2092" y="0"/>
                </a:moveTo>
                <a:lnTo>
                  <a:pt x="2251" y="0"/>
                </a:lnTo>
                <a:lnTo>
                  <a:pt x="2251" y="117"/>
                </a:lnTo>
                <a:lnTo>
                  <a:pt x="2092" y="117"/>
                </a:lnTo>
                <a:lnTo>
                  <a:pt x="2092" y="0"/>
                </a:lnTo>
                <a:moveTo>
                  <a:pt x="2356" y="0"/>
                </a:moveTo>
                <a:lnTo>
                  <a:pt x="2515" y="0"/>
                </a:lnTo>
                <a:lnTo>
                  <a:pt x="2515" y="117"/>
                </a:lnTo>
                <a:lnTo>
                  <a:pt x="2356" y="117"/>
                </a:lnTo>
                <a:lnTo>
                  <a:pt x="2356" y="0"/>
                </a:lnTo>
                <a:moveTo>
                  <a:pt x="2620" y="0"/>
                </a:moveTo>
                <a:lnTo>
                  <a:pt x="2779" y="0"/>
                </a:lnTo>
                <a:lnTo>
                  <a:pt x="2779" y="117"/>
                </a:lnTo>
                <a:lnTo>
                  <a:pt x="2620" y="117"/>
                </a:lnTo>
                <a:lnTo>
                  <a:pt x="2620" y="0"/>
                </a:lnTo>
                <a:moveTo>
                  <a:pt x="2884" y="0"/>
                </a:moveTo>
                <a:lnTo>
                  <a:pt x="3043" y="0"/>
                </a:lnTo>
                <a:lnTo>
                  <a:pt x="3043" y="117"/>
                </a:lnTo>
                <a:lnTo>
                  <a:pt x="2884" y="117"/>
                </a:lnTo>
                <a:lnTo>
                  <a:pt x="2884" y="0"/>
                </a:lnTo>
                <a:moveTo>
                  <a:pt x="3148" y="0"/>
                </a:moveTo>
                <a:lnTo>
                  <a:pt x="3307" y="0"/>
                </a:lnTo>
                <a:lnTo>
                  <a:pt x="3307" y="117"/>
                </a:lnTo>
                <a:lnTo>
                  <a:pt x="3148" y="117"/>
                </a:lnTo>
                <a:lnTo>
                  <a:pt x="3148" y="0"/>
                </a:lnTo>
                <a:moveTo>
                  <a:pt x="3412" y="0"/>
                </a:moveTo>
                <a:lnTo>
                  <a:pt x="3571" y="0"/>
                </a:lnTo>
                <a:lnTo>
                  <a:pt x="3571" y="117"/>
                </a:lnTo>
                <a:lnTo>
                  <a:pt x="3412" y="117"/>
                </a:lnTo>
                <a:lnTo>
                  <a:pt x="3412" y="0"/>
                </a:lnTo>
                <a:moveTo>
                  <a:pt x="3677" y="0"/>
                </a:moveTo>
                <a:lnTo>
                  <a:pt x="3835" y="0"/>
                </a:lnTo>
                <a:lnTo>
                  <a:pt x="3835" y="117"/>
                </a:lnTo>
                <a:lnTo>
                  <a:pt x="3677" y="117"/>
                </a:lnTo>
                <a:lnTo>
                  <a:pt x="3677" y="0"/>
                </a:lnTo>
                <a:moveTo>
                  <a:pt x="3941" y="0"/>
                </a:moveTo>
                <a:lnTo>
                  <a:pt x="4099" y="0"/>
                </a:lnTo>
                <a:lnTo>
                  <a:pt x="4099" y="117"/>
                </a:lnTo>
                <a:lnTo>
                  <a:pt x="3941" y="117"/>
                </a:lnTo>
                <a:lnTo>
                  <a:pt x="3941" y="0"/>
                </a:lnTo>
                <a:moveTo>
                  <a:pt x="4205" y="0"/>
                </a:moveTo>
                <a:lnTo>
                  <a:pt x="4363" y="0"/>
                </a:lnTo>
                <a:lnTo>
                  <a:pt x="4363" y="117"/>
                </a:lnTo>
                <a:lnTo>
                  <a:pt x="4205" y="117"/>
                </a:lnTo>
                <a:lnTo>
                  <a:pt x="4205" y="0"/>
                </a:lnTo>
                <a:moveTo>
                  <a:pt x="4469" y="0"/>
                </a:moveTo>
                <a:lnTo>
                  <a:pt x="4627" y="0"/>
                </a:lnTo>
                <a:lnTo>
                  <a:pt x="4627" y="117"/>
                </a:lnTo>
                <a:lnTo>
                  <a:pt x="4469" y="117"/>
                </a:lnTo>
                <a:lnTo>
                  <a:pt x="4469" y="0"/>
                </a:lnTo>
                <a:moveTo>
                  <a:pt x="4733" y="0"/>
                </a:moveTo>
                <a:lnTo>
                  <a:pt x="4892" y="0"/>
                </a:lnTo>
                <a:lnTo>
                  <a:pt x="4892" y="117"/>
                </a:lnTo>
                <a:lnTo>
                  <a:pt x="4733" y="117"/>
                </a:lnTo>
                <a:lnTo>
                  <a:pt x="4733" y="0"/>
                </a:lnTo>
                <a:moveTo>
                  <a:pt x="4997" y="0"/>
                </a:moveTo>
                <a:lnTo>
                  <a:pt x="5156" y="0"/>
                </a:lnTo>
                <a:lnTo>
                  <a:pt x="5156" y="117"/>
                </a:lnTo>
                <a:lnTo>
                  <a:pt x="4997" y="117"/>
                </a:lnTo>
                <a:lnTo>
                  <a:pt x="4997" y="0"/>
                </a:lnTo>
                <a:moveTo>
                  <a:pt x="5261" y="0"/>
                </a:moveTo>
                <a:lnTo>
                  <a:pt x="5420" y="0"/>
                </a:lnTo>
                <a:lnTo>
                  <a:pt x="5420" y="117"/>
                </a:lnTo>
                <a:lnTo>
                  <a:pt x="5261" y="117"/>
                </a:lnTo>
                <a:lnTo>
                  <a:pt x="5261" y="0"/>
                </a:lnTo>
                <a:moveTo>
                  <a:pt x="5525" y="0"/>
                </a:moveTo>
                <a:lnTo>
                  <a:pt x="5684" y="0"/>
                </a:lnTo>
                <a:lnTo>
                  <a:pt x="5684" y="117"/>
                </a:lnTo>
                <a:lnTo>
                  <a:pt x="5525" y="117"/>
                </a:lnTo>
                <a:lnTo>
                  <a:pt x="5525" y="0"/>
                </a:lnTo>
                <a:moveTo>
                  <a:pt x="5789" y="0"/>
                </a:moveTo>
                <a:lnTo>
                  <a:pt x="5948" y="0"/>
                </a:lnTo>
                <a:lnTo>
                  <a:pt x="5948" y="117"/>
                </a:lnTo>
                <a:lnTo>
                  <a:pt x="5789" y="117"/>
                </a:lnTo>
                <a:lnTo>
                  <a:pt x="5789" y="0"/>
                </a:lnTo>
                <a:moveTo>
                  <a:pt x="6053" y="0"/>
                </a:moveTo>
                <a:lnTo>
                  <a:pt x="6212" y="0"/>
                </a:lnTo>
                <a:lnTo>
                  <a:pt x="6212" y="117"/>
                </a:lnTo>
                <a:lnTo>
                  <a:pt x="6053" y="117"/>
                </a:lnTo>
                <a:lnTo>
                  <a:pt x="6053" y="0"/>
                </a:lnTo>
                <a:moveTo>
                  <a:pt x="6317" y="0"/>
                </a:moveTo>
                <a:lnTo>
                  <a:pt x="6476" y="0"/>
                </a:lnTo>
                <a:lnTo>
                  <a:pt x="6476" y="117"/>
                </a:lnTo>
                <a:lnTo>
                  <a:pt x="6317" y="117"/>
                </a:lnTo>
                <a:lnTo>
                  <a:pt x="6317" y="0"/>
                </a:lnTo>
                <a:moveTo>
                  <a:pt x="6581" y="0"/>
                </a:moveTo>
                <a:lnTo>
                  <a:pt x="6740" y="0"/>
                </a:lnTo>
                <a:lnTo>
                  <a:pt x="6740" y="117"/>
                </a:lnTo>
                <a:lnTo>
                  <a:pt x="6581" y="117"/>
                </a:lnTo>
                <a:lnTo>
                  <a:pt x="6581" y="0"/>
                </a:lnTo>
                <a:moveTo>
                  <a:pt x="6845" y="0"/>
                </a:moveTo>
                <a:lnTo>
                  <a:pt x="7004" y="0"/>
                </a:lnTo>
                <a:lnTo>
                  <a:pt x="7004" y="117"/>
                </a:lnTo>
                <a:lnTo>
                  <a:pt x="6845" y="117"/>
                </a:lnTo>
                <a:lnTo>
                  <a:pt x="6845" y="0"/>
                </a:lnTo>
                <a:moveTo>
                  <a:pt x="7109" y="0"/>
                </a:moveTo>
                <a:lnTo>
                  <a:pt x="7268" y="0"/>
                </a:lnTo>
                <a:lnTo>
                  <a:pt x="7268" y="117"/>
                </a:lnTo>
                <a:lnTo>
                  <a:pt x="7109" y="117"/>
                </a:lnTo>
                <a:lnTo>
                  <a:pt x="7109" y="0"/>
                </a:lnTo>
                <a:moveTo>
                  <a:pt x="7373" y="0"/>
                </a:moveTo>
                <a:lnTo>
                  <a:pt x="7532" y="0"/>
                </a:lnTo>
                <a:lnTo>
                  <a:pt x="7532" y="117"/>
                </a:lnTo>
                <a:lnTo>
                  <a:pt x="7373" y="117"/>
                </a:lnTo>
                <a:lnTo>
                  <a:pt x="7373" y="0"/>
                </a:lnTo>
                <a:moveTo>
                  <a:pt x="7637" y="0"/>
                </a:moveTo>
                <a:lnTo>
                  <a:pt x="7796" y="0"/>
                </a:lnTo>
                <a:lnTo>
                  <a:pt x="7796" y="117"/>
                </a:lnTo>
                <a:lnTo>
                  <a:pt x="7637" y="117"/>
                </a:lnTo>
                <a:lnTo>
                  <a:pt x="7637" y="0"/>
                </a:lnTo>
                <a:moveTo>
                  <a:pt x="7901" y="0"/>
                </a:moveTo>
                <a:lnTo>
                  <a:pt x="8060" y="0"/>
                </a:lnTo>
                <a:lnTo>
                  <a:pt x="8060" y="117"/>
                </a:lnTo>
                <a:lnTo>
                  <a:pt x="7901" y="117"/>
                </a:lnTo>
                <a:lnTo>
                  <a:pt x="7901" y="0"/>
                </a:lnTo>
                <a:moveTo>
                  <a:pt x="8165" y="0"/>
                </a:moveTo>
                <a:lnTo>
                  <a:pt x="8324" y="0"/>
                </a:lnTo>
                <a:lnTo>
                  <a:pt x="8324" y="117"/>
                </a:lnTo>
                <a:lnTo>
                  <a:pt x="8165" y="117"/>
                </a:lnTo>
                <a:lnTo>
                  <a:pt x="8165" y="0"/>
                </a:lnTo>
                <a:moveTo>
                  <a:pt x="8430" y="0"/>
                </a:moveTo>
                <a:lnTo>
                  <a:pt x="8588" y="0"/>
                </a:lnTo>
                <a:lnTo>
                  <a:pt x="8588" y="117"/>
                </a:lnTo>
                <a:lnTo>
                  <a:pt x="8430" y="117"/>
                </a:lnTo>
                <a:lnTo>
                  <a:pt x="8430" y="0"/>
                </a:lnTo>
                <a:moveTo>
                  <a:pt x="8694" y="0"/>
                </a:moveTo>
                <a:lnTo>
                  <a:pt x="8852" y="0"/>
                </a:lnTo>
                <a:lnTo>
                  <a:pt x="8852" y="117"/>
                </a:lnTo>
                <a:lnTo>
                  <a:pt x="8694" y="117"/>
                </a:lnTo>
                <a:lnTo>
                  <a:pt x="8694" y="0"/>
                </a:lnTo>
                <a:moveTo>
                  <a:pt x="8958" y="0"/>
                </a:moveTo>
                <a:lnTo>
                  <a:pt x="9116" y="0"/>
                </a:lnTo>
                <a:lnTo>
                  <a:pt x="9116" y="117"/>
                </a:lnTo>
                <a:lnTo>
                  <a:pt x="8958" y="117"/>
                </a:lnTo>
                <a:lnTo>
                  <a:pt x="8958" y="0"/>
                </a:lnTo>
                <a:moveTo>
                  <a:pt x="9222" y="0"/>
                </a:moveTo>
                <a:lnTo>
                  <a:pt x="9380" y="0"/>
                </a:lnTo>
                <a:lnTo>
                  <a:pt x="9380" y="117"/>
                </a:lnTo>
                <a:lnTo>
                  <a:pt x="9222" y="117"/>
                </a:lnTo>
                <a:lnTo>
                  <a:pt x="9222" y="0"/>
                </a:lnTo>
                <a:moveTo>
                  <a:pt x="9486" y="0"/>
                </a:moveTo>
                <a:lnTo>
                  <a:pt x="9644" y="0"/>
                </a:lnTo>
                <a:lnTo>
                  <a:pt x="9644" y="117"/>
                </a:lnTo>
                <a:lnTo>
                  <a:pt x="9486" y="117"/>
                </a:lnTo>
                <a:lnTo>
                  <a:pt x="9486" y="0"/>
                </a:lnTo>
                <a:moveTo>
                  <a:pt x="9750" y="0"/>
                </a:moveTo>
                <a:lnTo>
                  <a:pt x="9909" y="0"/>
                </a:lnTo>
                <a:lnTo>
                  <a:pt x="9909" y="117"/>
                </a:lnTo>
                <a:lnTo>
                  <a:pt x="9750" y="117"/>
                </a:lnTo>
                <a:lnTo>
                  <a:pt x="9750" y="0"/>
                </a:lnTo>
                <a:moveTo>
                  <a:pt x="10014" y="0"/>
                </a:moveTo>
                <a:lnTo>
                  <a:pt x="10173" y="0"/>
                </a:lnTo>
                <a:lnTo>
                  <a:pt x="10173" y="117"/>
                </a:lnTo>
                <a:lnTo>
                  <a:pt x="10014" y="117"/>
                </a:lnTo>
                <a:lnTo>
                  <a:pt x="10014" y="0"/>
                </a:lnTo>
                <a:moveTo>
                  <a:pt x="10278" y="0"/>
                </a:moveTo>
                <a:lnTo>
                  <a:pt x="10437" y="0"/>
                </a:lnTo>
                <a:lnTo>
                  <a:pt x="10437" y="117"/>
                </a:lnTo>
                <a:lnTo>
                  <a:pt x="10278" y="117"/>
                </a:lnTo>
                <a:lnTo>
                  <a:pt x="10278" y="0"/>
                </a:lnTo>
                <a:moveTo>
                  <a:pt x="10542" y="0"/>
                </a:moveTo>
                <a:lnTo>
                  <a:pt x="10701" y="0"/>
                </a:lnTo>
                <a:lnTo>
                  <a:pt x="10701" y="117"/>
                </a:lnTo>
                <a:lnTo>
                  <a:pt x="10542" y="117"/>
                </a:lnTo>
                <a:lnTo>
                  <a:pt x="10542" y="0"/>
                </a:lnTo>
                <a:moveTo>
                  <a:pt x="10806" y="0"/>
                </a:moveTo>
                <a:lnTo>
                  <a:pt x="10965" y="0"/>
                </a:lnTo>
                <a:lnTo>
                  <a:pt x="10965" y="117"/>
                </a:lnTo>
                <a:lnTo>
                  <a:pt x="10806" y="117"/>
                </a:lnTo>
                <a:lnTo>
                  <a:pt x="10806" y="0"/>
                </a:lnTo>
                <a:moveTo>
                  <a:pt x="11070" y="0"/>
                </a:moveTo>
                <a:lnTo>
                  <a:pt x="11229" y="0"/>
                </a:lnTo>
                <a:lnTo>
                  <a:pt x="11229" y="117"/>
                </a:lnTo>
                <a:lnTo>
                  <a:pt x="11070" y="117"/>
                </a:lnTo>
                <a:lnTo>
                  <a:pt x="11070" y="0"/>
                </a:lnTo>
                <a:moveTo>
                  <a:pt x="11334" y="0"/>
                </a:moveTo>
                <a:lnTo>
                  <a:pt x="11493" y="0"/>
                </a:lnTo>
                <a:lnTo>
                  <a:pt x="11493" y="117"/>
                </a:lnTo>
                <a:lnTo>
                  <a:pt x="11334" y="117"/>
                </a:lnTo>
                <a:lnTo>
                  <a:pt x="11334" y="0"/>
                </a:lnTo>
                <a:moveTo>
                  <a:pt x="11598" y="0"/>
                </a:moveTo>
                <a:lnTo>
                  <a:pt x="11757" y="0"/>
                </a:lnTo>
                <a:lnTo>
                  <a:pt x="11757" y="117"/>
                </a:lnTo>
                <a:lnTo>
                  <a:pt x="11598" y="117"/>
                </a:lnTo>
                <a:lnTo>
                  <a:pt x="11598" y="0"/>
                </a:lnTo>
                <a:moveTo>
                  <a:pt x="11862" y="0"/>
                </a:moveTo>
                <a:lnTo>
                  <a:pt x="12021" y="0"/>
                </a:lnTo>
                <a:lnTo>
                  <a:pt x="12021" y="117"/>
                </a:lnTo>
                <a:lnTo>
                  <a:pt x="11862" y="117"/>
                </a:lnTo>
                <a:lnTo>
                  <a:pt x="11862" y="0"/>
                </a:lnTo>
                <a:moveTo>
                  <a:pt x="12126" y="0"/>
                </a:moveTo>
                <a:lnTo>
                  <a:pt x="12285" y="0"/>
                </a:lnTo>
                <a:lnTo>
                  <a:pt x="12285" y="117"/>
                </a:lnTo>
                <a:lnTo>
                  <a:pt x="12126" y="117"/>
                </a:lnTo>
                <a:lnTo>
                  <a:pt x="12126" y="0"/>
                </a:lnTo>
                <a:moveTo>
                  <a:pt x="12390" y="0"/>
                </a:moveTo>
                <a:lnTo>
                  <a:pt x="12549" y="0"/>
                </a:lnTo>
                <a:lnTo>
                  <a:pt x="12549" y="117"/>
                </a:lnTo>
                <a:lnTo>
                  <a:pt x="12390" y="117"/>
                </a:lnTo>
                <a:lnTo>
                  <a:pt x="12390" y="0"/>
                </a:lnTo>
                <a:moveTo>
                  <a:pt x="12654" y="0"/>
                </a:moveTo>
                <a:lnTo>
                  <a:pt x="12813" y="0"/>
                </a:lnTo>
                <a:lnTo>
                  <a:pt x="12813" y="117"/>
                </a:lnTo>
                <a:lnTo>
                  <a:pt x="12654" y="117"/>
                </a:lnTo>
                <a:lnTo>
                  <a:pt x="12654" y="0"/>
                </a:lnTo>
                <a:moveTo>
                  <a:pt x="12918" y="0"/>
                </a:moveTo>
                <a:lnTo>
                  <a:pt x="13077" y="0"/>
                </a:lnTo>
                <a:lnTo>
                  <a:pt x="13077" y="117"/>
                </a:lnTo>
                <a:lnTo>
                  <a:pt x="12918" y="117"/>
                </a:lnTo>
                <a:lnTo>
                  <a:pt x="12918" y="0"/>
                </a:lnTo>
                <a:moveTo>
                  <a:pt x="13182" y="0"/>
                </a:moveTo>
                <a:lnTo>
                  <a:pt x="13341" y="0"/>
                </a:lnTo>
                <a:lnTo>
                  <a:pt x="13341" y="117"/>
                </a:lnTo>
                <a:lnTo>
                  <a:pt x="13182" y="117"/>
                </a:lnTo>
                <a:lnTo>
                  <a:pt x="13182" y="0"/>
                </a:lnTo>
                <a:moveTo>
                  <a:pt x="13447" y="0"/>
                </a:moveTo>
                <a:lnTo>
                  <a:pt x="13605" y="0"/>
                </a:lnTo>
                <a:lnTo>
                  <a:pt x="13605" y="117"/>
                </a:lnTo>
                <a:lnTo>
                  <a:pt x="13447" y="117"/>
                </a:lnTo>
                <a:lnTo>
                  <a:pt x="13447" y="0"/>
                </a:lnTo>
                <a:moveTo>
                  <a:pt x="13711" y="0"/>
                </a:moveTo>
                <a:lnTo>
                  <a:pt x="13869" y="0"/>
                </a:lnTo>
                <a:lnTo>
                  <a:pt x="13869" y="117"/>
                </a:lnTo>
                <a:lnTo>
                  <a:pt x="13711" y="117"/>
                </a:lnTo>
                <a:lnTo>
                  <a:pt x="13711" y="0"/>
                </a:lnTo>
                <a:moveTo>
                  <a:pt x="13975" y="0"/>
                </a:moveTo>
                <a:lnTo>
                  <a:pt x="14134" y="0"/>
                </a:lnTo>
                <a:lnTo>
                  <a:pt x="14134" y="117"/>
                </a:lnTo>
                <a:lnTo>
                  <a:pt x="13975" y="117"/>
                </a:lnTo>
                <a:lnTo>
                  <a:pt x="13975" y="0"/>
                </a:lnTo>
                <a:moveTo>
                  <a:pt x="14240" y="0"/>
                </a:moveTo>
                <a:lnTo>
                  <a:pt x="14398" y="0"/>
                </a:lnTo>
                <a:lnTo>
                  <a:pt x="14398" y="117"/>
                </a:lnTo>
                <a:lnTo>
                  <a:pt x="14240" y="117"/>
                </a:lnTo>
                <a:lnTo>
                  <a:pt x="14240" y="0"/>
                </a:lnTo>
                <a:moveTo>
                  <a:pt x="14504" y="0"/>
                </a:moveTo>
                <a:lnTo>
                  <a:pt x="14663" y="0"/>
                </a:lnTo>
                <a:lnTo>
                  <a:pt x="14663" y="117"/>
                </a:lnTo>
                <a:lnTo>
                  <a:pt x="14504" y="117"/>
                </a:lnTo>
                <a:lnTo>
                  <a:pt x="14504" y="0"/>
                </a:lnTo>
                <a:moveTo>
                  <a:pt x="14768" y="0"/>
                </a:moveTo>
                <a:lnTo>
                  <a:pt x="14927" y="0"/>
                </a:lnTo>
                <a:lnTo>
                  <a:pt x="14927" y="117"/>
                </a:lnTo>
                <a:lnTo>
                  <a:pt x="14768" y="117"/>
                </a:lnTo>
                <a:lnTo>
                  <a:pt x="14768" y="0"/>
                </a:lnTo>
                <a:moveTo>
                  <a:pt x="15032" y="0"/>
                </a:moveTo>
                <a:lnTo>
                  <a:pt x="15191" y="0"/>
                </a:lnTo>
                <a:lnTo>
                  <a:pt x="15191" y="117"/>
                </a:lnTo>
                <a:lnTo>
                  <a:pt x="15032" y="117"/>
                </a:lnTo>
                <a:lnTo>
                  <a:pt x="15032" y="0"/>
                </a:lnTo>
                <a:moveTo>
                  <a:pt x="15296" y="0"/>
                </a:moveTo>
                <a:lnTo>
                  <a:pt x="15455" y="0"/>
                </a:lnTo>
                <a:lnTo>
                  <a:pt x="15455" y="117"/>
                </a:lnTo>
                <a:lnTo>
                  <a:pt x="15296" y="117"/>
                </a:lnTo>
                <a:lnTo>
                  <a:pt x="15296" y="0"/>
                </a:lnTo>
                <a:moveTo>
                  <a:pt x="15560" y="0"/>
                </a:moveTo>
                <a:lnTo>
                  <a:pt x="15719" y="0"/>
                </a:lnTo>
                <a:lnTo>
                  <a:pt x="15719" y="117"/>
                </a:lnTo>
                <a:lnTo>
                  <a:pt x="15560" y="117"/>
                </a:lnTo>
                <a:lnTo>
                  <a:pt x="15560" y="0"/>
                </a:lnTo>
                <a:moveTo>
                  <a:pt x="15824" y="0"/>
                </a:moveTo>
                <a:lnTo>
                  <a:pt x="15983" y="0"/>
                </a:lnTo>
                <a:lnTo>
                  <a:pt x="15983" y="117"/>
                </a:lnTo>
                <a:lnTo>
                  <a:pt x="15824" y="117"/>
                </a:lnTo>
                <a:lnTo>
                  <a:pt x="15824" y="0"/>
                </a:lnTo>
                <a:moveTo>
                  <a:pt x="16088" y="0"/>
                </a:moveTo>
                <a:lnTo>
                  <a:pt x="16247" y="0"/>
                </a:lnTo>
                <a:lnTo>
                  <a:pt x="16247" y="117"/>
                </a:lnTo>
                <a:lnTo>
                  <a:pt x="16088" y="117"/>
                </a:lnTo>
                <a:lnTo>
                  <a:pt x="16088" y="0"/>
                </a:lnTo>
                <a:moveTo>
                  <a:pt x="16352" y="0"/>
                </a:moveTo>
                <a:lnTo>
                  <a:pt x="16511" y="0"/>
                </a:lnTo>
                <a:lnTo>
                  <a:pt x="16511" y="117"/>
                </a:lnTo>
                <a:lnTo>
                  <a:pt x="16352" y="117"/>
                </a:lnTo>
                <a:lnTo>
                  <a:pt x="16352" y="0"/>
                </a:lnTo>
                <a:moveTo>
                  <a:pt x="16616" y="0"/>
                </a:moveTo>
                <a:lnTo>
                  <a:pt x="16775" y="0"/>
                </a:lnTo>
                <a:lnTo>
                  <a:pt x="16775" y="117"/>
                </a:lnTo>
                <a:lnTo>
                  <a:pt x="16616" y="117"/>
                </a:lnTo>
                <a:lnTo>
                  <a:pt x="16616" y="0"/>
                </a:lnTo>
                <a:moveTo>
                  <a:pt x="16880" y="0"/>
                </a:moveTo>
                <a:lnTo>
                  <a:pt x="17039" y="0"/>
                </a:lnTo>
                <a:lnTo>
                  <a:pt x="17039" y="117"/>
                </a:lnTo>
                <a:lnTo>
                  <a:pt x="16880" y="117"/>
                </a:lnTo>
                <a:lnTo>
                  <a:pt x="16880" y="0"/>
                </a:lnTo>
                <a:moveTo>
                  <a:pt x="17144" y="0"/>
                </a:moveTo>
                <a:lnTo>
                  <a:pt x="17303" y="0"/>
                </a:lnTo>
                <a:lnTo>
                  <a:pt x="17303" y="117"/>
                </a:lnTo>
                <a:lnTo>
                  <a:pt x="17144" y="117"/>
                </a:lnTo>
                <a:lnTo>
                  <a:pt x="17144" y="0"/>
                </a:lnTo>
                <a:moveTo>
                  <a:pt x="17408" y="0"/>
                </a:moveTo>
                <a:lnTo>
                  <a:pt x="17567" y="0"/>
                </a:lnTo>
                <a:lnTo>
                  <a:pt x="17567" y="117"/>
                </a:lnTo>
                <a:lnTo>
                  <a:pt x="17408" y="117"/>
                </a:lnTo>
                <a:lnTo>
                  <a:pt x="17408" y="0"/>
                </a:lnTo>
                <a:moveTo>
                  <a:pt x="17672" y="0"/>
                </a:moveTo>
                <a:lnTo>
                  <a:pt x="17831" y="0"/>
                </a:lnTo>
                <a:lnTo>
                  <a:pt x="17831" y="117"/>
                </a:lnTo>
                <a:lnTo>
                  <a:pt x="17672" y="117"/>
                </a:lnTo>
                <a:lnTo>
                  <a:pt x="17672" y="0"/>
                </a:lnTo>
                <a:moveTo>
                  <a:pt x="17936" y="0"/>
                </a:moveTo>
                <a:lnTo>
                  <a:pt x="18095" y="0"/>
                </a:lnTo>
                <a:lnTo>
                  <a:pt x="18095" y="117"/>
                </a:lnTo>
                <a:lnTo>
                  <a:pt x="17936" y="117"/>
                </a:lnTo>
                <a:lnTo>
                  <a:pt x="17936" y="0"/>
                </a:lnTo>
                <a:moveTo>
                  <a:pt x="18201" y="0"/>
                </a:moveTo>
                <a:lnTo>
                  <a:pt x="18359" y="0"/>
                </a:lnTo>
                <a:lnTo>
                  <a:pt x="18359" y="117"/>
                </a:lnTo>
                <a:lnTo>
                  <a:pt x="18201" y="117"/>
                </a:lnTo>
                <a:lnTo>
                  <a:pt x="18201" y="0"/>
                </a:lnTo>
                <a:moveTo>
                  <a:pt x="18465" y="0"/>
                </a:moveTo>
                <a:lnTo>
                  <a:pt x="18623" y="0"/>
                </a:lnTo>
                <a:lnTo>
                  <a:pt x="18623" y="117"/>
                </a:lnTo>
                <a:lnTo>
                  <a:pt x="18465" y="117"/>
                </a:lnTo>
                <a:lnTo>
                  <a:pt x="18465" y="0"/>
                </a:lnTo>
                <a:moveTo>
                  <a:pt x="18729" y="0"/>
                </a:moveTo>
                <a:lnTo>
                  <a:pt x="18887" y="0"/>
                </a:lnTo>
                <a:lnTo>
                  <a:pt x="18887" y="117"/>
                </a:lnTo>
                <a:lnTo>
                  <a:pt x="18729" y="117"/>
                </a:lnTo>
                <a:lnTo>
                  <a:pt x="18729" y="0"/>
                </a:lnTo>
                <a:moveTo>
                  <a:pt x="18993" y="0"/>
                </a:moveTo>
                <a:lnTo>
                  <a:pt x="19151" y="0"/>
                </a:lnTo>
                <a:lnTo>
                  <a:pt x="19151" y="117"/>
                </a:lnTo>
                <a:lnTo>
                  <a:pt x="18993" y="117"/>
                </a:lnTo>
                <a:lnTo>
                  <a:pt x="18993" y="0"/>
                </a:lnTo>
                <a:moveTo>
                  <a:pt x="19257" y="0"/>
                </a:moveTo>
                <a:lnTo>
                  <a:pt x="19415" y="0"/>
                </a:lnTo>
                <a:lnTo>
                  <a:pt x="19415" y="117"/>
                </a:lnTo>
                <a:lnTo>
                  <a:pt x="19257" y="117"/>
                </a:lnTo>
                <a:lnTo>
                  <a:pt x="19257" y="0"/>
                </a:lnTo>
                <a:moveTo>
                  <a:pt x="19521" y="0"/>
                </a:moveTo>
                <a:lnTo>
                  <a:pt x="19680" y="0"/>
                </a:lnTo>
                <a:lnTo>
                  <a:pt x="19680" y="117"/>
                </a:lnTo>
                <a:lnTo>
                  <a:pt x="19521" y="117"/>
                </a:lnTo>
                <a:lnTo>
                  <a:pt x="19521" y="0"/>
                </a:lnTo>
                <a:moveTo>
                  <a:pt x="19785" y="0"/>
                </a:moveTo>
                <a:lnTo>
                  <a:pt x="19944" y="0"/>
                </a:lnTo>
                <a:lnTo>
                  <a:pt x="19944" y="117"/>
                </a:lnTo>
                <a:lnTo>
                  <a:pt x="19785" y="117"/>
                </a:lnTo>
                <a:lnTo>
                  <a:pt x="19785" y="0"/>
                </a:lnTo>
                <a:moveTo>
                  <a:pt x="20049" y="0"/>
                </a:moveTo>
                <a:lnTo>
                  <a:pt x="20208" y="0"/>
                </a:lnTo>
                <a:lnTo>
                  <a:pt x="20208" y="117"/>
                </a:lnTo>
                <a:lnTo>
                  <a:pt x="20049" y="117"/>
                </a:lnTo>
                <a:lnTo>
                  <a:pt x="20049" y="0"/>
                </a:lnTo>
                <a:moveTo>
                  <a:pt x="20313" y="0"/>
                </a:moveTo>
                <a:lnTo>
                  <a:pt x="20472" y="0"/>
                </a:lnTo>
                <a:lnTo>
                  <a:pt x="20472" y="117"/>
                </a:lnTo>
                <a:lnTo>
                  <a:pt x="20313" y="117"/>
                </a:lnTo>
                <a:lnTo>
                  <a:pt x="20313" y="0"/>
                </a:lnTo>
                <a:moveTo>
                  <a:pt x="20577" y="0"/>
                </a:moveTo>
                <a:lnTo>
                  <a:pt x="20736" y="0"/>
                </a:lnTo>
                <a:lnTo>
                  <a:pt x="20736" y="117"/>
                </a:lnTo>
                <a:lnTo>
                  <a:pt x="20577" y="117"/>
                </a:lnTo>
                <a:lnTo>
                  <a:pt x="20577" y="0"/>
                </a:lnTo>
                <a:moveTo>
                  <a:pt x="20841" y="0"/>
                </a:moveTo>
                <a:lnTo>
                  <a:pt x="21000" y="0"/>
                </a:lnTo>
                <a:lnTo>
                  <a:pt x="21000" y="117"/>
                </a:lnTo>
                <a:lnTo>
                  <a:pt x="20841" y="117"/>
                </a:lnTo>
                <a:lnTo>
                  <a:pt x="20841" y="0"/>
                </a:lnTo>
                <a:moveTo>
                  <a:pt x="21105" y="0"/>
                </a:moveTo>
                <a:lnTo>
                  <a:pt x="21264" y="0"/>
                </a:lnTo>
                <a:lnTo>
                  <a:pt x="21264" y="117"/>
                </a:lnTo>
                <a:lnTo>
                  <a:pt x="21105" y="117"/>
                </a:lnTo>
                <a:lnTo>
                  <a:pt x="21105" y="0"/>
                </a:lnTo>
                <a:moveTo>
                  <a:pt x="21369" y="0"/>
                </a:moveTo>
                <a:lnTo>
                  <a:pt x="21528" y="0"/>
                </a:lnTo>
                <a:lnTo>
                  <a:pt x="21528" y="117"/>
                </a:lnTo>
                <a:lnTo>
                  <a:pt x="21369" y="117"/>
                </a:lnTo>
                <a:lnTo>
                  <a:pt x="21369" y="0"/>
                </a:lnTo>
                <a:moveTo>
                  <a:pt x="21633" y="0"/>
                </a:moveTo>
                <a:lnTo>
                  <a:pt x="21792" y="0"/>
                </a:lnTo>
                <a:lnTo>
                  <a:pt x="21792" y="117"/>
                </a:lnTo>
                <a:lnTo>
                  <a:pt x="21633" y="117"/>
                </a:lnTo>
                <a:lnTo>
                  <a:pt x="21633" y="0"/>
                </a:lnTo>
                <a:moveTo>
                  <a:pt x="21897" y="0"/>
                </a:moveTo>
                <a:lnTo>
                  <a:pt x="22056" y="0"/>
                </a:lnTo>
                <a:lnTo>
                  <a:pt x="22056" y="117"/>
                </a:lnTo>
                <a:lnTo>
                  <a:pt x="21897" y="117"/>
                </a:lnTo>
                <a:lnTo>
                  <a:pt x="21897" y="0"/>
                </a:lnTo>
                <a:moveTo>
                  <a:pt x="22161" y="0"/>
                </a:moveTo>
                <a:lnTo>
                  <a:pt x="22320" y="0"/>
                </a:lnTo>
                <a:lnTo>
                  <a:pt x="22320" y="117"/>
                </a:lnTo>
                <a:lnTo>
                  <a:pt x="22161" y="117"/>
                </a:lnTo>
                <a:lnTo>
                  <a:pt x="22161" y="0"/>
                </a:lnTo>
                <a:moveTo>
                  <a:pt x="22425" y="0"/>
                </a:moveTo>
                <a:lnTo>
                  <a:pt x="22584" y="0"/>
                </a:lnTo>
                <a:lnTo>
                  <a:pt x="22584" y="117"/>
                </a:lnTo>
                <a:lnTo>
                  <a:pt x="22425" y="117"/>
                </a:lnTo>
                <a:lnTo>
                  <a:pt x="22425" y="0"/>
                </a:lnTo>
                <a:moveTo>
                  <a:pt x="22689" y="0"/>
                </a:moveTo>
                <a:lnTo>
                  <a:pt x="22848" y="0"/>
                </a:lnTo>
                <a:lnTo>
                  <a:pt x="22848" y="117"/>
                </a:lnTo>
                <a:lnTo>
                  <a:pt x="22689" y="117"/>
                </a:lnTo>
                <a:lnTo>
                  <a:pt x="22689" y="0"/>
                </a:lnTo>
                <a:moveTo>
                  <a:pt x="22953" y="0"/>
                </a:moveTo>
                <a:lnTo>
                  <a:pt x="23112" y="0"/>
                </a:lnTo>
                <a:lnTo>
                  <a:pt x="23112" y="117"/>
                </a:lnTo>
                <a:lnTo>
                  <a:pt x="22953" y="117"/>
                </a:lnTo>
                <a:lnTo>
                  <a:pt x="22953" y="0"/>
                </a:lnTo>
                <a:moveTo>
                  <a:pt x="23218" y="0"/>
                </a:moveTo>
                <a:lnTo>
                  <a:pt x="23376" y="0"/>
                </a:lnTo>
                <a:lnTo>
                  <a:pt x="23376" y="117"/>
                </a:lnTo>
                <a:lnTo>
                  <a:pt x="23218" y="117"/>
                </a:lnTo>
                <a:lnTo>
                  <a:pt x="23218" y="0"/>
                </a:lnTo>
                <a:moveTo>
                  <a:pt x="23482" y="0"/>
                </a:moveTo>
                <a:lnTo>
                  <a:pt x="23640" y="0"/>
                </a:lnTo>
                <a:lnTo>
                  <a:pt x="23640" y="117"/>
                </a:lnTo>
                <a:lnTo>
                  <a:pt x="23482" y="117"/>
                </a:lnTo>
                <a:lnTo>
                  <a:pt x="23482" y="0"/>
                </a:lnTo>
                <a:moveTo>
                  <a:pt x="23746" y="0"/>
                </a:moveTo>
                <a:lnTo>
                  <a:pt x="23904" y="0"/>
                </a:lnTo>
                <a:lnTo>
                  <a:pt x="23904" y="117"/>
                </a:lnTo>
                <a:lnTo>
                  <a:pt x="23746" y="117"/>
                </a:lnTo>
                <a:lnTo>
                  <a:pt x="23746" y="0"/>
                </a:lnTo>
                <a:moveTo>
                  <a:pt x="24010" y="0"/>
                </a:moveTo>
                <a:lnTo>
                  <a:pt x="24168" y="0"/>
                </a:lnTo>
                <a:lnTo>
                  <a:pt x="24168" y="117"/>
                </a:lnTo>
                <a:lnTo>
                  <a:pt x="24010" y="117"/>
                </a:lnTo>
                <a:lnTo>
                  <a:pt x="24010" y="0"/>
                </a:lnTo>
                <a:moveTo>
                  <a:pt x="24274" y="0"/>
                </a:moveTo>
                <a:lnTo>
                  <a:pt x="24433" y="0"/>
                </a:lnTo>
                <a:lnTo>
                  <a:pt x="24433" y="117"/>
                </a:lnTo>
                <a:lnTo>
                  <a:pt x="24274" y="117"/>
                </a:lnTo>
                <a:lnTo>
                  <a:pt x="24274" y="0"/>
                </a:lnTo>
                <a:moveTo>
                  <a:pt x="24538" y="0"/>
                </a:moveTo>
                <a:lnTo>
                  <a:pt x="24697" y="0"/>
                </a:lnTo>
                <a:lnTo>
                  <a:pt x="24697" y="117"/>
                </a:lnTo>
                <a:lnTo>
                  <a:pt x="24538" y="117"/>
                </a:lnTo>
                <a:lnTo>
                  <a:pt x="24538" y="0"/>
                </a:lnTo>
                <a:moveTo>
                  <a:pt x="24802" y="0"/>
                </a:moveTo>
                <a:lnTo>
                  <a:pt x="24961" y="0"/>
                </a:lnTo>
                <a:lnTo>
                  <a:pt x="24961" y="117"/>
                </a:lnTo>
                <a:lnTo>
                  <a:pt x="24802" y="117"/>
                </a:lnTo>
                <a:lnTo>
                  <a:pt x="24802" y="0"/>
                </a:lnTo>
                <a:moveTo>
                  <a:pt x="25066" y="0"/>
                </a:moveTo>
                <a:lnTo>
                  <a:pt x="25225" y="0"/>
                </a:lnTo>
                <a:lnTo>
                  <a:pt x="25225" y="117"/>
                </a:lnTo>
                <a:lnTo>
                  <a:pt x="25066" y="117"/>
                </a:lnTo>
                <a:lnTo>
                  <a:pt x="25066" y="0"/>
                </a:lnTo>
                <a:moveTo>
                  <a:pt x="25330" y="0"/>
                </a:moveTo>
                <a:lnTo>
                  <a:pt x="25489" y="0"/>
                </a:lnTo>
                <a:lnTo>
                  <a:pt x="25489" y="117"/>
                </a:lnTo>
                <a:lnTo>
                  <a:pt x="25330" y="117"/>
                </a:lnTo>
                <a:lnTo>
                  <a:pt x="25330" y="0"/>
                </a:lnTo>
                <a:moveTo>
                  <a:pt x="25594" y="0"/>
                </a:moveTo>
                <a:lnTo>
                  <a:pt x="25753" y="0"/>
                </a:lnTo>
                <a:lnTo>
                  <a:pt x="25753" y="117"/>
                </a:lnTo>
                <a:lnTo>
                  <a:pt x="25594" y="117"/>
                </a:lnTo>
                <a:lnTo>
                  <a:pt x="25594" y="0"/>
                </a:lnTo>
                <a:moveTo>
                  <a:pt x="25858" y="0"/>
                </a:moveTo>
                <a:lnTo>
                  <a:pt x="26017" y="0"/>
                </a:lnTo>
                <a:lnTo>
                  <a:pt x="26017" y="117"/>
                </a:lnTo>
                <a:lnTo>
                  <a:pt x="25858" y="117"/>
                </a:lnTo>
                <a:lnTo>
                  <a:pt x="25858" y="0"/>
                </a:lnTo>
                <a:moveTo>
                  <a:pt x="26122" y="0"/>
                </a:moveTo>
                <a:lnTo>
                  <a:pt x="26281" y="0"/>
                </a:lnTo>
                <a:lnTo>
                  <a:pt x="26281" y="117"/>
                </a:lnTo>
                <a:lnTo>
                  <a:pt x="26122" y="117"/>
                </a:lnTo>
                <a:lnTo>
                  <a:pt x="26122" y="0"/>
                </a:lnTo>
                <a:moveTo>
                  <a:pt x="26386" y="0"/>
                </a:moveTo>
                <a:lnTo>
                  <a:pt x="26545" y="0"/>
                </a:lnTo>
                <a:lnTo>
                  <a:pt x="26545" y="117"/>
                </a:lnTo>
                <a:lnTo>
                  <a:pt x="26386" y="117"/>
                </a:lnTo>
                <a:lnTo>
                  <a:pt x="26386" y="0"/>
                </a:lnTo>
                <a:moveTo>
                  <a:pt x="26650" y="0"/>
                </a:moveTo>
                <a:lnTo>
                  <a:pt x="26809" y="0"/>
                </a:lnTo>
                <a:lnTo>
                  <a:pt x="26809" y="117"/>
                </a:lnTo>
                <a:lnTo>
                  <a:pt x="26650" y="117"/>
                </a:lnTo>
                <a:lnTo>
                  <a:pt x="26650" y="0"/>
                </a:lnTo>
                <a:moveTo>
                  <a:pt x="26914" y="0"/>
                </a:moveTo>
                <a:lnTo>
                  <a:pt x="27073" y="0"/>
                </a:lnTo>
                <a:lnTo>
                  <a:pt x="27073" y="117"/>
                </a:lnTo>
                <a:lnTo>
                  <a:pt x="26914" y="117"/>
                </a:lnTo>
                <a:lnTo>
                  <a:pt x="26914" y="0"/>
                </a:lnTo>
                <a:moveTo>
                  <a:pt x="27178" y="0"/>
                </a:moveTo>
                <a:lnTo>
                  <a:pt x="27337" y="0"/>
                </a:lnTo>
                <a:lnTo>
                  <a:pt x="27337" y="117"/>
                </a:lnTo>
                <a:lnTo>
                  <a:pt x="27178" y="117"/>
                </a:lnTo>
                <a:lnTo>
                  <a:pt x="27178" y="0"/>
                </a:lnTo>
                <a:moveTo>
                  <a:pt x="27442" y="0"/>
                </a:moveTo>
                <a:lnTo>
                  <a:pt x="27601" y="0"/>
                </a:lnTo>
                <a:lnTo>
                  <a:pt x="27601" y="117"/>
                </a:lnTo>
                <a:lnTo>
                  <a:pt x="27442" y="117"/>
                </a:lnTo>
                <a:lnTo>
                  <a:pt x="27442" y="0"/>
                </a:lnTo>
                <a:moveTo>
                  <a:pt x="27706" y="0"/>
                </a:moveTo>
                <a:lnTo>
                  <a:pt x="27865" y="0"/>
                </a:lnTo>
                <a:lnTo>
                  <a:pt x="27865" y="117"/>
                </a:lnTo>
                <a:lnTo>
                  <a:pt x="27706" y="117"/>
                </a:lnTo>
                <a:lnTo>
                  <a:pt x="27706" y="0"/>
                </a:lnTo>
                <a:moveTo>
                  <a:pt x="27971" y="0"/>
                </a:moveTo>
                <a:lnTo>
                  <a:pt x="28129" y="0"/>
                </a:lnTo>
                <a:lnTo>
                  <a:pt x="28129" y="117"/>
                </a:lnTo>
                <a:lnTo>
                  <a:pt x="27971" y="117"/>
                </a:lnTo>
                <a:lnTo>
                  <a:pt x="27971" y="0"/>
                </a:lnTo>
                <a:moveTo>
                  <a:pt x="28235" y="0"/>
                </a:moveTo>
                <a:lnTo>
                  <a:pt x="28393" y="0"/>
                </a:lnTo>
                <a:lnTo>
                  <a:pt x="28393" y="117"/>
                </a:lnTo>
                <a:lnTo>
                  <a:pt x="28235" y="117"/>
                </a:lnTo>
                <a:lnTo>
                  <a:pt x="28235" y="0"/>
                </a:lnTo>
                <a:moveTo>
                  <a:pt x="28499" y="0"/>
                </a:moveTo>
                <a:lnTo>
                  <a:pt x="28657" y="0"/>
                </a:lnTo>
                <a:lnTo>
                  <a:pt x="28657" y="117"/>
                </a:lnTo>
                <a:lnTo>
                  <a:pt x="28499" y="117"/>
                </a:lnTo>
                <a:lnTo>
                  <a:pt x="28499" y="0"/>
                </a:lnTo>
                <a:moveTo>
                  <a:pt x="28763" y="0"/>
                </a:moveTo>
                <a:lnTo>
                  <a:pt x="28921" y="0"/>
                </a:lnTo>
                <a:lnTo>
                  <a:pt x="28921" y="117"/>
                </a:lnTo>
                <a:lnTo>
                  <a:pt x="28763" y="117"/>
                </a:lnTo>
                <a:lnTo>
                  <a:pt x="28763" y="0"/>
                </a:lnTo>
                <a:moveTo>
                  <a:pt x="29027" y="0"/>
                </a:moveTo>
                <a:lnTo>
                  <a:pt x="29185" y="0"/>
                </a:lnTo>
                <a:lnTo>
                  <a:pt x="29185" y="117"/>
                </a:lnTo>
                <a:lnTo>
                  <a:pt x="29027" y="117"/>
                </a:lnTo>
                <a:lnTo>
                  <a:pt x="29027" y="0"/>
                </a:lnTo>
                <a:moveTo>
                  <a:pt x="29291" y="0"/>
                </a:moveTo>
                <a:lnTo>
                  <a:pt x="29450" y="0"/>
                </a:lnTo>
                <a:lnTo>
                  <a:pt x="29450" y="117"/>
                </a:lnTo>
                <a:lnTo>
                  <a:pt x="29291" y="117"/>
                </a:lnTo>
                <a:lnTo>
                  <a:pt x="29291" y="0"/>
                </a:lnTo>
                <a:moveTo>
                  <a:pt x="29555" y="0"/>
                </a:moveTo>
                <a:lnTo>
                  <a:pt x="29714" y="0"/>
                </a:lnTo>
                <a:lnTo>
                  <a:pt x="29714" y="117"/>
                </a:lnTo>
                <a:lnTo>
                  <a:pt x="29555" y="117"/>
                </a:lnTo>
                <a:lnTo>
                  <a:pt x="29555" y="0"/>
                </a:lnTo>
                <a:moveTo>
                  <a:pt x="29819" y="0"/>
                </a:moveTo>
                <a:lnTo>
                  <a:pt x="29978" y="0"/>
                </a:lnTo>
                <a:lnTo>
                  <a:pt x="29978" y="117"/>
                </a:lnTo>
                <a:lnTo>
                  <a:pt x="29819" y="117"/>
                </a:lnTo>
                <a:lnTo>
                  <a:pt x="29819" y="0"/>
                </a:lnTo>
                <a:moveTo>
                  <a:pt x="30083" y="0"/>
                </a:moveTo>
                <a:lnTo>
                  <a:pt x="30242" y="0"/>
                </a:lnTo>
                <a:lnTo>
                  <a:pt x="30242" y="117"/>
                </a:lnTo>
                <a:lnTo>
                  <a:pt x="30083" y="117"/>
                </a:lnTo>
                <a:lnTo>
                  <a:pt x="30083" y="0"/>
                </a:lnTo>
                <a:moveTo>
                  <a:pt x="30347" y="0"/>
                </a:moveTo>
                <a:lnTo>
                  <a:pt x="30506" y="0"/>
                </a:lnTo>
                <a:lnTo>
                  <a:pt x="30506" y="117"/>
                </a:lnTo>
                <a:lnTo>
                  <a:pt x="30347" y="117"/>
                </a:lnTo>
                <a:lnTo>
                  <a:pt x="30347" y="0"/>
                </a:lnTo>
                <a:moveTo>
                  <a:pt x="30611" y="0"/>
                </a:moveTo>
                <a:lnTo>
                  <a:pt x="30725" y="0"/>
                </a:lnTo>
                <a:cubicBezTo>
                  <a:pt x="30744" y="0"/>
                  <a:pt x="30764" y="3"/>
                  <a:pt x="30783" y="7"/>
                </a:cubicBezTo>
                <a:lnTo>
                  <a:pt x="30755" y="120"/>
                </a:lnTo>
                <a:cubicBezTo>
                  <a:pt x="30745" y="118"/>
                  <a:pt x="30735" y="117"/>
                  <a:pt x="30725" y="117"/>
                </a:cubicBezTo>
                <a:lnTo>
                  <a:pt x="30611" y="117"/>
                </a:lnTo>
                <a:lnTo>
                  <a:pt x="30611" y="0"/>
                </a:lnTo>
                <a:moveTo>
                  <a:pt x="30902" y="77"/>
                </a:moveTo>
                <a:cubicBezTo>
                  <a:pt x="30946" y="124"/>
                  <a:pt x="30968" y="180"/>
                  <a:pt x="30968" y="244"/>
                </a:cubicBezTo>
                <a:lnTo>
                  <a:pt x="30968" y="264"/>
                </a:lnTo>
                <a:lnTo>
                  <a:pt x="30852" y="264"/>
                </a:lnTo>
                <a:lnTo>
                  <a:pt x="30852" y="244"/>
                </a:lnTo>
                <a:cubicBezTo>
                  <a:pt x="30852" y="210"/>
                  <a:pt x="30840" y="181"/>
                  <a:pt x="30817" y="157"/>
                </a:cubicBezTo>
                <a:lnTo>
                  <a:pt x="30902" y="77"/>
                </a:lnTo>
                <a:moveTo>
                  <a:pt x="30968" y="369"/>
                </a:moveTo>
                <a:lnTo>
                  <a:pt x="30968" y="528"/>
                </a:lnTo>
                <a:lnTo>
                  <a:pt x="30852" y="528"/>
                </a:lnTo>
                <a:lnTo>
                  <a:pt x="30852" y="369"/>
                </a:lnTo>
                <a:lnTo>
                  <a:pt x="30968" y="369"/>
                </a:lnTo>
                <a:moveTo>
                  <a:pt x="30968" y="633"/>
                </a:moveTo>
                <a:lnTo>
                  <a:pt x="30968" y="792"/>
                </a:lnTo>
                <a:lnTo>
                  <a:pt x="30852" y="792"/>
                </a:lnTo>
                <a:lnTo>
                  <a:pt x="30852" y="633"/>
                </a:lnTo>
                <a:lnTo>
                  <a:pt x="30968" y="633"/>
                </a:lnTo>
                <a:moveTo>
                  <a:pt x="30968" y="897"/>
                </a:moveTo>
                <a:lnTo>
                  <a:pt x="30968" y="1056"/>
                </a:lnTo>
                <a:lnTo>
                  <a:pt x="30852" y="1056"/>
                </a:lnTo>
                <a:lnTo>
                  <a:pt x="30852" y="897"/>
                </a:lnTo>
                <a:lnTo>
                  <a:pt x="30968" y="897"/>
                </a:lnTo>
                <a:moveTo>
                  <a:pt x="30968" y="1161"/>
                </a:moveTo>
                <a:lnTo>
                  <a:pt x="30968" y="1320"/>
                </a:lnTo>
                <a:lnTo>
                  <a:pt x="30852" y="1320"/>
                </a:lnTo>
                <a:lnTo>
                  <a:pt x="30852" y="1161"/>
                </a:lnTo>
                <a:lnTo>
                  <a:pt x="30968" y="1161"/>
                </a:lnTo>
                <a:moveTo>
                  <a:pt x="30968" y="1425"/>
                </a:moveTo>
                <a:lnTo>
                  <a:pt x="30968" y="1585"/>
                </a:lnTo>
                <a:lnTo>
                  <a:pt x="30852" y="1585"/>
                </a:lnTo>
                <a:lnTo>
                  <a:pt x="30852" y="1425"/>
                </a:lnTo>
                <a:lnTo>
                  <a:pt x="30968" y="1425"/>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3"/>
                </a:moveTo>
                <a:cubicBezTo>
                  <a:pt x="30961" y="2298"/>
                  <a:pt x="30928" y="2357"/>
                  <a:pt x="30866" y="2401"/>
                </a:cubicBezTo>
                <a:lnTo>
                  <a:pt x="30799" y="2306"/>
                </a:lnTo>
                <a:cubicBezTo>
                  <a:pt x="30831" y="2283"/>
                  <a:pt x="30848" y="2252"/>
                  <a:pt x="30851" y="2213"/>
                </a:cubicBezTo>
                <a:lnTo>
                  <a:pt x="30967" y="2223"/>
                </a:lnTo>
                <a:moveTo>
                  <a:pt x="30736" y="2446"/>
                </a:moveTo>
                <a:cubicBezTo>
                  <a:pt x="30733" y="2446"/>
                  <a:pt x="30729" y="2446"/>
                  <a:pt x="30725" y="2446"/>
                </a:cubicBezTo>
                <a:lnTo>
                  <a:pt x="30575" y="2446"/>
                </a:lnTo>
                <a:lnTo>
                  <a:pt x="30575" y="2330"/>
                </a:lnTo>
                <a:lnTo>
                  <a:pt x="30725" y="2330"/>
                </a:lnTo>
                <a:cubicBezTo>
                  <a:pt x="30727" y="2330"/>
                  <a:pt x="30729" y="2330"/>
                  <a:pt x="30731" y="2330"/>
                </a:cubicBezTo>
                <a:lnTo>
                  <a:pt x="30736" y="2446"/>
                </a:lnTo>
                <a:moveTo>
                  <a:pt x="30470" y="2446"/>
                </a:moveTo>
                <a:lnTo>
                  <a:pt x="30311" y="2446"/>
                </a:lnTo>
                <a:lnTo>
                  <a:pt x="30311" y="2330"/>
                </a:lnTo>
                <a:lnTo>
                  <a:pt x="30470" y="2330"/>
                </a:lnTo>
                <a:lnTo>
                  <a:pt x="30470" y="2446"/>
                </a:lnTo>
                <a:moveTo>
                  <a:pt x="30206" y="2446"/>
                </a:moveTo>
                <a:lnTo>
                  <a:pt x="30047" y="2446"/>
                </a:lnTo>
                <a:lnTo>
                  <a:pt x="30047" y="2330"/>
                </a:lnTo>
                <a:lnTo>
                  <a:pt x="30206" y="2330"/>
                </a:lnTo>
                <a:lnTo>
                  <a:pt x="30206" y="2446"/>
                </a:lnTo>
                <a:moveTo>
                  <a:pt x="29942" y="2446"/>
                </a:moveTo>
                <a:lnTo>
                  <a:pt x="29783" y="2446"/>
                </a:lnTo>
                <a:lnTo>
                  <a:pt x="29783" y="2330"/>
                </a:lnTo>
                <a:lnTo>
                  <a:pt x="29942" y="2330"/>
                </a:lnTo>
                <a:lnTo>
                  <a:pt x="29942" y="2446"/>
                </a:lnTo>
                <a:moveTo>
                  <a:pt x="29678" y="2446"/>
                </a:moveTo>
                <a:lnTo>
                  <a:pt x="29519" y="2446"/>
                </a:lnTo>
                <a:lnTo>
                  <a:pt x="29519" y="2330"/>
                </a:lnTo>
                <a:lnTo>
                  <a:pt x="29678" y="2330"/>
                </a:lnTo>
                <a:lnTo>
                  <a:pt x="29678" y="2446"/>
                </a:lnTo>
                <a:moveTo>
                  <a:pt x="29414" y="2446"/>
                </a:moveTo>
                <a:lnTo>
                  <a:pt x="29255" y="2446"/>
                </a:lnTo>
                <a:lnTo>
                  <a:pt x="29255" y="2330"/>
                </a:lnTo>
                <a:lnTo>
                  <a:pt x="29414" y="2330"/>
                </a:lnTo>
                <a:lnTo>
                  <a:pt x="29414" y="2446"/>
                </a:lnTo>
                <a:moveTo>
                  <a:pt x="29150" y="2446"/>
                </a:moveTo>
                <a:lnTo>
                  <a:pt x="28991" y="2446"/>
                </a:lnTo>
                <a:lnTo>
                  <a:pt x="28991" y="2330"/>
                </a:lnTo>
                <a:lnTo>
                  <a:pt x="29150" y="2330"/>
                </a:lnTo>
                <a:lnTo>
                  <a:pt x="29150" y="2446"/>
                </a:lnTo>
                <a:moveTo>
                  <a:pt x="28886" y="2446"/>
                </a:moveTo>
                <a:lnTo>
                  <a:pt x="28727" y="2446"/>
                </a:lnTo>
                <a:lnTo>
                  <a:pt x="28727" y="2330"/>
                </a:lnTo>
                <a:lnTo>
                  <a:pt x="28886" y="2330"/>
                </a:lnTo>
                <a:lnTo>
                  <a:pt x="28886" y="2446"/>
                </a:lnTo>
                <a:moveTo>
                  <a:pt x="28622" y="2446"/>
                </a:moveTo>
                <a:lnTo>
                  <a:pt x="28463" y="2446"/>
                </a:lnTo>
                <a:lnTo>
                  <a:pt x="28463" y="2330"/>
                </a:lnTo>
                <a:lnTo>
                  <a:pt x="28622" y="2330"/>
                </a:lnTo>
                <a:lnTo>
                  <a:pt x="28622" y="2446"/>
                </a:lnTo>
                <a:moveTo>
                  <a:pt x="28358" y="2446"/>
                </a:moveTo>
                <a:lnTo>
                  <a:pt x="28199" y="2446"/>
                </a:lnTo>
                <a:lnTo>
                  <a:pt x="28199" y="2330"/>
                </a:lnTo>
                <a:lnTo>
                  <a:pt x="28358" y="2330"/>
                </a:lnTo>
                <a:lnTo>
                  <a:pt x="28358" y="2446"/>
                </a:lnTo>
                <a:moveTo>
                  <a:pt x="28094" y="2446"/>
                </a:moveTo>
                <a:lnTo>
                  <a:pt x="27935" y="2446"/>
                </a:lnTo>
                <a:lnTo>
                  <a:pt x="27935" y="2330"/>
                </a:lnTo>
                <a:lnTo>
                  <a:pt x="28094" y="2330"/>
                </a:lnTo>
                <a:lnTo>
                  <a:pt x="28094" y="2446"/>
                </a:lnTo>
                <a:moveTo>
                  <a:pt x="27829" y="2446"/>
                </a:moveTo>
                <a:lnTo>
                  <a:pt x="27671" y="2446"/>
                </a:lnTo>
                <a:lnTo>
                  <a:pt x="27671" y="2330"/>
                </a:lnTo>
                <a:lnTo>
                  <a:pt x="27829" y="2330"/>
                </a:lnTo>
                <a:lnTo>
                  <a:pt x="27829" y="2446"/>
                </a:lnTo>
                <a:moveTo>
                  <a:pt x="27565" y="2446"/>
                </a:moveTo>
                <a:lnTo>
                  <a:pt x="27407" y="2446"/>
                </a:lnTo>
                <a:lnTo>
                  <a:pt x="27407" y="2330"/>
                </a:lnTo>
                <a:lnTo>
                  <a:pt x="27565" y="2330"/>
                </a:lnTo>
                <a:lnTo>
                  <a:pt x="27565" y="2446"/>
                </a:lnTo>
                <a:moveTo>
                  <a:pt x="27301" y="2446"/>
                </a:moveTo>
                <a:lnTo>
                  <a:pt x="27143" y="2446"/>
                </a:lnTo>
                <a:lnTo>
                  <a:pt x="27143" y="2330"/>
                </a:lnTo>
                <a:lnTo>
                  <a:pt x="27301" y="2330"/>
                </a:lnTo>
                <a:lnTo>
                  <a:pt x="27301" y="2446"/>
                </a:lnTo>
                <a:moveTo>
                  <a:pt x="27037" y="2446"/>
                </a:moveTo>
                <a:lnTo>
                  <a:pt x="26879" y="2446"/>
                </a:lnTo>
                <a:lnTo>
                  <a:pt x="26879" y="2330"/>
                </a:lnTo>
                <a:lnTo>
                  <a:pt x="27037" y="2330"/>
                </a:lnTo>
                <a:lnTo>
                  <a:pt x="27037" y="2446"/>
                </a:lnTo>
                <a:moveTo>
                  <a:pt x="26773" y="2446"/>
                </a:moveTo>
                <a:lnTo>
                  <a:pt x="26615" y="2446"/>
                </a:lnTo>
                <a:lnTo>
                  <a:pt x="26615" y="2330"/>
                </a:lnTo>
                <a:lnTo>
                  <a:pt x="26773" y="2330"/>
                </a:lnTo>
                <a:lnTo>
                  <a:pt x="26773" y="2446"/>
                </a:lnTo>
                <a:moveTo>
                  <a:pt x="26509" y="2446"/>
                </a:moveTo>
                <a:lnTo>
                  <a:pt x="26350" y="2446"/>
                </a:lnTo>
                <a:lnTo>
                  <a:pt x="26350" y="2330"/>
                </a:lnTo>
                <a:lnTo>
                  <a:pt x="26509" y="2330"/>
                </a:lnTo>
                <a:lnTo>
                  <a:pt x="26509" y="2446"/>
                </a:lnTo>
                <a:moveTo>
                  <a:pt x="26245" y="2446"/>
                </a:moveTo>
                <a:lnTo>
                  <a:pt x="26086" y="2446"/>
                </a:lnTo>
                <a:lnTo>
                  <a:pt x="26086" y="2330"/>
                </a:lnTo>
                <a:lnTo>
                  <a:pt x="26245" y="2330"/>
                </a:lnTo>
                <a:lnTo>
                  <a:pt x="26245" y="2446"/>
                </a:lnTo>
                <a:moveTo>
                  <a:pt x="25981" y="2446"/>
                </a:moveTo>
                <a:lnTo>
                  <a:pt x="25822" y="2446"/>
                </a:lnTo>
                <a:lnTo>
                  <a:pt x="25822" y="2330"/>
                </a:lnTo>
                <a:lnTo>
                  <a:pt x="25981" y="2330"/>
                </a:lnTo>
                <a:lnTo>
                  <a:pt x="25981" y="2446"/>
                </a:lnTo>
                <a:moveTo>
                  <a:pt x="25717" y="2446"/>
                </a:moveTo>
                <a:lnTo>
                  <a:pt x="25558" y="2446"/>
                </a:lnTo>
                <a:lnTo>
                  <a:pt x="25558" y="2330"/>
                </a:lnTo>
                <a:lnTo>
                  <a:pt x="25717" y="2330"/>
                </a:lnTo>
                <a:lnTo>
                  <a:pt x="25717" y="2446"/>
                </a:lnTo>
                <a:moveTo>
                  <a:pt x="25453" y="2446"/>
                </a:moveTo>
                <a:lnTo>
                  <a:pt x="25294" y="2446"/>
                </a:lnTo>
                <a:lnTo>
                  <a:pt x="25294" y="2330"/>
                </a:lnTo>
                <a:lnTo>
                  <a:pt x="25453" y="2330"/>
                </a:lnTo>
                <a:lnTo>
                  <a:pt x="25453" y="2446"/>
                </a:lnTo>
                <a:moveTo>
                  <a:pt x="25189" y="2446"/>
                </a:moveTo>
                <a:lnTo>
                  <a:pt x="25030" y="2446"/>
                </a:lnTo>
                <a:lnTo>
                  <a:pt x="25030" y="2330"/>
                </a:lnTo>
                <a:lnTo>
                  <a:pt x="25189" y="2330"/>
                </a:lnTo>
                <a:lnTo>
                  <a:pt x="25189" y="2446"/>
                </a:lnTo>
                <a:moveTo>
                  <a:pt x="24925" y="2446"/>
                </a:moveTo>
                <a:lnTo>
                  <a:pt x="24766" y="2446"/>
                </a:lnTo>
                <a:lnTo>
                  <a:pt x="24766" y="2330"/>
                </a:lnTo>
                <a:lnTo>
                  <a:pt x="24925" y="2330"/>
                </a:lnTo>
                <a:lnTo>
                  <a:pt x="24925" y="2446"/>
                </a:lnTo>
                <a:moveTo>
                  <a:pt x="24661" y="2446"/>
                </a:moveTo>
                <a:lnTo>
                  <a:pt x="24502" y="2446"/>
                </a:lnTo>
                <a:lnTo>
                  <a:pt x="24502" y="2330"/>
                </a:lnTo>
                <a:lnTo>
                  <a:pt x="24661" y="2330"/>
                </a:lnTo>
                <a:lnTo>
                  <a:pt x="24661" y="2446"/>
                </a:lnTo>
                <a:moveTo>
                  <a:pt x="24397" y="2446"/>
                </a:moveTo>
                <a:lnTo>
                  <a:pt x="24238" y="2446"/>
                </a:lnTo>
                <a:lnTo>
                  <a:pt x="24238" y="2330"/>
                </a:lnTo>
                <a:lnTo>
                  <a:pt x="24397" y="2330"/>
                </a:lnTo>
                <a:lnTo>
                  <a:pt x="24397" y="2446"/>
                </a:lnTo>
                <a:moveTo>
                  <a:pt x="24133" y="2446"/>
                </a:moveTo>
                <a:lnTo>
                  <a:pt x="23974" y="2446"/>
                </a:lnTo>
                <a:lnTo>
                  <a:pt x="23974" y="2330"/>
                </a:lnTo>
                <a:lnTo>
                  <a:pt x="24133" y="2330"/>
                </a:lnTo>
                <a:lnTo>
                  <a:pt x="24133" y="2446"/>
                </a:lnTo>
                <a:moveTo>
                  <a:pt x="23869" y="2446"/>
                </a:moveTo>
                <a:lnTo>
                  <a:pt x="23710" y="2446"/>
                </a:lnTo>
                <a:lnTo>
                  <a:pt x="23710" y="2330"/>
                </a:lnTo>
                <a:lnTo>
                  <a:pt x="23869" y="2330"/>
                </a:lnTo>
                <a:lnTo>
                  <a:pt x="23869" y="2446"/>
                </a:lnTo>
                <a:moveTo>
                  <a:pt x="23605" y="2446"/>
                </a:moveTo>
                <a:lnTo>
                  <a:pt x="23446" y="2446"/>
                </a:lnTo>
                <a:lnTo>
                  <a:pt x="23446" y="2330"/>
                </a:lnTo>
                <a:lnTo>
                  <a:pt x="23605" y="2330"/>
                </a:lnTo>
                <a:lnTo>
                  <a:pt x="23605" y="2446"/>
                </a:lnTo>
                <a:moveTo>
                  <a:pt x="23341" y="2446"/>
                </a:moveTo>
                <a:lnTo>
                  <a:pt x="23182" y="2446"/>
                </a:lnTo>
                <a:lnTo>
                  <a:pt x="23182" y="2330"/>
                </a:lnTo>
                <a:lnTo>
                  <a:pt x="23341" y="2330"/>
                </a:lnTo>
                <a:lnTo>
                  <a:pt x="23341" y="2446"/>
                </a:lnTo>
                <a:moveTo>
                  <a:pt x="23077" y="2446"/>
                </a:moveTo>
                <a:lnTo>
                  <a:pt x="22918" y="2446"/>
                </a:lnTo>
                <a:lnTo>
                  <a:pt x="22918" y="2330"/>
                </a:lnTo>
                <a:lnTo>
                  <a:pt x="23077" y="2330"/>
                </a:lnTo>
                <a:lnTo>
                  <a:pt x="23077" y="2446"/>
                </a:lnTo>
                <a:moveTo>
                  <a:pt x="22812" y="2446"/>
                </a:moveTo>
                <a:lnTo>
                  <a:pt x="22654" y="2446"/>
                </a:lnTo>
                <a:lnTo>
                  <a:pt x="22654" y="2330"/>
                </a:lnTo>
                <a:lnTo>
                  <a:pt x="22812" y="2330"/>
                </a:lnTo>
                <a:lnTo>
                  <a:pt x="22812" y="2446"/>
                </a:lnTo>
                <a:moveTo>
                  <a:pt x="22548" y="2446"/>
                </a:moveTo>
                <a:lnTo>
                  <a:pt x="22390" y="2446"/>
                </a:lnTo>
                <a:lnTo>
                  <a:pt x="22390" y="2330"/>
                </a:lnTo>
                <a:lnTo>
                  <a:pt x="22548" y="2330"/>
                </a:lnTo>
                <a:lnTo>
                  <a:pt x="22548" y="2446"/>
                </a:lnTo>
                <a:moveTo>
                  <a:pt x="22284" y="2446"/>
                </a:moveTo>
                <a:lnTo>
                  <a:pt x="22126" y="2446"/>
                </a:lnTo>
                <a:lnTo>
                  <a:pt x="22126" y="2330"/>
                </a:lnTo>
                <a:lnTo>
                  <a:pt x="22284" y="2330"/>
                </a:lnTo>
                <a:lnTo>
                  <a:pt x="22284" y="2446"/>
                </a:lnTo>
                <a:moveTo>
                  <a:pt x="22020" y="2446"/>
                </a:moveTo>
                <a:lnTo>
                  <a:pt x="21862" y="2446"/>
                </a:lnTo>
                <a:lnTo>
                  <a:pt x="21862" y="2330"/>
                </a:lnTo>
                <a:lnTo>
                  <a:pt x="22020" y="2330"/>
                </a:lnTo>
                <a:lnTo>
                  <a:pt x="22020" y="2446"/>
                </a:lnTo>
                <a:moveTo>
                  <a:pt x="21756" y="2446"/>
                </a:moveTo>
                <a:lnTo>
                  <a:pt x="21597" y="2446"/>
                </a:lnTo>
                <a:lnTo>
                  <a:pt x="21597" y="2330"/>
                </a:lnTo>
                <a:lnTo>
                  <a:pt x="21756" y="2330"/>
                </a:lnTo>
                <a:lnTo>
                  <a:pt x="21756" y="2446"/>
                </a:lnTo>
                <a:moveTo>
                  <a:pt x="21492" y="2446"/>
                </a:moveTo>
                <a:lnTo>
                  <a:pt x="21333" y="2446"/>
                </a:lnTo>
                <a:lnTo>
                  <a:pt x="21333" y="2330"/>
                </a:lnTo>
                <a:lnTo>
                  <a:pt x="21492" y="2330"/>
                </a:lnTo>
                <a:lnTo>
                  <a:pt x="21492" y="2446"/>
                </a:lnTo>
                <a:moveTo>
                  <a:pt x="21228" y="2446"/>
                </a:moveTo>
                <a:lnTo>
                  <a:pt x="21069" y="2446"/>
                </a:lnTo>
                <a:lnTo>
                  <a:pt x="21069" y="2330"/>
                </a:lnTo>
                <a:lnTo>
                  <a:pt x="21228" y="2330"/>
                </a:lnTo>
                <a:lnTo>
                  <a:pt x="21228" y="2446"/>
                </a:lnTo>
                <a:moveTo>
                  <a:pt x="20964" y="2446"/>
                </a:moveTo>
                <a:lnTo>
                  <a:pt x="20805" y="2446"/>
                </a:lnTo>
                <a:lnTo>
                  <a:pt x="20805" y="2330"/>
                </a:lnTo>
                <a:lnTo>
                  <a:pt x="20964" y="2330"/>
                </a:lnTo>
                <a:lnTo>
                  <a:pt x="20964" y="2446"/>
                </a:lnTo>
                <a:moveTo>
                  <a:pt x="20700" y="2446"/>
                </a:moveTo>
                <a:lnTo>
                  <a:pt x="20541" y="2446"/>
                </a:lnTo>
                <a:lnTo>
                  <a:pt x="20541" y="2330"/>
                </a:lnTo>
                <a:lnTo>
                  <a:pt x="20700" y="2330"/>
                </a:lnTo>
                <a:lnTo>
                  <a:pt x="20700" y="2446"/>
                </a:lnTo>
                <a:moveTo>
                  <a:pt x="20436" y="2446"/>
                </a:moveTo>
                <a:lnTo>
                  <a:pt x="20277" y="2446"/>
                </a:lnTo>
                <a:lnTo>
                  <a:pt x="20277" y="2330"/>
                </a:lnTo>
                <a:lnTo>
                  <a:pt x="20436" y="2330"/>
                </a:lnTo>
                <a:lnTo>
                  <a:pt x="20436" y="2446"/>
                </a:lnTo>
                <a:moveTo>
                  <a:pt x="20172" y="2446"/>
                </a:moveTo>
                <a:lnTo>
                  <a:pt x="20013" y="2446"/>
                </a:lnTo>
                <a:lnTo>
                  <a:pt x="20013" y="2330"/>
                </a:lnTo>
                <a:lnTo>
                  <a:pt x="20172" y="2330"/>
                </a:lnTo>
                <a:lnTo>
                  <a:pt x="20172" y="2446"/>
                </a:lnTo>
                <a:moveTo>
                  <a:pt x="19908" y="2446"/>
                </a:moveTo>
                <a:lnTo>
                  <a:pt x="19749" y="2446"/>
                </a:lnTo>
                <a:lnTo>
                  <a:pt x="19749" y="2330"/>
                </a:lnTo>
                <a:lnTo>
                  <a:pt x="19908" y="2330"/>
                </a:lnTo>
                <a:lnTo>
                  <a:pt x="19908" y="2446"/>
                </a:lnTo>
                <a:moveTo>
                  <a:pt x="19644" y="2446"/>
                </a:moveTo>
                <a:lnTo>
                  <a:pt x="19485" y="2446"/>
                </a:lnTo>
                <a:lnTo>
                  <a:pt x="19485" y="2330"/>
                </a:lnTo>
                <a:lnTo>
                  <a:pt x="19644" y="2330"/>
                </a:lnTo>
                <a:lnTo>
                  <a:pt x="19644" y="2446"/>
                </a:lnTo>
                <a:moveTo>
                  <a:pt x="19380" y="2446"/>
                </a:moveTo>
                <a:lnTo>
                  <a:pt x="19221" y="2446"/>
                </a:lnTo>
                <a:lnTo>
                  <a:pt x="19221" y="2330"/>
                </a:lnTo>
                <a:lnTo>
                  <a:pt x="19380" y="2330"/>
                </a:lnTo>
                <a:lnTo>
                  <a:pt x="19380" y="2446"/>
                </a:lnTo>
                <a:moveTo>
                  <a:pt x="19116" y="2446"/>
                </a:moveTo>
                <a:lnTo>
                  <a:pt x="18957" y="2446"/>
                </a:lnTo>
                <a:lnTo>
                  <a:pt x="18957" y="2330"/>
                </a:lnTo>
                <a:lnTo>
                  <a:pt x="19116" y="2330"/>
                </a:lnTo>
                <a:lnTo>
                  <a:pt x="19116" y="2446"/>
                </a:lnTo>
                <a:moveTo>
                  <a:pt x="18852" y="2446"/>
                </a:moveTo>
                <a:lnTo>
                  <a:pt x="18693" y="2446"/>
                </a:lnTo>
                <a:lnTo>
                  <a:pt x="18693" y="2330"/>
                </a:lnTo>
                <a:lnTo>
                  <a:pt x="18852" y="2330"/>
                </a:lnTo>
                <a:lnTo>
                  <a:pt x="18852" y="2446"/>
                </a:lnTo>
                <a:moveTo>
                  <a:pt x="18588" y="2446"/>
                </a:moveTo>
                <a:lnTo>
                  <a:pt x="18429" y="2446"/>
                </a:lnTo>
                <a:lnTo>
                  <a:pt x="18429" y="2330"/>
                </a:lnTo>
                <a:lnTo>
                  <a:pt x="18588" y="2330"/>
                </a:lnTo>
                <a:lnTo>
                  <a:pt x="18588" y="2446"/>
                </a:lnTo>
                <a:moveTo>
                  <a:pt x="18324" y="2446"/>
                </a:moveTo>
                <a:lnTo>
                  <a:pt x="18165" y="2446"/>
                </a:lnTo>
                <a:lnTo>
                  <a:pt x="18165" y="2330"/>
                </a:lnTo>
                <a:lnTo>
                  <a:pt x="18324" y="2330"/>
                </a:lnTo>
                <a:lnTo>
                  <a:pt x="18324" y="2446"/>
                </a:lnTo>
                <a:moveTo>
                  <a:pt x="18059" y="2446"/>
                </a:moveTo>
                <a:lnTo>
                  <a:pt x="17901" y="2446"/>
                </a:lnTo>
                <a:lnTo>
                  <a:pt x="17901" y="2330"/>
                </a:lnTo>
                <a:lnTo>
                  <a:pt x="18059" y="2330"/>
                </a:lnTo>
                <a:lnTo>
                  <a:pt x="18059" y="2446"/>
                </a:lnTo>
                <a:moveTo>
                  <a:pt x="17795" y="2446"/>
                </a:moveTo>
                <a:lnTo>
                  <a:pt x="17637" y="2446"/>
                </a:lnTo>
                <a:lnTo>
                  <a:pt x="17637" y="2330"/>
                </a:lnTo>
                <a:lnTo>
                  <a:pt x="17795" y="2330"/>
                </a:lnTo>
                <a:lnTo>
                  <a:pt x="17795" y="2446"/>
                </a:lnTo>
                <a:moveTo>
                  <a:pt x="17531" y="2446"/>
                </a:moveTo>
                <a:lnTo>
                  <a:pt x="17373" y="2446"/>
                </a:lnTo>
                <a:lnTo>
                  <a:pt x="17373" y="2330"/>
                </a:lnTo>
                <a:lnTo>
                  <a:pt x="17531" y="2330"/>
                </a:lnTo>
                <a:lnTo>
                  <a:pt x="17531" y="2446"/>
                </a:lnTo>
                <a:moveTo>
                  <a:pt x="17267" y="2446"/>
                </a:moveTo>
                <a:lnTo>
                  <a:pt x="17109" y="2446"/>
                </a:lnTo>
                <a:lnTo>
                  <a:pt x="17109" y="2330"/>
                </a:lnTo>
                <a:lnTo>
                  <a:pt x="17267" y="2330"/>
                </a:lnTo>
                <a:lnTo>
                  <a:pt x="17267" y="2446"/>
                </a:lnTo>
                <a:moveTo>
                  <a:pt x="17003" y="2446"/>
                </a:moveTo>
                <a:lnTo>
                  <a:pt x="16845" y="2446"/>
                </a:lnTo>
                <a:lnTo>
                  <a:pt x="16845" y="2330"/>
                </a:lnTo>
                <a:lnTo>
                  <a:pt x="17003" y="2330"/>
                </a:lnTo>
                <a:lnTo>
                  <a:pt x="17003" y="2446"/>
                </a:lnTo>
                <a:moveTo>
                  <a:pt x="16739" y="2446"/>
                </a:moveTo>
                <a:lnTo>
                  <a:pt x="16580" y="2446"/>
                </a:lnTo>
                <a:lnTo>
                  <a:pt x="16580" y="2330"/>
                </a:lnTo>
                <a:lnTo>
                  <a:pt x="16739" y="2330"/>
                </a:lnTo>
                <a:lnTo>
                  <a:pt x="16739" y="2446"/>
                </a:lnTo>
                <a:moveTo>
                  <a:pt x="16475" y="2446"/>
                </a:moveTo>
                <a:lnTo>
                  <a:pt x="16316" y="2446"/>
                </a:lnTo>
                <a:lnTo>
                  <a:pt x="16316" y="2330"/>
                </a:lnTo>
                <a:lnTo>
                  <a:pt x="16475" y="2330"/>
                </a:lnTo>
                <a:lnTo>
                  <a:pt x="16475" y="2446"/>
                </a:lnTo>
                <a:moveTo>
                  <a:pt x="16211" y="2446"/>
                </a:moveTo>
                <a:lnTo>
                  <a:pt x="16052" y="2446"/>
                </a:lnTo>
                <a:lnTo>
                  <a:pt x="16052" y="2330"/>
                </a:lnTo>
                <a:lnTo>
                  <a:pt x="16211" y="2330"/>
                </a:lnTo>
                <a:lnTo>
                  <a:pt x="16211" y="2446"/>
                </a:lnTo>
                <a:moveTo>
                  <a:pt x="15947" y="2446"/>
                </a:moveTo>
                <a:lnTo>
                  <a:pt x="15788" y="2446"/>
                </a:lnTo>
                <a:lnTo>
                  <a:pt x="15788" y="2330"/>
                </a:lnTo>
                <a:lnTo>
                  <a:pt x="15947" y="2330"/>
                </a:lnTo>
                <a:lnTo>
                  <a:pt x="15947" y="2446"/>
                </a:lnTo>
                <a:moveTo>
                  <a:pt x="15683" y="2446"/>
                </a:moveTo>
                <a:lnTo>
                  <a:pt x="15524" y="2446"/>
                </a:lnTo>
                <a:lnTo>
                  <a:pt x="15524" y="2330"/>
                </a:lnTo>
                <a:lnTo>
                  <a:pt x="15683" y="2330"/>
                </a:lnTo>
                <a:lnTo>
                  <a:pt x="15683" y="2446"/>
                </a:lnTo>
                <a:moveTo>
                  <a:pt x="15419" y="2446"/>
                </a:moveTo>
                <a:lnTo>
                  <a:pt x="15260" y="2446"/>
                </a:lnTo>
                <a:lnTo>
                  <a:pt x="15260" y="2330"/>
                </a:lnTo>
                <a:lnTo>
                  <a:pt x="15419" y="2330"/>
                </a:lnTo>
                <a:lnTo>
                  <a:pt x="15419" y="2446"/>
                </a:lnTo>
                <a:moveTo>
                  <a:pt x="15155" y="2446"/>
                </a:moveTo>
                <a:lnTo>
                  <a:pt x="14996" y="2446"/>
                </a:lnTo>
                <a:lnTo>
                  <a:pt x="14996" y="2330"/>
                </a:lnTo>
                <a:lnTo>
                  <a:pt x="15155" y="2330"/>
                </a:lnTo>
                <a:lnTo>
                  <a:pt x="15155" y="2446"/>
                </a:lnTo>
                <a:moveTo>
                  <a:pt x="14891" y="2446"/>
                </a:moveTo>
                <a:lnTo>
                  <a:pt x="14732" y="2446"/>
                </a:lnTo>
                <a:lnTo>
                  <a:pt x="14732" y="2330"/>
                </a:lnTo>
                <a:lnTo>
                  <a:pt x="14891" y="2330"/>
                </a:lnTo>
                <a:lnTo>
                  <a:pt x="14891" y="2446"/>
                </a:lnTo>
                <a:moveTo>
                  <a:pt x="14627" y="2446"/>
                </a:moveTo>
                <a:lnTo>
                  <a:pt x="14468" y="2446"/>
                </a:lnTo>
                <a:lnTo>
                  <a:pt x="14468" y="2330"/>
                </a:lnTo>
                <a:lnTo>
                  <a:pt x="14627" y="2330"/>
                </a:lnTo>
                <a:lnTo>
                  <a:pt x="14627" y="2446"/>
                </a:lnTo>
                <a:moveTo>
                  <a:pt x="14363" y="2446"/>
                </a:moveTo>
                <a:lnTo>
                  <a:pt x="14204" y="2446"/>
                </a:lnTo>
                <a:lnTo>
                  <a:pt x="14204" y="2330"/>
                </a:lnTo>
                <a:lnTo>
                  <a:pt x="14363" y="2330"/>
                </a:lnTo>
                <a:lnTo>
                  <a:pt x="14363" y="2446"/>
                </a:lnTo>
                <a:moveTo>
                  <a:pt x="14099" y="2446"/>
                </a:moveTo>
                <a:lnTo>
                  <a:pt x="13939" y="2446"/>
                </a:lnTo>
                <a:lnTo>
                  <a:pt x="13939" y="2330"/>
                </a:lnTo>
                <a:lnTo>
                  <a:pt x="14099" y="2330"/>
                </a:lnTo>
                <a:lnTo>
                  <a:pt x="14099" y="2446"/>
                </a:lnTo>
                <a:moveTo>
                  <a:pt x="13834" y="2446"/>
                </a:moveTo>
                <a:lnTo>
                  <a:pt x="13675" y="2446"/>
                </a:lnTo>
                <a:lnTo>
                  <a:pt x="13675" y="2330"/>
                </a:lnTo>
                <a:lnTo>
                  <a:pt x="13834" y="2330"/>
                </a:lnTo>
                <a:lnTo>
                  <a:pt x="13834" y="2446"/>
                </a:lnTo>
                <a:moveTo>
                  <a:pt x="13570" y="2446"/>
                </a:moveTo>
                <a:lnTo>
                  <a:pt x="13411" y="2446"/>
                </a:lnTo>
                <a:lnTo>
                  <a:pt x="13411" y="2330"/>
                </a:lnTo>
                <a:lnTo>
                  <a:pt x="13570" y="2330"/>
                </a:lnTo>
                <a:lnTo>
                  <a:pt x="13570" y="2446"/>
                </a:lnTo>
                <a:moveTo>
                  <a:pt x="13306" y="2446"/>
                </a:moveTo>
                <a:lnTo>
                  <a:pt x="13147" y="2446"/>
                </a:lnTo>
                <a:lnTo>
                  <a:pt x="13147" y="2330"/>
                </a:lnTo>
                <a:lnTo>
                  <a:pt x="13306" y="2330"/>
                </a:lnTo>
                <a:lnTo>
                  <a:pt x="13306" y="2446"/>
                </a:lnTo>
                <a:moveTo>
                  <a:pt x="13041" y="2446"/>
                </a:moveTo>
                <a:lnTo>
                  <a:pt x="12883" y="2446"/>
                </a:lnTo>
                <a:lnTo>
                  <a:pt x="12883" y="2330"/>
                </a:lnTo>
                <a:lnTo>
                  <a:pt x="13041" y="2330"/>
                </a:lnTo>
                <a:lnTo>
                  <a:pt x="13041" y="2446"/>
                </a:lnTo>
                <a:moveTo>
                  <a:pt x="12777" y="2446"/>
                </a:moveTo>
                <a:lnTo>
                  <a:pt x="12619" y="2446"/>
                </a:lnTo>
                <a:lnTo>
                  <a:pt x="12619" y="2330"/>
                </a:lnTo>
                <a:lnTo>
                  <a:pt x="12777" y="2330"/>
                </a:lnTo>
                <a:lnTo>
                  <a:pt x="12777" y="2446"/>
                </a:lnTo>
                <a:moveTo>
                  <a:pt x="12513" y="2446"/>
                </a:moveTo>
                <a:lnTo>
                  <a:pt x="12355" y="2446"/>
                </a:lnTo>
                <a:lnTo>
                  <a:pt x="12355" y="2330"/>
                </a:lnTo>
                <a:lnTo>
                  <a:pt x="12513" y="2330"/>
                </a:lnTo>
                <a:lnTo>
                  <a:pt x="12513" y="2446"/>
                </a:lnTo>
                <a:moveTo>
                  <a:pt x="12249" y="2446"/>
                </a:moveTo>
                <a:lnTo>
                  <a:pt x="12091" y="2446"/>
                </a:lnTo>
                <a:lnTo>
                  <a:pt x="12091" y="2330"/>
                </a:lnTo>
                <a:lnTo>
                  <a:pt x="12249" y="2330"/>
                </a:lnTo>
                <a:lnTo>
                  <a:pt x="12249" y="2446"/>
                </a:lnTo>
                <a:moveTo>
                  <a:pt x="11985" y="2446"/>
                </a:moveTo>
                <a:lnTo>
                  <a:pt x="11826" y="2446"/>
                </a:lnTo>
                <a:lnTo>
                  <a:pt x="11826" y="2330"/>
                </a:lnTo>
                <a:lnTo>
                  <a:pt x="11985" y="2330"/>
                </a:lnTo>
                <a:lnTo>
                  <a:pt x="11985" y="2446"/>
                </a:lnTo>
                <a:moveTo>
                  <a:pt x="11721" y="2446"/>
                </a:moveTo>
                <a:lnTo>
                  <a:pt x="11562" y="2446"/>
                </a:lnTo>
                <a:lnTo>
                  <a:pt x="11562" y="2330"/>
                </a:lnTo>
                <a:lnTo>
                  <a:pt x="11721" y="2330"/>
                </a:lnTo>
                <a:lnTo>
                  <a:pt x="11721" y="2446"/>
                </a:lnTo>
                <a:moveTo>
                  <a:pt x="11457" y="2446"/>
                </a:moveTo>
                <a:lnTo>
                  <a:pt x="11298" y="2446"/>
                </a:lnTo>
                <a:lnTo>
                  <a:pt x="11298" y="2330"/>
                </a:lnTo>
                <a:lnTo>
                  <a:pt x="11457" y="2330"/>
                </a:lnTo>
                <a:lnTo>
                  <a:pt x="11457" y="2446"/>
                </a:lnTo>
                <a:moveTo>
                  <a:pt x="11193" y="2446"/>
                </a:moveTo>
                <a:lnTo>
                  <a:pt x="11034" y="2446"/>
                </a:lnTo>
                <a:lnTo>
                  <a:pt x="11034" y="2330"/>
                </a:lnTo>
                <a:lnTo>
                  <a:pt x="11193" y="2330"/>
                </a:lnTo>
                <a:lnTo>
                  <a:pt x="11193" y="2446"/>
                </a:lnTo>
                <a:moveTo>
                  <a:pt x="10929" y="2446"/>
                </a:moveTo>
                <a:lnTo>
                  <a:pt x="10770" y="2446"/>
                </a:lnTo>
                <a:lnTo>
                  <a:pt x="10770" y="2330"/>
                </a:lnTo>
                <a:lnTo>
                  <a:pt x="10929" y="2330"/>
                </a:lnTo>
                <a:lnTo>
                  <a:pt x="10929" y="2446"/>
                </a:lnTo>
                <a:moveTo>
                  <a:pt x="10665" y="2446"/>
                </a:moveTo>
                <a:lnTo>
                  <a:pt x="10506" y="2446"/>
                </a:lnTo>
                <a:lnTo>
                  <a:pt x="10506" y="2330"/>
                </a:lnTo>
                <a:lnTo>
                  <a:pt x="10665" y="2330"/>
                </a:lnTo>
                <a:lnTo>
                  <a:pt x="10665" y="2446"/>
                </a:lnTo>
                <a:moveTo>
                  <a:pt x="10401" y="2446"/>
                </a:moveTo>
                <a:lnTo>
                  <a:pt x="10242" y="2446"/>
                </a:lnTo>
                <a:lnTo>
                  <a:pt x="10242" y="2330"/>
                </a:lnTo>
                <a:lnTo>
                  <a:pt x="10401" y="2330"/>
                </a:lnTo>
                <a:lnTo>
                  <a:pt x="10401" y="2446"/>
                </a:lnTo>
                <a:moveTo>
                  <a:pt x="10137" y="2446"/>
                </a:moveTo>
                <a:lnTo>
                  <a:pt x="9978" y="2446"/>
                </a:lnTo>
                <a:lnTo>
                  <a:pt x="9978" y="2330"/>
                </a:lnTo>
                <a:lnTo>
                  <a:pt x="10137" y="2330"/>
                </a:lnTo>
                <a:lnTo>
                  <a:pt x="10137" y="2446"/>
                </a:lnTo>
                <a:moveTo>
                  <a:pt x="9873" y="2446"/>
                </a:moveTo>
                <a:lnTo>
                  <a:pt x="9714" y="2446"/>
                </a:lnTo>
                <a:lnTo>
                  <a:pt x="9714" y="2330"/>
                </a:lnTo>
                <a:lnTo>
                  <a:pt x="9873" y="2330"/>
                </a:lnTo>
                <a:lnTo>
                  <a:pt x="9873" y="2446"/>
                </a:lnTo>
                <a:moveTo>
                  <a:pt x="9609" y="2446"/>
                </a:moveTo>
                <a:lnTo>
                  <a:pt x="9450" y="2446"/>
                </a:lnTo>
                <a:lnTo>
                  <a:pt x="9450" y="2330"/>
                </a:lnTo>
                <a:lnTo>
                  <a:pt x="9609" y="2330"/>
                </a:lnTo>
                <a:lnTo>
                  <a:pt x="9609" y="2446"/>
                </a:lnTo>
                <a:moveTo>
                  <a:pt x="9345" y="2446"/>
                </a:moveTo>
                <a:lnTo>
                  <a:pt x="9186" y="2446"/>
                </a:lnTo>
                <a:lnTo>
                  <a:pt x="9186" y="2330"/>
                </a:lnTo>
                <a:lnTo>
                  <a:pt x="9345" y="2330"/>
                </a:lnTo>
                <a:lnTo>
                  <a:pt x="9345" y="2446"/>
                </a:lnTo>
                <a:moveTo>
                  <a:pt x="9081" y="2446"/>
                </a:moveTo>
                <a:lnTo>
                  <a:pt x="8922" y="2446"/>
                </a:lnTo>
                <a:lnTo>
                  <a:pt x="8922" y="2330"/>
                </a:lnTo>
                <a:lnTo>
                  <a:pt x="9081" y="2330"/>
                </a:lnTo>
                <a:lnTo>
                  <a:pt x="9081" y="2446"/>
                </a:lnTo>
                <a:moveTo>
                  <a:pt x="8817" y="2446"/>
                </a:moveTo>
                <a:lnTo>
                  <a:pt x="8658" y="2446"/>
                </a:lnTo>
                <a:lnTo>
                  <a:pt x="8658" y="2330"/>
                </a:lnTo>
                <a:lnTo>
                  <a:pt x="8817" y="2330"/>
                </a:lnTo>
                <a:lnTo>
                  <a:pt x="8817" y="2446"/>
                </a:lnTo>
                <a:moveTo>
                  <a:pt x="8553" y="2446"/>
                </a:moveTo>
                <a:lnTo>
                  <a:pt x="8394" y="2446"/>
                </a:lnTo>
                <a:lnTo>
                  <a:pt x="8394" y="2330"/>
                </a:lnTo>
                <a:lnTo>
                  <a:pt x="8553" y="2330"/>
                </a:lnTo>
                <a:lnTo>
                  <a:pt x="8553" y="2446"/>
                </a:lnTo>
                <a:moveTo>
                  <a:pt x="8288" y="2446"/>
                </a:moveTo>
                <a:lnTo>
                  <a:pt x="8130" y="2446"/>
                </a:lnTo>
                <a:lnTo>
                  <a:pt x="8130" y="2330"/>
                </a:lnTo>
                <a:lnTo>
                  <a:pt x="8288" y="2330"/>
                </a:lnTo>
                <a:lnTo>
                  <a:pt x="8288" y="2446"/>
                </a:lnTo>
                <a:moveTo>
                  <a:pt x="8024" y="2446"/>
                </a:moveTo>
                <a:lnTo>
                  <a:pt x="7866" y="2446"/>
                </a:lnTo>
                <a:lnTo>
                  <a:pt x="7866" y="2330"/>
                </a:lnTo>
                <a:lnTo>
                  <a:pt x="8024" y="2330"/>
                </a:lnTo>
                <a:lnTo>
                  <a:pt x="8024" y="2446"/>
                </a:lnTo>
                <a:moveTo>
                  <a:pt x="7760" y="2446"/>
                </a:moveTo>
                <a:lnTo>
                  <a:pt x="7602" y="2446"/>
                </a:lnTo>
                <a:lnTo>
                  <a:pt x="7602" y="2330"/>
                </a:lnTo>
                <a:lnTo>
                  <a:pt x="7760" y="2330"/>
                </a:lnTo>
                <a:lnTo>
                  <a:pt x="7760" y="2446"/>
                </a:lnTo>
                <a:moveTo>
                  <a:pt x="7496" y="2446"/>
                </a:moveTo>
                <a:lnTo>
                  <a:pt x="7338" y="2446"/>
                </a:lnTo>
                <a:lnTo>
                  <a:pt x="7338" y="2330"/>
                </a:lnTo>
                <a:lnTo>
                  <a:pt x="7496" y="2330"/>
                </a:lnTo>
                <a:lnTo>
                  <a:pt x="7496" y="2446"/>
                </a:lnTo>
                <a:moveTo>
                  <a:pt x="7232" y="2446"/>
                </a:moveTo>
                <a:lnTo>
                  <a:pt x="7074" y="2446"/>
                </a:lnTo>
                <a:lnTo>
                  <a:pt x="7074" y="2330"/>
                </a:lnTo>
                <a:lnTo>
                  <a:pt x="7232" y="2330"/>
                </a:lnTo>
                <a:lnTo>
                  <a:pt x="7232" y="2446"/>
                </a:lnTo>
                <a:moveTo>
                  <a:pt x="6968" y="2446"/>
                </a:moveTo>
                <a:lnTo>
                  <a:pt x="6809" y="2446"/>
                </a:lnTo>
                <a:lnTo>
                  <a:pt x="6809" y="2330"/>
                </a:lnTo>
                <a:lnTo>
                  <a:pt x="6968" y="2330"/>
                </a:lnTo>
                <a:lnTo>
                  <a:pt x="6968" y="2446"/>
                </a:lnTo>
                <a:moveTo>
                  <a:pt x="6704" y="2446"/>
                </a:moveTo>
                <a:lnTo>
                  <a:pt x="6545" y="2446"/>
                </a:lnTo>
                <a:lnTo>
                  <a:pt x="6545" y="2330"/>
                </a:lnTo>
                <a:lnTo>
                  <a:pt x="6704" y="2330"/>
                </a:lnTo>
                <a:lnTo>
                  <a:pt x="6704" y="2446"/>
                </a:lnTo>
                <a:moveTo>
                  <a:pt x="6440" y="2446"/>
                </a:moveTo>
                <a:lnTo>
                  <a:pt x="6281" y="2446"/>
                </a:lnTo>
                <a:lnTo>
                  <a:pt x="6281" y="2330"/>
                </a:lnTo>
                <a:lnTo>
                  <a:pt x="6440" y="2330"/>
                </a:lnTo>
                <a:lnTo>
                  <a:pt x="6440" y="2446"/>
                </a:lnTo>
                <a:moveTo>
                  <a:pt x="6176" y="2446"/>
                </a:moveTo>
                <a:lnTo>
                  <a:pt x="6017" y="2446"/>
                </a:lnTo>
                <a:lnTo>
                  <a:pt x="6017" y="2330"/>
                </a:lnTo>
                <a:lnTo>
                  <a:pt x="6176" y="2330"/>
                </a:lnTo>
                <a:lnTo>
                  <a:pt x="6176" y="2446"/>
                </a:lnTo>
                <a:moveTo>
                  <a:pt x="5912" y="2446"/>
                </a:moveTo>
                <a:lnTo>
                  <a:pt x="5753" y="2446"/>
                </a:lnTo>
                <a:lnTo>
                  <a:pt x="5753" y="2330"/>
                </a:lnTo>
                <a:lnTo>
                  <a:pt x="5912" y="2330"/>
                </a:lnTo>
                <a:lnTo>
                  <a:pt x="5912" y="2446"/>
                </a:lnTo>
                <a:moveTo>
                  <a:pt x="5648" y="2446"/>
                </a:moveTo>
                <a:lnTo>
                  <a:pt x="5489" y="2446"/>
                </a:lnTo>
                <a:lnTo>
                  <a:pt x="5489" y="2330"/>
                </a:lnTo>
                <a:lnTo>
                  <a:pt x="5648" y="2330"/>
                </a:lnTo>
                <a:lnTo>
                  <a:pt x="5648" y="2446"/>
                </a:lnTo>
                <a:moveTo>
                  <a:pt x="5384" y="2446"/>
                </a:moveTo>
                <a:lnTo>
                  <a:pt x="5225" y="2446"/>
                </a:lnTo>
                <a:lnTo>
                  <a:pt x="5225" y="2330"/>
                </a:lnTo>
                <a:lnTo>
                  <a:pt x="5384" y="2330"/>
                </a:lnTo>
                <a:lnTo>
                  <a:pt x="5384" y="2446"/>
                </a:lnTo>
                <a:moveTo>
                  <a:pt x="5120" y="2446"/>
                </a:moveTo>
                <a:lnTo>
                  <a:pt x="4961" y="2446"/>
                </a:lnTo>
                <a:lnTo>
                  <a:pt x="4961" y="2330"/>
                </a:lnTo>
                <a:lnTo>
                  <a:pt x="5120" y="2330"/>
                </a:lnTo>
                <a:lnTo>
                  <a:pt x="5120" y="2446"/>
                </a:lnTo>
                <a:moveTo>
                  <a:pt x="4856" y="2446"/>
                </a:moveTo>
                <a:lnTo>
                  <a:pt x="4697" y="2446"/>
                </a:lnTo>
                <a:lnTo>
                  <a:pt x="4697" y="2330"/>
                </a:lnTo>
                <a:lnTo>
                  <a:pt x="4856" y="2330"/>
                </a:lnTo>
                <a:lnTo>
                  <a:pt x="4856" y="2446"/>
                </a:lnTo>
                <a:moveTo>
                  <a:pt x="4592" y="2446"/>
                </a:moveTo>
                <a:lnTo>
                  <a:pt x="4433" y="2446"/>
                </a:lnTo>
                <a:lnTo>
                  <a:pt x="4433" y="2330"/>
                </a:lnTo>
                <a:lnTo>
                  <a:pt x="4592" y="2330"/>
                </a:lnTo>
                <a:lnTo>
                  <a:pt x="4592" y="2446"/>
                </a:lnTo>
                <a:moveTo>
                  <a:pt x="4328" y="2446"/>
                </a:moveTo>
                <a:lnTo>
                  <a:pt x="4169" y="2446"/>
                </a:lnTo>
                <a:lnTo>
                  <a:pt x="4169" y="2330"/>
                </a:lnTo>
                <a:lnTo>
                  <a:pt x="4328" y="2330"/>
                </a:lnTo>
                <a:lnTo>
                  <a:pt x="4328" y="2446"/>
                </a:lnTo>
                <a:moveTo>
                  <a:pt x="4064" y="2446"/>
                </a:moveTo>
                <a:lnTo>
                  <a:pt x="3905" y="2446"/>
                </a:lnTo>
                <a:lnTo>
                  <a:pt x="3905" y="2330"/>
                </a:lnTo>
                <a:lnTo>
                  <a:pt x="4064" y="2330"/>
                </a:lnTo>
                <a:lnTo>
                  <a:pt x="4064" y="2446"/>
                </a:lnTo>
                <a:moveTo>
                  <a:pt x="3800" y="2446"/>
                </a:moveTo>
                <a:lnTo>
                  <a:pt x="3641" y="2446"/>
                </a:lnTo>
                <a:lnTo>
                  <a:pt x="3641" y="2330"/>
                </a:lnTo>
                <a:lnTo>
                  <a:pt x="3800" y="2330"/>
                </a:lnTo>
                <a:lnTo>
                  <a:pt x="3800" y="2446"/>
                </a:lnTo>
                <a:moveTo>
                  <a:pt x="3536" y="2446"/>
                </a:moveTo>
                <a:lnTo>
                  <a:pt x="3377" y="2446"/>
                </a:lnTo>
                <a:lnTo>
                  <a:pt x="3377" y="2330"/>
                </a:lnTo>
                <a:lnTo>
                  <a:pt x="3536" y="2330"/>
                </a:lnTo>
                <a:lnTo>
                  <a:pt x="3536" y="2446"/>
                </a:lnTo>
                <a:moveTo>
                  <a:pt x="3271" y="2446"/>
                </a:moveTo>
                <a:lnTo>
                  <a:pt x="3113" y="2446"/>
                </a:lnTo>
                <a:lnTo>
                  <a:pt x="3113" y="2330"/>
                </a:lnTo>
                <a:lnTo>
                  <a:pt x="3271" y="2330"/>
                </a:lnTo>
                <a:lnTo>
                  <a:pt x="3271" y="2446"/>
                </a:lnTo>
                <a:moveTo>
                  <a:pt x="3007" y="2446"/>
                </a:moveTo>
                <a:lnTo>
                  <a:pt x="2849" y="2446"/>
                </a:lnTo>
                <a:lnTo>
                  <a:pt x="2849" y="2330"/>
                </a:lnTo>
                <a:lnTo>
                  <a:pt x="3007" y="2330"/>
                </a:lnTo>
                <a:lnTo>
                  <a:pt x="3007" y="2446"/>
                </a:lnTo>
                <a:moveTo>
                  <a:pt x="2743" y="2446"/>
                </a:moveTo>
                <a:lnTo>
                  <a:pt x="2585" y="2446"/>
                </a:lnTo>
                <a:lnTo>
                  <a:pt x="2585" y="2330"/>
                </a:lnTo>
                <a:lnTo>
                  <a:pt x="2743" y="2330"/>
                </a:lnTo>
                <a:lnTo>
                  <a:pt x="2743" y="2446"/>
                </a:lnTo>
                <a:moveTo>
                  <a:pt x="2479" y="2446"/>
                </a:moveTo>
                <a:lnTo>
                  <a:pt x="2321" y="2446"/>
                </a:lnTo>
                <a:lnTo>
                  <a:pt x="2321" y="2330"/>
                </a:lnTo>
                <a:lnTo>
                  <a:pt x="2479" y="2330"/>
                </a:lnTo>
                <a:lnTo>
                  <a:pt x="2479" y="2446"/>
                </a:lnTo>
                <a:moveTo>
                  <a:pt x="2215" y="2446"/>
                </a:moveTo>
                <a:lnTo>
                  <a:pt x="2056" y="2446"/>
                </a:lnTo>
                <a:lnTo>
                  <a:pt x="2056" y="2330"/>
                </a:lnTo>
                <a:lnTo>
                  <a:pt x="2215" y="2330"/>
                </a:lnTo>
                <a:lnTo>
                  <a:pt x="2215" y="2446"/>
                </a:lnTo>
                <a:moveTo>
                  <a:pt x="1951" y="2446"/>
                </a:moveTo>
                <a:lnTo>
                  <a:pt x="1792" y="2446"/>
                </a:lnTo>
                <a:lnTo>
                  <a:pt x="1792" y="2330"/>
                </a:lnTo>
                <a:lnTo>
                  <a:pt x="1951" y="2330"/>
                </a:lnTo>
                <a:lnTo>
                  <a:pt x="1951" y="2446"/>
                </a:lnTo>
                <a:moveTo>
                  <a:pt x="1687" y="2446"/>
                </a:moveTo>
                <a:lnTo>
                  <a:pt x="1528" y="2446"/>
                </a:lnTo>
                <a:lnTo>
                  <a:pt x="1528" y="2330"/>
                </a:lnTo>
                <a:lnTo>
                  <a:pt x="1687" y="2330"/>
                </a:lnTo>
                <a:lnTo>
                  <a:pt x="1687" y="2446"/>
                </a:lnTo>
                <a:moveTo>
                  <a:pt x="1423" y="2446"/>
                </a:moveTo>
                <a:lnTo>
                  <a:pt x="1264" y="2446"/>
                </a:lnTo>
                <a:lnTo>
                  <a:pt x="1264" y="2330"/>
                </a:lnTo>
                <a:lnTo>
                  <a:pt x="1423" y="2330"/>
                </a:lnTo>
                <a:lnTo>
                  <a:pt x="1423" y="2446"/>
                </a:lnTo>
                <a:moveTo>
                  <a:pt x="1159" y="2446"/>
                </a:moveTo>
                <a:lnTo>
                  <a:pt x="1000" y="2446"/>
                </a:lnTo>
                <a:lnTo>
                  <a:pt x="1000" y="2330"/>
                </a:lnTo>
                <a:lnTo>
                  <a:pt x="1159" y="2330"/>
                </a:lnTo>
                <a:lnTo>
                  <a:pt x="1159" y="2446"/>
                </a:lnTo>
                <a:moveTo>
                  <a:pt x="895" y="2446"/>
                </a:moveTo>
                <a:lnTo>
                  <a:pt x="736" y="2446"/>
                </a:lnTo>
                <a:lnTo>
                  <a:pt x="736" y="2330"/>
                </a:lnTo>
                <a:lnTo>
                  <a:pt x="895" y="2330"/>
                </a:lnTo>
                <a:lnTo>
                  <a:pt x="895" y="2446"/>
                </a:lnTo>
                <a:moveTo>
                  <a:pt x="631" y="2446"/>
                </a:moveTo>
                <a:lnTo>
                  <a:pt x="472" y="2446"/>
                </a:lnTo>
                <a:lnTo>
                  <a:pt x="472" y="2330"/>
                </a:lnTo>
                <a:lnTo>
                  <a:pt x="631" y="2330"/>
                </a:lnTo>
                <a:lnTo>
                  <a:pt x="631" y="2446"/>
                </a:lnTo>
                <a:moveTo>
                  <a:pt x="367" y="2446"/>
                </a:moveTo>
                <a:lnTo>
                  <a:pt x="244" y="2446"/>
                </a:lnTo>
                <a:cubicBezTo>
                  <a:pt x="228" y="2446"/>
                  <a:pt x="213" y="2445"/>
                  <a:pt x="198" y="2442"/>
                </a:cubicBezTo>
                <a:lnTo>
                  <a:pt x="220" y="2327"/>
                </a:lnTo>
                <a:cubicBezTo>
                  <a:pt x="228" y="2329"/>
                  <a:pt x="236" y="2330"/>
                  <a:pt x="244" y="2330"/>
                </a:cubicBezTo>
                <a:lnTo>
                  <a:pt x="367" y="2330"/>
                </a:lnTo>
                <a:lnTo>
                  <a:pt x="367" y="2446"/>
                </a:lnTo>
                <a:moveTo>
                  <a:pt x="75" y="2378"/>
                </a:moveTo>
                <a:cubicBezTo>
                  <a:pt x="25" y="2330"/>
                  <a:pt x="0" y="2272"/>
                  <a:pt x="0" y="2203"/>
                </a:cubicBezTo>
                <a:lnTo>
                  <a:pt x="0" y="2192"/>
                </a:lnTo>
                <a:lnTo>
                  <a:pt x="117" y="2192"/>
                </a:lnTo>
                <a:lnTo>
                  <a:pt x="117" y="2203"/>
                </a:lnTo>
                <a:cubicBezTo>
                  <a:pt x="117" y="2239"/>
                  <a:pt x="130" y="2269"/>
                  <a:pt x="156" y="2294"/>
                </a:cubicBezTo>
                <a:lnTo>
                  <a:pt x="75" y="2378"/>
                </a:lnTo>
                <a:moveTo>
                  <a:pt x="0" y="2087"/>
                </a:moveTo>
                <a:lnTo>
                  <a:pt x="0" y="1928"/>
                </a:lnTo>
                <a:lnTo>
                  <a:pt x="117" y="1928"/>
                </a:lnTo>
                <a:lnTo>
                  <a:pt x="117" y="2087"/>
                </a:lnTo>
                <a:lnTo>
                  <a:pt x="0" y="2087"/>
                </a:lnTo>
                <a:moveTo>
                  <a:pt x="0" y="1823"/>
                </a:moveTo>
                <a:lnTo>
                  <a:pt x="0" y="1664"/>
                </a:lnTo>
                <a:lnTo>
                  <a:pt x="117" y="1664"/>
                </a:lnTo>
                <a:lnTo>
                  <a:pt x="117" y="1823"/>
                </a:lnTo>
                <a:lnTo>
                  <a:pt x="0" y="1823"/>
                </a:lnTo>
                <a:moveTo>
                  <a:pt x="0" y="1559"/>
                </a:moveTo>
                <a:lnTo>
                  <a:pt x="0" y="1399"/>
                </a:lnTo>
                <a:lnTo>
                  <a:pt x="117" y="1399"/>
                </a:lnTo>
                <a:lnTo>
                  <a:pt x="117" y="1559"/>
                </a:lnTo>
                <a:lnTo>
                  <a:pt x="0" y="1559"/>
                </a:lnTo>
                <a:moveTo>
                  <a:pt x="0" y="1294"/>
                </a:moveTo>
                <a:lnTo>
                  <a:pt x="0" y="1135"/>
                </a:lnTo>
                <a:lnTo>
                  <a:pt x="117" y="1135"/>
                </a:lnTo>
                <a:lnTo>
                  <a:pt x="117" y="1294"/>
                </a:lnTo>
                <a:lnTo>
                  <a:pt x="0" y="1294"/>
                </a:lnTo>
                <a:moveTo>
                  <a:pt x="0" y="1029"/>
                </a:moveTo>
                <a:lnTo>
                  <a:pt x="0" y="871"/>
                </a:lnTo>
                <a:lnTo>
                  <a:pt x="117" y="871"/>
                </a:lnTo>
                <a:lnTo>
                  <a:pt x="117" y="1029"/>
                </a:lnTo>
                <a:lnTo>
                  <a:pt x="0" y="1029"/>
                </a:lnTo>
                <a:moveTo>
                  <a:pt x="0" y="765"/>
                </a:moveTo>
                <a:lnTo>
                  <a:pt x="0" y="607"/>
                </a:lnTo>
                <a:lnTo>
                  <a:pt x="117" y="607"/>
                </a:lnTo>
                <a:lnTo>
                  <a:pt x="117" y="765"/>
                </a:lnTo>
                <a:lnTo>
                  <a:pt x="0" y="765"/>
                </a:lnTo>
                <a:moveTo>
                  <a:pt x="0" y="501"/>
                </a:moveTo>
                <a:lnTo>
                  <a:pt x="0" y="343"/>
                </a:lnTo>
                <a:lnTo>
                  <a:pt x="117" y="343"/>
                </a:lnTo>
                <a:lnTo>
                  <a:pt x="117" y="501"/>
                </a:lnTo>
                <a:lnTo>
                  <a:pt x="0" y="501"/>
                </a:lnTo>
                <a:moveTo>
                  <a:pt x="1" y="236"/>
                </a:moveTo>
                <a:cubicBezTo>
                  <a:pt x="3" y="161"/>
                  <a:pt x="34" y="100"/>
                  <a:pt x="92" y="53"/>
                </a:cubicBezTo>
                <a:lnTo>
                  <a:pt x="165" y="144"/>
                </a:lnTo>
                <a:cubicBezTo>
                  <a:pt x="134" y="169"/>
                  <a:pt x="118" y="200"/>
                  <a:pt x="117" y="240"/>
                </a:cubicBezTo>
                <a:lnTo>
                  <a:pt x="1" y="236"/>
                </a:lnTo>
                <a:moveTo>
                  <a:pt x="221" y="1"/>
                </a:moveTo>
                <a:cubicBezTo>
                  <a:pt x="228" y="1"/>
                  <a:pt x="236" y="0"/>
                  <a:pt x="244" y="0"/>
                </a:cubicBezTo>
                <a:lnTo>
                  <a:pt x="403" y="0"/>
                </a:lnTo>
                <a:lnTo>
                  <a:pt x="403" y="117"/>
                </a:lnTo>
                <a:lnTo>
                  <a:pt x="244" y="117"/>
                </a:lnTo>
                <a:cubicBezTo>
                  <a:pt x="240" y="117"/>
                  <a:pt x="236" y="117"/>
                  <a:pt x="232" y="117"/>
                </a:cubicBezTo>
                <a:lnTo>
                  <a:pt x="221" y="1"/>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149" name=""/>
          <p:cNvSpPr/>
          <p:nvPr/>
        </p:nvSpPr>
        <p:spPr>
          <a:xfrm>
            <a:off x="521640" y="4303080"/>
            <a:ext cx="11148480" cy="880560"/>
          </a:xfrm>
          <a:custGeom>
            <a:avLst/>
            <a:gdLst/>
            <a:ahLst/>
            <a:rect l="0" t="0" r="r" b="b"/>
            <a:pathLst>
              <a:path w="30968" h="2446">
                <a:moveTo>
                  <a:pt x="508" y="0"/>
                </a:moveTo>
                <a:lnTo>
                  <a:pt x="667" y="0"/>
                </a:lnTo>
                <a:lnTo>
                  <a:pt x="667" y="117"/>
                </a:lnTo>
                <a:lnTo>
                  <a:pt x="508" y="117"/>
                </a:lnTo>
                <a:lnTo>
                  <a:pt x="508" y="0"/>
                </a:lnTo>
                <a:moveTo>
                  <a:pt x="772" y="0"/>
                </a:moveTo>
                <a:lnTo>
                  <a:pt x="931" y="0"/>
                </a:lnTo>
                <a:lnTo>
                  <a:pt x="931" y="117"/>
                </a:lnTo>
                <a:lnTo>
                  <a:pt x="772" y="117"/>
                </a:lnTo>
                <a:lnTo>
                  <a:pt x="772" y="0"/>
                </a:lnTo>
                <a:moveTo>
                  <a:pt x="1036" y="0"/>
                </a:moveTo>
                <a:lnTo>
                  <a:pt x="1195" y="0"/>
                </a:lnTo>
                <a:lnTo>
                  <a:pt x="1195" y="117"/>
                </a:lnTo>
                <a:lnTo>
                  <a:pt x="1036" y="117"/>
                </a:lnTo>
                <a:lnTo>
                  <a:pt x="1036" y="0"/>
                </a:lnTo>
                <a:moveTo>
                  <a:pt x="1300" y="0"/>
                </a:moveTo>
                <a:lnTo>
                  <a:pt x="1459" y="0"/>
                </a:lnTo>
                <a:lnTo>
                  <a:pt x="1459" y="117"/>
                </a:lnTo>
                <a:lnTo>
                  <a:pt x="1300" y="117"/>
                </a:lnTo>
                <a:lnTo>
                  <a:pt x="1300" y="0"/>
                </a:lnTo>
                <a:moveTo>
                  <a:pt x="1564" y="0"/>
                </a:moveTo>
                <a:lnTo>
                  <a:pt x="1723" y="0"/>
                </a:lnTo>
                <a:lnTo>
                  <a:pt x="1723" y="117"/>
                </a:lnTo>
                <a:lnTo>
                  <a:pt x="1564" y="117"/>
                </a:lnTo>
                <a:lnTo>
                  <a:pt x="1564" y="0"/>
                </a:lnTo>
                <a:moveTo>
                  <a:pt x="1828" y="0"/>
                </a:moveTo>
                <a:lnTo>
                  <a:pt x="1987" y="0"/>
                </a:lnTo>
                <a:lnTo>
                  <a:pt x="1987" y="117"/>
                </a:lnTo>
                <a:lnTo>
                  <a:pt x="1828" y="117"/>
                </a:lnTo>
                <a:lnTo>
                  <a:pt x="1828" y="0"/>
                </a:lnTo>
                <a:moveTo>
                  <a:pt x="2092" y="0"/>
                </a:moveTo>
                <a:lnTo>
                  <a:pt x="2251" y="0"/>
                </a:lnTo>
                <a:lnTo>
                  <a:pt x="2251" y="117"/>
                </a:lnTo>
                <a:lnTo>
                  <a:pt x="2092" y="117"/>
                </a:lnTo>
                <a:lnTo>
                  <a:pt x="2092" y="0"/>
                </a:lnTo>
                <a:moveTo>
                  <a:pt x="2356" y="0"/>
                </a:moveTo>
                <a:lnTo>
                  <a:pt x="2515" y="0"/>
                </a:lnTo>
                <a:lnTo>
                  <a:pt x="2515" y="117"/>
                </a:lnTo>
                <a:lnTo>
                  <a:pt x="2356" y="117"/>
                </a:lnTo>
                <a:lnTo>
                  <a:pt x="2356" y="0"/>
                </a:lnTo>
                <a:moveTo>
                  <a:pt x="2620" y="0"/>
                </a:moveTo>
                <a:lnTo>
                  <a:pt x="2779" y="0"/>
                </a:lnTo>
                <a:lnTo>
                  <a:pt x="2779" y="117"/>
                </a:lnTo>
                <a:lnTo>
                  <a:pt x="2620" y="117"/>
                </a:lnTo>
                <a:lnTo>
                  <a:pt x="2620" y="0"/>
                </a:lnTo>
                <a:moveTo>
                  <a:pt x="2884" y="0"/>
                </a:moveTo>
                <a:lnTo>
                  <a:pt x="3043" y="0"/>
                </a:lnTo>
                <a:lnTo>
                  <a:pt x="3043" y="117"/>
                </a:lnTo>
                <a:lnTo>
                  <a:pt x="2884" y="117"/>
                </a:lnTo>
                <a:lnTo>
                  <a:pt x="2884" y="0"/>
                </a:lnTo>
                <a:moveTo>
                  <a:pt x="3148" y="0"/>
                </a:moveTo>
                <a:lnTo>
                  <a:pt x="3307" y="0"/>
                </a:lnTo>
                <a:lnTo>
                  <a:pt x="3307" y="117"/>
                </a:lnTo>
                <a:lnTo>
                  <a:pt x="3148" y="117"/>
                </a:lnTo>
                <a:lnTo>
                  <a:pt x="3148" y="0"/>
                </a:lnTo>
                <a:moveTo>
                  <a:pt x="3412" y="0"/>
                </a:moveTo>
                <a:lnTo>
                  <a:pt x="3571" y="0"/>
                </a:lnTo>
                <a:lnTo>
                  <a:pt x="3571" y="117"/>
                </a:lnTo>
                <a:lnTo>
                  <a:pt x="3412" y="117"/>
                </a:lnTo>
                <a:lnTo>
                  <a:pt x="3412" y="0"/>
                </a:lnTo>
                <a:moveTo>
                  <a:pt x="3677" y="0"/>
                </a:moveTo>
                <a:lnTo>
                  <a:pt x="3835" y="0"/>
                </a:lnTo>
                <a:lnTo>
                  <a:pt x="3835" y="117"/>
                </a:lnTo>
                <a:lnTo>
                  <a:pt x="3677" y="117"/>
                </a:lnTo>
                <a:lnTo>
                  <a:pt x="3677" y="0"/>
                </a:lnTo>
                <a:moveTo>
                  <a:pt x="3941" y="0"/>
                </a:moveTo>
                <a:lnTo>
                  <a:pt x="4099" y="0"/>
                </a:lnTo>
                <a:lnTo>
                  <a:pt x="4099" y="117"/>
                </a:lnTo>
                <a:lnTo>
                  <a:pt x="3941" y="117"/>
                </a:lnTo>
                <a:lnTo>
                  <a:pt x="3941" y="0"/>
                </a:lnTo>
                <a:moveTo>
                  <a:pt x="4205" y="0"/>
                </a:moveTo>
                <a:lnTo>
                  <a:pt x="4363" y="0"/>
                </a:lnTo>
                <a:lnTo>
                  <a:pt x="4363" y="117"/>
                </a:lnTo>
                <a:lnTo>
                  <a:pt x="4205" y="117"/>
                </a:lnTo>
                <a:lnTo>
                  <a:pt x="4205" y="0"/>
                </a:lnTo>
                <a:moveTo>
                  <a:pt x="4469" y="0"/>
                </a:moveTo>
                <a:lnTo>
                  <a:pt x="4627" y="0"/>
                </a:lnTo>
                <a:lnTo>
                  <a:pt x="4627" y="117"/>
                </a:lnTo>
                <a:lnTo>
                  <a:pt x="4469" y="117"/>
                </a:lnTo>
                <a:lnTo>
                  <a:pt x="4469" y="0"/>
                </a:lnTo>
                <a:moveTo>
                  <a:pt x="4733" y="0"/>
                </a:moveTo>
                <a:lnTo>
                  <a:pt x="4892" y="0"/>
                </a:lnTo>
                <a:lnTo>
                  <a:pt x="4892" y="117"/>
                </a:lnTo>
                <a:lnTo>
                  <a:pt x="4733" y="117"/>
                </a:lnTo>
                <a:lnTo>
                  <a:pt x="4733" y="0"/>
                </a:lnTo>
                <a:moveTo>
                  <a:pt x="4997" y="0"/>
                </a:moveTo>
                <a:lnTo>
                  <a:pt x="5156" y="0"/>
                </a:lnTo>
                <a:lnTo>
                  <a:pt x="5156" y="117"/>
                </a:lnTo>
                <a:lnTo>
                  <a:pt x="4997" y="117"/>
                </a:lnTo>
                <a:lnTo>
                  <a:pt x="4997" y="0"/>
                </a:lnTo>
                <a:moveTo>
                  <a:pt x="5261" y="0"/>
                </a:moveTo>
                <a:lnTo>
                  <a:pt x="5420" y="0"/>
                </a:lnTo>
                <a:lnTo>
                  <a:pt x="5420" y="117"/>
                </a:lnTo>
                <a:lnTo>
                  <a:pt x="5261" y="117"/>
                </a:lnTo>
                <a:lnTo>
                  <a:pt x="5261" y="0"/>
                </a:lnTo>
                <a:moveTo>
                  <a:pt x="5525" y="0"/>
                </a:moveTo>
                <a:lnTo>
                  <a:pt x="5684" y="0"/>
                </a:lnTo>
                <a:lnTo>
                  <a:pt x="5684" y="117"/>
                </a:lnTo>
                <a:lnTo>
                  <a:pt x="5525" y="117"/>
                </a:lnTo>
                <a:lnTo>
                  <a:pt x="5525" y="0"/>
                </a:lnTo>
                <a:moveTo>
                  <a:pt x="5789" y="0"/>
                </a:moveTo>
                <a:lnTo>
                  <a:pt x="5948" y="0"/>
                </a:lnTo>
                <a:lnTo>
                  <a:pt x="5948" y="117"/>
                </a:lnTo>
                <a:lnTo>
                  <a:pt x="5789" y="117"/>
                </a:lnTo>
                <a:lnTo>
                  <a:pt x="5789" y="0"/>
                </a:lnTo>
                <a:moveTo>
                  <a:pt x="6053" y="0"/>
                </a:moveTo>
                <a:lnTo>
                  <a:pt x="6212" y="0"/>
                </a:lnTo>
                <a:lnTo>
                  <a:pt x="6212" y="117"/>
                </a:lnTo>
                <a:lnTo>
                  <a:pt x="6053" y="117"/>
                </a:lnTo>
                <a:lnTo>
                  <a:pt x="6053" y="0"/>
                </a:lnTo>
                <a:moveTo>
                  <a:pt x="6317" y="0"/>
                </a:moveTo>
                <a:lnTo>
                  <a:pt x="6476" y="0"/>
                </a:lnTo>
                <a:lnTo>
                  <a:pt x="6476" y="117"/>
                </a:lnTo>
                <a:lnTo>
                  <a:pt x="6317" y="117"/>
                </a:lnTo>
                <a:lnTo>
                  <a:pt x="6317" y="0"/>
                </a:lnTo>
                <a:moveTo>
                  <a:pt x="6581" y="0"/>
                </a:moveTo>
                <a:lnTo>
                  <a:pt x="6740" y="0"/>
                </a:lnTo>
                <a:lnTo>
                  <a:pt x="6740" y="117"/>
                </a:lnTo>
                <a:lnTo>
                  <a:pt x="6581" y="117"/>
                </a:lnTo>
                <a:lnTo>
                  <a:pt x="6581" y="0"/>
                </a:lnTo>
                <a:moveTo>
                  <a:pt x="6845" y="0"/>
                </a:moveTo>
                <a:lnTo>
                  <a:pt x="7004" y="0"/>
                </a:lnTo>
                <a:lnTo>
                  <a:pt x="7004" y="117"/>
                </a:lnTo>
                <a:lnTo>
                  <a:pt x="6845" y="117"/>
                </a:lnTo>
                <a:lnTo>
                  <a:pt x="6845" y="0"/>
                </a:lnTo>
                <a:moveTo>
                  <a:pt x="7109" y="0"/>
                </a:moveTo>
                <a:lnTo>
                  <a:pt x="7268" y="0"/>
                </a:lnTo>
                <a:lnTo>
                  <a:pt x="7268" y="117"/>
                </a:lnTo>
                <a:lnTo>
                  <a:pt x="7109" y="117"/>
                </a:lnTo>
                <a:lnTo>
                  <a:pt x="7109" y="0"/>
                </a:lnTo>
                <a:moveTo>
                  <a:pt x="7373" y="0"/>
                </a:moveTo>
                <a:lnTo>
                  <a:pt x="7532" y="0"/>
                </a:lnTo>
                <a:lnTo>
                  <a:pt x="7532" y="117"/>
                </a:lnTo>
                <a:lnTo>
                  <a:pt x="7373" y="117"/>
                </a:lnTo>
                <a:lnTo>
                  <a:pt x="7373" y="0"/>
                </a:lnTo>
                <a:moveTo>
                  <a:pt x="7637" y="0"/>
                </a:moveTo>
                <a:lnTo>
                  <a:pt x="7796" y="0"/>
                </a:lnTo>
                <a:lnTo>
                  <a:pt x="7796" y="117"/>
                </a:lnTo>
                <a:lnTo>
                  <a:pt x="7637" y="117"/>
                </a:lnTo>
                <a:lnTo>
                  <a:pt x="7637" y="0"/>
                </a:lnTo>
                <a:moveTo>
                  <a:pt x="7901" y="0"/>
                </a:moveTo>
                <a:lnTo>
                  <a:pt x="8060" y="0"/>
                </a:lnTo>
                <a:lnTo>
                  <a:pt x="8060" y="117"/>
                </a:lnTo>
                <a:lnTo>
                  <a:pt x="7901" y="117"/>
                </a:lnTo>
                <a:lnTo>
                  <a:pt x="7901" y="0"/>
                </a:lnTo>
                <a:moveTo>
                  <a:pt x="8165" y="0"/>
                </a:moveTo>
                <a:lnTo>
                  <a:pt x="8324" y="0"/>
                </a:lnTo>
                <a:lnTo>
                  <a:pt x="8324" y="117"/>
                </a:lnTo>
                <a:lnTo>
                  <a:pt x="8165" y="117"/>
                </a:lnTo>
                <a:lnTo>
                  <a:pt x="8165" y="0"/>
                </a:lnTo>
                <a:moveTo>
                  <a:pt x="8430" y="0"/>
                </a:moveTo>
                <a:lnTo>
                  <a:pt x="8588" y="0"/>
                </a:lnTo>
                <a:lnTo>
                  <a:pt x="8588" y="117"/>
                </a:lnTo>
                <a:lnTo>
                  <a:pt x="8430" y="117"/>
                </a:lnTo>
                <a:lnTo>
                  <a:pt x="8430" y="0"/>
                </a:lnTo>
                <a:moveTo>
                  <a:pt x="8694" y="0"/>
                </a:moveTo>
                <a:lnTo>
                  <a:pt x="8852" y="0"/>
                </a:lnTo>
                <a:lnTo>
                  <a:pt x="8852" y="117"/>
                </a:lnTo>
                <a:lnTo>
                  <a:pt x="8694" y="117"/>
                </a:lnTo>
                <a:lnTo>
                  <a:pt x="8694" y="0"/>
                </a:lnTo>
                <a:moveTo>
                  <a:pt x="8958" y="0"/>
                </a:moveTo>
                <a:lnTo>
                  <a:pt x="9116" y="0"/>
                </a:lnTo>
                <a:lnTo>
                  <a:pt x="9116" y="117"/>
                </a:lnTo>
                <a:lnTo>
                  <a:pt x="8958" y="117"/>
                </a:lnTo>
                <a:lnTo>
                  <a:pt x="8958" y="0"/>
                </a:lnTo>
                <a:moveTo>
                  <a:pt x="9222" y="0"/>
                </a:moveTo>
                <a:lnTo>
                  <a:pt x="9380" y="0"/>
                </a:lnTo>
                <a:lnTo>
                  <a:pt x="9380" y="117"/>
                </a:lnTo>
                <a:lnTo>
                  <a:pt x="9222" y="117"/>
                </a:lnTo>
                <a:lnTo>
                  <a:pt x="9222" y="0"/>
                </a:lnTo>
                <a:moveTo>
                  <a:pt x="9486" y="0"/>
                </a:moveTo>
                <a:lnTo>
                  <a:pt x="9644" y="0"/>
                </a:lnTo>
                <a:lnTo>
                  <a:pt x="9644" y="117"/>
                </a:lnTo>
                <a:lnTo>
                  <a:pt x="9486" y="117"/>
                </a:lnTo>
                <a:lnTo>
                  <a:pt x="9486" y="0"/>
                </a:lnTo>
                <a:moveTo>
                  <a:pt x="9750" y="0"/>
                </a:moveTo>
                <a:lnTo>
                  <a:pt x="9909" y="0"/>
                </a:lnTo>
                <a:lnTo>
                  <a:pt x="9909" y="117"/>
                </a:lnTo>
                <a:lnTo>
                  <a:pt x="9750" y="117"/>
                </a:lnTo>
                <a:lnTo>
                  <a:pt x="9750" y="0"/>
                </a:lnTo>
                <a:moveTo>
                  <a:pt x="10014" y="0"/>
                </a:moveTo>
                <a:lnTo>
                  <a:pt x="10173" y="0"/>
                </a:lnTo>
                <a:lnTo>
                  <a:pt x="10173" y="117"/>
                </a:lnTo>
                <a:lnTo>
                  <a:pt x="10014" y="117"/>
                </a:lnTo>
                <a:lnTo>
                  <a:pt x="10014" y="0"/>
                </a:lnTo>
                <a:moveTo>
                  <a:pt x="10278" y="0"/>
                </a:moveTo>
                <a:lnTo>
                  <a:pt x="10437" y="0"/>
                </a:lnTo>
                <a:lnTo>
                  <a:pt x="10437" y="117"/>
                </a:lnTo>
                <a:lnTo>
                  <a:pt x="10278" y="117"/>
                </a:lnTo>
                <a:lnTo>
                  <a:pt x="10278" y="0"/>
                </a:lnTo>
                <a:moveTo>
                  <a:pt x="10542" y="0"/>
                </a:moveTo>
                <a:lnTo>
                  <a:pt x="10701" y="0"/>
                </a:lnTo>
                <a:lnTo>
                  <a:pt x="10701" y="117"/>
                </a:lnTo>
                <a:lnTo>
                  <a:pt x="10542" y="117"/>
                </a:lnTo>
                <a:lnTo>
                  <a:pt x="10542" y="0"/>
                </a:lnTo>
                <a:moveTo>
                  <a:pt x="10806" y="0"/>
                </a:moveTo>
                <a:lnTo>
                  <a:pt x="10965" y="0"/>
                </a:lnTo>
                <a:lnTo>
                  <a:pt x="10965" y="117"/>
                </a:lnTo>
                <a:lnTo>
                  <a:pt x="10806" y="117"/>
                </a:lnTo>
                <a:lnTo>
                  <a:pt x="10806" y="0"/>
                </a:lnTo>
                <a:moveTo>
                  <a:pt x="11070" y="0"/>
                </a:moveTo>
                <a:lnTo>
                  <a:pt x="11229" y="0"/>
                </a:lnTo>
                <a:lnTo>
                  <a:pt x="11229" y="117"/>
                </a:lnTo>
                <a:lnTo>
                  <a:pt x="11070" y="117"/>
                </a:lnTo>
                <a:lnTo>
                  <a:pt x="11070" y="0"/>
                </a:lnTo>
                <a:moveTo>
                  <a:pt x="11334" y="0"/>
                </a:moveTo>
                <a:lnTo>
                  <a:pt x="11493" y="0"/>
                </a:lnTo>
                <a:lnTo>
                  <a:pt x="11493" y="117"/>
                </a:lnTo>
                <a:lnTo>
                  <a:pt x="11334" y="117"/>
                </a:lnTo>
                <a:lnTo>
                  <a:pt x="11334" y="0"/>
                </a:lnTo>
                <a:moveTo>
                  <a:pt x="11598" y="0"/>
                </a:moveTo>
                <a:lnTo>
                  <a:pt x="11757" y="0"/>
                </a:lnTo>
                <a:lnTo>
                  <a:pt x="11757" y="117"/>
                </a:lnTo>
                <a:lnTo>
                  <a:pt x="11598" y="117"/>
                </a:lnTo>
                <a:lnTo>
                  <a:pt x="11598" y="0"/>
                </a:lnTo>
                <a:moveTo>
                  <a:pt x="11862" y="0"/>
                </a:moveTo>
                <a:lnTo>
                  <a:pt x="12021" y="0"/>
                </a:lnTo>
                <a:lnTo>
                  <a:pt x="12021" y="117"/>
                </a:lnTo>
                <a:lnTo>
                  <a:pt x="11862" y="117"/>
                </a:lnTo>
                <a:lnTo>
                  <a:pt x="11862" y="0"/>
                </a:lnTo>
                <a:moveTo>
                  <a:pt x="12126" y="0"/>
                </a:moveTo>
                <a:lnTo>
                  <a:pt x="12285" y="0"/>
                </a:lnTo>
                <a:lnTo>
                  <a:pt x="12285" y="117"/>
                </a:lnTo>
                <a:lnTo>
                  <a:pt x="12126" y="117"/>
                </a:lnTo>
                <a:lnTo>
                  <a:pt x="12126" y="0"/>
                </a:lnTo>
                <a:moveTo>
                  <a:pt x="12390" y="0"/>
                </a:moveTo>
                <a:lnTo>
                  <a:pt x="12549" y="0"/>
                </a:lnTo>
                <a:lnTo>
                  <a:pt x="12549" y="117"/>
                </a:lnTo>
                <a:lnTo>
                  <a:pt x="12390" y="117"/>
                </a:lnTo>
                <a:lnTo>
                  <a:pt x="12390" y="0"/>
                </a:lnTo>
                <a:moveTo>
                  <a:pt x="12654" y="0"/>
                </a:moveTo>
                <a:lnTo>
                  <a:pt x="12813" y="0"/>
                </a:lnTo>
                <a:lnTo>
                  <a:pt x="12813" y="117"/>
                </a:lnTo>
                <a:lnTo>
                  <a:pt x="12654" y="117"/>
                </a:lnTo>
                <a:lnTo>
                  <a:pt x="12654" y="0"/>
                </a:lnTo>
                <a:moveTo>
                  <a:pt x="12918" y="0"/>
                </a:moveTo>
                <a:lnTo>
                  <a:pt x="13077" y="0"/>
                </a:lnTo>
                <a:lnTo>
                  <a:pt x="13077" y="117"/>
                </a:lnTo>
                <a:lnTo>
                  <a:pt x="12918" y="117"/>
                </a:lnTo>
                <a:lnTo>
                  <a:pt x="12918" y="0"/>
                </a:lnTo>
                <a:moveTo>
                  <a:pt x="13182" y="0"/>
                </a:moveTo>
                <a:lnTo>
                  <a:pt x="13341" y="0"/>
                </a:lnTo>
                <a:lnTo>
                  <a:pt x="13341" y="117"/>
                </a:lnTo>
                <a:lnTo>
                  <a:pt x="13182" y="117"/>
                </a:lnTo>
                <a:lnTo>
                  <a:pt x="13182" y="0"/>
                </a:lnTo>
                <a:moveTo>
                  <a:pt x="13447" y="0"/>
                </a:moveTo>
                <a:lnTo>
                  <a:pt x="13605" y="0"/>
                </a:lnTo>
                <a:lnTo>
                  <a:pt x="13605" y="117"/>
                </a:lnTo>
                <a:lnTo>
                  <a:pt x="13447" y="117"/>
                </a:lnTo>
                <a:lnTo>
                  <a:pt x="13447" y="0"/>
                </a:lnTo>
                <a:moveTo>
                  <a:pt x="13711" y="0"/>
                </a:moveTo>
                <a:lnTo>
                  <a:pt x="13869" y="0"/>
                </a:lnTo>
                <a:lnTo>
                  <a:pt x="13869" y="117"/>
                </a:lnTo>
                <a:lnTo>
                  <a:pt x="13711" y="117"/>
                </a:lnTo>
                <a:lnTo>
                  <a:pt x="13711" y="0"/>
                </a:lnTo>
                <a:moveTo>
                  <a:pt x="13975" y="0"/>
                </a:moveTo>
                <a:lnTo>
                  <a:pt x="14134" y="0"/>
                </a:lnTo>
                <a:lnTo>
                  <a:pt x="14134" y="117"/>
                </a:lnTo>
                <a:lnTo>
                  <a:pt x="13975" y="117"/>
                </a:lnTo>
                <a:lnTo>
                  <a:pt x="13975" y="0"/>
                </a:lnTo>
                <a:moveTo>
                  <a:pt x="14240" y="0"/>
                </a:moveTo>
                <a:lnTo>
                  <a:pt x="14398" y="0"/>
                </a:lnTo>
                <a:lnTo>
                  <a:pt x="14398" y="117"/>
                </a:lnTo>
                <a:lnTo>
                  <a:pt x="14240" y="117"/>
                </a:lnTo>
                <a:lnTo>
                  <a:pt x="14240" y="0"/>
                </a:lnTo>
                <a:moveTo>
                  <a:pt x="14504" y="0"/>
                </a:moveTo>
                <a:lnTo>
                  <a:pt x="14663" y="0"/>
                </a:lnTo>
                <a:lnTo>
                  <a:pt x="14663" y="117"/>
                </a:lnTo>
                <a:lnTo>
                  <a:pt x="14504" y="117"/>
                </a:lnTo>
                <a:lnTo>
                  <a:pt x="14504" y="0"/>
                </a:lnTo>
                <a:moveTo>
                  <a:pt x="14768" y="0"/>
                </a:moveTo>
                <a:lnTo>
                  <a:pt x="14927" y="0"/>
                </a:lnTo>
                <a:lnTo>
                  <a:pt x="14927" y="117"/>
                </a:lnTo>
                <a:lnTo>
                  <a:pt x="14768" y="117"/>
                </a:lnTo>
                <a:lnTo>
                  <a:pt x="14768" y="0"/>
                </a:lnTo>
                <a:moveTo>
                  <a:pt x="15032" y="0"/>
                </a:moveTo>
                <a:lnTo>
                  <a:pt x="15191" y="0"/>
                </a:lnTo>
                <a:lnTo>
                  <a:pt x="15191" y="117"/>
                </a:lnTo>
                <a:lnTo>
                  <a:pt x="15032" y="117"/>
                </a:lnTo>
                <a:lnTo>
                  <a:pt x="15032" y="0"/>
                </a:lnTo>
                <a:moveTo>
                  <a:pt x="15296" y="0"/>
                </a:moveTo>
                <a:lnTo>
                  <a:pt x="15455" y="0"/>
                </a:lnTo>
                <a:lnTo>
                  <a:pt x="15455" y="117"/>
                </a:lnTo>
                <a:lnTo>
                  <a:pt x="15296" y="117"/>
                </a:lnTo>
                <a:lnTo>
                  <a:pt x="15296" y="0"/>
                </a:lnTo>
                <a:moveTo>
                  <a:pt x="15560" y="0"/>
                </a:moveTo>
                <a:lnTo>
                  <a:pt x="15719" y="0"/>
                </a:lnTo>
                <a:lnTo>
                  <a:pt x="15719" y="117"/>
                </a:lnTo>
                <a:lnTo>
                  <a:pt x="15560" y="117"/>
                </a:lnTo>
                <a:lnTo>
                  <a:pt x="15560" y="0"/>
                </a:lnTo>
                <a:moveTo>
                  <a:pt x="15824" y="0"/>
                </a:moveTo>
                <a:lnTo>
                  <a:pt x="15983" y="0"/>
                </a:lnTo>
                <a:lnTo>
                  <a:pt x="15983" y="117"/>
                </a:lnTo>
                <a:lnTo>
                  <a:pt x="15824" y="117"/>
                </a:lnTo>
                <a:lnTo>
                  <a:pt x="15824" y="0"/>
                </a:lnTo>
                <a:moveTo>
                  <a:pt x="16088" y="0"/>
                </a:moveTo>
                <a:lnTo>
                  <a:pt x="16247" y="0"/>
                </a:lnTo>
                <a:lnTo>
                  <a:pt x="16247" y="117"/>
                </a:lnTo>
                <a:lnTo>
                  <a:pt x="16088" y="117"/>
                </a:lnTo>
                <a:lnTo>
                  <a:pt x="16088" y="0"/>
                </a:lnTo>
                <a:moveTo>
                  <a:pt x="16352" y="0"/>
                </a:moveTo>
                <a:lnTo>
                  <a:pt x="16511" y="0"/>
                </a:lnTo>
                <a:lnTo>
                  <a:pt x="16511" y="117"/>
                </a:lnTo>
                <a:lnTo>
                  <a:pt x="16352" y="117"/>
                </a:lnTo>
                <a:lnTo>
                  <a:pt x="16352" y="0"/>
                </a:lnTo>
                <a:moveTo>
                  <a:pt x="16616" y="0"/>
                </a:moveTo>
                <a:lnTo>
                  <a:pt x="16775" y="0"/>
                </a:lnTo>
                <a:lnTo>
                  <a:pt x="16775" y="117"/>
                </a:lnTo>
                <a:lnTo>
                  <a:pt x="16616" y="117"/>
                </a:lnTo>
                <a:lnTo>
                  <a:pt x="16616" y="0"/>
                </a:lnTo>
                <a:moveTo>
                  <a:pt x="16880" y="0"/>
                </a:moveTo>
                <a:lnTo>
                  <a:pt x="17039" y="0"/>
                </a:lnTo>
                <a:lnTo>
                  <a:pt x="17039" y="117"/>
                </a:lnTo>
                <a:lnTo>
                  <a:pt x="16880" y="117"/>
                </a:lnTo>
                <a:lnTo>
                  <a:pt x="16880" y="0"/>
                </a:lnTo>
                <a:moveTo>
                  <a:pt x="17144" y="0"/>
                </a:moveTo>
                <a:lnTo>
                  <a:pt x="17303" y="0"/>
                </a:lnTo>
                <a:lnTo>
                  <a:pt x="17303" y="117"/>
                </a:lnTo>
                <a:lnTo>
                  <a:pt x="17144" y="117"/>
                </a:lnTo>
                <a:lnTo>
                  <a:pt x="17144" y="0"/>
                </a:lnTo>
                <a:moveTo>
                  <a:pt x="17408" y="0"/>
                </a:moveTo>
                <a:lnTo>
                  <a:pt x="17567" y="0"/>
                </a:lnTo>
                <a:lnTo>
                  <a:pt x="17567" y="117"/>
                </a:lnTo>
                <a:lnTo>
                  <a:pt x="17408" y="117"/>
                </a:lnTo>
                <a:lnTo>
                  <a:pt x="17408" y="0"/>
                </a:lnTo>
                <a:moveTo>
                  <a:pt x="17672" y="0"/>
                </a:moveTo>
                <a:lnTo>
                  <a:pt x="17831" y="0"/>
                </a:lnTo>
                <a:lnTo>
                  <a:pt x="17831" y="117"/>
                </a:lnTo>
                <a:lnTo>
                  <a:pt x="17672" y="117"/>
                </a:lnTo>
                <a:lnTo>
                  <a:pt x="17672" y="0"/>
                </a:lnTo>
                <a:moveTo>
                  <a:pt x="17936" y="0"/>
                </a:moveTo>
                <a:lnTo>
                  <a:pt x="18095" y="0"/>
                </a:lnTo>
                <a:lnTo>
                  <a:pt x="18095" y="117"/>
                </a:lnTo>
                <a:lnTo>
                  <a:pt x="17936" y="117"/>
                </a:lnTo>
                <a:lnTo>
                  <a:pt x="17936" y="0"/>
                </a:lnTo>
                <a:moveTo>
                  <a:pt x="18201" y="0"/>
                </a:moveTo>
                <a:lnTo>
                  <a:pt x="18359" y="0"/>
                </a:lnTo>
                <a:lnTo>
                  <a:pt x="18359" y="117"/>
                </a:lnTo>
                <a:lnTo>
                  <a:pt x="18201" y="117"/>
                </a:lnTo>
                <a:lnTo>
                  <a:pt x="18201" y="0"/>
                </a:lnTo>
                <a:moveTo>
                  <a:pt x="18465" y="0"/>
                </a:moveTo>
                <a:lnTo>
                  <a:pt x="18623" y="0"/>
                </a:lnTo>
                <a:lnTo>
                  <a:pt x="18623" y="117"/>
                </a:lnTo>
                <a:lnTo>
                  <a:pt x="18465" y="117"/>
                </a:lnTo>
                <a:lnTo>
                  <a:pt x="18465" y="0"/>
                </a:lnTo>
                <a:moveTo>
                  <a:pt x="18729" y="0"/>
                </a:moveTo>
                <a:lnTo>
                  <a:pt x="18887" y="0"/>
                </a:lnTo>
                <a:lnTo>
                  <a:pt x="18887" y="117"/>
                </a:lnTo>
                <a:lnTo>
                  <a:pt x="18729" y="117"/>
                </a:lnTo>
                <a:lnTo>
                  <a:pt x="18729" y="0"/>
                </a:lnTo>
                <a:moveTo>
                  <a:pt x="18993" y="0"/>
                </a:moveTo>
                <a:lnTo>
                  <a:pt x="19151" y="0"/>
                </a:lnTo>
                <a:lnTo>
                  <a:pt x="19151" y="117"/>
                </a:lnTo>
                <a:lnTo>
                  <a:pt x="18993" y="117"/>
                </a:lnTo>
                <a:lnTo>
                  <a:pt x="18993" y="0"/>
                </a:lnTo>
                <a:moveTo>
                  <a:pt x="19257" y="0"/>
                </a:moveTo>
                <a:lnTo>
                  <a:pt x="19415" y="0"/>
                </a:lnTo>
                <a:lnTo>
                  <a:pt x="19415" y="117"/>
                </a:lnTo>
                <a:lnTo>
                  <a:pt x="19257" y="117"/>
                </a:lnTo>
                <a:lnTo>
                  <a:pt x="19257" y="0"/>
                </a:lnTo>
                <a:moveTo>
                  <a:pt x="19521" y="0"/>
                </a:moveTo>
                <a:lnTo>
                  <a:pt x="19680" y="0"/>
                </a:lnTo>
                <a:lnTo>
                  <a:pt x="19680" y="117"/>
                </a:lnTo>
                <a:lnTo>
                  <a:pt x="19521" y="117"/>
                </a:lnTo>
                <a:lnTo>
                  <a:pt x="19521" y="0"/>
                </a:lnTo>
                <a:moveTo>
                  <a:pt x="19785" y="0"/>
                </a:moveTo>
                <a:lnTo>
                  <a:pt x="19944" y="0"/>
                </a:lnTo>
                <a:lnTo>
                  <a:pt x="19944" y="117"/>
                </a:lnTo>
                <a:lnTo>
                  <a:pt x="19785" y="117"/>
                </a:lnTo>
                <a:lnTo>
                  <a:pt x="19785" y="0"/>
                </a:lnTo>
                <a:moveTo>
                  <a:pt x="20049" y="0"/>
                </a:moveTo>
                <a:lnTo>
                  <a:pt x="20208" y="0"/>
                </a:lnTo>
                <a:lnTo>
                  <a:pt x="20208" y="117"/>
                </a:lnTo>
                <a:lnTo>
                  <a:pt x="20049" y="117"/>
                </a:lnTo>
                <a:lnTo>
                  <a:pt x="20049" y="0"/>
                </a:lnTo>
                <a:moveTo>
                  <a:pt x="20313" y="0"/>
                </a:moveTo>
                <a:lnTo>
                  <a:pt x="20472" y="0"/>
                </a:lnTo>
                <a:lnTo>
                  <a:pt x="20472" y="117"/>
                </a:lnTo>
                <a:lnTo>
                  <a:pt x="20313" y="117"/>
                </a:lnTo>
                <a:lnTo>
                  <a:pt x="20313" y="0"/>
                </a:lnTo>
                <a:moveTo>
                  <a:pt x="20577" y="0"/>
                </a:moveTo>
                <a:lnTo>
                  <a:pt x="20736" y="0"/>
                </a:lnTo>
                <a:lnTo>
                  <a:pt x="20736" y="117"/>
                </a:lnTo>
                <a:lnTo>
                  <a:pt x="20577" y="117"/>
                </a:lnTo>
                <a:lnTo>
                  <a:pt x="20577" y="0"/>
                </a:lnTo>
                <a:moveTo>
                  <a:pt x="20841" y="0"/>
                </a:moveTo>
                <a:lnTo>
                  <a:pt x="21000" y="0"/>
                </a:lnTo>
                <a:lnTo>
                  <a:pt x="21000" y="117"/>
                </a:lnTo>
                <a:lnTo>
                  <a:pt x="20841" y="117"/>
                </a:lnTo>
                <a:lnTo>
                  <a:pt x="20841" y="0"/>
                </a:lnTo>
                <a:moveTo>
                  <a:pt x="21105" y="0"/>
                </a:moveTo>
                <a:lnTo>
                  <a:pt x="21264" y="0"/>
                </a:lnTo>
                <a:lnTo>
                  <a:pt x="21264" y="117"/>
                </a:lnTo>
                <a:lnTo>
                  <a:pt x="21105" y="117"/>
                </a:lnTo>
                <a:lnTo>
                  <a:pt x="21105" y="0"/>
                </a:lnTo>
                <a:moveTo>
                  <a:pt x="21369" y="0"/>
                </a:moveTo>
                <a:lnTo>
                  <a:pt x="21528" y="0"/>
                </a:lnTo>
                <a:lnTo>
                  <a:pt x="21528" y="117"/>
                </a:lnTo>
                <a:lnTo>
                  <a:pt x="21369" y="117"/>
                </a:lnTo>
                <a:lnTo>
                  <a:pt x="21369" y="0"/>
                </a:lnTo>
                <a:moveTo>
                  <a:pt x="21633" y="0"/>
                </a:moveTo>
                <a:lnTo>
                  <a:pt x="21792" y="0"/>
                </a:lnTo>
                <a:lnTo>
                  <a:pt x="21792" y="117"/>
                </a:lnTo>
                <a:lnTo>
                  <a:pt x="21633" y="117"/>
                </a:lnTo>
                <a:lnTo>
                  <a:pt x="21633" y="0"/>
                </a:lnTo>
                <a:moveTo>
                  <a:pt x="21897" y="0"/>
                </a:moveTo>
                <a:lnTo>
                  <a:pt x="22056" y="0"/>
                </a:lnTo>
                <a:lnTo>
                  <a:pt x="22056" y="117"/>
                </a:lnTo>
                <a:lnTo>
                  <a:pt x="21897" y="117"/>
                </a:lnTo>
                <a:lnTo>
                  <a:pt x="21897" y="0"/>
                </a:lnTo>
                <a:moveTo>
                  <a:pt x="22161" y="0"/>
                </a:moveTo>
                <a:lnTo>
                  <a:pt x="22320" y="0"/>
                </a:lnTo>
                <a:lnTo>
                  <a:pt x="22320" y="117"/>
                </a:lnTo>
                <a:lnTo>
                  <a:pt x="22161" y="117"/>
                </a:lnTo>
                <a:lnTo>
                  <a:pt x="22161" y="0"/>
                </a:lnTo>
                <a:moveTo>
                  <a:pt x="22425" y="0"/>
                </a:moveTo>
                <a:lnTo>
                  <a:pt x="22584" y="0"/>
                </a:lnTo>
                <a:lnTo>
                  <a:pt x="22584" y="117"/>
                </a:lnTo>
                <a:lnTo>
                  <a:pt x="22425" y="117"/>
                </a:lnTo>
                <a:lnTo>
                  <a:pt x="22425" y="0"/>
                </a:lnTo>
                <a:moveTo>
                  <a:pt x="22689" y="0"/>
                </a:moveTo>
                <a:lnTo>
                  <a:pt x="22848" y="0"/>
                </a:lnTo>
                <a:lnTo>
                  <a:pt x="22848" y="117"/>
                </a:lnTo>
                <a:lnTo>
                  <a:pt x="22689" y="117"/>
                </a:lnTo>
                <a:lnTo>
                  <a:pt x="22689" y="0"/>
                </a:lnTo>
                <a:moveTo>
                  <a:pt x="22953" y="0"/>
                </a:moveTo>
                <a:lnTo>
                  <a:pt x="23112" y="0"/>
                </a:lnTo>
                <a:lnTo>
                  <a:pt x="23112" y="117"/>
                </a:lnTo>
                <a:lnTo>
                  <a:pt x="22953" y="117"/>
                </a:lnTo>
                <a:lnTo>
                  <a:pt x="22953" y="0"/>
                </a:lnTo>
                <a:moveTo>
                  <a:pt x="23218" y="0"/>
                </a:moveTo>
                <a:lnTo>
                  <a:pt x="23376" y="0"/>
                </a:lnTo>
                <a:lnTo>
                  <a:pt x="23376" y="117"/>
                </a:lnTo>
                <a:lnTo>
                  <a:pt x="23218" y="117"/>
                </a:lnTo>
                <a:lnTo>
                  <a:pt x="23218" y="0"/>
                </a:lnTo>
                <a:moveTo>
                  <a:pt x="23482" y="0"/>
                </a:moveTo>
                <a:lnTo>
                  <a:pt x="23640" y="0"/>
                </a:lnTo>
                <a:lnTo>
                  <a:pt x="23640" y="117"/>
                </a:lnTo>
                <a:lnTo>
                  <a:pt x="23482" y="117"/>
                </a:lnTo>
                <a:lnTo>
                  <a:pt x="23482" y="0"/>
                </a:lnTo>
                <a:moveTo>
                  <a:pt x="23746" y="0"/>
                </a:moveTo>
                <a:lnTo>
                  <a:pt x="23904" y="0"/>
                </a:lnTo>
                <a:lnTo>
                  <a:pt x="23904" y="117"/>
                </a:lnTo>
                <a:lnTo>
                  <a:pt x="23746" y="117"/>
                </a:lnTo>
                <a:lnTo>
                  <a:pt x="23746" y="0"/>
                </a:lnTo>
                <a:moveTo>
                  <a:pt x="24010" y="0"/>
                </a:moveTo>
                <a:lnTo>
                  <a:pt x="24168" y="0"/>
                </a:lnTo>
                <a:lnTo>
                  <a:pt x="24168" y="117"/>
                </a:lnTo>
                <a:lnTo>
                  <a:pt x="24010" y="117"/>
                </a:lnTo>
                <a:lnTo>
                  <a:pt x="24010" y="0"/>
                </a:lnTo>
                <a:moveTo>
                  <a:pt x="24274" y="0"/>
                </a:moveTo>
                <a:lnTo>
                  <a:pt x="24433" y="0"/>
                </a:lnTo>
                <a:lnTo>
                  <a:pt x="24433" y="117"/>
                </a:lnTo>
                <a:lnTo>
                  <a:pt x="24274" y="117"/>
                </a:lnTo>
                <a:lnTo>
                  <a:pt x="24274" y="0"/>
                </a:lnTo>
                <a:moveTo>
                  <a:pt x="24538" y="0"/>
                </a:moveTo>
                <a:lnTo>
                  <a:pt x="24697" y="0"/>
                </a:lnTo>
                <a:lnTo>
                  <a:pt x="24697" y="117"/>
                </a:lnTo>
                <a:lnTo>
                  <a:pt x="24538" y="117"/>
                </a:lnTo>
                <a:lnTo>
                  <a:pt x="24538" y="0"/>
                </a:lnTo>
                <a:moveTo>
                  <a:pt x="24802" y="0"/>
                </a:moveTo>
                <a:lnTo>
                  <a:pt x="24961" y="0"/>
                </a:lnTo>
                <a:lnTo>
                  <a:pt x="24961" y="117"/>
                </a:lnTo>
                <a:lnTo>
                  <a:pt x="24802" y="117"/>
                </a:lnTo>
                <a:lnTo>
                  <a:pt x="24802" y="0"/>
                </a:lnTo>
                <a:moveTo>
                  <a:pt x="25066" y="0"/>
                </a:moveTo>
                <a:lnTo>
                  <a:pt x="25225" y="0"/>
                </a:lnTo>
                <a:lnTo>
                  <a:pt x="25225" y="117"/>
                </a:lnTo>
                <a:lnTo>
                  <a:pt x="25066" y="117"/>
                </a:lnTo>
                <a:lnTo>
                  <a:pt x="25066" y="0"/>
                </a:lnTo>
                <a:moveTo>
                  <a:pt x="25330" y="0"/>
                </a:moveTo>
                <a:lnTo>
                  <a:pt x="25489" y="0"/>
                </a:lnTo>
                <a:lnTo>
                  <a:pt x="25489" y="117"/>
                </a:lnTo>
                <a:lnTo>
                  <a:pt x="25330" y="117"/>
                </a:lnTo>
                <a:lnTo>
                  <a:pt x="25330" y="0"/>
                </a:lnTo>
                <a:moveTo>
                  <a:pt x="25594" y="0"/>
                </a:moveTo>
                <a:lnTo>
                  <a:pt x="25753" y="0"/>
                </a:lnTo>
                <a:lnTo>
                  <a:pt x="25753" y="117"/>
                </a:lnTo>
                <a:lnTo>
                  <a:pt x="25594" y="117"/>
                </a:lnTo>
                <a:lnTo>
                  <a:pt x="25594" y="0"/>
                </a:lnTo>
                <a:moveTo>
                  <a:pt x="25858" y="0"/>
                </a:moveTo>
                <a:lnTo>
                  <a:pt x="26017" y="0"/>
                </a:lnTo>
                <a:lnTo>
                  <a:pt x="26017" y="117"/>
                </a:lnTo>
                <a:lnTo>
                  <a:pt x="25858" y="117"/>
                </a:lnTo>
                <a:lnTo>
                  <a:pt x="25858" y="0"/>
                </a:lnTo>
                <a:moveTo>
                  <a:pt x="26122" y="0"/>
                </a:moveTo>
                <a:lnTo>
                  <a:pt x="26281" y="0"/>
                </a:lnTo>
                <a:lnTo>
                  <a:pt x="26281" y="117"/>
                </a:lnTo>
                <a:lnTo>
                  <a:pt x="26122" y="117"/>
                </a:lnTo>
                <a:lnTo>
                  <a:pt x="26122" y="0"/>
                </a:lnTo>
                <a:moveTo>
                  <a:pt x="26386" y="0"/>
                </a:moveTo>
                <a:lnTo>
                  <a:pt x="26545" y="0"/>
                </a:lnTo>
                <a:lnTo>
                  <a:pt x="26545" y="117"/>
                </a:lnTo>
                <a:lnTo>
                  <a:pt x="26386" y="117"/>
                </a:lnTo>
                <a:lnTo>
                  <a:pt x="26386" y="0"/>
                </a:lnTo>
                <a:moveTo>
                  <a:pt x="26650" y="0"/>
                </a:moveTo>
                <a:lnTo>
                  <a:pt x="26809" y="0"/>
                </a:lnTo>
                <a:lnTo>
                  <a:pt x="26809" y="117"/>
                </a:lnTo>
                <a:lnTo>
                  <a:pt x="26650" y="117"/>
                </a:lnTo>
                <a:lnTo>
                  <a:pt x="26650" y="0"/>
                </a:lnTo>
                <a:moveTo>
                  <a:pt x="26914" y="0"/>
                </a:moveTo>
                <a:lnTo>
                  <a:pt x="27073" y="0"/>
                </a:lnTo>
                <a:lnTo>
                  <a:pt x="27073" y="117"/>
                </a:lnTo>
                <a:lnTo>
                  <a:pt x="26914" y="117"/>
                </a:lnTo>
                <a:lnTo>
                  <a:pt x="26914" y="0"/>
                </a:lnTo>
                <a:moveTo>
                  <a:pt x="27178" y="0"/>
                </a:moveTo>
                <a:lnTo>
                  <a:pt x="27337" y="0"/>
                </a:lnTo>
                <a:lnTo>
                  <a:pt x="27337" y="117"/>
                </a:lnTo>
                <a:lnTo>
                  <a:pt x="27178" y="117"/>
                </a:lnTo>
                <a:lnTo>
                  <a:pt x="27178" y="0"/>
                </a:lnTo>
                <a:moveTo>
                  <a:pt x="27442" y="0"/>
                </a:moveTo>
                <a:lnTo>
                  <a:pt x="27601" y="0"/>
                </a:lnTo>
                <a:lnTo>
                  <a:pt x="27601" y="117"/>
                </a:lnTo>
                <a:lnTo>
                  <a:pt x="27442" y="117"/>
                </a:lnTo>
                <a:lnTo>
                  <a:pt x="27442" y="0"/>
                </a:lnTo>
                <a:moveTo>
                  <a:pt x="27706" y="0"/>
                </a:moveTo>
                <a:lnTo>
                  <a:pt x="27865" y="0"/>
                </a:lnTo>
                <a:lnTo>
                  <a:pt x="27865" y="117"/>
                </a:lnTo>
                <a:lnTo>
                  <a:pt x="27706" y="117"/>
                </a:lnTo>
                <a:lnTo>
                  <a:pt x="27706" y="0"/>
                </a:lnTo>
                <a:moveTo>
                  <a:pt x="27971" y="0"/>
                </a:moveTo>
                <a:lnTo>
                  <a:pt x="28129" y="0"/>
                </a:lnTo>
                <a:lnTo>
                  <a:pt x="28129" y="117"/>
                </a:lnTo>
                <a:lnTo>
                  <a:pt x="27971" y="117"/>
                </a:lnTo>
                <a:lnTo>
                  <a:pt x="27971" y="0"/>
                </a:lnTo>
                <a:moveTo>
                  <a:pt x="28235" y="0"/>
                </a:moveTo>
                <a:lnTo>
                  <a:pt x="28393" y="0"/>
                </a:lnTo>
                <a:lnTo>
                  <a:pt x="28393" y="117"/>
                </a:lnTo>
                <a:lnTo>
                  <a:pt x="28235" y="117"/>
                </a:lnTo>
                <a:lnTo>
                  <a:pt x="28235" y="0"/>
                </a:lnTo>
                <a:moveTo>
                  <a:pt x="28499" y="0"/>
                </a:moveTo>
                <a:lnTo>
                  <a:pt x="28657" y="0"/>
                </a:lnTo>
                <a:lnTo>
                  <a:pt x="28657" y="117"/>
                </a:lnTo>
                <a:lnTo>
                  <a:pt x="28499" y="117"/>
                </a:lnTo>
                <a:lnTo>
                  <a:pt x="28499" y="0"/>
                </a:lnTo>
                <a:moveTo>
                  <a:pt x="28763" y="0"/>
                </a:moveTo>
                <a:lnTo>
                  <a:pt x="28921" y="0"/>
                </a:lnTo>
                <a:lnTo>
                  <a:pt x="28921" y="117"/>
                </a:lnTo>
                <a:lnTo>
                  <a:pt x="28763" y="117"/>
                </a:lnTo>
                <a:lnTo>
                  <a:pt x="28763" y="0"/>
                </a:lnTo>
                <a:moveTo>
                  <a:pt x="29027" y="0"/>
                </a:moveTo>
                <a:lnTo>
                  <a:pt x="29185" y="0"/>
                </a:lnTo>
                <a:lnTo>
                  <a:pt x="29185" y="117"/>
                </a:lnTo>
                <a:lnTo>
                  <a:pt x="29027" y="117"/>
                </a:lnTo>
                <a:lnTo>
                  <a:pt x="29027" y="0"/>
                </a:lnTo>
                <a:moveTo>
                  <a:pt x="29291" y="0"/>
                </a:moveTo>
                <a:lnTo>
                  <a:pt x="29450" y="0"/>
                </a:lnTo>
                <a:lnTo>
                  <a:pt x="29450" y="117"/>
                </a:lnTo>
                <a:lnTo>
                  <a:pt x="29291" y="117"/>
                </a:lnTo>
                <a:lnTo>
                  <a:pt x="29291" y="0"/>
                </a:lnTo>
                <a:moveTo>
                  <a:pt x="29555" y="0"/>
                </a:moveTo>
                <a:lnTo>
                  <a:pt x="29714" y="0"/>
                </a:lnTo>
                <a:lnTo>
                  <a:pt x="29714" y="117"/>
                </a:lnTo>
                <a:lnTo>
                  <a:pt x="29555" y="117"/>
                </a:lnTo>
                <a:lnTo>
                  <a:pt x="29555" y="0"/>
                </a:lnTo>
                <a:moveTo>
                  <a:pt x="29819" y="0"/>
                </a:moveTo>
                <a:lnTo>
                  <a:pt x="29978" y="0"/>
                </a:lnTo>
                <a:lnTo>
                  <a:pt x="29978" y="117"/>
                </a:lnTo>
                <a:lnTo>
                  <a:pt x="29819" y="117"/>
                </a:lnTo>
                <a:lnTo>
                  <a:pt x="29819" y="0"/>
                </a:lnTo>
                <a:moveTo>
                  <a:pt x="30083" y="0"/>
                </a:moveTo>
                <a:lnTo>
                  <a:pt x="30242" y="0"/>
                </a:lnTo>
                <a:lnTo>
                  <a:pt x="30242" y="117"/>
                </a:lnTo>
                <a:lnTo>
                  <a:pt x="30083" y="117"/>
                </a:lnTo>
                <a:lnTo>
                  <a:pt x="30083" y="0"/>
                </a:lnTo>
                <a:moveTo>
                  <a:pt x="30347" y="0"/>
                </a:moveTo>
                <a:lnTo>
                  <a:pt x="30506" y="0"/>
                </a:lnTo>
                <a:lnTo>
                  <a:pt x="30506" y="117"/>
                </a:lnTo>
                <a:lnTo>
                  <a:pt x="30347" y="117"/>
                </a:lnTo>
                <a:lnTo>
                  <a:pt x="30347" y="0"/>
                </a:lnTo>
                <a:moveTo>
                  <a:pt x="30611" y="0"/>
                </a:moveTo>
                <a:lnTo>
                  <a:pt x="30725" y="0"/>
                </a:lnTo>
                <a:cubicBezTo>
                  <a:pt x="30744" y="0"/>
                  <a:pt x="30764" y="3"/>
                  <a:pt x="30783" y="7"/>
                </a:cubicBezTo>
                <a:lnTo>
                  <a:pt x="30755" y="120"/>
                </a:lnTo>
                <a:cubicBezTo>
                  <a:pt x="30745" y="118"/>
                  <a:pt x="30735" y="117"/>
                  <a:pt x="30725" y="117"/>
                </a:cubicBezTo>
                <a:lnTo>
                  <a:pt x="30611" y="117"/>
                </a:lnTo>
                <a:lnTo>
                  <a:pt x="30611" y="0"/>
                </a:lnTo>
                <a:moveTo>
                  <a:pt x="30902" y="77"/>
                </a:moveTo>
                <a:cubicBezTo>
                  <a:pt x="30946" y="124"/>
                  <a:pt x="30968" y="180"/>
                  <a:pt x="30968" y="244"/>
                </a:cubicBezTo>
                <a:lnTo>
                  <a:pt x="30968" y="264"/>
                </a:lnTo>
                <a:lnTo>
                  <a:pt x="30852" y="264"/>
                </a:lnTo>
                <a:lnTo>
                  <a:pt x="30852" y="244"/>
                </a:lnTo>
                <a:cubicBezTo>
                  <a:pt x="30852" y="210"/>
                  <a:pt x="30840" y="181"/>
                  <a:pt x="30817" y="157"/>
                </a:cubicBezTo>
                <a:lnTo>
                  <a:pt x="30902" y="77"/>
                </a:lnTo>
                <a:moveTo>
                  <a:pt x="30968" y="369"/>
                </a:moveTo>
                <a:lnTo>
                  <a:pt x="30968" y="528"/>
                </a:lnTo>
                <a:lnTo>
                  <a:pt x="30852" y="528"/>
                </a:lnTo>
                <a:lnTo>
                  <a:pt x="30852" y="369"/>
                </a:lnTo>
                <a:lnTo>
                  <a:pt x="30968" y="369"/>
                </a:lnTo>
                <a:moveTo>
                  <a:pt x="30968" y="633"/>
                </a:moveTo>
                <a:lnTo>
                  <a:pt x="30968" y="792"/>
                </a:lnTo>
                <a:lnTo>
                  <a:pt x="30852" y="792"/>
                </a:lnTo>
                <a:lnTo>
                  <a:pt x="30852" y="633"/>
                </a:lnTo>
                <a:lnTo>
                  <a:pt x="30968" y="633"/>
                </a:lnTo>
                <a:moveTo>
                  <a:pt x="30968" y="897"/>
                </a:moveTo>
                <a:lnTo>
                  <a:pt x="30968" y="1056"/>
                </a:lnTo>
                <a:lnTo>
                  <a:pt x="30852" y="1056"/>
                </a:lnTo>
                <a:lnTo>
                  <a:pt x="30852" y="897"/>
                </a:lnTo>
                <a:lnTo>
                  <a:pt x="30968" y="897"/>
                </a:lnTo>
                <a:moveTo>
                  <a:pt x="30968" y="1161"/>
                </a:moveTo>
                <a:lnTo>
                  <a:pt x="30968" y="1320"/>
                </a:lnTo>
                <a:lnTo>
                  <a:pt x="30852" y="1320"/>
                </a:lnTo>
                <a:lnTo>
                  <a:pt x="30852" y="1161"/>
                </a:lnTo>
                <a:lnTo>
                  <a:pt x="30968" y="1161"/>
                </a:lnTo>
                <a:moveTo>
                  <a:pt x="30968" y="1425"/>
                </a:moveTo>
                <a:lnTo>
                  <a:pt x="30968" y="1585"/>
                </a:lnTo>
                <a:lnTo>
                  <a:pt x="30852" y="1585"/>
                </a:lnTo>
                <a:lnTo>
                  <a:pt x="30852" y="1425"/>
                </a:lnTo>
                <a:lnTo>
                  <a:pt x="30968" y="1425"/>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3"/>
                </a:moveTo>
                <a:cubicBezTo>
                  <a:pt x="30961" y="2298"/>
                  <a:pt x="30928" y="2357"/>
                  <a:pt x="30866" y="2401"/>
                </a:cubicBezTo>
                <a:lnTo>
                  <a:pt x="30799" y="2306"/>
                </a:lnTo>
                <a:cubicBezTo>
                  <a:pt x="30831" y="2283"/>
                  <a:pt x="30848" y="2252"/>
                  <a:pt x="30851" y="2213"/>
                </a:cubicBezTo>
                <a:lnTo>
                  <a:pt x="30967" y="2223"/>
                </a:lnTo>
                <a:moveTo>
                  <a:pt x="30736" y="2446"/>
                </a:moveTo>
                <a:cubicBezTo>
                  <a:pt x="30733" y="2446"/>
                  <a:pt x="30729" y="2446"/>
                  <a:pt x="30725" y="2446"/>
                </a:cubicBezTo>
                <a:lnTo>
                  <a:pt x="30575" y="2446"/>
                </a:lnTo>
                <a:lnTo>
                  <a:pt x="30575" y="2330"/>
                </a:lnTo>
                <a:lnTo>
                  <a:pt x="30725" y="2330"/>
                </a:lnTo>
                <a:cubicBezTo>
                  <a:pt x="30727" y="2330"/>
                  <a:pt x="30729" y="2330"/>
                  <a:pt x="30731" y="2330"/>
                </a:cubicBezTo>
                <a:lnTo>
                  <a:pt x="30736" y="2446"/>
                </a:lnTo>
                <a:moveTo>
                  <a:pt x="30470" y="2446"/>
                </a:moveTo>
                <a:lnTo>
                  <a:pt x="30311" y="2446"/>
                </a:lnTo>
                <a:lnTo>
                  <a:pt x="30311" y="2330"/>
                </a:lnTo>
                <a:lnTo>
                  <a:pt x="30470" y="2330"/>
                </a:lnTo>
                <a:lnTo>
                  <a:pt x="30470" y="2446"/>
                </a:lnTo>
                <a:moveTo>
                  <a:pt x="30206" y="2446"/>
                </a:moveTo>
                <a:lnTo>
                  <a:pt x="30047" y="2446"/>
                </a:lnTo>
                <a:lnTo>
                  <a:pt x="30047" y="2330"/>
                </a:lnTo>
                <a:lnTo>
                  <a:pt x="30206" y="2330"/>
                </a:lnTo>
                <a:lnTo>
                  <a:pt x="30206" y="2446"/>
                </a:lnTo>
                <a:moveTo>
                  <a:pt x="29942" y="2446"/>
                </a:moveTo>
                <a:lnTo>
                  <a:pt x="29783" y="2446"/>
                </a:lnTo>
                <a:lnTo>
                  <a:pt x="29783" y="2330"/>
                </a:lnTo>
                <a:lnTo>
                  <a:pt x="29942" y="2330"/>
                </a:lnTo>
                <a:lnTo>
                  <a:pt x="29942" y="2446"/>
                </a:lnTo>
                <a:moveTo>
                  <a:pt x="29678" y="2446"/>
                </a:moveTo>
                <a:lnTo>
                  <a:pt x="29519" y="2446"/>
                </a:lnTo>
                <a:lnTo>
                  <a:pt x="29519" y="2330"/>
                </a:lnTo>
                <a:lnTo>
                  <a:pt x="29678" y="2330"/>
                </a:lnTo>
                <a:lnTo>
                  <a:pt x="29678" y="2446"/>
                </a:lnTo>
                <a:moveTo>
                  <a:pt x="29414" y="2446"/>
                </a:moveTo>
                <a:lnTo>
                  <a:pt x="29255" y="2446"/>
                </a:lnTo>
                <a:lnTo>
                  <a:pt x="29255" y="2330"/>
                </a:lnTo>
                <a:lnTo>
                  <a:pt x="29414" y="2330"/>
                </a:lnTo>
                <a:lnTo>
                  <a:pt x="29414" y="2446"/>
                </a:lnTo>
                <a:moveTo>
                  <a:pt x="29150" y="2446"/>
                </a:moveTo>
                <a:lnTo>
                  <a:pt x="28991" y="2446"/>
                </a:lnTo>
                <a:lnTo>
                  <a:pt x="28991" y="2330"/>
                </a:lnTo>
                <a:lnTo>
                  <a:pt x="29150" y="2330"/>
                </a:lnTo>
                <a:lnTo>
                  <a:pt x="29150" y="2446"/>
                </a:lnTo>
                <a:moveTo>
                  <a:pt x="28886" y="2446"/>
                </a:moveTo>
                <a:lnTo>
                  <a:pt x="28727" y="2446"/>
                </a:lnTo>
                <a:lnTo>
                  <a:pt x="28727" y="2330"/>
                </a:lnTo>
                <a:lnTo>
                  <a:pt x="28886" y="2330"/>
                </a:lnTo>
                <a:lnTo>
                  <a:pt x="28886" y="2446"/>
                </a:lnTo>
                <a:moveTo>
                  <a:pt x="28622" y="2446"/>
                </a:moveTo>
                <a:lnTo>
                  <a:pt x="28463" y="2446"/>
                </a:lnTo>
                <a:lnTo>
                  <a:pt x="28463" y="2330"/>
                </a:lnTo>
                <a:lnTo>
                  <a:pt x="28622" y="2330"/>
                </a:lnTo>
                <a:lnTo>
                  <a:pt x="28622" y="2446"/>
                </a:lnTo>
                <a:moveTo>
                  <a:pt x="28358" y="2446"/>
                </a:moveTo>
                <a:lnTo>
                  <a:pt x="28199" y="2446"/>
                </a:lnTo>
                <a:lnTo>
                  <a:pt x="28199" y="2330"/>
                </a:lnTo>
                <a:lnTo>
                  <a:pt x="28358" y="2330"/>
                </a:lnTo>
                <a:lnTo>
                  <a:pt x="28358" y="2446"/>
                </a:lnTo>
                <a:moveTo>
                  <a:pt x="28094" y="2446"/>
                </a:moveTo>
                <a:lnTo>
                  <a:pt x="27935" y="2446"/>
                </a:lnTo>
                <a:lnTo>
                  <a:pt x="27935" y="2330"/>
                </a:lnTo>
                <a:lnTo>
                  <a:pt x="28094" y="2330"/>
                </a:lnTo>
                <a:lnTo>
                  <a:pt x="28094" y="2446"/>
                </a:lnTo>
                <a:moveTo>
                  <a:pt x="27829" y="2446"/>
                </a:moveTo>
                <a:lnTo>
                  <a:pt x="27671" y="2446"/>
                </a:lnTo>
                <a:lnTo>
                  <a:pt x="27671" y="2330"/>
                </a:lnTo>
                <a:lnTo>
                  <a:pt x="27829" y="2330"/>
                </a:lnTo>
                <a:lnTo>
                  <a:pt x="27829" y="2446"/>
                </a:lnTo>
                <a:moveTo>
                  <a:pt x="27565" y="2446"/>
                </a:moveTo>
                <a:lnTo>
                  <a:pt x="27407" y="2446"/>
                </a:lnTo>
                <a:lnTo>
                  <a:pt x="27407" y="2330"/>
                </a:lnTo>
                <a:lnTo>
                  <a:pt x="27565" y="2330"/>
                </a:lnTo>
                <a:lnTo>
                  <a:pt x="27565" y="2446"/>
                </a:lnTo>
                <a:moveTo>
                  <a:pt x="27301" y="2446"/>
                </a:moveTo>
                <a:lnTo>
                  <a:pt x="27143" y="2446"/>
                </a:lnTo>
                <a:lnTo>
                  <a:pt x="27143" y="2330"/>
                </a:lnTo>
                <a:lnTo>
                  <a:pt x="27301" y="2330"/>
                </a:lnTo>
                <a:lnTo>
                  <a:pt x="27301" y="2446"/>
                </a:lnTo>
                <a:moveTo>
                  <a:pt x="27037" y="2446"/>
                </a:moveTo>
                <a:lnTo>
                  <a:pt x="26879" y="2446"/>
                </a:lnTo>
                <a:lnTo>
                  <a:pt x="26879" y="2330"/>
                </a:lnTo>
                <a:lnTo>
                  <a:pt x="27037" y="2330"/>
                </a:lnTo>
                <a:lnTo>
                  <a:pt x="27037" y="2446"/>
                </a:lnTo>
                <a:moveTo>
                  <a:pt x="26773" y="2446"/>
                </a:moveTo>
                <a:lnTo>
                  <a:pt x="26615" y="2446"/>
                </a:lnTo>
                <a:lnTo>
                  <a:pt x="26615" y="2330"/>
                </a:lnTo>
                <a:lnTo>
                  <a:pt x="26773" y="2330"/>
                </a:lnTo>
                <a:lnTo>
                  <a:pt x="26773" y="2446"/>
                </a:lnTo>
                <a:moveTo>
                  <a:pt x="26509" y="2446"/>
                </a:moveTo>
                <a:lnTo>
                  <a:pt x="26350" y="2446"/>
                </a:lnTo>
                <a:lnTo>
                  <a:pt x="26350" y="2330"/>
                </a:lnTo>
                <a:lnTo>
                  <a:pt x="26509" y="2330"/>
                </a:lnTo>
                <a:lnTo>
                  <a:pt x="26509" y="2446"/>
                </a:lnTo>
                <a:moveTo>
                  <a:pt x="26245" y="2446"/>
                </a:moveTo>
                <a:lnTo>
                  <a:pt x="26086" y="2446"/>
                </a:lnTo>
                <a:lnTo>
                  <a:pt x="26086" y="2330"/>
                </a:lnTo>
                <a:lnTo>
                  <a:pt x="26245" y="2330"/>
                </a:lnTo>
                <a:lnTo>
                  <a:pt x="26245" y="2446"/>
                </a:lnTo>
                <a:moveTo>
                  <a:pt x="25981" y="2446"/>
                </a:moveTo>
                <a:lnTo>
                  <a:pt x="25822" y="2446"/>
                </a:lnTo>
                <a:lnTo>
                  <a:pt x="25822" y="2330"/>
                </a:lnTo>
                <a:lnTo>
                  <a:pt x="25981" y="2330"/>
                </a:lnTo>
                <a:lnTo>
                  <a:pt x="25981" y="2446"/>
                </a:lnTo>
                <a:moveTo>
                  <a:pt x="25717" y="2446"/>
                </a:moveTo>
                <a:lnTo>
                  <a:pt x="25558" y="2446"/>
                </a:lnTo>
                <a:lnTo>
                  <a:pt x="25558" y="2330"/>
                </a:lnTo>
                <a:lnTo>
                  <a:pt x="25717" y="2330"/>
                </a:lnTo>
                <a:lnTo>
                  <a:pt x="25717" y="2446"/>
                </a:lnTo>
                <a:moveTo>
                  <a:pt x="25453" y="2446"/>
                </a:moveTo>
                <a:lnTo>
                  <a:pt x="25294" y="2446"/>
                </a:lnTo>
                <a:lnTo>
                  <a:pt x="25294" y="2330"/>
                </a:lnTo>
                <a:lnTo>
                  <a:pt x="25453" y="2330"/>
                </a:lnTo>
                <a:lnTo>
                  <a:pt x="25453" y="2446"/>
                </a:lnTo>
                <a:moveTo>
                  <a:pt x="25189" y="2446"/>
                </a:moveTo>
                <a:lnTo>
                  <a:pt x="25030" y="2446"/>
                </a:lnTo>
                <a:lnTo>
                  <a:pt x="25030" y="2330"/>
                </a:lnTo>
                <a:lnTo>
                  <a:pt x="25189" y="2330"/>
                </a:lnTo>
                <a:lnTo>
                  <a:pt x="25189" y="2446"/>
                </a:lnTo>
                <a:moveTo>
                  <a:pt x="24925" y="2446"/>
                </a:moveTo>
                <a:lnTo>
                  <a:pt x="24766" y="2446"/>
                </a:lnTo>
                <a:lnTo>
                  <a:pt x="24766" y="2330"/>
                </a:lnTo>
                <a:lnTo>
                  <a:pt x="24925" y="2330"/>
                </a:lnTo>
                <a:lnTo>
                  <a:pt x="24925" y="2446"/>
                </a:lnTo>
                <a:moveTo>
                  <a:pt x="24661" y="2446"/>
                </a:moveTo>
                <a:lnTo>
                  <a:pt x="24502" y="2446"/>
                </a:lnTo>
                <a:lnTo>
                  <a:pt x="24502" y="2330"/>
                </a:lnTo>
                <a:lnTo>
                  <a:pt x="24661" y="2330"/>
                </a:lnTo>
                <a:lnTo>
                  <a:pt x="24661" y="2446"/>
                </a:lnTo>
                <a:moveTo>
                  <a:pt x="24397" y="2446"/>
                </a:moveTo>
                <a:lnTo>
                  <a:pt x="24238" y="2446"/>
                </a:lnTo>
                <a:lnTo>
                  <a:pt x="24238" y="2330"/>
                </a:lnTo>
                <a:lnTo>
                  <a:pt x="24397" y="2330"/>
                </a:lnTo>
                <a:lnTo>
                  <a:pt x="24397" y="2446"/>
                </a:lnTo>
                <a:moveTo>
                  <a:pt x="24133" y="2446"/>
                </a:moveTo>
                <a:lnTo>
                  <a:pt x="23974" y="2446"/>
                </a:lnTo>
                <a:lnTo>
                  <a:pt x="23974" y="2330"/>
                </a:lnTo>
                <a:lnTo>
                  <a:pt x="24133" y="2330"/>
                </a:lnTo>
                <a:lnTo>
                  <a:pt x="24133" y="2446"/>
                </a:lnTo>
                <a:moveTo>
                  <a:pt x="23869" y="2446"/>
                </a:moveTo>
                <a:lnTo>
                  <a:pt x="23710" y="2446"/>
                </a:lnTo>
                <a:lnTo>
                  <a:pt x="23710" y="2330"/>
                </a:lnTo>
                <a:lnTo>
                  <a:pt x="23869" y="2330"/>
                </a:lnTo>
                <a:lnTo>
                  <a:pt x="23869" y="2446"/>
                </a:lnTo>
                <a:moveTo>
                  <a:pt x="23605" y="2446"/>
                </a:moveTo>
                <a:lnTo>
                  <a:pt x="23446" y="2446"/>
                </a:lnTo>
                <a:lnTo>
                  <a:pt x="23446" y="2330"/>
                </a:lnTo>
                <a:lnTo>
                  <a:pt x="23605" y="2330"/>
                </a:lnTo>
                <a:lnTo>
                  <a:pt x="23605" y="2446"/>
                </a:lnTo>
                <a:moveTo>
                  <a:pt x="23341" y="2446"/>
                </a:moveTo>
                <a:lnTo>
                  <a:pt x="23182" y="2446"/>
                </a:lnTo>
                <a:lnTo>
                  <a:pt x="23182" y="2330"/>
                </a:lnTo>
                <a:lnTo>
                  <a:pt x="23341" y="2330"/>
                </a:lnTo>
                <a:lnTo>
                  <a:pt x="23341" y="2446"/>
                </a:lnTo>
                <a:moveTo>
                  <a:pt x="23077" y="2446"/>
                </a:moveTo>
                <a:lnTo>
                  <a:pt x="22918" y="2446"/>
                </a:lnTo>
                <a:lnTo>
                  <a:pt x="22918" y="2330"/>
                </a:lnTo>
                <a:lnTo>
                  <a:pt x="23077" y="2330"/>
                </a:lnTo>
                <a:lnTo>
                  <a:pt x="23077" y="2446"/>
                </a:lnTo>
                <a:moveTo>
                  <a:pt x="22812" y="2446"/>
                </a:moveTo>
                <a:lnTo>
                  <a:pt x="22654" y="2446"/>
                </a:lnTo>
                <a:lnTo>
                  <a:pt x="22654" y="2330"/>
                </a:lnTo>
                <a:lnTo>
                  <a:pt x="22812" y="2330"/>
                </a:lnTo>
                <a:lnTo>
                  <a:pt x="22812" y="2446"/>
                </a:lnTo>
                <a:moveTo>
                  <a:pt x="22548" y="2446"/>
                </a:moveTo>
                <a:lnTo>
                  <a:pt x="22390" y="2446"/>
                </a:lnTo>
                <a:lnTo>
                  <a:pt x="22390" y="2330"/>
                </a:lnTo>
                <a:lnTo>
                  <a:pt x="22548" y="2330"/>
                </a:lnTo>
                <a:lnTo>
                  <a:pt x="22548" y="2446"/>
                </a:lnTo>
                <a:moveTo>
                  <a:pt x="22284" y="2446"/>
                </a:moveTo>
                <a:lnTo>
                  <a:pt x="22126" y="2446"/>
                </a:lnTo>
                <a:lnTo>
                  <a:pt x="22126" y="2330"/>
                </a:lnTo>
                <a:lnTo>
                  <a:pt x="22284" y="2330"/>
                </a:lnTo>
                <a:lnTo>
                  <a:pt x="22284" y="2446"/>
                </a:lnTo>
                <a:moveTo>
                  <a:pt x="22020" y="2446"/>
                </a:moveTo>
                <a:lnTo>
                  <a:pt x="21862" y="2446"/>
                </a:lnTo>
                <a:lnTo>
                  <a:pt x="21862" y="2330"/>
                </a:lnTo>
                <a:lnTo>
                  <a:pt x="22020" y="2330"/>
                </a:lnTo>
                <a:lnTo>
                  <a:pt x="22020" y="2446"/>
                </a:lnTo>
                <a:moveTo>
                  <a:pt x="21756" y="2446"/>
                </a:moveTo>
                <a:lnTo>
                  <a:pt x="21597" y="2446"/>
                </a:lnTo>
                <a:lnTo>
                  <a:pt x="21597" y="2330"/>
                </a:lnTo>
                <a:lnTo>
                  <a:pt x="21756" y="2330"/>
                </a:lnTo>
                <a:lnTo>
                  <a:pt x="21756" y="2446"/>
                </a:lnTo>
                <a:moveTo>
                  <a:pt x="21492" y="2446"/>
                </a:moveTo>
                <a:lnTo>
                  <a:pt x="21333" y="2446"/>
                </a:lnTo>
                <a:lnTo>
                  <a:pt x="21333" y="2330"/>
                </a:lnTo>
                <a:lnTo>
                  <a:pt x="21492" y="2330"/>
                </a:lnTo>
                <a:lnTo>
                  <a:pt x="21492" y="2446"/>
                </a:lnTo>
                <a:moveTo>
                  <a:pt x="21228" y="2446"/>
                </a:moveTo>
                <a:lnTo>
                  <a:pt x="21069" y="2446"/>
                </a:lnTo>
                <a:lnTo>
                  <a:pt x="21069" y="2330"/>
                </a:lnTo>
                <a:lnTo>
                  <a:pt x="21228" y="2330"/>
                </a:lnTo>
                <a:lnTo>
                  <a:pt x="21228" y="2446"/>
                </a:lnTo>
                <a:moveTo>
                  <a:pt x="20964" y="2446"/>
                </a:moveTo>
                <a:lnTo>
                  <a:pt x="20805" y="2446"/>
                </a:lnTo>
                <a:lnTo>
                  <a:pt x="20805" y="2330"/>
                </a:lnTo>
                <a:lnTo>
                  <a:pt x="20964" y="2330"/>
                </a:lnTo>
                <a:lnTo>
                  <a:pt x="20964" y="2446"/>
                </a:lnTo>
                <a:moveTo>
                  <a:pt x="20700" y="2446"/>
                </a:moveTo>
                <a:lnTo>
                  <a:pt x="20541" y="2446"/>
                </a:lnTo>
                <a:lnTo>
                  <a:pt x="20541" y="2330"/>
                </a:lnTo>
                <a:lnTo>
                  <a:pt x="20700" y="2330"/>
                </a:lnTo>
                <a:lnTo>
                  <a:pt x="20700" y="2446"/>
                </a:lnTo>
                <a:moveTo>
                  <a:pt x="20436" y="2446"/>
                </a:moveTo>
                <a:lnTo>
                  <a:pt x="20277" y="2446"/>
                </a:lnTo>
                <a:lnTo>
                  <a:pt x="20277" y="2330"/>
                </a:lnTo>
                <a:lnTo>
                  <a:pt x="20436" y="2330"/>
                </a:lnTo>
                <a:lnTo>
                  <a:pt x="20436" y="2446"/>
                </a:lnTo>
                <a:moveTo>
                  <a:pt x="20172" y="2446"/>
                </a:moveTo>
                <a:lnTo>
                  <a:pt x="20013" y="2446"/>
                </a:lnTo>
                <a:lnTo>
                  <a:pt x="20013" y="2330"/>
                </a:lnTo>
                <a:lnTo>
                  <a:pt x="20172" y="2330"/>
                </a:lnTo>
                <a:lnTo>
                  <a:pt x="20172" y="2446"/>
                </a:lnTo>
                <a:moveTo>
                  <a:pt x="19908" y="2446"/>
                </a:moveTo>
                <a:lnTo>
                  <a:pt x="19749" y="2446"/>
                </a:lnTo>
                <a:lnTo>
                  <a:pt x="19749" y="2330"/>
                </a:lnTo>
                <a:lnTo>
                  <a:pt x="19908" y="2330"/>
                </a:lnTo>
                <a:lnTo>
                  <a:pt x="19908" y="2446"/>
                </a:lnTo>
                <a:moveTo>
                  <a:pt x="19644" y="2446"/>
                </a:moveTo>
                <a:lnTo>
                  <a:pt x="19485" y="2446"/>
                </a:lnTo>
                <a:lnTo>
                  <a:pt x="19485" y="2330"/>
                </a:lnTo>
                <a:lnTo>
                  <a:pt x="19644" y="2330"/>
                </a:lnTo>
                <a:lnTo>
                  <a:pt x="19644" y="2446"/>
                </a:lnTo>
                <a:moveTo>
                  <a:pt x="19380" y="2446"/>
                </a:moveTo>
                <a:lnTo>
                  <a:pt x="19221" y="2446"/>
                </a:lnTo>
                <a:lnTo>
                  <a:pt x="19221" y="2330"/>
                </a:lnTo>
                <a:lnTo>
                  <a:pt x="19380" y="2330"/>
                </a:lnTo>
                <a:lnTo>
                  <a:pt x="19380" y="2446"/>
                </a:lnTo>
                <a:moveTo>
                  <a:pt x="19116" y="2446"/>
                </a:moveTo>
                <a:lnTo>
                  <a:pt x="18957" y="2446"/>
                </a:lnTo>
                <a:lnTo>
                  <a:pt x="18957" y="2330"/>
                </a:lnTo>
                <a:lnTo>
                  <a:pt x="19116" y="2330"/>
                </a:lnTo>
                <a:lnTo>
                  <a:pt x="19116" y="2446"/>
                </a:lnTo>
                <a:moveTo>
                  <a:pt x="18852" y="2446"/>
                </a:moveTo>
                <a:lnTo>
                  <a:pt x="18693" y="2446"/>
                </a:lnTo>
                <a:lnTo>
                  <a:pt x="18693" y="2330"/>
                </a:lnTo>
                <a:lnTo>
                  <a:pt x="18852" y="2330"/>
                </a:lnTo>
                <a:lnTo>
                  <a:pt x="18852" y="2446"/>
                </a:lnTo>
                <a:moveTo>
                  <a:pt x="18588" y="2446"/>
                </a:moveTo>
                <a:lnTo>
                  <a:pt x="18429" y="2446"/>
                </a:lnTo>
                <a:lnTo>
                  <a:pt x="18429" y="2330"/>
                </a:lnTo>
                <a:lnTo>
                  <a:pt x="18588" y="2330"/>
                </a:lnTo>
                <a:lnTo>
                  <a:pt x="18588" y="2446"/>
                </a:lnTo>
                <a:moveTo>
                  <a:pt x="18324" y="2446"/>
                </a:moveTo>
                <a:lnTo>
                  <a:pt x="18165" y="2446"/>
                </a:lnTo>
                <a:lnTo>
                  <a:pt x="18165" y="2330"/>
                </a:lnTo>
                <a:lnTo>
                  <a:pt x="18324" y="2330"/>
                </a:lnTo>
                <a:lnTo>
                  <a:pt x="18324" y="2446"/>
                </a:lnTo>
                <a:moveTo>
                  <a:pt x="18059" y="2446"/>
                </a:moveTo>
                <a:lnTo>
                  <a:pt x="17901" y="2446"/>
                </a:lnTo>
                <a:lnTo>
                  <a:pt x="17901" y="2330"/>
                </a:lnTo>
                <a:lnTo>
                  <a:pt x="18059" y="2330"/>
                </a:lnTo>
                <a:lnTo>
                  <a:pt x="18059" y="2446"/>
                </a:lnTo>
                <a:moveTo>
                  <a:pt x="17795" y="2446"/>
                </a:moveTo>
                <a:lnTo>
                  <a:pt x="17637" y="2446"/>
                </a:lnTo>
                <a:lnTo>
                  <a:pt x="17637" y="2330"/>
                </a:lnTo>
                <a:lnTo>
                  <a:pt x="17795" y="2330"/>
                </a:lnTo>
                <a:lnTo>
                  <a:pt x="17795" y="2446"/>
                </a:lnTo>
                <a:moveTo>
                  <a:pt x="17531" y="2446"/>
                </a:moveTo>
                <a:lnTo>
                  <a:pt x="17373" y="2446"/>
                </a:lnTo>
                <a:lnTo>
                  <a:pt x="17373" y="2330"/>
                </a:lnTo>
                <a:lnTo>
                  <a:pt x="17531" y="2330"/>
                </a:lnTo>
                <a:lnTo>
                  <a:pt x="17531" y="2446"/>
                </a:lnTo>
                <a:moveTo>
                  <a:pt x="17267" y="2446"/>
                </a:moveTo>
                <a:lnTo>
                  <a:pt x="17109" y="2446"/>
                </a:lnTo>
                <a:lnTo>
                  <a:pt x="17109" y="2330"/>
                </a:lnTo>
                <a:lnTo>
                  <a:pt x="17267" y="2330"/>
                </a:lnTo>
                <a:lnTo>
                  <a:pt x="17267" y="2446"/>
                </a:lnTo>
                <a:moveTo>
                  <a:pt x="17003" y="2446"/>
                </a:moveTo>
                <a:lnTo>
                  <a:pt x="16845" y="2446"/>
                </a:lnTo>
                <a:lnTo>
                  <a:pt x="16845" y="2330"/>
                </a:lnTo>
                <a:lnTo>
                  <a:pt x="17003" y="2330"/>
                </a:lnTo>
                <a:lnTo>
                  <a:pt x="17003" y="2446"/>
                </a:lnTo>
                <a:moveTo>
                  <a:pt x="16739" y="2446"/>
                </a:moveTo>
                <a:lnTo>
                  <a:pt x="16580" y="2446"/>
                </a:lnTo>
                <a:lnTo>
                  <a:pt x="16580" y="2330"/>
                </a:lnTo>
                <a:lnTo>
                  <a:pt x="16739" y="2330"/>
                </a:lnTo>
                <a:lnTo>
                  <a:pt x="16739" y="2446"/>
                </a:lnTo>
                <a:moveTo>
                  <a:pt x="16475" y="2446"/>
                </a:moveTo>
                <a:lnTo>
                  <a:pt x="16316" y="2446"/>
                </a:lnTo>
                <a:lnTo>
                  <a:pt x="16316" y="2330"/>
                </a:lnTo>
                <a:lnTo>
                  <a:pt x="16475" y="2330"/>
                </a:lnTo>
                <a:lnTo>
                  <a:pt x="16475" y="2446"/>
                </a:lnTo>
                <a:moveTo>
                  <a:pt x="16211" y="2446"/>
                </a:moveTo>
                <a:lnTo>
                  <a:pt x="16052" y="2446"/>
                </a:lnTo>
                <a:lnTo>
                  <a:pt x="16052" y="2330"/>
                </a:lnTo>
                <a:lnTo>
                  <a:pt x="16211" y="2330"/>
                </a:lnTo>
                <a:lnTo>
                  <a:pt x="16211" y="2446"/>
                </a:lnTo>
                <a:moveTo>
                  <a:pt x="15947" y="2446"/>
                </a:moveTo>
                <a:lnTo>
                  <a:pt x="15788" y="2446"/>
                </a:lnTo>
                <a:lnTo>
                  <a:pt x="15788" y="2330"/>
                </a:lnTo>
                <a:lnTo>
                  <a:pt x="15947" y="2330"/>
                </a:lnTo>
                <a:lnTo>
                  <a:pt x="15947" y="2446"/>
                </a:lnTo>
                <a:moveTo>
                  <a:pt x="15683" y="2446"/>
                </a:moveTo>
                <a:lnTo>
                  <a:pt x="15524" y="2446"/>
                </a:lnTo>
                <a:lnTo>
                  <a:pt x="15524" y="2330"/>
                </a:lnTo>
                <a:lnTo>
                  <a:pt x="15683" y="2330"/>
                </a:lnTo>
                <a:lnTo>
                  <a:pt x="15683" y="2446"/>
                </a:lnTo>
                <a:moveTo>
                  <a:pt x="15419" y="2446"/>
                </a:moveTo>
                <a:lnTo>
                  <a:pt x="15260" y="2446"/>
                </a:lnTo>
                <a:lnTo>
                  <a:pt x="15260" y="2330"/>
                </a:lnTo>
                <a:lnTo>
                  <a:pt x="15419" y="2330"/>
                </a:lnTo>
                <a:lnTo>
                  <a:pt x="15419" y="2446"/>
                </a:lnTo>
                <a:moveTo>
                  <a:pt x="15155" y="2446"/>
                </a:moveTo>
                <a:lnTo>
                  <a:pt x="14996" y="2446"/>
                </a:lnTo>
                <a:lnTo>
                  <a:pt x="14996" y="2330"/>
                </a:lnTo>
                <a:lnTo>
                  <a:pt x="15155" y="2330"/>
                </a:lnTo>
                <a:lnTo>
                  <a:pt x="15155" y="2446"/>
                </a:lnTo>
                <a:moveTo>
                  <a:pt x="14891" y="2446"/>
                </a:moveTo>
                <a:lnTo>
                  <a:pt x="14732" y="2446"/>
                </a:lnTo>
                <a:lnTo>
                  <a:pt x="14732" y="2330"/>
                </a:lnTo>
                <a:lnTo>
                  <a:pt x="14891" y="2330"/>
                </a:lnTo>
                <a:lnTo>
                  <a:pt x="14891" y="2446"/>
                </a:lnTo>
                <a:moveTo>
                  <a:pt x="14627" y="2446"/>
                </a:moveTo>
                <a:lnTo>
                  <a:pt x="14468" y="2446"/>
                </a:lnTo>
                <a:lnTo>
                  <a:pt x="14468" y="2330"/>
                </a:lnTo>
                <a:lnTo>
                  <a:pt x="14627" y="2330"/>
                </a:lnTo>
                <a:lnTo>
                  <a:pt x="14627" y="2446"/>
                </a:lnTo>
                <a:moveTo>
                  <a:pt x="14363" y="2446"/>
                </a:moveTo>
                <a:lnTo>
                  <a:pt x="14204" y="2446"/>
                </a:lnTo>
                <a:lnTo>
                  <a:pt x="14204" y="2330"/>
                </a:lnTo>
                <a:lnTo>
                  <a:pt x="14363" y="2330"/>
                </a:lnTo>
                <a:lnTo>
                  <a:pt x="14363" y="2446"/>
                </a:lnTo>
                <a:moveTo>
                  <a:pt x="14099" y="2446"/>
                </a:moveTo>
                <a:lnTo>
                  <a:pt x="13939" y="2446"/>
                </a:lnTo>
                <a:lnTo>
                  <a:pt x="13939" y="2330"/>
                </a:lnTo>
                <a:lnTo>
                  <a:pt x="14099" y="2330"/>
                </a:lnTo>
                <a:lnTo>
                  <a:pt x="14099" y="2446"/>
                </a:lnTo>
                <a:moveTo>
                  <a:pt x="13834" y="2446"/>
                </a:moveTo>
                <a:lnTo>
                  <a:pt x="13675" y="2446"/>
                </a:lnTo>
                <a:lnTo>
                  <a:pt x="13675" y="2330"/>
                </a:lnTo>
                <a:lnTo>
                  <a:pt x="13834" y="2330"/>
                </a:lnTo>
                <a:lnTo>
                  <a:pt x="13834" y="2446"/>
                </a:lnTo>
                <a:moveTo>
                  <a:pt x="13570" y="2446"/>
                </a:moveTo>
                <a:lnTo>
                  <a:pt x="13411" y="2446"/>
                </a:lnTo>
                <a:lnTo>
                  <a:pt x="13411" y="2330"/>
                </a:lnTo>
                <a:lnTo>
                  <a:pt x="13570" y="2330"/>
                </a:lnTo>
                <a:lnTo>
                  <a:pt x="13570" y="2446"/>
                </a:lnTo>
                <a:moveTo>
                  <a:pt x="13306" y="2446"/>
                </a:moveTo>
                <a:lnTo>
                  <a:pt x="13147" y="2446"/>
                </a:lnTo>
                <a:lnTo>
                  <a:pt x="13147" y="2330"/>
                </a:lnTo>
                <a:lnTo>
                  <a:pt x="13306" y="2330"/>
                </a:lnTo>
                <a:lnTo>
                  <a:pt x="13306" y="2446"/>
                </a:lnTo>
                <a:moveTo>
                  <a:pt x="13041" y="2446"/>
                </a:moveTo>
                <a:lnTo>
                  <a:pt x="12883" y="2446"/>
                </a:lnTo>
                <a:lnTo>
                  <a:pt x="12883" y="2330"/>
                </a:lnTo>
                <a:lnTo>
                  <a:pt x="13041" y="2330"/>
                </a:lnTo>
                <a:lnTo>
                  <a:pt x="13041" y="2446"/>
                </a:lnTo>
                <a:moveTo>
                  <a:pt x="12777" y="2446"/>
                </a:moveTo>
                <a:lnTo>
                  <a:pt x="12619" y="2446"/>
                </a:lnTo>
                <a:lnTo>
                  <a:pt x="12619" y="2330"/>
                </a:lnTo>
                <a:lnTo>
                  <a:pt x="12777" y="2330"/>
                </a:lnTo>
                <a:lnTo>
                  <a:pt x="12777" y="2446"/>
                </a:lnTo>
                <a:moveTo>
                  <a:pt x="12513" y="2446"/>
                </a:moveTo>
                <a:lnTo>
                  <a:pt x="12355" y="2446"/>
                </a:lnTo>
                <a:lnTo>
                  <a:pt x="12355" y="2330"/>
                </a:lnTo>
                <a:lnTo>
                  <a:pt x="12513" y="2330"/>
                </a:lnTo>
                <a:lnTo>
                  <a:pt x="12513" y="2446"/>
                </a:lnTo>
                <a:moveTo>
                  <a:pt x="12249" y="2446"/>
                </a:moveTo>
                <a:lnTo>
                  <a:pt x="12091" y="2446"/>
                </a:lnTo>
                <a:lnTo>
                  <a:pt x="12091" y="2330"/>
                </a:lnTo>
                <a:lnTo>
                  <a:pt x="12249" y="2330"/>
                </a:lnTo>
                <a:lnTo>
                  <a:pt x="12249" y="2446"/>
                </a:lnTo>
                <a:moveTo>
                  <a:pt x="11985" y="2446"/>
                </a:moveTo>
                <a:lnTo>
                  <a:pt x="11826" y="2446"/>
                </a:lnTo>
                <a:lnTo>
                  <a:pt x="11826" y="2330"/>
                </a:lnTo>
                <a:lnTo>
                  <a:pt x="11985" y="2330"/>
                </a:lnTo>
                <a:lnTo>
                  <a:pt x="11985" y="2446"/>
                </a:lnTo>
                <a:moveTo>
                  <a:pt x="11721" y="2446"/>
                </a:moveTo>
                <a:lnTo>
                  <a:pt x="11562" y="2446"/>
                </a:lnTo>
                <a:lnTo>
                  <a:pt x="11562" y="2330"/>
                </a:lnTo>
                <a:lnTo>
                  <a:pt x="11721" y="2330"/>
                </a:lnTo>
                <a:lnTo>
                  <a:pt x="11721" y="2446"/>
                </a:lnTo>
                <a:moveTo>
                  <a:pt x="11457" y="2446"/>
                </a:moveTo>
                <a:lnTo>
                  <a:pt x="11298" y="2446"/>
                </a:lnTo>
                <a:lnTo>
                  <a:pt x="11298" y="2330"/>
                </a:lnTo>
                <a:lnTo>
                  <a:pt x="11457" y="2330"/>
                </a:lnTo>
                <a:lnTo>
                  <a:pt x="11457" y="2446"/>
                </a:lnTo>
                <a:moveTo>
                  <a:pt x="11193" y="2446"/>
                </a:moveTo>
                <a:lnTo>
                  <a:pt x="11034" y="2446"/>
                </a:lnTo>
                <a:lnTo>
                  <a:pt x="11034" y="2330"/>
                </a:lnTo>
                <a:lnTo>
                  <a:pt x="11193" y="2330"/>
                </a:lnTo>
                <a:lnTo>
                  <a:pt x="11193" y="2446"/>
                </a:lnTo>
                <a:moveTo>
                  <a:pt x="10929" y="2446"/>
                </a:moveTo>
                <a:lnTo>
                  <a:pt x="10770" y="2446"/>
                </a:lnTo>
                <a:lnTo>
                  <a:pt x="10770" y="2330"/>
                </a:lnTo>
                <a:lnTo>
                  <a:pt x="10929" y="2330"/>
                </a:lnTo>
                <a:lnTo>
                  <a:pt x="10929" y="2446"/>
                </a:lnTo>
                <a:moveTo>
                  <a:pt x="10665" y="2446"/>
                </a:moveTo>
                <a:lnTo>
                  <a:pt x="10506" y="2446"/>
                </a:lnTo>
                <a:lnTo>
                  <a:pt x="10506" y="2330"/>
                </a:lnTo>
                <a:lnTo>
                  <a:pt x="10665" y="2330"/>
                </a:lnTo>
                <a:lnTo>
                  <a:pt x="10665" y="2446"/>
                </a:lnTo>
                <a:moveTo>
                  <a:pt x="10401" y="2446"/>
                </a:moveTo>
                <a:lnTo>
                  <a:pt x="10242" y="2446"/>
                </a:lnTo>
                <a:lnTo>
                  <a:pt x="10242" y="2330"/>
                </a:lnTo>
                <a:lnTo>
                  <a:pt x="10401" y="2330"/>
                </a:lnTo>
                <a:lnTo>
                  <a:pt x="10401" y="2446"/>
                </a:lnTo>
                <a:moveTo>
                  <a:pt x="10137" y="2446"/>
                </a:moveTo>
                <a:lnTo>
                  <a:pt x="9978" y="2446"/>
                </a:lnTo>
                <a:lnTo>
                  <a:pt x="9978" y="2330"/>
                </a:lnTo>
                <a:lnTo>
                  <a:pt x="10137" y="2330"/>
                </a:lnTo>
                <a:lnTo>
                  <a:pt x="10137" y="2446"/>
                </a:lnTo>
                <a:moveTo>
                  <a:pt x="9873" y="2446"/>
                </a:moveTo>
                <a:lnTo>
                  <a:pt x="9714" y="2446"/>
                </a:lnTo>
                <a:lnTo>
                  <a:pt x="9714" y="2330"/>
                </a:lnTo>
                <a:lnTo>
                  <a:pt x="9873" y="2330"/>
                </a:lnTo>
                <a:lnTo>
                  <a:pt x="9873" y="2446"/>
                </a:lnTo>
                <a:moveTo>
                  <a:pt x="9609" y="2446"/>
                </a:moveTo>
                <a:lnTo>
                  <a:pt x="9450" y="2446"/>
                </a:lnTo>
                <a:lnTo>
                  <a:pt x="9450" y="2330"/>
                </a:lnTo>
                <a:lnTo>
                  <a:pt x="9609" y="2330"/>
                </a:lnTo>
                <a:lnTo>
                  <a:pt x="9609" y="2446"/>
                </a:lnTo>
                <a:moveTo>
                  <a:pt x="9345" y="2446"/>
                </a:moveTo>
                <a:lnTo>
                  <a:pt x="9186" y="2446"/>
                </a:lnTo>
                <a:lnTo>
                  <a:pt x="9186" y="2330"/>
                </a:lnTo>
                <a:lnTo>
                  <a:pt x="9345" y="2330"/>
                </a:lnTo>
                <a:lnTo>
                  <a:pt x="9345" y="2446"/>
                </a:lnTo>
                <a:moveTo>
                  <a:pt x="9081" y="2446"/>
                </a:moveTo>
                <a:lnTo>
                  <a:pt x="8922" y="2446"/>
                </a:lnTo>
                <a:lnTo>
                  <a:pt x="8922" y="2330"/>
                </a:lnTo>
                <a:lnTo>
                  <a:pt x="9081" y="2330"/>
                </a:lnTo>
                <a:lnTo>
                  <a:pt x="9081" y="2446"/>
                </a:lnTo>
                <a:moveTo>
                  <a:pt x="8817" y="2446"/>
                </a:moveTo>
                <a:lnTo>
                  <a:pt x="8658" y="2446"/>
                </a:lnTo>
                <a:lnTo>
                  <a:pt x="8658" y="2330"/>
                </a:lnTo>
                <a:lnTo>
                  <a:pt x="8817" y="2330"/>
                </a:lnTo>
                <a:lnTo>
                  <a:pt x="8817" y="2446"/>
                </a:lnTo>
                <a:moveTo>
                  <a:pt x="8553" y="2446"/>
                </a:moveTo>
                <a:lnTo>
                  <a:pt x="8394" y="2446"/>
                </a:lnTo>
                <a:lnTo>
                  <a:pt x="8394" y="2330"/>
                </a:lnTo>
                <a:lnTo>
                  <a:pt x="8553" y="2330"/>
                </a:lnTo>
                <a:lnTo>
                  <a:pt x="8553" y="2446"/>
                </a:lnTo>
                <a:moveTo>
                  <a:pt x="8288" y="2446"/>
                </a:moveTo>
                <a:lnTo>
                  <a:pt x="8130" y="2446"/>
                </a:lnTo>
                <a:lnTo>
                  <a:pt x="8130" y="2330"/>
                </a:lnTo>
                <a:lnTo>
                  <a:pt x="8288" y="2330"/>
                </a:lnTo>
                <a:lnTo>
                  <a:pt x="8288" y="2446"/>
                </a:lnTo>
                <a:moveTo>
                  <a:pt x="8024" y="2446"/>
                </a:moveTo>
                <a:lnTo>
                  <a:pt x="7866" y="2446"/>
                </a:lnTo>
                <a:lnTo>
                  <a:pt x="7866" y="2330"/>
                </a:lnTo>
                <a:lnTo>
                  <a:pt x="8024" y="2330"/>
                </a:lnTo>
                <a:lnTo>
                  <a:pt x="8024" y="2446"/>
                </a:lnTo>
                <a:moveTo>
                  <a:pt x="7760" y="2446"/>
                </a:moveTo>
                <a:lnTo>
                  <a:pt x="7602" y="2446"/>
                </a:lnTo>
                <a:lnTo>
                  <a:pt x="7602" y="2330"/>
                </a:lnTo>
                <a:lnTo>
                  <a:pt x="7760" y="2330"/>
                </a:lnTo>
                <a:lnTo>
                  <a:pt x="7760" y="2446"/>
                </a:lnTo>
                <a:moveTo>
                  <a:pt x="7496" y="2446"/>
                </a:moveTo>
                <a:lnTo>
                  <a:pt x="7338" y="2446"/>
                </a:lnTo>
                <a:lnTo>
                  <a:pt x="7338" y="2330"/>
                </a:lnTo>
                <a:lnTo>
                  <a:pt x="7496" y="2330"/>
                </a:lnTo>
                <a:lnTo>
                  <a:pt x="7496" y="2446"/>
                </a:lnTo>
                <a:moveTo>
                  <a:pt x="7232" y="2446"/>
                </a:moveTo>
                <a:lnTo>
                  <a:pt x="7074" y="2446"/>
                </a:lnTo>
                <a:lnTo>
                  <a:pt x="7074" y="2330"/>
                </a:lnTo>
                <a:lnTo>
                  <a:pt x="7232" y="2330"/>
                </a:lnTo>
                <a:lnTo>
                  <a:pt x="7232" y="2446"/>
                </a:lnTo>
                <a:moveTo>
                  <a:pt x="6968" y="2446"/>
                </a:moveTo>
                <a:lnTo>
                  <a:pt x="6809" y="2446"/>
                </a:lnTo>
                <a:lnTo>
                  <a:pt x="6809" y="2330"/>
                </a:lnTo>
                <a:lnTo>
                  <a:pt x="6968" y="2330"/>
                </a:lnTo>
                <a:lnTo>
                  <a:pt x="6968" y="2446"/>
                </a:lnTo>
                <a:moveTo>
                  <a:pt x="6704" y="2446"/>
                </a:moveTo>
                <a:lnTo>
                  <a:pt x="6545" y="2446"/>
                </a:lnTo>
                <a:lnTo>
                  <a:pt x="6545" y="2330"/>
                </a:lnTo>
                <a:lnTo>
                  <a:pt x="6704" y="2330"/>
                </a:lnTo>
                <a:lnTo>
                  <a:pt x="6704" y="2446"/>
                </a:lnTo>
                <a:moveTo>
                  <a:pt x="6440" y="2446"/>
                </a:moveTo>
                <a:lnTo>
                  <a:pt x="6281" y="2446"/>
                </a:lnTo>
                <a:lnTo>
                  <a:pt x="6281" y="2330"/>
                </a:lnTo>
                <a:lnTo>
                  <a:pt x="6440" y="2330"/>
                </a:lnTo>
                <a:lnTo>
                  <a:pt x="6440" y="2446"/>
                </a:lnTo>
                <a:moveTo>
                  <a:pt x="6176" y="2446"/>
                </a:moveTo>
                <a:lnTo>
                  <a:pt x="6017" y="2446"/>
                </a:lnTo>
                <a:lnTo>
                  <a:pt x="6017" y="2330"/>
                </a:lnTo>
                <a:lnTo>
                  <a:pt x="6176" y="2330"/>
                </a:lnTo>
                <a:lnTo>
                  <a:pt x="6176" y="2446"/>
                </a:lnTo>
                <a:moveTo>
                  <a:pt x="5912" y="2446"/>
                </a:moveTo>
                <a:lnTo>
                  <a:pt x="5753" y="2446"/>
                </a:lnTo>
                <a:lnTo>
                  <a:pt x="5753" y="2330"/>
                </a:lnTo>
                <a:lnTo>
                  <a:pt x="5912" y="2330"/>
                </a:lnTo>
                <a:lnTo>
                  <a:pt x="5912" y="2446"/>
                </a:lnTo>
                <a:moveTo>
                  <a:pt x="5648" y="2446"/>
                </a:moveTo>
                <a:lnTo>
                  <a:pt x="5489" y="2446"/>
                </a:lnTo>
                <a:lnTo>
                  <a:pt x="5489" y="2330"/>
                </a:lnTo>
                <a:lnTo>
                  <a:pt x="5648" y="2330"/>
                </a:lnTo>
                <a:lnTo>
                  <a:pt x="5648" y="2446"/>
                </a:lnTo>
                <a:moveTo>
                  <a:pt x="5384" y="2446"/>
                </a:moveTo>
                <a:lnTo>
                  <a:pt x="5225" y="2446"/>
                </a:lnTo>
                <a:lnTo>
                  <a:pt x="5225" y="2330"/>
                </a:lnTo>
                <a:lnTo>
                  <a:pt x="5384" y="2330"/>
                </a:lnTo>
                <a:lnTo>
                  <a:pt x="5384" y="2446"/>
                </a:lnTo>
                <a:moveTo>
                  <a:pt x="5120" y="2446"/>
                </a:moveTo>
                <a:lnTo>
                  <a:pt x="4961" y="2446"/>
                </a:lnTo>
                <a:lnTo>
                  <a:pt x="4961" y="2330"/>
                </a:lnTo>
                <a:lnTo>
                  <a:pt x="5120" y="2330"/>
                </a:lnTo>
                <a:lnTo>
                  <a:pt x="5120" y="2446"/>
                </a:lnTo>
                <a:moveTo>
                  <a:pt x="4856" y="2446"/>
                </a:moveTo>
                <a:lnTo>
                  <a:pt x="4697" y="2446"/>
                </a:lnTo>
                <a:lnTo>
                  <a:pt x="4697" y="2330"/>
                </a:lnTo>
                <a:lnTo>
                  <a:pt x="4856" y="2330"/>
                </a:lnTo>
                <a:lnTo>
                  <a:pt x="4856" y="2446"/>
                </a:lnTo>
                <a:moveTo>
                  <a:pt x="4592" y="2446"/>
                </a:moveTo>
                <a:lnTo>
                  <a:pt x="4433" y="2446"/>
                </a:lnTo>
                <a:lnTo>
                  <a:pt x="4433" y="2330"/>
                </a:lnTo>
                <a:lnTo>
                  <a:pt x="4592" y="2330"/>
                </a:lnTo>
                <a:lnTo>
                  <a:pt x="4592" y="2446"/>
                </a:lnTo>
                <a:moveTo>
                  <a:pt x="4328" y="2446"/>
                </a:moveTo>
                <a:lnTo>
                  <a:pt x="4169" y="2446"/>
                </a:lnTo>
                <a:lnTo>
                  <a:pt x="4169" y="2330"/>
                </a:lnTo>
                <a:lnTo>
                  <a:pt x="4328" y="2330"/>
                </a:lnTo>
                <a:lnTo>
                  <a:pt x="4328" y="2446"/>
                </a:lnTo>
                <a:moveTo>
                  <a:pt x="4064" y="2446"/>
                </a:moveTo>
                <a:lnTo>
                  <a:pt x="3905" y="2446"/>
                </a:lnTo>
                <a:lnTo>
                  <a:pt x="3905" y="2330"/>
                </a:lnTo>
                <a:lnTo>
                  <a:pt x="4064" y="2330"/>
                </a:lnTo>
                <a:lnTo>
                  <a:pt x="4064" y="2446"/>
                </a:lnTo>
                <a:moveTo>
                  <a:pt x="3800" y="2446"/>
                </a:moveTo>
                <a:lnTo>
                  <a:pt x="3641" y="2446"/>
                </a:lnTo>
                <a:lnTo>
                  <a:pt x="3641" y="2330"/>
                </a:lnTo>
                <a:lnTo>
                  <a:pt x="3800" y="2330"/>
                </a:lnTo>
                <a:lnTo>
                  <a:pt x="3800" y="2446"/>
                </a:lnTo>
                <a:moveTo>
                  <a:pt x="3536" y="2446"/>
                </a:moveTo>
                <a:lnTo>
                  <a:pt x="3377" y="2446"/>
                </a:lnTo>
                <a:lnTo>
                  <a:pt x="3377" y="2330"/>
                </a:lnTo>
                <a:lnTo>
                  <a:pt x="3536" y="2330"/>
                </a:lnTo>
                <a:lnTo>
                  <a:pt x="3536" y="2446"/>
                </a:lnTo>
                <a:moveTo>
                  <a:pt x="3271" y="2446"/>
                </a:moveTo>
                <a:lnTo>
                  <a:pt x="3113" y="2446"/>
                </a:lnTo>
                <a:lnTo>
                  <a:pt x="3113" y="2330"/>
                </a:lnTo>
                <a:lnTo>
                  <a:pt x="3271" y="2330"/>
                </a:lnTo>
                <a:lnTo>
                  <a:pt x="3271" y="2446"/>
                </a:lnTo>
                <a:moveTo>
                  <a:pt x="3007" y="2446"/>
                </a:moveTo>
                <a:lnTo>
                  <a:pt x="2849" y="2446"/>
                </a:lnTo>
                <a:lnTo>
                  <a:pt x="2849" y="2330"/>
                </a:lnTo>
                <a:lnTo>
                  <a:pt x="3007" y="2330"/>
                </a:lnTo>
                <a:lnTo>
                  <a:pt x="3007" y="2446"/>
                </a:lnTo>
                <a:moveTo>
                  <a:pt x="2743" y="2446"/>
                </a:moveTo>
                <a:lnTo>
                  <a:pt x="2585" y="2446"/>
                </a:lnTo>
                <a:lnTo>
                  <a:pt x="2585" y="2330"/>
                </a:lnTo>
                <a:lnTo>
                  <a:pt x="2743" y="2330"/>
                </a:lnTo>
                <a:lnTo>
                  <a:pt x="2743" y="2446"/>
                </a:lnTo>
                <a:moveTo>
                  <a:pt x="2479" y="2446"/>
                </a:moveTo>
                <a:lnTo>
                  <a:pt x="2321" y="2446"/>
                </a:lnTo>
                <a:lnTo>
                  <a:pt x="2321" y="2330"/>
                </a:lnTo>
                <a:lnTo>
                  <a:pt x="2479" y="2330"/>
                </a:lnTo>
                <a:lnTo>
                  <a:pt x="2479" y="2446"/>
                </a:lnTo>
                <a:moveTo>
                  <a:pt x="2215" y="2446"/>
                </a:moveTo>
                <a:lnTo>
                  <a:pt x="2056" y="2446"/>
                </a:lnTo>
                <a:lnTo>
                  <a:pt x="2056" y="2330"/>
                </a:lnTo>
                <a:lnTo>
                  <a:pt x="2215" y="2330"/>
                </a:lnTo>
                <a:lnTo>
                  <a:pt x="2215" y="2446"/>
                </a:lnTo>
                <a:moveTo>
                  <a:pt x="1951" y="2446"/>
                </a:moveTo>
                <a:lnTo>
                  <a:pt x="1792" y="2446"/>
                </a:lnTo>
                <a:lnTo>
                  <a:pt x="1792" y="2330"/>
                </a:lnTo>
                <a:lnTo>
                  <a:pt x="1951" y="2330"/>
                </a:lnTo>
                <a:lnTo>
                  <a:pt x="1951" y="2446"/>
                </a:lnTo>
                <a:moveTo>
                  <a:pt x="1687" y="2446"/>
                </a:moveTo>
                <a:lnTo>
                  <a:pt x="1528" y="2446"/>
                </a:lnTo>
                <a:lnTo>
                  <a:pt x="1528" y="2330"/>
                </a:lnTo>
                <a:lnTo>
                  <a:pt x="1687" y="2330"/>
                </a:lnTo>
                <a:lnTo>
                  <a:pt x="1687" y="2446"/>
                </a:lnTo>
                <a:moveTo>
                  <a:pt x="1423" y="2446"/>
                </a:moveTo>
                <a:lnTo>
                  <a:pt x="1264" y="2446"/>
                </a:lnTo>
                <a:lnTo>
                  <a:pt x="1264" y="2330"/>
                </a:lnTo>
                <a:lnTo>
                  <a:pt x="1423" y="2330"/>
                </a:lnTo>
                <a:lnTo>
                  <a:pt x="1423" y="2446"/>
                </a:lnTo>
                <a:moveTo>
                  <a:pt x="1159" y="2446"/>
                </a:moveTo>
                <a:lnTo>
                  <a:pt x="1000" y="2446"/>
                </a:lnTo>
                <a:lnTo>
                  <a:pt x="1000" y="2330"/>
                </a:lnTo>
                <a:lnTo>
                  <a:pt x="1159" y="2330"/>
                </a:lnTo>
                <a:lnTo>
                  <a:pt x="1159" y="2446"/>
                </a:lnTo>
                <a:moveTo>
                  <a:pt x="895" y="2446"/>
                </a:moveTo>
                <a:lnTo>
                  <a:pt x="736" y="2446"/>
                </a:lnTo>
                <a:lnTo>
                  <a:pt x="736" y="2330"/>
                </a:lnTo>
                <a:lnTo>
                  <a:pt x="895" y="2330"/>
                </a:lnTo>
                <a:lnTo>
                  <a:pt x="895" y="2446"/>
                </a:lnTo>
                <a:moveTo>
                  <a:pt x="631" y="2446"/>
                </a:moveTo>
                <a:lnTo>
                  <a:pt x="472" y="2446"/>
                </a:lnTo>
                <a:lnTo>
                  <a:pt x="472" y="2330"/>
                </a:lnTo>
                <a:lnTo>
                  <a:pt x="631" y="2330"/>
                </a:lnTo>
                <a:lnTo>
                  <a:pt x="631" y="2446"/>
                </a:lnTo>
                <a:moveTo>
                  <a:pt x="367" y="2446"/>
                </a:moveTo>
                <a:lnTo>
                  <a:pt x="244" y="2446"/>
                </a:lnTo>
                <a:cubicBezTo>
                  <a:pt x="228" y="2446"/>
                  <a:pt x="213" y="2445"/>
                  <a:pt x="198" y="2442"/>
                </a:cubicBezTo>
                <a:lnTo>
                  <a:pt x="220" y="2327"/>
                </a:lnTo>
                <a:cubicBezTo>
                  <a:pt x="228" y="2329"/>
                  <a:pt x="236" y="2330"/>
                  <a:pt x="244" y="2330"/>
                </a:cubicBezTo>
                <a:lnTo>
                  <a:pt x="367" y="2330"/>
                </a:lnTo>
                <a:lnTo>
                  <a:pt x="367" y="2446"/>
                </a:lnTo>
                <a:moveTo>
                  <a:pt x="75" y="2378"/>
                </a:moveTo>
                <a:cubicBezTo>
                  <a:pt x="25" y="2330"/>
                  <a:pt x="0" y="2272"/>
                  <a:pt x="0" y="2203"/>
                </a:cubicBezTo>
                <a:lnTo>
                  <a:pt x="0" y="2192"/>
                </a:lnTo>
                <a:lnTo>
                  <a:pt x="117" y="2192"/>
                </a:lnTo>
                <a:lnTo>
                  <a:pt x="117" y="2203"/>
                </a:lnTo>
                <a:cubicBezTo>
                  <a:pt x="117" y="2239"/>
                  <a:pt x="130" y="2269"/>
                  <a:pt x="156" y="2294"/>
                </a:cubicBezTo>
                <a:lnTo>
                  <a:pt x="75" y="2378"/>
                </a:lnTo>
                <a:moveTo>
                  <a:pt x="0" y="2087"/>
                </a:moveTo>
                <a:lnTo>
                  <a:pt x="0" y="1928"/>
                </a:lnTo>
                <a:lnTo>
                  <a:pt x="117" y="1928"/>
                </a:lnTo>
                <a:lnTo>
                  <a:pt x="117" y="2087"/>
                </a:lnTo>
                <a:lnTo>
                  <a:pt x="0" y="2087"/>
                </a:lnTo>
                <a:moveTo>
                  <a:pt x="0" y="1823"/>
                </a:moveTo>
                <a:lnTo>
                  <a:pt x="0" y="1664"/>
                </a:lnTo>
                <a:lnTo>
                  <a:pt x="117" y="1664"/>
                </a:lnTo>
                <a:lnTo>
                  <a:pt x="117" y="1823"/>
                </a:lnTo>
                <a:lnTo>
                  <a:pt x="0" y="1823"/>
                </a:lnTo>
                <a:moveTo>
                  <a:pt x="0" y="1559"/>
                </a:moveTo>
                <a:lnTo>
                  <a:pt x="0" y="1399"/>
                </a:lnTo>
                <a:lnTo>
                  <a:pt x="117" y="1399"/>
                </a:lnTo>
                <a:lnTo>
                  <a:pt x="117" y="1559"/>
                </a:lnTo>
                <a:lnTo>
                  <a:pt x="0" y="1559"/>
                </a:lnTo>
                <a:moveTo>
                  <a:pt x="0" y="1294"/>
                </a:moveTo>
                <a:lnTo>
                  <a:pt x="0" y="1135"/>
                </a:lnTo>
                <a:lnTo>
                  <a:pt x="117" y="1135"/>
                </a:lnTo>
                <a:lnTo>
                  <a:pt x="117" y="1294"/>
                </a:lnTo>
                <a:lnTo>
                  <a:pt x="0" y="1294"/>
                </a:lnTo>
                <a:moveTo>
                  <a:pt x="0" y="1029"/>
                </a:moveTo>
                <a:lnTo>
                  <a:pt x="0" y="871"/>
                </a:lnTo>
                <a:lnTo>
                  <a:pt x="117" y="871"/>
                </a:lnTo>
                <a:lnTo>
                  <a:pt x="117" y="1029"/>
                </a:lnTo>
                <a:lnTo>
                  <a:pt x="0" y="1029"/>
                </a:lnTo>
                <a:moveTo>
                  <a:pt x="0" y="765"/>
                </a:moveTo>
                <a:lnTo>
                  <a:pt x="0" y="607"/>
                </a:lnTo>
                <a:lnTo>
                  <a:pt x="117" y="607"/>
                </a:lnTo>
                <a:lnTo>
                  <a:pt x="117" y="765"/>
                </a:lnTo>
                <a:lnTo>
                  <a:pt x="0" y="765"/>
                </a:lnTo>
                <a:moveTo>
                  <a:pt x="0" y="501"/>
                </a:moveTo>
                <a:lnTo>
                  <a:pt x="0" y="343"/>
                </a:lnTo>
                <a:lnTo>
                  <a:pt x="117" y="343"/>
                </a:lnTo>
                <a:lnTo>
                  <a:pt x="117" y="501"/>
                </a:lnTo>
                <a:lnTo>
                  <a:pt x="0" y="501"/>
                </a:lnTo>
                <a:moveTo>
                  <a:pt x="1" y="236"/>
                </a:moveTo>
                <a:cubicBezTo>
                  <a:pt x="3" y="161"/>
                  <a:pt x="34" y="100"/>
                  <a:pt x="92" y="53"/>
                </a:cubicBezTo>
                <a:lnTo>
                  <a:pt x="165" y="144"/>
                </a:lnTo>
                <a:cubicBezTo>
                  <a:pt x="134" y="169"/>
                  <a:pt x="118" y="200"/>
                  <a:pt x="117" y="240"/>
                </a:cubicBezTo>
                <a:lnTo>
                  <a:pt x="1" y="236"/>
                </a:lnTo>
                <a:moveTo>
                  <a:pt x="221" y="1"/>
                </a:moveTo>
                <a:cubicBezTo>
                  <a:pt x="228" y="1"/>
                  <a:pt x="236" y="0"/>
                  <a:pt x="244" y="0"/>
                </a:cubicBezTo>
                <a:lnTo>
                  <a:pt x="403" y="0"/>
                </a:lnTo>
                <a:lnTo>
                  <a:pt x="403" y="117"/>
                </a:lnTo>
                <a:lnTo>
                  <a:pt x="244" y="117"/>
                </a:lnTo>
                <a:cubicBezTo>
                  <a:pt x="240" y="117"/>
                  <a:pt x="236" y="117"/>
                  <a:pt x="232" y="117"/>
                </a:cubicBezTo>
                <a:lnTo>
                  <a:pt x="221" y="1"/>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150" name=""/>
          <p:cNvSpPr/>
          <p:nvPr/>
        </p:nvSpPr>
        <p:spPr>
          <a:xfrm>
            <a:off x="521640" y="4303080"/>
            <a:ext cx="11148480" cy="880560"/>
          </a:xfrm>
          <a:custGeom>
            <a:avLst/>
            <a:gdLst/>
            <a:ahLst/>
            <a:rect l="0" t="0" r="r" b="b"/>
            <a:pathLst>
              <a:path w="30968" h="2446">
                <a:moveTo>
                  <a:pt x="508" y="0"/>
                </a:moveTo>
                <a:lnTo>
                  <a:pt x="667" y="0"/>
                </a:lnTo>
                <a:lnTo>
                  <a:pt x="667" y="117"/>
                </a:lnTo>
                <a:lnTo>
                  <a:pt x="508" y="117"/>
                </a:lnTo>
                <a:lnTo>
                  <a:pt x="508" y="0"/>
                </a:lnTo>
                <a:moveTo>
                  <a:pt x="772" y="0"/>
                </a:moveTo>
                <a:lnTo>
                  <a:pt x="931" y="0"/>
                </a:lnTo>
                <a:lnTo>
                  <a:pt x="931" y="117"/>
                </a:lnTo>
                <a:lnTo>
                  <a:pt x="772" y="117"/>
                </a:lnTo>
                <a:lnTo>
                  <a:pt x="772" y="0"/>
                </a:lnTo>
                <a:moveTo>
                  <a:pt x="1036" y="0"/>
                </a:moveTo>
                <a:lnTo>
                  <a:pt x="1195" y="0"/>
                </a:lnTo>
                <a:lnTo>
                  <a:pt x="1195" y="117"/>
                </a:lnTo>
                <a:lnTo>
                  <a:pt x="1036" y="117"/>
                </a:lnTo>
                <a:lnTo>
                  <a:pt x="1036" y="0"/>
                </a:lnTo>
                <a:moveTo>
                  <a:pt x="1300" y="0"/>
                </a:moveTo>
                <a:lnTo>
                  <a:pt x="1459" y="0"/>
                </a:lnTo>
                <a:lnTo>
                  <a:pt x="1459" y="117"/>
                </a:lnTo>
                <a:lnTo>
                  <a:pt x="1300" y="117"/>
                </a:lnTo>
                <a:lnTo>
                  <a:pt x="1300" y="0"/>
                </a:lnTo>
                <a:moveTo>
                  <a:pt x="1564" y="0"/>
                </a:moveTo>
                <a:lnTo>
                  <a:pt x="1723" y="0"/>
                </a:lnTo>
                <a:lnTo>
                  <a:pt x="1723" y="117"/>
                </a:lnTo>
                <a:lnTo>
                  <a:pt x="1564" y="117"/>
                </a:lnTo>
                <a:lnTo>
                  <a:pt x="1564" y="0"/>
                </a:lnTo>
                <a:moveTo>
                  <a:pt x="1828" y="0"/>
                </a:moveTo>
                <a:lnTo>
                  <a:pt x="1987" y="0"/>
                </a:lnTo>
                <a:lnTo>
                  <a:pt x="1987" y="117"/>
                </a:lnTo>
                <a:lnTo>
                  <a:pt x="1828" y="117"/>
                </a:lnTo>
                <a:lnTo>
                  <a:pt x="1828" y="0"/>
                </a:lnTo>
                <a:moveTo>
                  <a:pt x="2092" y="0"/>
                </a:moveTo>
                <a:lnTo>
                  <a:pt x="2251" y="0"/>
                </a:lnTo>
                <a:lnTo>
                  <a:pt x="2251" y="117"/>
                </a:lnTo>
                <a:lnTo>
                  <a:pt x="2092" y="117"/>
                </a:lnTo>
                <a:lnTo>
                  <a:pt x="2092" y="0"/>
                </a:lnTo>
                <a:moveTo>
                  <a:pt x="2356" y="0"/>
                </a:moveTo>
                <a:lnTo>
                  <a:pt x="2515" y="0"/>
                </a:lnTo>
                <a:lnTo>
                  <a:pt x="2515" y="117"/>
                </a:lnTo>
                <a:lnTo>
                  <a:pt x="2356" y="117"/>
                </a:lnTo>
                <a:lnTo>
                  <a:pt x="2356" y="0"/>
                </a:lnTo>
                <a:moveTo>
                  <a:pt x="2620" y="0"/>
                </a:moveTo>
                <a:lnTo>
                  <a:pt x="2779" y="0"/>
                </a:lnTo>
                <a:lnTo>
                  <a:pt x="2779" y="117"/>
                </a:lnTo>
                <a:lnTo>
                  <a:pt x="2620" y="117"/>
                </a:lnTo>
                <a:lnTo>
                  <a:pt x="2620" y="0"/>
                </a:lnTo>
                <a:moveTo>
                  <a:pt x="2884" y="0"/>
                </a:moveTo>
                <a:lnTo>
                  <a:pt x="3043" y="0"/>
                </a:lnTo>
                <a:lnTo>
                  <a:pt x="3043" y="117"/>
                </a:lnTo>
                <a:lnTo>
                  <a:pt x="2884" y="117"/>
                </a:lnTo>
                <a:lnTo>
                  <a:pt x="2884" y="0"/>
                </a:lnTo>
                <a:moveTo>
                  <a:pt x="3148" y="0"/>
                </a:moveTo>
                <a:lnTo>
                  <a:pt x="3307" y="0"/>
                </a:lnTo>
                <a:lnTo>
                  <a:pt x="3307" y="117"/>
                </a:lnTo>
                <a:lnTo>
                  <a:pt x="3148" y="117"/>
                </a:lnTo>
                <a:lnTo>
                  <a:pt x="3148" y="0"/>
                </a:lnTo>
                <a:moveTo>
                  <a:pt x="3412" y="0"/>
                </a:moveTo>
                <a:lnTo>
                  <a:pt x="3571" y="0"/>
                </a:lnTo>
                <a:lnTo>
                  <a:pt x="3571" y="117"/>
                </a:lnTo>
                <a:lnTo>
                  <a:pt x="3412" y="117"/>
                </a:lnTo>
                <a:lnTo>
                  <a:pt x="3412" y="0"/>
                </a:lnTo>
                <a:moveTo>
                  <a:pt x="3677" y="0"/>
                </a:moveTo>
                <a:lnTo>
                  <a:pt x="3835" y="0"/>
                </a:lnTo>
                <a:lnTo>
                  <a:pt x="3835" y="117"/>
                </a:lnTo>
                <a:lnTo>
                  <a:pt x="3677" y="117"/>
                </a:lnTo>
                <a:lnTo>
                  <a:pt x="3677" y="0"/>
                </a:lnTo>
                <a:moveTo>
                  <a:pt x="3941" y="0"/>
                </a:moveTo>
                <a:lnTo>
                  <a:pt x="4099" y="0"/>
                </a:lnTo>
                <a:lnTo>
                  <a:pt x="4099" y="117"/>
                </a:lnTo>
                <a:lnTo>
                  <a:pt x="3941" y="117"/>
                </a:lnTo>
                <a:lnTo>
                  <a:pt x="3941" y="0"/>
                </a:lnTo>
                <a:moveTo>
                  <a:pt x="4205" y="0"/>
                </a:moveTo>
                <a:lnTo>
                  <a:pt x="4363" y="0"/>
                </a:lnTo>
                <a:lnTo>
                  <a:pt x="4363" y="117"/>
                </a:lnTo>
                <a:lnTo>
                  <a:pt x="4205" y="117"/>
                </a:lnTo>
                <a:lnTo>
                  <a:pt x="4205" y="0"/>
                </a:lnTo>
                <a:moveTo>
                  <a:pt x="4469" y="0"/>
                </a:moveTo>
                <a:lnTo>
                  <a:pt x="4627" y="0"/>
                </a:lnTo>
                <a:lnTo>
                  <a:pt x="4627" y="117"/>
                </a:lnTo>
                <a:lnTo>
                  <a:pt x="4469" y="117"/>
                </a:lnTo>
                <a:lnTo>
                  <a:pt x="4469" y="0"/>
                </a:lnTo>
                <a:moveTo>
                  <a:pt x="4733" y="0"/>
                </a:moveTo>
                <a:lnTo>
                  <a:pt x="4892" y="0"/>
                </a:lnTo>
                <a:lnTo>
                  <a:pt x="4892" y="117"/>
                </a:lnTo>
                <a:lnTo>
                  <a:pt x="4733" y="117"/>
                </a:lnTo>
                <a:lnTo>
                  <a:pt x="4733" y="0"/>
                </a:lnTo>
                <a:moveTo>
                  <a:pt x="4997" y="0"/>
                </a:moveTo>
                <a:lnTo>
                  <a:pt x="5156" y="0"/>
                </a:lnTo>
                <a:lnTo>
                  <a:pt x="5156" y="117"/>
                </a:lnTo>
                <a:lnTo>
                  <a:pt x="4997" y="117"/>
                </a:lnTo>
                <a:lnTo>
                  <a:pt x="4997" y="0"/>
                </a:lnTo>
                <a:moveTo>
                  <a:pt x="5261" y="0"/>
                </a:moveTo>
                <a:lnTo>
                  <a:pt x="5420" y="0"/>
                </a:lnTo>
                <a:lnTo>
                  <a:pt x="5420" y="117"/>
                </a:lnTo>
                <a:lnTo>
                  <a:pt x="5261" y="117"/>
                </a:lnTo>
                <a:lnTo>
                  <a:pt x="5261" y="0"/>
                </a:lnTo>
                <a:moveTo>
                  <a:pt x="5525" y="0"/>
                </a:moveTo>
                <a:lnTo>
                  <a:pt x="5684" y="0"/>
                </a:lnTo>
                <a:lnTo>
                  <a:pt x="5684" y="117"/>
                </a:lnTo>
                <a:lnTo>
                  <a:pt x="5525" y="117"/>
                </a:lnTo>
                <a:lnTo>
                  <a:pt x="5525" y="0"/>
                </a:lnTo>
                <a:moveTo>
                  <a:pt x="5789" y="0"/>
                </a:moveTo>
                <a:lnTo>
                  <a:pt x="5948" y="0"/>
                </a:lnTo>
                <a:lnTo>
                  <a:pt x="5948" y="117"/>
                </a:lnTo>
                <a:lnTo>
                  <a:pt x="5789" y="117"/>
                </a:lnTo>
                <a:lnTo>
                  <a:pt x="5789" y="0"/>
                </a:lnTo>
                <a:moveTo>
                  <a:pt x="6053" y="0"/>
                </a:moveTo>
                <a:lnTo>
                  <a:pt x="6212" y="0"/>
                </a:lnTo>
                <a:lnTo>
                  <a:pt x="6212" y="117"/>
                </a:lnTo>
                <a:lnTo>
                  <a:pt x="6053" y="117"/>
                </a:lnTo>
                <a:lnTo>
                  <a:pt x="6053" y="0"/>
                </a:lnTo>
                <a:moveTo>
                  <a:pt x="6317" y="0"/>
                </a:moveTo>
                <a:lnTo>
                  <a:pt x="6476" y="0"/>
                </a:lnTo>
                <a:lnTo>
                  <a:pt x="6476" y="117"/>
                </a:lnTo>
                <a:lnTo>
                  <a:pt x="6317" y="117"/>
                </a:lnTo>
                <a:lnTo>
                  <a:pt x="6317" y="0"/>
                </a:lnTo>
                <a:moveTo>
                  <a:pt x="6581" y="0"/>
                </a:moveTo>
                <a:lnTo>
                  <a:pt x="6740" y="0"/>
                </a:lnTo>
                <a:lnTo>
                  <a:pt x="6740" y="117"/>
                </a:lnTo>
                <a:lnTo>
                  <a:pt x="6581" y="117"/>
                </a:lnTo>
                <a:lnTo>
                  <a:pt x="6581" y="0"/>
                </a:lnTo>
                <a:moveTo>
                  <a:pt x="6845" y="0"/>
                </a:moveTo>
                <a:lnTo>
                  <a:pt x="7004" y="0"/>
                </a:lnTo>
                <a:lnTo>
                  <a:pt x="7004" y="117"/>
                </a:lnTo>
                <a:lnTo>
                  <a:pt x="6845" y="117"/>
                </a:lnTo>
                <a:lnTo>
                  <a:pt x="6845" y="0"/>
                </a:lnTo>
                <a:moveTo>
                  <a:pt x="7109" y="0"/>
                </a:moveTo>
                <a:lnTo>
                  <a:pt x="7268" y="0"/>
                </a:lnTo>
                <a:lnTo>
                  <a:pt x="7268" y="117"/>
                </a:lnTo>
                <a:lnTo>
                  <a:pt x="7109" y="117"/>
                </a:lnTo>
                <a:lnTo>
                  <a:pt x="7109" y="0"/>
                </a:lnTo>
                <a:moveTo>
                  <a:pt x="7373" y="0"/>
                </a:moveTo>
                <a:lnTo>
                  <a:pt x="7532" y="0"/>
                </a:lnTo>
                <a:lnTo>
                  <a:pt x="7532" y="117"/>
                </a:lnTo>
                <a:lnTo>
                  <a:pt x="7373" y="117"/>
                </a:lnTo>
                <a:lnTo>
                  <a:pt x="7373" y="0"/>
                </a:lnTo>
                <a:moveTo>
                  <a:pt x="7637" y="0"/>
                </a:moveTo>
                <a:lnTo>
                  <a:pt x="7796" y="0"/>
                </a:lnTo>
                <a:lnTo>
                  <a:pt x="7796" y="117"/>
                </a:lnTo>
                <a:lnTo>
                  <a:pt x="7637" y="117"/>
                </a:lnTo>
                <a:lnTo>
                  <a:pt x="7637" y="0"/>
                </a:lnTo>
                <a:moveTo>
                  <a:pt x="7901" y="0"/>
                </a:moveTo>
                <a:lnTo>
                  <a:pt x="8060" y="0"/>
                </a:lnTo>
                <a:lnTo>
                  <a:pt x="8060" y="117"/>
                </a:lnTo>
                <a:lnTo>
                  <a:pt x="7901" y="117"/>
                </a:lnTo>
                <a:lnTo>
                  <a:pt x="7901" y="0"/>
                </a:lnTo>
                <a:moveTo>
                  <a:pt x="8165" y="0"/>
                </a:moveTo>
                <a:lnTo>
                  <a:pt x="8324" y="0"/>
                </a:lnTo>
                <a:lnTo>
                  <a:pt x="8324" y="117"/>
                </a:lnTo>
                <a:lnTo>
                  <a:pt x="8165" y="117"/>
                </a:lnTo>
                <a:lnTo>
                  <a:pt x="8165" y="0"/>
                </a:lnTo>
                <a:moveTo>
                  <a:pt x="8430" y="0"/>
                </a:moveTo>
                <a:lnTo>
                  <a:pt x="8588" y="0"/>
                </a:lnTo>
                <a:lnTo>
                  <a:pt x="8588" y="117"/>
                </a:lnTo>
                <a:lnTo>
                  <a:pt x="8430" y="117"/>
                </a:lnTo>
                <a:lnTo>
                  <a:pt x="8430" y="0"/>
                </a:lnTo>
                <a:moveTo>
                  <a:pt x="8694" y="0"/>
                </a:moveTo>
                <a:lnTo>
                  <a:pt x="8852" y="0"/>
                </a:lnTo>
                <a:lnTo>
                  <a:pt x="8852" y="117"/>
                </a:lnTo>
                <a:lnTo>
                  <a:pt x="8694" y="117"/>
                </a:lnTo>
                <a:lnTo>
                  <a:pt x="8694" y="0"/>
                </a:lnTo>
                <a:moveTo>
                  <a:pt x="8958" y="0"/>
                </a:moveTo>
                <a:lnTo>
                  <a:pt x="9116" y="0"/>
                </a:lnTo>
                <a:lnTo>
                  <a:pt x="9116" y="117"/>
                </a:lnTo>
                <a:lnTo>
                  <a:pt x="8958" y="117"/>
                </a:lnTo>
                <a:lnTo>
                  <a:pt x="8958" y="0"/>
                </a:lnTo>
                <a:moveTo>
                  <a:pt x="9222" y="0"/>
                </a:moveTo>
                <a:lnTo>
                  <a:pt x="9380" y="0"/>
                </a:lnTo>
                <a:lnTo>
                  <a:pt x="9380" y="117"/>
                </a:lnTo>
                <a:lnTo>
                  <a:pt x="9222" y="117"/>
                </a:lnTo>
                <a:lnTo>
                  <a:pt x="9222" y="0"/>
                </a:lnTo>
                <a:moveTo>
                  <a:pt x="9486" y="0"/>
                </a:moveTo>
                <a:lnTo>
                  <a:pt x="9644" y="0"/>
                </a:lnTo>
                <a:lnTo>
                  <a:pt x="9644" y="117"/>
                </a:lnTo>
                <a:lnTo>
                  <a:pt x="9486" y="117"/>
                </a:lnTo>
                <a:lnTo>
                  <a:pt x="9486" y="0"/>
                </a:lnTo>
                <a:moveTo>
                  <a:pt x="9750" y="0"/>
                </a:moveTo>
                <a:lnTo>
                  <a:pt x="9909" y="0"/>
                </a:lnTo>
                <a:lnTo>
                  <a:pt x="9909" y="117"/>
                </a:lnTo>
                <a:lnTo>
                  <a:pt x="9750" y="117"/>
                </a:lnTo>
                <a:lnTo>
                  <a:pt x="9750" y="0"/>
                </a:lnTo>
                <a:moveTo>
                  <a:pt x="10014" y="0"/>
                </a:moveTo>
                <a:lnTo>
                  <a:pt x="10173" y="0"/>
                </a:lnTo>
                <a:lnTo>
                  <a:pt x="10173" y="117"/>
                </a:lnTo>
                <a:lnTo>
                  <a:pt x="10014" y="117"/>
                </a:lnTo>
                <a:lnTo>
                  <a:pt x="10014" y="0"/>
                </a:lnTo>
                <a:moveTo>
                  <a:pt x="10278" y="0"/>
                </a:moveTo>
                <a:lnTo>
                  <a:pt x="10437" y="0"/>
                </a:lnTo>
                <a:lnTo>
                  <a:pt x="10437" y="117"/>
                </a:lnTo>
                <a:lnTo>
                  <a:pt x="10278" y="117"/>
                </a:lnTo>
                <a:lnTo>
                  <a:pt x="10278" y="0"/>
                </a:lnTo>
                <a:moveTo>
                  <a:pt x="10542" y="0"/>
                </a:moveTo>
                <a:lnTo>
                  <a:pt x="10701" y="0"/>
                </a:lnTo>
                <a:lnTo>
                  <a:pt x="10701" y="117"/>
                </a:lnTo>
                <a:lnTo>
                  <a:pt x="10542" y="117"/>
                </a:lnTo>
                <a:lnTo>
                  <a:pt x="10542" y="0"/>
                </a:lnTo>
                <a:moveTo>
                  <a:pt x="10806" y="0"/>
                </a:moveTo>
                <a:lnTo>
                  <a:pt x="10965" y="0"/>
                </a:lnTo>
                <a:lnTo>
                  <a:pt x="10965" y="117"/>
                </a:lnTo>
                <a:lnTo>
                  <a:pt x="10806" y="117"/>
                </a:lnTo>
                <a:lnTo>
                  <a:pt x="10806" y="0"/>
                </a:lnTo>
                <a:moveTo>
                  <a:pt x="11070" y="0"/>
                </a:moveTo>
                <a:lnTo>
                  <a:pt x="11229" y="0"/>
                </a:lnTo>
                <a:lnTo>
                  <a:pt x="11229" y="117"/>
                </a:lnTo>
                <a:lnTo>
                  <a:pt x="11070" y="117"/>
                </a:lnTo>
                <a:lnTo>
                  <a:pt x="11070" y="0"/>
                </a:lnTo>
                <a:moveTo>
                  <a:pt x="11334" y="0"/>
                </a:moveTo>
                <a:lnTo>
                  <a:pt x="11493" y="0"/>
                </a:lnTo>
                <a:lnTo>
                  <a:pt x="11493" y="117"/>
                </a:lnTo>
                <a:lnTo>
                  <a:pt x="11334" y="117"/>
                </a:lnTo>
                <a:lnTo>
                  <a:pt x="11334" y="0"/>
                </a:lnTo>
                <a:moveTo>
                  <a:pt x="11598" y="0"/>
                </a:moveTo>
                <a:lnTo>
                  <a:pt x="11757" y="0"/>
                </a:lnTo>
                <a:lnTo>
                  <a:pt x="11757" y="117"/>
                </a:lnTo>
                <a:lnTo>
                  <a:pt x="11598" y="117"/>
                </a:lnTo>
                <a:lnTo>
                  <a:pt x="11598" y="0"/>
                </a:lnTo>
                <a:moveTo>
                  <a:pt x="11862" y="0"/>
                </a:moveTo>
                <a:lnTo>
                  <a:pt x="12021" y="0"/>
                </a:lnTo>
                <a:lnTo>
                  <a:pt x="12021" y="117"/>
                </a:lnTo>
                <a:lnTo>
                  <a:pt x="11862" y="117"/>
                </a:lnTo>
                <a:lnTo>
                  <a:pt x="11862" y="0"/>
                </a:lnTo>
                <a:moveTo>
                  <a:pt x="12126" y="0"/>
                </a:moveTo>
                <a:lnTo>
                  <a:pt x="12285" y="0"/>
                </a:lnTo>
                <a:lnTo>
                  <a:pt x="12285" y="117"/>
                </a:lnTo>
                <a:lnTo>
                  <a:pt x="12126" y="117"/>
                </a:lnTo>
                <a:lnTo>
                  <a:pt x="12126" y="0"/>
                </a:lnTo>
                <a:moveTo>
                  <a:pt x="12390" y="0"/>
                </a:moveTo>
                <a:lnTo>
                  <a:pt x="12549" y="0"/>
                </a:lnTo>
                <a:lnTo>
                  <a:pt x="12549" y="117"/>
                </a:lnTo>
                <a:lnTo>
                  <a:pt x="12390" y="117"/>
                </a:lnTo>
                <a:lnTo>
                  <a:pt x="12390" y="0"/>
                </a:lnTo>
                <a:moveTo>
                  <a:pt x="12654" y="0"/>
                </a:moveTo>
                <a:lnTo>
                  <a:pt x="12813" y="0"/>
                </a:lnTo>
                <a:lnTo>
                  <a:pt x="12813" y="117"/>
                </a:lnTo>
                <a:lnTo>
                  <a:pt x="12654" y="117"/>
                </a:lnTo>
                <a:lnTo>
                  <a:pt x="12654" y="0"/>
                </a:lnTo>
                <a:moveTo>
                  <a:pt x="12918" y="0"/>
                </a:moveTo>
                <a:lnTo>
                  <a:pt x="13077" y="0"/>
                </a:lnTo>
                <a:lnTo>
                  <a:pt x="13077" y="117"/>
                </a:lnTo>
                <a:lnTo>
                  <a:pt x="12918" y="117"/>
                </a:lnTo>
                <a:lnTo>
                  <a:pt x="12918" y="0"/>
                </a:lnTo>
                <a:moveTo>
                  <a:pt x="13182" y="0"/>
                </a:moveTo>
                <a:lnTo>
                  <a:pt x="13341" y="0"/>
                </a:lnTo>
                <a:lnTo>
                  <a:pt x="13341" y="117"/>
                </a:lnTo>
                <a:lnTo>
                  <a:pt x="13182" y="117"/>
                </a:lnTo>
                <a:lnTo>
                  <a:pt x="13182" y="0"/>
                </a:lnTo>
                <a:moveTo>
                  <a:pt x="13447" y="0"/>
                </a:moveTo>
                <a:lnTo>
                  <a:pt x="13605" y="0"/>
                </a:lnTo>
                <a:lnTo>
                  <a:pt x="13605" y="117"/>
                </a:lnTo>
                <a:lnTo>
                  <a:pt x="13447" y="117"/>
                </a:lnTo>
                <a:lnTo>
                  <a:pt x="13447" y="0"/>
                </a:lnTo>
                <a:moveTo>
                  <a:pt x="13711" y="0"/>
                </a:moveTo>
                <a:lnTo>
                  <a:pt x="13869" y="0"/>
                </a:lnTo>
                <a:lnTo>
                  <a:pt x="13869" y="117"/>
                </a:lnTo>
                <a:lnTo>
                  <a:pt x="13711" y="117"/>
                </a:lnTo>
                <a:lnTo>
                  <a:pt x="13711" y="0"/>
                </a:lnTo>
                <a:moveTo>
                  <a:pt x="13975" y="0"/>
                </a:moveTo>
                <a:lnTo>
                  <a:pt x="14134" y="0"/>
                </a:lnTo>
                <a:lnTo>
                  <a:pt x="14134" y="117"/>
                </a:lnTo>
                <a:lnTo>
                  <a:pt x="13975" y="117"/>
                </a:lnTo>
                <a:lnTo>
                  <a:pt x="13975" y="0"/>
                </a:lnTo>
                <a:moveTo>
                  <a:pt x="14240" y="0"/>
                </a:moveTo>
                <a:lnTo>
                  <a:pt x="14398" y="0"/>
                </a:lnTo>
                <a:lnTo>
                  <a:pt x="14398" y="117"/>
                </a:lnTo>
                <a:lnTo>
                  <a:pt x="14240" y="117"/>
                </a:lnTo>
                <a:lnTo>
                  <a:pt x="14240" y="0"/>
                </a:lnTo>
                <a:moveTo>
                  <a:pt x="14504" y="0"/>
                </a:moveTo>
                <a:lnTo>
                  <a:pt x="14663" y="0"/>
                </a:lnTo>
                <a:lnTo>
                  <a:pt x="14663" y="117"/>
                </a:lnTo>
                <a:lnTo>
                  <a:pt x="14504" y="117"/>
                </a:lnTo>
                <a:lnTo>
                  <a:pt x="14504" y="0"/>
                </a:lnTo>
                <a:moveTo>
                  <a:pt x="14768" y="0"/>
                </a:moveTo>
                <a:lnTo>
                  <a:pt x="14927" y="0"/>
                </a:lnTo>
                <a:lnTo>
                  <a:pt x="14927" y="117"/>
                </a:lnTo>
                <a:lnTo>
                  <a:pt x="14768" y="117"/>
                </a:lnTo>
                <a:lnTo>
                  <a:pt x="14768" y="0"/>
                </a:lnTo>
                <a:moveTo>
                  <a:pt x="15032" y="0"/>
                </a:moveTo>
                <a:lnTo>
                  <a:pt x="15191" y="0"/>
                </a:lnTo>
                <a:lnTo>
                  <a:pt x="15191" y="117"/>
                </a:lnTo>
                <a:lnTo>
                  <a:pt x="15032" y="117"/>
                </a:lnTo>
                <a:lnTo>
                  <a:pt x="15032" y="0"/>
                </a:lnTo>
                <a:moveTo>
                  <a:pt x="15296" y="0"/>
                </a:moveTo>
                <a:lnTo>
                  <a:pt x="15455" y="0"/>
                </a:lnTo>
                <a:lnTo>
                  <a:pt x="15455" y="117"/>
                </a:lnTo>
                <a:lnTo>
                  <a:pt x="15296" y="117"/>
                </a:lnTo>
                <a:lnTo>
                  <a:pt x="15296" y="0"/>
                </a:lnTo>
                <a:moveTo>
                  <a:pt x="15560" y="0"/>
                </a:moveTo>
                <a:lnTo>
                  <a:pt x="15719" y="0"/>
                </a:lnTo>
                <a:lnTo>
                  <a:pt x="15719" y="117"/>
                </a:lnTo>
                <a:lnTo>
                  <a:pt x="15560" y="117"/>
                </a:lnTo>
                <a:lnTo>
                  <a:pt x="15560" y="0"/>
                </a:lnTo>
                <a:moveTo>
                  <a:pt x="15824" y="0"/>
                </a:moveTo>
                <a:lnTo>
                  <a:pt x="15983" y="0"/>
                </a:lnTo>
                <a:lnTo>
                  <a:pt x="15983" y="117"/>
                </a:lnTo>
                <a:lnTo>
                  <a:pt x="15824" y="117"/>
                </a:lnTo>
                <a:lnTo>
                  <a:pt x="15824" y="0"/>
                </a:lnTo>
                <a:moveTo>
                  <a:pt x="16088" y="0"/>
                </a:moveTo>
                <a:lnTo>
                  <a:pt x="16247" y="0"/>
                </a:lnTo>
                <a:lnTo>
                  <a:pt x="16247" y="117"/>
                </a:lnTo>
                <a:lnTo>
                  <a:pt x="16088" y="117"/>
                </a:lnTo>
                <a:lnTo>
                  <a:pt x="16088" y="0"/>
                </a:lnTo>
                <a:moveTo>
                  <a:pt x="16352" y="0"/>
                </a:moveTo>
                <a:lnTo>
                  <a:pt x="16511" y="0"/>
                </a:lnTo>
                <a:lnTo>
                  <a:pt x="16511" y="117"/>
                </a:lnTo>
                <a:lnTo>
                  <a:pt x="16352" y="117"/>
                </a:lnTo>
                <a:lnTo>
                  <a:pt x="16352" y="0"/>
                </a:lnTo>
                <a:moveTo>
                  <a:pt x="16616" y="0"/>
                </a:moveTo>
                <a:lnTo>
                  <a:pt x="16775" y="0"/>
                </a:lnTo>
                <a:lnTo>
                  <a:pt x="16775" y="117"/>
                </a:lnTo>
                <a:lnTo>
                  <a:pt x="16616" y="117"/>
                </a:lnTo>
                <a:lnTo>
                  <a:pt x="16616" y="0"/>
                </a:lnTo>
                <a:moveTo>
                  <a:pt x="16880" y="0"/>
                </a:moveTo>
                <a:lnTo>
                  <a:pt x="17039" y="0"/>
                </a:lnTo>
                <a:lnTo>
                  <a:pt x="17039" y="117"/>
                </a:lnTo>
                <a:lnTo>
                  <a:pt x="16880" y="117"/>
                </a:lnTo>
                <a:lnTo>
                  <a:pt x="16880" y="0"/>
                </a:lnTo>
                <a:moveTo>
                  <a:pt x="17144" y="0"/>
                </a:moveTo>
                <a:lnTo>
                  <a:pt x="17303" y="0"/>
                </a:lnTo>
                <a:lnTo>
                  <a:pt x="17303" y="117"/>
                </a:lnTo>
                <a:lnTo>
                  <a:pt x="17144" y="117"/>
                </a:lnTo>
                <a:lnTo>
                  <a:pt x="17144" y="0"/>
                </a:lnTo>
                <a:moveTo>
                  <a:pt x="17408" y="0"/>
                </a:moveTo>
                <a:lnTo>
                  <a:pt x="17567" y="0"/>
                </a:lnTo>
                <a:lnTo>
                  <a:pt x="17567" y="117"/>
                </a:lnTo>
                <a:lnTo>
                  <a:pt x="17408" y="117"/>
                </a:lnTo>
                <a:lnTo>
                  <a:pt x="17408" y="0"/>
                </a:lnTo>
                <a:moveTo>
                  <a:pt x="17672" y="0"/>
                </a:moveTo>
                <a:lnTo>
                  <a:pt x="17831" y="0"/>
                </a:lnTo>
                <a:lnTo>
                  <a:pt x="17831" y="117"/>
                </a:lnTo>
                <a:lnTo>
                  <a:pt x="17672" y="117"/>
                </a:lnTo>
                <a:lnTo>
                  <a:pt x="17672" y="0"/>
                </a:lnTo>
                <a:moveTo>
                  <a:pt x="17936" y="0"/>
                </a:moveTo>
                <a:lnTo>
                  <a:pt x="18095" y="0"/>
                </a:lnTo>
                <a:lnTo>
                  <a:pt x="18095" y="117"/>
                </a:lnTo>
                <a:lnTo>
                  <a:pt x="17936" y="117"/>
                </a:lnTo>
                <a:lnTo>
                  <a:pt x="17936" y="0"/>
                </a:lnTo>
                <a:moveTo>
                  <a:pt x="18201" y="0"/>
                </a:moveTo>
                <a:lnTo>
                  <a:pt x="18359" y="0"/>
                </a:lnTo>
                <a:lnTo>
                  <a:pt x="18359" y="117"/>
                </a:lnTo>
                <a:lnTo>
                  <a:pt x="18201" y="117"/>
                </a:lnTo>
                <a:lnTo>
                  <a:pt x="18201" y="0"/>
                </a:lnTo>
                <a:moveTo>
                  <a:pt x="18465" y="0"/>
                </a:moveTo>
                <a:lnTo>
                  <a:pt x="18623" y="0"/>
                </a:lnTo>
                <a:lnTo>
                  <a:pt x="18623" y="117"/>
                </a:lnTo>
                <a:lnTo>
                  <a:pt x="18465" y="117"/>
                </a:lnTo>
                <a:lnTo>
                  <a:pt x="18465" y="0"/>
                </a:lnTo>
                <a:moveTo>
                  <a:pt x="18729" y="0"/>
                </a:moveTo>
                <a:lnTo>
                  <a:pt x="18887" y="0"/>
                </a:lnTo>
                <a:lnTo>
                  <a:pt x="18887" y="117"/>
                </a:lnTo>
                <a:lnTo>
                  <a:pt x="18729" y="117"/>
                </a:lnTo>
                <a:lnTo>
                  <a:pt x="18729" y="0"/>
                </a:lnTo>
                <a:moveTo>
                  <a:pt x="18993" y="0"/>
                </a:moveTo>
                <a:lnTo>
                  <a:pt x="19151" y="0"/>
                </a:lnTo>
                <a:lnTo>
                  <a:pt x="19151" y="117"/>
                </a:lnTo>
                <a:lnTo>
                  <a:pt x="18993" y="117"/>
                </a:lnTo>
                <a:lnTo>
                  <a:pt x="18993" y="0"/>
                </a:lnTo>
                <a:moveTo>
                  <a:pt x="19257" y="0"/>
                </a:moveTo>
                <a:lnTo>
                  <a:pt x="19415" y="0"/>
                </a:lnTo>
                <a:lnTo>
                  <a:pt x="19415" y="117"/>
                </a:lnTo>
                <a:lnTo>
                  <a:pt x="19257" y="117"/>
                </a:lnTo>
                <a:lnTo>
                  <a:pt x="19257" y="0"/>
                </a:lnTo>
                <a:moveTo>
                  <a:pt x="19521" y="0"/>
                </a:moveTo>
                <a:lnTo>
                  <a:pt x="19680" y="0"/>
                </a:lnTo>
                <a:lnTo>
                  <a:pt x="19680" y="117"/>
                </a:lnTo>
                <a:lnTo>
                  <a:pt x="19521" y="117"/>
                </a:lnTo>
                <a:lnTo>
                  <a:pt x="19521" y="0"/>
                </a:lnTo>
                <a:moveTo>
                  <a:pt x="19785" y="0"/>
                </a:moveTo>
                <a:lnTo>
                  <a:pt x="19944" y="0"/>
                </a:lnTo>
                <a:lnTo>
                  <a:pt x="19944" y="117"/>
                </a:lnTo>
                <a:lnTo>
                  <a:pt x="19785" y="117"/>
                </a:lnTo>
                <a:lnTo>
                  <a:pt x="19785" y="0"/>
                </a:lnTo>
                <a:moveTo>
                  <a:pt x="20049" y="0"/>
                </a:moveTo>
                <a:lnTo>
                  <a:pt x="20208" y="0"/>
                </a:lnTo>
                <a:lnTo>
                  <a:pt x="20208" y="117"/>
                </a:lnTo>
                <a:lnTo>
                  <a:pt x="20049" y="117"/>
                </a:lnTo>
                <a:lnTo>
                  <a:pt x="20049" y="0"/>
                </a:lnTo>
                <a:moveTo>
                  <a:pt x="20313" y="0"/>
                </a:moveTo>
                <a:lnTo>
                  <a:pt x="20472" y="0"/>
                </a:lnTo>
                <a:lnTo>
                  <a:pt x="20472" y="117"/>
                </a:lnTo>
                <a:lnTo>
                  <a:pt x="20313" y="117"/>
                </a:lnTo>
                <a:lnTo>
                  <a:pt x="20313" y="0"/>
                </a:lnTo>
                <a:moveTo>
                  <a:pt x="20577" y="0"/>
                </a:moveTo>
                <a:lnTo>
                  <a:pt x="20736" y="0"/>
                </a:lnTo>
                <a:lnTo>
                  <a:pt x="20736" y="117"/>
                </a:lnTo>
                <a:lnTo>
                  <a:pt x="20577" y="117"/>
                </a:lnTo>
                <a:lnTo>
                  <a:pt x="20577" y="0"/>
                </a:lnTo>
                <a:moveTo>
                  <a:pt x="20841" y="0"/>
                </a:moveTo>
                <a:lnTo>
                  <a:pt x="21000" y="0"/>
                </a:lnTo>
                <a:lnTo>
                  <a:pt x="21000" y="117"/>
                </a:lnTo>
                <a:lnTo>
                  <a:pt x="20841" y="117"/>
                </a:lnTo>
                <a:lnTo>
                  <a:pt x="20841" y="0"/>
                </a:lnTo>
                <a:moveTo>
                  <a:pt x="21105" y="0"/>
                </a:moveTo>
                <a:lnTo>
                  <a:pt x="21264" y="0"/>
                </a:lnTo>
                <a:lnTo>
                  <a:pt x="21264" y="117"/>
                </a:lnTo>
                <a:lnTo>
                  <a:pt x="21105" y="117"/>
                </a:lnTo>
                <a:lnTo>
                  <a:pt x="21105" y="0"/>
                </a:lnTo>
                <a:moveTo>
                  <a:pt x="21369" y="0"/>
                </a:moveTo>
                <a:lnTo>
                  <a:pt x="21528" y="0"/>
                </a:lnTo>
                <a:lnTo>
                  <a:pt x="21528" y="117"/>
                </a:lnTo>
                <a:lnTo>
                  <a:pt x="21369" y="117"/>
                </a:lnTo>
                <a:lnTo>
                  <a:pt x="21369" y="0"/>
                </a:lnTo>
                <a:moveTo>
                  <a:pt x="21633" y="0"/>
                </a:moveTo>
                <a:lnTo>
                  <a:pt x="21792" y="0"/>
                </a:lnTo>
                <a:lnTo>
                  <a:pt x="21792" y="117"/>
                </a:lnTo>
                <a:lnTo>
                  <a:pt x="21633" y="117"/>
                </a:lnTo>
                <a:lnTo>
                  <a:pt x="21633" y="0"/>
                </a:lnTo>
                <a:moveTo>
                  <a:pt x="21897" y="0"/>
                </a:moveTo>
                <a:lnTo>
                  <a:pt x="22056" y="0"/>
                </a:lnTo>
                <a:lnTo>
                  <a:pt x="22056" y="117"/>
                </a:lnTo>
                <a:lnTo>
                  <a:pt x="21897" y="117"/>
                </a:lnTo>
                <a:lnTo>
                  <a:pt x="21897" y="0"/>
                </a:lnTo>
                <a:moveTo>
                  <a:pt x="22161" y="0"/>
                </a:moveTo>
                <a:lnTo>
                  <a:pt x="22320" y="0"/>
                </a:lnTo>
                <a:lnTo>
                  <a:pt x="22320" y="117"/>
                </a:lnTo>
                <a:lnTo>
                  <a:pt x="22161" y="117"/>
                </a:lnTo>
                <a:lnTo>
                  <a:pt x="22161" y="0"/>
                </a:lnTo>
                <a:moveTo>
                  <a:pt x="22425" y="0"/>
                </a:moveTo>
                <a:lnTo>
                  <a:pt x="22584" y="0"/>
                </a:lnTo>
                <a:lnTo>
                  <a:pt x="22584" y="117"/>
                </a:lnTo>
                <a:lnTo>
                  <a:pt x="22425" y="117"/>
                </a:lnTo>
                <a:lnTo>
                  <a:pt x="22425" y="0"/>
                </a:lnTo>
                <a:moveTo>
                  <a:pt x="22689" y="0"/>
                </a:moveTo>
                <a:lnTo>
                  <a:pt x="22848" y="0"/>
                </a:lnTo>
                <a:lnTo>
                  <a:pt x="22848" y="117"/>
                </a:lnTo>
                <a:lnTo>
                  <a:pt x="22689" y="117"/>
                </a:lnTo>
                <a:lnTo>
                  <a:pt x="22689" y="0"/>
                </a:lnTo>
                <a:moveTo>
                  <a:pt x="22953" y="0"/>
                </a:moveTo>
                <a:lnTo>
                  <a:pt x="23112" y="0"/>
                </a:lnTo>
                <a:lnTo>
                  <a:pt x="23112" y="117"/>
                </a:lnTo>
                <a:lnTo>
                  <a:pt x="22953" y="117"/>
                </a:lnTo>
                <a:lnTo>
                  <a:pt x="22953" y="0"/>
                </a:lnTo>
                <a:moveTo>
                  <a:pt x="23218" y="0"/>
                </a:moveTo>
                <a:lnTo>
                  <a:pt x="23376" y="0"/>
                </a:lnTo>
                <a:lnTo>
                  <a:pt x="23376" y="117"/>
                </a:lnTo>
                <a:lnTo>
                  <a:pt x="23218" y="117"/>
                </a:lnTo>
                <a:lnTo>
                  <a:pt x="23218" y="0"/>
                </a:lnTo>
                <a:moveTo>
                  <a:pt x="23482" y="0"/>
                </a:moveTo>
                <a:lnTo>
                  <a:pt x="23640" y="0"/>
                </a:lnTo>
                <a:lnTo>
                  <a:pt x="23640" y="117"/>
                </a:lnTo>
                <a:lnTo>
                  <a:pt x="23482" y="117"/>
                </a:lnTo>
                <a:lnTo>
                  <a:pt x="23482" y="0"/>
                </a:lnTo>
                <a:moveTo>
                  <a:pt x="23746" y="0"/>
                </a:moveTo>
                <a:lnTo>
                  <a:pt x="23904" y="0"/>
                </a:lnTo>
                <a:lnTo>
                  <a:pt x="23904" y="117"/>
                </a:lnTo>
                <a:lnTo>
                  <a:pt x="23746" y="117"/>
                </a:lnTo>
                <a:lnTo>
                  <a:pt x="23746" y="0"/>
                </a:lnTo>
                <a:moveTo>
                  <a:pt x="24010" y="0"/>
                </a:moveTo>
                <a:lnTo>
                  <a:pt x="24168" y="0"/>
                </a:lnTo>
                <a:lnTo>
                  <a:pt x="24168" y="117"/>
                </a:lnTo>
                <a:lnTo>
                  <a:pt x="24010" y="117"/>
                </a:lnTo>
                <a:lnTo>
                  <a:pt x="24010" y="0"/>
                </a:lnTo>
                <a:moveTo>
                  <a:pt x="24274" y="0"/>
                </a:moveTo>
                <a:lnTo>
                  <a:pt x="24433" y="0"/>
                </a:lnTo>
                <a:lnTo>
                  <a:pt x="24433" y="117"/>
                </a:lnTo>
                <a:lnTo>
                  <a:pt x="24274" y="117"/>
                </a:lnTo>
                <a:lnTo>
                  <a:pt x="24274" y="0"/>
                </a:lnTo>
                <a:moveTo>
                  <a:pt x="24538" y="0"/>
                </a:moveTo>
                <a:lnTo>
                  <a:pt x="24697" y="0"/>
                </a:lnTo>
                <a:lnTo>
                  <a:pt x="24697" y="117"/>
                </a:lnTo>
                <a:lnTo>
                  <a:pt x="24538" y="117"/>
                </a:lnTo>
                <a:lnTo>
                  <a:pt x="24538" y="0"/>
                </a:lnTo>
                <a:moveTo>
                  <a:pt x="24802" y="0"/>
                </a:moveTo>
                <a:lnTo>
                  <a:pt x="24961" y="0"/>
                </a:lnTo>
                <a:lnTo>
                  <a:pt x="24961" y="117"/>
                </a:lnTo>
                <a:lnTo>
                  <a:pt x="24802" y="117"/>
                </a:lnTo>
                <a:lnTo>
                  <a:pt x="24802" y="0"/>
                </a:lnTo>
                <a:moveTo>
                  <a:pt x="25066" y="0"/>
                </a:moveTo>
                <a:lnTo>
                  <a:pt x="25225" y="0"/>
                </a:lnTo>
                <a:lnTo>
                  <a:pt x="25225" y="117"/>
                </a:lnTo>
                <a:lnTo>
                  <a:pt x="25066" y="117"/>
                </a:lnTo>
                <a:lnTo>
                  <a:pt x="25066" y="0"/>
                </a:lnTo>
                <a:moveTo>
                  <a:pt x="25330" y="0"/>
                </a:moveTo>
                <a:lnTo>
                  <a:pt x="25489" y="0"/>
                </a:lnTo>
                <a:lnTo>
                  <a:pt x="25489" y="117"/>
                </a:lnTo>
                <a:lnTo>
                  <a:pt x="25330" y="117"/>
                </a:lnTo>
                <a:lnTo>
                  <a:pt x="25330" y="0"/>
                </a:lnTo>
                <a:moveTo>
                  <a:pt x="25594" y="0"/>
                </a:moveTo>
                <a:lnTo>
                  <a:pt x="25753" y="0"/>
                </a:lnTo>
                <a:lnTo>
                  <a:pt x="25753" y="117"/>
                </a:lnTo>
                <a:lnTo>
                  <a:pt x="25594" y="117"/>
                </a:lnTo>
                <a:lnTo>
                  <a:pt x="25594" y="0"/>
                </a:lnTo>
                <a:moveTo>
                  <a:pt x="25858" y="0"/>
                </a:moveTo>
                <a:lnTo>
                  <a:pt x="26017" y="0"/>
                </a:lnTo>
                <a:lnTo>
                  <a:pt x="26017" y="117"/>
                </a:lnTo>
                <a:lnTo>
                  <a:pt x="25858" y="117"/>
                </a:lnTo>
                <a:lnTo>
                  <a:pt x="25858" y="0"/>
                </a:lnTo>
                <a:moveTo>
                  <a:pt x="26122" y="0"/>
                </a:moveTo>
                <a:lnTo>
                  <a:pt x="26281" y="0"/>
                </a:lnTo>
                <a:lnTo>
                  <a:pt x="26281" y="117"/>
                </a:lnTo>
                <a:lnTo>
                  <a:pt x="26122" y="117"/>
                </a:lnTo>
                <a:lnTo>
                  <a:pt x="26122" y="0"/>
                </a:lnTo>
                <a:moveTo>
                  <a:pt x="26386" y="0"/>
                </a:moveTo>
                <a:lnTo>
                  <a:pt x="26545" y="0"/>
                </a:lnTo>
                <a:lnTo>
                  <a:pt x="26545" y="117"/>
                </a:lnTo>
                <a:lnTo>
                  <a:pt x="26386" y="117"/>
                </a:lnTo>
                <a:lnTo>
                  <a:pt x="26386" y="0"/>
                </a:lnTo>
                <a:moveTo>
                  <a:pt x="26650" y="0"/>
                </a:moveTo>
                <a:lnTo>
                  <a:pt x="26809" y="0"/>
                </a:lnTo>
                <a:lnTo>
                  <a:pt x="26809" y="117"/>
                </a:lnTo>
                <a:lnTo>
                  <a:pt x="26650" y="117"/>
                </a:lnTo>
                <a:lnTo>
                  <a:pt x="26650" y="0"/>
                </a:lnTo>
                <a:moveTo>
                  <a:pt x="26914" y="0"/>
                </a:moveTo>
                <a:lnTo>
                  <a:pt x="27073" y="0"/>
                </a:lnTo>
                <a:lnTo>
                  <a:pt x="27073" y="117"/>
                </a:lnTo>
                <a:lnTo>
                  <a:pt x="26914" y="117"/>
                </a:lnTo>
                <a:lnTo>
                  <a:pt x="26914" y="0"/>
                </a:lnTo>
                <a:moveTo>
                  <a:pt x="27178" y="0"/>
                </a:moveTo>
                <a:lnTo>
                  <a:pt x="27337" y="0"/>
                </a:lnTo>
                <a:lnTo>
                  <a:pt x="27337" y="117"/>
                </a:lnTo>
                <a:lnTo>
                  <a:pt x="27178" y="117"/>
                </a:lnTo>
                <a:lnTo>
                  <a:pt x="27178" y="0"/>
                </a:lnTo>
                <a:moveTo>
                  <a:pt x="27442" y="0"/>
                </a:moveTo>
                <a:lnTo>
                  <a:pt x="27601" y="0"/>
                </a:lnTo>
                <a:lnTo>
                  <a:pt x="27601" y="117"/>
                </a:lnTo>
                <a:lnTo>
                  <a:pt x="27442" y="117"/>
                </a:lnTo>
                <a:lnTo>
                  <a:pt x="27442" y="0"/>
                </a:lnTo>
                <a:moveTo>
                  <a:pt x="27706" y="0"/>
                </a:moveTo>
                <a:lnTo>
                  <a:pt x="27865" y="0"/>
                </a:lnTo>
                <a:lnTo>
                  <a:pt x="27865" y="117"/>
                </a:lnTo>
                <a:lnTo>
                  <a:pt x="27706" y="117"/>
                </a:lnTo>
                <a:lnTo>
                  <a:pt x="27706" y="0"/>
                </a:lnTo>
                <a:moveTo>
                  <a:pt x="27971" y="0"/>
                </a:moveTo>
                <a:lnTo>
                  <a:pt x="28129" y="0"/>
                </a:lnTo>
                <a:lnTo>
                  <a:pt x="28129" y="117"/>
                </a:lnTo>
                <a:lnTo>
                  <a:pt x="27971" y="117"/>
                </a:lnTo>
                <a:lnTo>
                  <a:pt x="27971" y="0"/>
                </a:lnTo>
                <a:moveTo>
                  <a:pt x="28235" y="0"/>
                </a:moveTo>
                <a:lnTo>
                  <a:pt x="28393" y="0"/>
                </a:lnTo>
                <a:lnTo>
                  <a:pt x="28393" y="117"/>
                </a:lnTo>
                <a:lnTo>
                  <a:pt x="28235" y="117"/>
                </a:lnTo>
                <a:lnTo>
                  <a:pt x="28235" y="0"/>
                </a:lnTo>
                <a:moveTo>
                  <a:pt x="28499" y="0"/>
                </a:moveTo>
                <a:lnTo>
                  <a:pt x="28657" y="0"/>
                </a:lnTo>
                <a:lnTo>
                  <a:pt x="28657" y="117"/>
                </a:lnTo>
                <a:lnTo>
                  <a:pt x="28499" y="117"/>
                </a:lnTo>
                <a:lnTo>
                  <a:pt x="28499" y="0"/>
                </a:lnTo>
                <a:moveTo>
                  <a:pt x="28763" y="0"/>
                </a:moveTo>
                <a:lnTo>
                  <a:pt x="28921" y="0"/>
                </a:lnTo>
                <a:lnTo>
                  <a:pt x="28921" y="117"/>
                </a:lnTo>
                <a:lnTo>
                  <a:pt x="28763" y="117"/>
                </a:lnTo>
                <a:lnTo>
                  <a:pt x="28763" y="0"/>
                </a:lnTo>
                <a:moveTo>
                  <a:pt x="29027" y="0"/>
                </a:moveTo>
                <a:lnTo>
                  <a:pt x="29185" y="0"/>
                </a:lnTo>
                <a:lnTo>
                  <a:pt x="29185" y="117"/>
                </a:lnTo>
                <a:lnTo>
                  <a:pt x="29027" y="117"/>
                </a:lnTo>
                <a:lnTo>
                  <a:pt x="29027" y="0"/>
                </a:lnTo>
                <a:moveTo>
                  <a:pt x="29291" y="0"/>
                </a:moveTo>
                <a:lnTo>
                  <a:pt x="29450" y="0"/>
                </a:lnTo>
                <a:lnTo>
                  <a:pt x="29450" y="117"/>
                </a:lnTo>
                <a:lnTo>
                  <a:pt x="29291" y="117"/>
                </a:lnTo>
                <a:lnTo>
                  <a:pt x="29291" y="0"/>
                </a:lnTo>
                <a:moveTo>
                  <a:pt x="29555" y="0"/>
                </a:moveTo>
                <a:lnTo>
                  <a:pt x="29714" y="0"/>
                </a:lnTo>
                <a:lnTo>
                  <a:pt x="29714" y="117"/>
                </a:lnTo>
                <a:lnTo>
                  <a:pt x="29555" y="117"/>
                </a:lnTo>
                <a:lnTo>
                  <a:pt x="29555" y="0"/>
                </a:lnTo>
                <a:moveTo>
                  <a:pt x="29819" y="0"/>
                </a:moveTo>
                <a:lnTo>
                  <a:pt x="29978" y="0"/>
                </a:lnTo>
                <a:lnTo>
                  <a:pt x="29978" y="117"/>
                </a:lnTo>
                <a:lnTo>
                  <a:pt x="29819" y="117"/>
                </a:lnTo>
                <a:lnTo>
                  <a:pt x="29819" y="0"/>
                </a:lnTo>
                <a:moveTo>
                  <a:pt x="30083" y="0"/>
                </a:moveTo>
                <a:lnTo>
                  <a:pt x="30242" y="0"/>
                </a:lnTo>
                <a:lnTo>
                  <a:pt x="30242" y="117"/>
                </a:lnTo>
                <a:lnTo>
                  <a:pt x="30083" y="117"/>
                </a:lnTo>
                <a:lnTo>
                  <a:pt x="30083" y="0"/>
                </a:lnTo>
                <a:moveTo>
                  <a:pt x="30347" y="0"/>
                </a:moveTo>
                <a:lnTo>
                  <a:pt x="30506" y="0"/>
                </a:lnTo>
                <a:lnTo>
                  <a:pt x="30506" y="117"/>
                </a:lnTo>
                <a:lnTo>
                  <a:pt x="30347" y="117"/>
                </a:lnTo>
                <a:lnTo>
                  <a:pt x="30347" y="0"/>
                </a:lnTo>
                <a:moveTo>
                  <a:pt x="30611" y="0"/>
                </a:moveTo>
                <a:lnTo>
                  <a:pt x="30725" y="0"/>
                </a:lnTo>
                <a:cubicBezTo>
                  <a:pt x="30744" y="0"/>
                  <a:pt x="30764" y="3"/>
                  <a:pt x="30783" y="7"/>
                </a:cubicBezTo>
                <a:lnTo>
                  <a:pt x="30755" y="120"/>
                </a:lnTo>
                <a:cubicBezTo>
                  <a:pt x="30745" y="118"/>
                  <a:pt x="30735" y="117"/>
                  <a:pt x="30725" y="117"/>
                </a:cubicBezTo>
                <a:lnTo>
                  <a:pt x="30611" y="117"/>
                </a:lnTo>
                <a:lnTo>
                  <a:pt x="30611" y="0"/>
                </a:lnTo>
                <a:moveTo>
                  <a:pt x="30902" y="77"/>
                </a:moveTo>
                <a:cubicBezTo>
                  <a:pt x="30946" y="124"/>
                  <a:pt x="30968" y="180"/>
                  <a:pt x="30968" y="244"/>
                </a:cubicBezTo>
                <a:lnTo>
                  <a:pt x="30968" y="264"/>
                </a:lnTo>
                <a:lnTo>
                  <a:pt x="30852" y="264"/>
                </a:lnTo>
                <a:lnTo>
                  <a:pt x="30852" y="244"/>
                </a:lnTo>
                <a:cubicBezTo>
                  <a:pt x="30852" y="210"/>
                  <a:pt x="30840" y="181"/>
                  <a:pt x="30817" y="157"/>
                </a:cubicBezTo>
                <a:lnTo>
                  <a:pt x="30902" y="77"/>
                </a:lnTo>
                <a:moveTo>
                  <a:pt x="30968" y="369"/>
                </a:moveTo>
                <a:lnTo>
                  <a:pt x="30968" y="528"/>
                </a:lnTo>
                <a:lnTo>
                  <a:pt x="30852" y="528"/>
                </a:lnTo>
                <a:lnTo>
                  <a:pt x="30852" y="369"/>
                </a:lnTo>
                <a:lnTo>
                  <a:pt x="30968" y="369"/>
                </a:lnTo>
                <a:moveTo>
                  <a:pt x="30968" y="633"/>
                </a:moveTo>
                <a:lnTo>
                  <a:pt x="30968" y="792"/>
                </a:lnTo>
                <a:lnTo>
                  <a:pt x="30852" y="792"/>
                </a:lnTo>
                <a:lnTo>
                  <a:pt x="30852" y="633"/>
                </a:lnTo>
                <a:lnTo>
                  <a:pt x="30968" y="633"/>
                </a:lnTo>
                <a:moveTo>
                  <a:pt x="30968" y="897"/>
                </a:moveTo>
                <a:lnTo>
                  <a:pt x="30968" y="1056"/>
                </a:lnTo>
                <a:lnTo>
                  <a:pt x="30852" y="1056"/>
                </a:lnTo>
                <a:lnTo>
                  <a:pt x="30852" y="897"/>
                </a:lnTo>
                <a:lnTo>
                  <a:pt x="30968" y="897"/>
                </a:lnTo>
                <a:moveTo>
                  <a:pt x="30968" y="1161"/>
                </a:moveTo>
                <a:lnTo>
                  <a:pt x="30968" y="1320"/>
                </a:lnTo>
                <a:lnTo>
                  <a:pt x="30852" y="1320"/>
                </a:lnTo>
                <a:lnTo>
                  <a:pt x="30852" y="1161"/>
                </a:lnTo>
                <a:lnTo>
                  <a:pt x="30968" y="1161"/>
                </a:lnTo>
                <a:moveTo>
                  <a:pt x="30968" y="1425"/>
                </a:moveTo>
                <a:lnTo>
                  <a:pt x="30968" y="1585"/>
                </a:lnTo>
                <a:lnTo>
                  <a:pt x="30852" y="1585"/>
                </a:lnTo>
                <a:lnTo>
                  <a:pt x="30852" y="1425"/>
                </a:lnTo>
                <a:lnTo>
                  <a:pt x="30968" y="1425"/>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3"/>
                </a:moveTo>
                <a:cubicBezTo>
                  <a:pt x="30961" y="2298"/>
                  <a:pt x="30928" y="2357"/>
                  <a:pt x="30866" y="2401"/>
                </a:cubicBezTo>
                <a:lnTo>
                  <a:pt x="30799" y="2306"/>
                </a:lnTo>
                <a:cubicBezTo>
                  <a:pt x="30831" y="2283"/>
                  <a:pt x="30848" y="2252"/>
                  <a:pt x="30851" y="2213"/>
                </a:cubicBezTo>
                <a:lnTo>
                  <a:pt x="30967" y="2223"/>
                </a:lnTo>
                <a:moveTo>
                  <a:pt x="30736" y="2446"/>
                </a:moveTo>
                <a:cubicBezTo>
                  <a:pt x="30733" y="2446"/>
                  <a:pt x="30729" y="2446"/>
                  <a:pt x="30725" y="2446"/>
                </a:cubicBezTo>
                <a:lnTo>
                  <a:pt x="30575" y="2446"/>
                </a:lnTo>
                <a:lnTo>
                  <a:pt x="30575" y="2330"/>
                </a:lnTo>
                <a:lnTo>
                  <a:pt x="30725" y="2330"/>
                </a:lnTo>
                <a:cubicBezTo>
                  <a:pt x="30727" y="2330"/>
                  <a:pt x="30729" y="2330"/>
                  <a:pt x="30731" y="2330"/>
                </a:cubicBezTo>
                <a:lnTo>
                  <a:pt x="30736" y="2446"/>
                </a:lnTo>
                <a:moveTo>
                  <a:pt x="30470" y="2446"/>
                </a:moveTo>
                <a:lnTo>
                  <a:pt x="30311" y="2446"/>
                </a:lnTo>
                <a:lnTo>
                  <a:pt x="30311" y="2330"/>
                </a:lnTo>
                <a:lnTo>
                  <a:pt x="30470" y="2330"/>
                </a:lnTo>
                <a:lnTo>
                  <a:pt x="30470" y="2446"/>
                </a:lnTo>
                <a:moveTo>
                  <a:pt x="30206" y="2446"/>
                </a:moveTo>
                <a:lnTo>
                  <a:pt x="30047" y="2446"/>
                </a:lnTo>
                <a:lnTo>
                  <a:pt x="30047" y="2330"/>
                </a:lnTo>
                <a:lnTo>
                  <a:pt x="30206" y="2330"/>
                </a:lnTo>
                <a:lnTo>
                  <a:pt x="30206" y="2446"/>
                </a:lnTo>
                <a:moveTo>
                  <a:pt x="29942" y="2446"/>
                </a:moveTo>
                <a:lnTo>
                  <a:pt x="29783" y="2446"/>
                </a:lnTo>
                <a:lnTo>
                  <a:pt x="29783" y="2330"/>
                </a:lnTo>
                <a:lnTo>
                  <a:pt x="29942" y="2330"/>
                </a:lnTo>
                <a:lnTo>
                  <a:pt x="29942" y="2446"/>
                </a:lnTo>
                <a:moveTo>
                  <a:pt x="29678" y="2446"/>
                </a:moveTo>
                <a:lnTo>
                  <a:pt x="29519" y="2446"/>
                </a:lnTo>
                <a:lnTo>
                  <a:pt x="29519" y="2330"/>
                </a:lnTo>
                <a:lnTo>
                  <a:pt x="29678" y="2330"/>
                </a:lnTo>
                <a:lnTo>
                  <a:pt x="29678" y="2446"/>
                </a:lnTo>
                <a:moveTo>
                  <a:pt x="29414" y="2446"/>
                </a:moveTo>
                <a:lnTo>
                  <a:pt x="29255" y="2446"/>
                </a:lnTo>
                <a:lnTo>
                  <a:pt x="29255" y="2330"/>
                </a:lnTo>
                <a:lnTo>
                  <a:pt x="29414" y="2330"/>
                </a:lnTo>
                <a:lnTo>
                  <a:pt x="29414" y="2446"/>
                </a:lnTo>
                <a:moveTo>
                  <a:pt x="29150" y="2446"/>
                </a:moveTo>
                <a:lnTo>
                  <a:pt x="28991" y="2446"/>
                </a:lnTo>
                <a:lnTo>
                  <a:pt x="28991" y="2330"/>
                </a:lnTo>
                <a:lnTo>
                  <a:pt x="29150" y="2330"/>
                </a:lnTo>
                <a:lnTo>
                  <a:pt x="29150" y="2446"/>
                </a:lnTo>
                <a:moveTo>
                  <a:pt x="28886" y="2446"/>
                </a:moveTo>
                <a:lnTo>
                  <a:pt x="28727" y="2446"/>
                </a:lnTo>
                <a:lnTo>
                  <a:pt x="28727" y="2330"/>
                </a:lnTo>
                <a:lnTo>
                  <a:pt x="28886" y="2330"/>
                </a:lnTo>
                <a:lnTo>
                  <a:pt x="28886" y="2446"/>
                </a:lnTo>
                <a:moveTo>
                  <a:pt x="28622" y="2446"/>
                </a:moveTo>
                <a:lnTo>
                  <a:pt x="28463" y="2446"/>
                </a:lnTo>
                <a:lnTo>
                  <a:pt x="28463" y="2330"/>
                </a:lnTo>
                <a:lnTo>
                  <a:pt x="28622" y="2330"/>
                </a:lnTo>
                <a:lnTo>
                  <a:pt x="28622" y="2446"/>
                </a:lnTo>
                <a:moveTo>
                  <a:pt x="28358" y="2446"/>
                </a:moveTo>
                <a:lnTo>
                  <a:pt x="28199" y="2446"/>
                </a:lnTo>
                <a:lnTo>
                  <a:pt x="28199" y="2330"/>
                </a:lnTo>
                <a:lnTo>
                  <a:pt x="28358" y="2330"/>
                </a:lnTo>
                <a:lnTo>
                  <a:pt x="28358" y="2446"/>
                </a:lnTo>
                <a:moveTo>
                  <a:pt x="28094" y="2446"/>
                </a:moveTo>
                <a:lnTo>
                  <a:pt x="27935" y="2446"/>
                </a:lnTo>
                <a:lnTo>
                  <a:pt x="27935" y="2330"/>
                </a:lnTo>
                <a:lnTo>
                  <a:pt x="28094" y="2330"/>
                </a:lnTo>
                <a:lnTo>
                  <a:pt x="28094" y="2446"/>
                </a:lnTo>
                <a:moveTo>
                  <a:pt x="27829" y="2446"/>
                </a:moveTo>
                <a:lnTo>
                  <a:pt x="27671" y="2446"/>
                </a:lnTo>
                <a:lnTo>
                  <a:pt x="27671" y="2330"/>
                </a:lnTo>
                <a:lnTo>
                  <a:pt x="27829" y="2330"/>
                </a:lnTo>
                <a:lnTo>
                  <a:pt x="27829" y="2446"/>
                </a:lnTo>
                <a:moveTo>
                  <a:pt x="27565" y="2446"/>
                </a:moveTo>
                <a:lnTo>
                  <a:pt x="27407" y="2446"/>
                </a:lnTo>
                <a:lnTo>
                  <a:pt x="27407" y="2330"/>
                </a:lnTo>
                <a:lnTo>
                  <a:pt x="27565" y="2330"/>
                </a:lnTo>
                <a:lnTo>
                  <a:pt x="27565" y="2446"/>
                </a:lnTo>
                <a:moveTo>
                  <a:pt x="27301" y="2446"/>
                </a:moveTo>
                <a:lnTo>
                  <a:pt x="27143" y="2446"/>
                </a:lnTo>
                <a:lnTo>
                  <a:pt x="27143" y="2330"/>
                </a:lnTo>
                <a:lnTo>
                  <a:pt x="27301" y="2330"/>
                </a:lnTo>
                <a:lnTo>
                  <a:pt x="27301" y="2446"/>
                </a:lnTo>
                <a:moveTo>
                  <a:pt x="27037" y="2446"/>
                </a:moveTo>
                <a:lnTo>
                  <a:pt x="26879" y="2446"/>
                </a:lnTo>
                <a:lnTo>
                  <a:pt x="26879" y="2330"/>
                </a:lnTo>
                <a:lnTo>
                  <a:pt x="27037" y="2330"/>
                </a:lnTo>
                <a:lnTo>
                  <a:pt x="27037" y="2446"/>
                </a:lnTo>
                <a:moveTo>
                  <a:pt x="26773" y="2446"/>
                </a:moveTo>
                <a:lnTo>
                  <a:pt x="26615" y="2446"/>
                </a:lnTo>
                <a:lnTo>
                  <a:pt x="26615" y="2330"/>
                </a:lnTo>
                <a:lnTo>
                  <a:pt x="26773" y="2330"/>
                </a:lnTo>
                <a:lnTo>
                  <a:pt x="26773" y="2446"/>
                </a:lnTo>
                <a:moveTo>
                  <a:pt x="26509" y="2446"/>
                </a:moveTo>
                <a:lnTo>
                  <a:pt x="26350" y="2446"/>
                </a:lnTo>
                <a:lnTo>
                  <a:pt x="26350" y="2330"/>
                </a:lnTo>
                <a:lnTo>
                  <a:pt x="26509" y="2330"/>
                </a:lnTo>
                <a:lnTo>
                  <a:pt x="26509" y="2446"/>
                </a:lnTo>
                <a:moveTo>
                  <a:pt x="26245" y="2446"/>
                </a:moveTo>
                <a:lnTo>
                  <a:pt x="26086" y="2446"/>
                </a:lnTo>
                <a:lnTo>
                  <a:pt x="26086" y="2330"/>
                </a:lnTo>
                <a:lnTo>
                  <a:pt x="26245" y="2330"/>
                </a:lnTo>
                <a:lnTo>
                  <a:pt x="26245" y="2446"/>
                </a:lnTo>
                <a:moveTo>
                  <a:pt x="25981" y="2446"/>
                </a:moveTo>
                <a:lnTo>
                  <a:pt x="25822" y="2446"/>
                </a:lnTo>
                <a:lnTo>
                  <a:pt x="25822" y="2330"/>
                </a:lnTo>
                <a:lnTo>
                  <a:pt x="25981" y="2330"/>
                </a:lnTo>
                <a:lnTo>
                  <a:pt x="25981" y="2446"/>
                </a:lnTo>
                <a:moveTo>
                  <a:pt x="25717" y="2446"/>
                </a:moveTo>
                <a:lnTo>
                  <a:pt x="25558" y="2446"/>
                </a:lnTo>
                <a:lnTo>
                  <a:pt x="25558" y="2330"/>
                </a:lnTo>
                <a:lnTo>
                  <a:pt x="25717" y="2330"/>
                </a:lnTo>
                <a:lnTo>
                  <a:pt x="25717" y="2446"/>
                </a:lnTo>
                <a:moveTo>
                  <a:pt x="25453" y="2446"/>
                </a:moveTo>
                <a:lnTo>
                  <a:pt x="25294" y="2446"/>
                </a:lnTo>
                <a:lnTo>
                  <a:pt x="25294" y="2330"/>
                </a:lnTo>
                <a:lnTo>
                  <a:pt x="25453" y="2330"/>
                </a:lnTo>
                <a:lnTo>
                  <a:pt x="25453" y="2446"/>
                </a:lnTo>
                <a:moveTo>
                  <a:pt x="25189" y="2446"/>
                </a:moveTo>
                <a:lnTo>
                  <a:pt x="25030" y="2446"/>
                </a:lnTo>
                <a:lnTo>
                  <a:pt x="25030" y="2330"/>
                </a:lnTo>
                <a:lnTo>
                  <a:pt x="25189" y="2330"/>
                </a:lnTo>
                <a:lnTo>
                  <a:pt x="25189" y="2446"/>
                </a:lnTo>
                <a:moveTo>
                  <a:pt x="24925" y="2446"/>
                </a:moveTo>
                <a:lnTo>
                  <a:pt x="24766" y="2446"/>
                </a:lnTo>
                <a:lnTo>
                  <a:pt x="24766" y="2330"/>
                </a:lnTo>
                <a:lnTo>
                  <a:pt x="24925" y="2330"/>
                </a:lnTo>
                <a:lnTo>
                  <a:pt x="24925" y="2446"/>
                </a:lnTo>
                <a:moveTo>
                  <a:pt x="24661" y="2446"/>
                </a:moveTo>
                <a:lnTo>
                  <a:pt x="24502" y="2446"/>
                </a:lnTo>
                <a:lnTo>
                  <a:pt x="24502" y="2330"/>
                </a:lnTo>
                <a:lnTo>
                  <a:pt x="24661" y="2330"/>
                </a:lnTo>
                <a:lnTo>
                  <a:pt x="24661" y="2446"/>
                </a:lnTo>
                <a:moveTo>
                  <a:pt x="24397" y="2446"/>
                </a:moveTo>
                <a:lnTo>
                  <a:pt x="24238" y="2446"/>
                </a:lnTo>
                <a:lnTo>
                  <a:pt x="24238" y="2330"/>
                </a:lnTo>
                <a:lnTo>
                  <a:pt x="24397" y="2330"/>
                </a:lnTo>
                <a:lnTo>
                  <a:pt x="24397" y="2446"/>
                </a:lnTo>
                <a:moveTo>
                  <a:pt x="24133" y="2446"/>
                </a:moveTo>
                <a:lnTo>
                  <a:pt x="23974" y="2446"/>
                </a:lnTo>
                <a:lnTo>
                  <a:pt x="23974" y="2330"/>
                </a:lnTo>
                <a:lnTo>
                  <a:pt x="24133" y="2330"/>
                </a:lnTo>
                <a:lnTo>
                  <a:pt x="24133" y="2446"/>
                </a:lnTo>
                <a:moveTo>
                  <a:pt x="23869" y="2446"/>
                </a:moveTo>
                <a:lnTo>
                  <a:pt x="23710" y="2446"/>
                </a:lnTo>
                <a:lnTo>
                  <a:pt x="23710" y="2330"/>
                </a:lnTo>
                <a:lnTo>
                  <a:pt x="23869" y="2330"/>
                </a:lnTo>
                <a:lnTo>
                  <a:pt x="23869" y="2446"/>
                </a:lnTo>
                <a:moveTo>
                  <a:pt x="23605" y="2446"/>
                </a:moveTo>
                <a:lnTo>
                  <a:pt x="23446" y="2446"/>
                </a:lnTo>
                <a:lnTo>
                  <a:pt x="23446" y="2330"/>
                </a:lnTo>
                <a:lnTo>
                  <a:pt x="23605" y="2330"/>
                </a:lnTo>
                <a:lnTo>
                  <a:pt x="23605" y="2446"/>
                </a:lnTo>
                <a:moveTo>
                  <a:pt x="23341" y="2446"/>
                </a:moveTo>
                <a:lnTo>
                  <a:pt x="23182" y="2446"/>
                </a:lnTo>
                <a:lnTo>
                  <a:pt x="23182" y="2330"/>
                </a:lnTo>
                <a:lnTo>
                  <a:pt x="23341" y="2330"/>
                </a:lnTo>
                <a:lnTo>
                  <a:pt x="23341" y="2446"/>
                </a:lnTo>
                <a:moveTo>
                  <a:pt x="23077" y="2446"/>
                </a:moveTo>
                <a:lnTo>
                  <a:pt x="22918" y="2446"/>
                </a:lnTo>
                <a:lnTo>
                  <a:pt x="22918" y="2330"/>
                </a:lnTo>
                <a:lnTo>
                  <a:pt x="23077" y="2330"/>
                </a:lnTo>
                <a:lnTo>
                  <a:pt x="23077" y="2446"/>
                </a:lnTo>
                <a:moveTo>
                  <a:pt x="22812" y="2446"/>
                </a:moveTo>
                <a:lnTo>
                  <a:pt x="22654" y="2446"/>
                </a:lnTo>
                <a:lnTo>
                  <a:pt x="22654" y="2330"/>
                </a:lnTo>
                <a:lnTo>
                  <a:pt x="22812" y="2330"/>
                </a:lnTo>
                <a:lnTo>
                  <a:pt x="22812" y="2446"/>
                </a:lnTo>
                <a:moveTo>
                  <a:pt x="22548" y="2446"/>
                </a:moveTo>
                <a:lnTo>
                  <a:pt x="22390" y="2446"/>
                </a:lnTo>
                <a:lnTo>
                  <a:pt x="22390" y="2330"/>
                </a:lnTo>
                <a:lnTo>
                  <a:pt x="22548" y="2330"/>
                </a:lnTo>
                <a:lnTo>
                  <a:pt x="22548" y="2446"/>
                </a:lnTo>
                <a:moveTo>
                  <a:pt x="22284" y="2446"/>
                </a:moveTo>
                <a:lnTo>
                  <a:pt x="22126" y="2446"/>
                </a:lnTo>
                <a:lnTo>
                  <a:pt x="22126" y="2330"/>
                </a:lnTo>
                <a:lnTo>
                  <a:pt x="22284" y="2330"/>
                </a:lnTo>
                <a:lnTo>
                  <a:pt x="22284" y="2446"/>
                </a:lnTo>
                <a:moveTo>
                  <a:pt x="22020" y="2446"/>
                </a:moveTo>
                <a:lnTo>
                  <a:pt x="21862" y="2446"/>
                </a:lnTo>
                <a:lnTo>
                  <a:pt x="21862" y="2330"/>
                </a:lnTo>
                <a:lnTo>
                  <a:pt x="22020" y="2330"/>
                </a:lnTo>
                <a:lnTo>
                  <a:pt x="22020" y="2446"/>
                </a:lnTo>
                <a:moveTo>
                  <a:pt x="21756" y="2446"/>
                </a:moveTo>
                <a:lnTo>
                  <a:pt x="21597" y="2446"/>
                </a:lnTo>
                <a:lnTo>
                  <a:pt x="21597" y="2330"/>
                </a:lnTo>
                <a:lnTo>
                  <a:pt x="21756" y="2330"/>
                </a:lnTo>
                <a:lnTo>
                  <a:pt x="21756" y="2446"/>
                </a:lnTo>
                <a:moveTo>
                  <a:pt x="21492" y="2446"/>
                </a:moveTo>
                <a:lnTo>
                  <a:pt x="21333" y="2446"/>
                </a:lnTo>
                <a:lnTo>
                  <a:pt x="21333" y="2330"/>
                </a:lnTo>
                <a:lnTo>
                  <a:pt x="21492" y="2330"/>
                </a:lnTo>
                <a:lnTo>
                  <a:pt x="21492" y="2446"/>
                </a:lnTo>
                <a:moveTo>
                  <a:pt x="21228" y="2446"/>
                </a:moveTo>
                <a:lnTo>
                  <a:pt x="21069" y="2446"/>
                </a:lnTo>
                <a:lnTo>
                  <a:pt x="21069" y="2330"/>
                </a:lnTo>
                <a:lnTo>
                  <a:pt x="21228" y="2330"/>
                </a:lnTo>
                <a:lnTo>
                  <a:pt x="21228" y="2446"/>
                </a:lnTo>
                <a:moveTo>
                  <a:pt x="20964" y="2446"/>
                </a:moveTo>
                <a:lnTo>
                  <a:pt x="20805" y="2446"/>
                </a:lnTo>
                <a:lnTo>
                  <a:pt x="20805" y="2330"/>
                </a:lnTo>
                <a:lnTo>
                  <a:pt x="20964" y="2330"/>
                </a:lnTo>
                <a:lnTo>
                  <a:pt x="20964" y="2446"/>
                </a:lnTo>
                <a:moveTo>
                  <a:pt x="20700" y="2446"/>
                </a:moveTo>
                <a:lnTo>
                  <a:pt x="20541" y="2446"/>
                </a:lnTo>
                <a:lnTo>
                  <a:pt x="20541" y="2330"/>
                </a:lnTo>
                <a:lnTo>
                  <a:pt x="20700" y="2330"/>
                </a:lnTo>
                <a:lnTo>
                  <a:pt x="20700" y="2446"/>
                </a:lnTo>
                <a:moveTo>
                  <a:pt x="20436" y="2446"/>
                </a:moveTo>
                <a:lnTo>
                  <a:pt x="20277" y="2446"/>
                </a:lnTo>
                <a:lnTo>
                  <a:pt x="20277" y="2330"/>
                </a:lnTo>
                <a:lnTo>
                  <a:pt x="20436" y="2330"/>
                </a:lnTo>
                <a:lnTo>
                  <a:pt x="20436" y="2446"/>
                </a:lnTo>
                <a:moveTo>
                  <a:pt x="20172" y="2446"/>
                </a:moveTo>
                <a:lnTo>
                  <a:pt x="20013" y="2446"/>
                </a:lnTo>
                <a:lnTo>
                  <a:pt x="20013" y="2330"/>
                </a:lnTo>
                <a:lnTo>
                  <a:pt x="20172" y="2330"/>
                </a:lnTo>
                <a:lnTo>
                  <a:pt x="20172" y="2446"/>
                </a:lnTo>
                <a:moveTo>
                  <a:pt x="19908" y="2446"/>
                </a:moveTo>
                <a:lnTo>
                  <a:pt x="19749" y="2446"/>
                </a:lnTo>
                <a:lnTo>
                  <a:pt x="19749" y="2330"/>
                </a:lnTo>
                <a:lnTo>
                  <a:pt x="19908" y="2330"/>
                </a:lnTo>
                <a:lnTo>
                  <a:pt x="19908" y="2446"/>
                </a:lnTo>
                <a:moveTo>
                  <a:pt x="19644" y="2446"/>
                </a:moveTo>
                <a:lnTo>
                  <a:pt x="19485" y="2446"/>
                </a:lnTo>
                <a:lnTo>
                  <a:pt x="19485" y="2330"/>
                </a:lnTo>
                <a:lnTo>
                  <a:pt x="19644" y="2330"/>
                </a:lnTo>
                <a:lnTo>
                  <a:pt x="19644" y="2446"/>
                </a:lnTo>
                <a:moveTo>
                  <a:pt x="19380" y="2446"/>
                </a:moveTo>
                <a:lnTo>
                  <a:pt x="19221" y="2446"/>
                </a:lnTo>
                <a:lnTo>
                  <a:pt x="19221" y="2330"/>
                </a:lnTo>
                <a:lnTo>
                  <a:pt x="19380" y="2330"/>
                </a:lnTo>
                <a:lnTo>
                  <a:pt x="19380" y="2446"/>
                </a:lnTo>
                <a:moveTo>
                  <a:pt x="19116" y="2446"/>
                </a:moveTo>
                <a:lnTo>
                  <a:pt x="18957" y="2446"/>
                </a:lnTo>
                <a:lnTo>
                  <a:pt x="18957" y="2330"/>
                </a:lnTo>
                <a:lnTo>
                  <a:pt x="19116" y="2330"/>
                </a:lnTo>
                <a:lnTo>
                  <a:pt x="19116" y="2446"/>
                </a:lnTo>
                <a:moveTo>
                  <a:pt x="18852" y="2446"/>
                </a:moveTo>
                <a:lnTo>
                  <a:pt x="18693" y="2446"/>
                </a:lnTo>
                <a:lnTo>
                  <a:pt x="18693" y="2330"/>
                </a:lnTo>
                <a:lnTo>
                  <a:pt x="18852" y="2330"/>
                </a:lnTo>
                <a:lnTo>
                  <a:pt x="18852" y="2446"/>
                </a:lnTo>
                <a:moveTo>
                  <a:pt x="18588" y="2446"/>
                </a:moveTo>
                <a:lnTo>
                  <a:pt x="18429" y="2446"/>
                </a:lnTo>
                <a:lnTo>
                  <a:pt x="18429" y="2330"/>
                </a:lnTo>
                <a:lnTo>
                  <a:pt x="18588" y="2330"/>
                </a:lnTo>
                <a:lnTo>
                  <a:pt x="18588" y="2446"/>
                </a:lnTo>
                <a:moveTo>
                  <a:pt x="18324" y="2446"/>
                </a:moveTo>
                <a:lnTo>
                  <a:pt x="18165" y="2446"/>
                </a:lnTo>
                <a:lnTo>
                  <a:pt x="18165" y="2330"/>
                </a:lnTo>
                <a:lnTo>
                  <a:pt x="18324" y="2330"/>
                </a:lnTo>
                <a:lnTo>
                  <a:pt x="18324" y="2446"/>
                </a:lnTo>
                <a:moveTo>
                  <a:pt x="18059" y="2446"/>
                </a:moveTo>
                <a:lnTo>
                  <a:pt x="17901" y="2446"/>
                </a:lnTo>
                <a:lnTo>
                  <a:pt x="17901" y="2330"/>
                </a:lnTo>
                <a:lnTo>
                  <a:pt x="18059" y="2330"/>
                </a:lnTo>
                <a:lnTo>
                  <a:pt x="18059" y="2446"/>
                </a:lnTo>
                <a:moveTo>
                  <a:pt x="17795" y="2446"/>
                </a:moveTo>
                <a:lnTo>
                  <a:pt x="17637" y="2446"/>
                </a:lnTo>
                <a:lnTo>
                  <a:pt x="17637" y="2330"/>
                </a:lnTo>
                <a:lnTo>
                  <a:pt x="17795" y="2330"/>
                </a:lnTo>
                <a:lnTo>
                  <a:pt x="17795" y="2446"/>
                </a:lnTo>
                <a:moveTo>
                  <a:pt x="17531" y="2446"/>
                </a:moveTo>
                <a:lnTo>
                  <a:pt x="17373" y="2446"/>
                </a:lnTo>
                <a:lnTo>
                  <a:pt x="17373" y="2330"/>
                </a:lnTo>
                <a:lnTo>
                  <a:pt x="17531" y="2330"/>
                </a:lnTo>
                <a:lnTo>
                  <a:pt x="17531" y="2446"/>
                </a:lnTo>
                <a:moveTo>
                  <a:pt x="17267" y="2446"/>
                </a:moveTo>
                <a:lnTo>
                  <a:pt x="17109" y="2446"/>
                </a:lnTo>
                <a:lnTo>
                  <a:pt x="17109" y="2330"/>
                </a:lnTo>
                <a:lnTo>
                  <a:pt x="17267" y="2330"/>
                </a:lnTo>
                <a:lnTo>
                  <a:pt x="17267" y="2446"/>
                </a:lnTo>
                <a:moveTo>
                  <a:pt x="17003" y="2446"/>
                </a:moveTo>
                <a:lnTo>
                  <a:pt x="16845" y="2446"/>
                </a:lnTo>
                <a:lnTo>
                  <a:pt x="16845" y="2330"/>
                </a:lnTo>
                <a:lnTo>
                  <a:pt x="17003" y="2330"/>
                </a:lnTo>
                <a:lnTo>
                  <a:pt x="17003" y="2446"/>
                </a:lnTo>
                <a:moveTo>
                  <a:pt x="16739" y="2446"/>
                </a:moveTo>
                <a:lnTo>
                  <a:pt x="16580" y="2446"/>
                </a:lnTo>
                <a:lnTo>
                  <a:pt x="16580" y="2330"/>
                </a:lnTo>
                <a:lnTo>
                  <a:pt x="16739" y="2330"/>
                </a:lnTo>
                <a:lnTo>
                  <a:pt x="16739" y="2446"/>
                </a:lnTo>
                <a:moveTo>
                  <a:pt x="16475" y="2446"/>
                </a:moveTo>
                <a:lnTo>
                  <a:pt x="16316" y="2446"/>
                </a:lnTo>
                <a:lnTo>
                  <a:pt x="16316" y="2330"/>
                </a:lnTo>
                <a:lnTo>
                  <a:pt x="16475" y="2330"/>
                </a:lnTo>
                <a:lnTo>
                  <a:pt x="16475" y="2446"/>
                </a:lnTo>
                <a:moveTo>
                  <a:pt x="16211" y="2446"/>
                </a:moveTo>
                <a:lnTo>
                  <a:pt x="16052" y="2446"/>
                </a:lnTo>
                <a:lnTo>
                  <a:pt x="16052" y="2330"/>
                </a:lnTo>
                <a:lnTo>
                  <a:pt x="16211" y="2330"/>
                </a:lnTo>
                <a:lnTo>
                  <a:pt x="16211" y="2446"/>
                </a:lnTo>
                <a:moveTo>
                  <a:pt x="15947" y="2446"/>
                </a:moveTo>
                <a:lnTo>
                  <a:pt x="15788" y="2446"/>
                </a:lnTo>
                <a:lnTo>
                  <a:pt x="15788" y="2330"/>
                </a:lnTo>
                <a:lnTo>
                  <a:pt x="15947" y="2330"/>
                </a:lnTo>
                <a:lnTo>
                  <a:pt x="15947" y="2446"/>
                </a:lnTo>
                <a:moveTo>
                  <a:pt x="15683" y="2446"/>
                </a:moveTo>
                <a:lnTo>
                  <a:pt x="15524" y="2446"/>
                </a:lnTo>
                <a:lnTo>
                  <a:pt x="15524" y="2330"/>
                </a:lnTo>
                <a:lnTo>
                  <a:pt x="15683" y="2330"/>
                </a:lnTo>
                <a:lnTo>
                  <a:pt x="15683" y="2446"/>
                </a:lnTo>
                <a:moveTo>
                  <a:pt x="15419" y="2446"/>
                </a:moveTo>
                <a:lnTo>
                  <a:pt x="15260" y="2446"/>
                </a:lnTo>
                <a:lnTo>
                  <a:pt x="15260" y="2330"/>
                </a:lnTo>
                <a:lnTo>
                  <a:pt x="15419" y="2330"/>
                </a:lnTo>
                <a:lnTo>
                  <a:pt x="15419" y="2446"/>
                </a:lnTo>
                <a:moveTo>
                  <a:pt x="15155" y="2446"/>
                </a:moveTo>
                <a:lnTo>
                  <a:pt x="14996" y="2446"/>
                </a:lnTo>
                <a:lnTo>
                  <a:pt x="14996" y="2330"/>
                </a:lnTo>
                <a:lnTo>
                  <a:pt x="15155" y="2330"/>
                </a:lnTo>
                <a:lnTo>
                  <a:pt x="15155" y="2446"/>
                </a:lnTo>
                <a:moveTo>
                  <a:pt x="14891" y="2446"/>
                </a:moveTo>
                <a:lnTo>
                  <a:pt x="14732" y="2446"/>
                </a:lnTo>
                <a:lnTo>
                  <a:pt x="14732" y="2330"/>
                </a:lnTo>
                <a:lnTo>
                  <a:pt x="14891" y="2330"/>
                </a:lnTo>
                <a:lnTo>
                  <a:pt x="14891" y="2446"/>
                </a:lnTo>
                <a:moveTo>
                  <a:pt x="14627" y="2446"/>
                </a:moveTo>
                <a:lnTo>
                  <a:pt x="14468" y="2446"/>
                </a:lnTo>
                <a:lnTo>
                  <a:pt x="14468" y="2330"/>
                </a:lnTo>
                <a:lnTo>
                  <a:pt x="14627" y="2330"/>
                </a:lnTo>
                <a:lnTo>
                  <a:pt x="14627" y="2446"/>
                </a:lnTo>
                <a:moveTo>
                  <a:pt x="14363" y="2446"/>
                </a:moveTo>
                <a:lnTo>
                  <a:pt x="14204" y="2446"/>
                </a:lnTo>
                <a:lnTo>
                  <a:pt x="14204" y="2330"/>
                </a:lnTo>
                <a:lnTo>
                  <a:pt x="14363" y="2330"/>
                </a:lnTo>
                <a:lnTo>
                  <a:pt x="14363" y="2446"/>
                </a:lnTo>
                <a:moveTo>
                  <a:pt x="14099" y="2446"/>
                </a:moveTo>
                <a:lnTo>
                  <a:pt x="13939" y="2446"/>
                </a:lnTo>
                <a:lnTo>
                  <a:pt x="13939" y="2330"/>
                </a:lnTo>
                <a:lnTo>
                  <a:pt x="14099" y="2330"/>
                </a:lnTo>
                <a:lnTo>
                  <a:pt x="14099" y="2446"/>
                </a:lnTo>
                <a:moveTo>
                  <a:pt x="13834" y="2446"/>
                </a:moveTo>
                <a:lnTo>
                  <a:pt x="13675" y="2446"/>
                </a:lnTo>
                <a:lnTo>
                  <a:pt x="13675" y="2330"/>
                </a:lnTo>
                <a:lnTo>
                  <a:pt x="13834" y="2330"/>
                </a:lnTo>
                <a:lnTo>
                  <a:pt x="13834" y="2446"/>
                </a:lnTo>
                <a:moveTo>
                  <a:pt x="13570" y="2446"/>
                </a:moveTo>
                <a:lnTo>
                  <a:pt x="13411" y="2446"/>
                </a:lnTo>
                <a:lnTo>
                  <a:pt x="13411" y="2330"/>
                </a:lnTo>
                <a:lnTo>
                  <a:pt x="13570" y="2330"/>
                </a:lnTo>
                <a:lnTo>
                  <a:pt x="13570" y="2446"/>
                </a:lnTo>
                <a:moveTo>
                  <a:pt x="13306" y="2446"/>
                </a:moveTo>
                <a:lnTo>
                  <a:pt x="13147" y="2446"/>
                </a:lnTo>
                <a:lnTo>
                  <a:pt x="13147" y="2330"/>
                </a:lnTo>
                <a:lnTo>
                  <a:pt x="13306" y="2330"/>
                </a:lnTo>
                <a:lnTo>
                  <a:pt x="13306" y="2446"/>
                </a:lnTo>
                <a:moveTo>
                  <a:pt x="13041" y="2446"/>
                </a:moveTo>
                <a:lnTo>
                  <a:pt x="12883" y="2446"/>
                </a:lnTo>
                <a:lnTo>
                  <a:pt x="12883" y="2330"/>
                </a:lnTo>
                <a:lnTo>
                  <a:pt x="13041" y="2330"/>
                </a:lnTo>
                <a:lnTo>
                  <a:pt x="13041" y="2446"/>
                </a:lnTo>
                <a:moveTo>
                  <a:pt x="12777" y="2446"/>
                </a:moveTo>
                <a:lnTo>
                  <a:pt x="12619" y="2446"/>
                </a:lnTo>
                <a:lnTo>
                  <a:pt x="12619" y="2330"/>
                </a:lnTo>
                <a:lnTo>
                  <a:pt x="12777" y="2330"/>
                </a:lnTo>
                <a:lnTo>
                  <a:pt x="12777" y="2446"/>
                </a:lnTo>
                <a:moveTo>
                  <a:pt x="12513" y="2446"/>
                </a:moveTo>
                <a:lnTo>
                  <a:pt x="12355" y="2446"/>
                </a:lnTo>
                <a:lnTo>
                  <a:pt x="12355" y="2330"/>
                </a:lnTo>
                <a:lnTo>
                  <a:pt x="12513" y="2330"/>
                </a:lnTo>
                <a:lnTo>
                  <a:pt x="12513" y="2446"/>
                </a:lnTo>
                <a:moveTo>
                  <a:pt x="12249" y="2446"/>
                </a:moveTo>
                <a:lnTo>
                  <a:pt x="12091" y="2446"/>
                </a:lnTo>
                <a:lnTo>
                  <a:pt x="12091" y="2330"/>
                </a:lnTo>
                <a:lnTo>
                  <a:pt x="12249" y="2330"/>
                </a:lnTo>
                <a:lnTo>
                  <a:pt x="12249" y="2446"/>
                </a:lnTo>
                <a:moveTo>
                  <a:pt x="11985" y="2446"/>
                </a:moveTo>
                <a:lnTo>
                  <a:pt x="11826" y="2446"/>
                </a:lnTo>
                <a:lnTo>
                  <a:pt x="11826" y="2330"/>
                </a:lnTo>
                <a:lnTo>
                  <a:pt x="11985" y="2330"/>
                </a:lnTo>
                <a:lnTo>
                  <a:pt x="11985" y="2446"/>
                </a:lnTo>
                <a:moveTo>
                  <a:pt x="11721" y="2446"/>
                </a:moveTo>
                <a:lnTo>
                  <a:pt x="11562" y="2446"/>
                </a:lnTo>
                <a:lnTo>
                  <a:pt x="11562" y="2330"/>
                </a:lnTo>
                <a:lnTo>
                  <a:pt x="11721" y="2330"/>
                </a:lnTo>
                <a:lnTo>
                  <a:pt x="11721" y="2446"/>
                </a:lnTo>
                <a:moveTo>
                  <a:pt x="11457" y="2446"/>
                </a:moveTo>
                <a:lnTo>
                  <a:pt x="11298" y="2446"/>
                </a:lnTo>
                <a:lnTo>
                  <a:pt x="11298" y="2330"/>
                </a:lnTo>
                <a:lnTo>
                  <a:pt x="11457" y="2330"/>
                </a:lnTo>
                <a:lnTo>
                  <a:pt x="11457" y="2446"/>
                </a:lnTo>
                <a:moveTo>
                  <a:pt x="11193" y="2446"/>
                </a:moveTo>
                <a:lnTo>
                  <a:pt x="11034" y="2446"/>
                </a:lnTo>
                <a:lnTo>
                  <a:pt x="11034" y="2330"/>
                </a:lnTo>
                <a:lnTo>
                  <a:pt x="11193" y="2330"/>
                </a:lnTo>
                <a:lnTo>
                  <a:pt x="11193" y="2446"/>
                </a:lnTo>
                <a:moveTo>
                  <a:pt x="10929" y="2446"/>
                </a:moveTo>
                <a:lnTo>
                  <a:pt x="10770" y="2446"/>
                </a:lnTo>
                <a:lnTo>
                  <a:pt x="10770" y="2330"/>
                </a:lnTo>
                <a:lnTo>
                  <a:pt x="10929" y="2330"/>
                </a:lnTo>
                <a:lnTo>
                  <a:pt x="10929" y="2446"/>
                </a:lnTo>
                <a:moveTo>
                  <a:pt x="10665" y="2446"/>
                </a:moveTo>
                <a:lnTo>
                  <a:pt x="10506" y="2446"/>
                </a:lnTo>
                <a:lnTo>
                  <a:pt x="10506" y="2330"/>
                </a:lnTo>
                <a:lnTo>
                  <a:pt x="10665" y="2330"/>
                </a:lnTo>
                <a:lnTo>
                  <a:pt x="10665" y="2446"/>
                </a:lnTo>
                <a:moveTo>
                  <a:pt x="10401" y="2446"/>
                </a:moveTo>
                <a:lnTo>
                  <a:pt x="10242" y="2446"/>
                </a:lnTo>
                <a:lnTo>
                  <a:pt x="10242" y="2330"/>
                </a:lnTo>
                <a:lnTo>
                  <a:pt x="10401" y="2330"/>
                </a:lnTo>
                <a:lnTo>
                  <a:pt x="10401" y="2446"/>
                </a:lnTo>
                <a:moveTo>
                  <a:pt x="10137" y="2446"/>
                </a:moveTo>
                <a:lnTo>
                  <a:pt x="9978" y="2446"/>
                </a:lnTo>
                <a:lnTo>
                  <a:pt x="9978" y="2330"/>
                </a:lnTo>
                <a:lnTo>
                  <a:pt x="10137" y="2330"/>
                </a:lnTo>
                <a:lnTo>
                  <a:pt x="10137" y="2446"/>
                </a:lnTo>
                <a:moveTo>
                  <a:pt x="9873" y="2446"/>
                </a:moveTo>
                <a:lnTo>
                  <a:pt x="9714" y="2446"/>
                </a:lnTo>
                <a:lnTo>
                  <a:pt x="9714" y="2330"/>
                </a:lnTo>
                <a:lnTo>
                  <a:pt x="9873" y="2330"/>
                </a:lnTo>
                <a:lnTo>
                  <a:pt x="9873" y="2446"/>
                </a:lnTo>
                <a:moveTo>
                  <a:pt x="9609" y="2446"/>
                </a:moveTo>
                <a:lnTo>
                  <a:pt x="9450" y="2446"/>
                </a:lnTo>
                <a:lnTo>
                  <a:pt x="9450" y="2330"/>
                </a:lnTo>
                <a:lnTo>
                  <a:pt x="9609" y="2330"/>
                </a:lnTo>
                <a:lnTo>
                  <a:pt x="9609" y="2446"/>
                </a:lnTo>
                <a:moveTo>
                  <a:pt x="9345" y="2446"/>
                </a:moveTo>
                <a:lnTo>
                  <a:pt x="9186" y="2446"/>
                </a:lnTo>
                <a:lnTo>
                  <a:pt x="9186" y="2330"/>
                </a:lnTo>
                <a:lnTo>
                  <a:pt x="9345" y="2330"/>
                </a:lnTo>
                <a:lnTo>
                  <a:pt x="9345" y="2446"/>
                </a:lnTo>
                <a:moveTo>
                  <a:pt x="9081" y="2446"/>
                </a:moveTo>
                <a:lnTo>
                  <a:pt x="8922" y="2446"/>
                </a:lnTo>
                <a:lnTo>
                  <a:pt x="8922" y="2330"/>
                </a:lnTo>
                <a:lnTo>
                  <a:pt x="9081" y="2330"/>
                </a:lnTo>
                <a:lnTo>
                  <a:pt x="9081" y="2446"/>
                </a:lnTo>
                <a:moveTo>
                  <a:pt x="8817" y="2446"/>
                </a:moveTo>
                <a:lnTo>
                  <a:pt x="8658" y="2446"/>
                </a:lnTo>
                <a:lnTo>
                  <a:pt x="8658" y="2330"/>
                </a:lnTo>
                <a:lnTo>
                  <a:pt x="8817" y="2330"/>
                </a:lnTo>
                <a:lnTo>
                  <a:pt x="8817" y="2446"/>
                </a:lnTo>
                <a:moveTo>
                  <a:pt x="8553" y="2446"/>
                </a:moveTo>
                <a:lnTo>
                  <a:pt x="8394" y="2446"/>
                </a:lnTo>
                <a:lnTo>
                  <a:pt x="8394" y="2330"/>
                </a:lnTo>
                <a:lnTo>
                  <a:pt x="8553" y="2330"/>
                </a:lnTo>
                <a:lnTo>
                  <a:pt x="8553" y="2446"/>
                </a:lnTo>
                <a:moveTo>
                  <a:pt x="8288" y="2446"/>
                </a:moveTo>
                <a:lnTo>
                  <a:pt x="8130" y="2446"/>
                </a:lnTo>
                <a:lnTo>
                  <a:pt x="8130" y="2330"/>
                </a:lnTo>
                <a:lnTo>
                  <a:pt x="8288" y="2330"/>
                </a:lnTo>
                <a:lnTo>
                  <a:pt x="8288" y="2446"/>
                </a:lnTo>
                <a:moveTo>
                  <a:pt x="8024" y="2446"/>
                </a:moveTo>
                <a:lnTo>
                  <a:pt x="7866" y="2446"/>
                </a:lnTo>
                <a:lnTo>
                  <a:pt x="7866" y="2330"/>
                </a:lnTo>
                <a:lnTo>
                  <a:pt x="8024" y="2330"/>
                </a:lnTo>
                <a:lnTo>
                  <a:pt x="8024" y="2446"/>
                </a:lnTo>
                <a:moveTo>
                  <a:pt x="7760" y="2446"/>
                </a:moveTo>
                <a:lnTo>
                  <a:pt x="7602" y="2446"/>
                </a:lnTo>
                <a:lnTo>
                  <a:pt x="7602" y="2330"/>
                </a:lnTo>
                <a:lnTo>
                  <a:pt x="7760" y="2330"/>
                </a:lnTo>
                <a:lnTo>
                  <a:pt x="7760" y="2446"/>
                </a:lnTo>
                <a:moveTo>
                  <a:pt x="7496" y="2446"/>
                </a:moveTo>
                <a:lnTo>
                  <a:pt x="7338" y="2446"/>
                </a:lnTo>
                <a:lnTo>
                  <a:pt x="7338" y="2330"/>
                </a:lnTo>
                <a:lnTo>
                  <a:pt x="7496" y="2330"/>
                </a:lnTo>
                <a:lnTo>
                  <a:pt x="7496" y="2446"/>
                </a:lnTo>
                <a:moveTo>
                  <a:pt x="7232" y="2446"/>
                </a:moveTo>
                <a:lnTo>
                  <a:pt x="7074" y="2446"/>
                </a:lnTo>
                <a:lnTo>
                  <a:pt x="7074" y="2330"/>
                </a:lnTo>
                <a:lnTo>
                  <a:pt x="7232" y="2330"/>
                </a:lnTo>
                <a:lnTo>
                  <a:pt x="7232" y="2446"/>
                </a:lnTo>
                <a:moveTo>
                  <a:pt x="6968" y="2446"/>
                </a:moveTo>
                <a:lnTo>
                  <a:pt x="6809" y="2446"/>
                </a:lnTo>
                <a:lnTo>
                  <a:pt x="6809" y="2330"/>
                </a:lnTo>
                <a:lnTo>
                  <a:pt x="6968" y="2330"/>
                </a:lnTo>
                <a:lnTo>
                  <a:pt x="6968" y="2446"/>
                </a:lnTo>
                <a:moveTo>
                  <a:pt x="6704" y="2446"/>
                </a:moveTo>
                <a:lnTo>
                  <a:pt x="6545" y="2446"/>
                </a:lnTo>
                <a:lnTo>
                  <a:pt x="6545" y="2330"/>
                </a:lnTo>
                <a:lnTo>
                  <a:pt x="6704" y="2330"/>
                </a:lnTo>
                <a:lnTo>
                  <a:pt x="6704" y="2446"/>
                </a:lnTo>
                <a:moveTo>
                  <a:pt x="6440" y="2446"/>
                </a:moveTo>
                <a:lnTo>
                  <a:pt x="6281" y="2446"/>
                </a:lnTo>
                <a:lnTo>
                  <a:pt x="6281" y="2330"/>
                </a:lnTo>
                <a:lnTo>
                  <a:pt x="6440" y="2330"/>
                </a:lnTo>
                <a:lnTo>
                  <a:pt x="6440" y="2446"/>
                </a:lnTo>
                <a:moveTo>
                  <a:pt x="6176" y="2446"/>
                </a:moveTo>
                <a:lnTo>
                  <a:pt x="6017" y="2446"/>
                </a:lnTo>
                <a:lnTo>
                  <a:pt x="6017" y="2330"/>
                </a:lnTo>
                <a:lnTo>
                  <a:pt x="6176" y="2330"/>
                </a:lnTo>
                <a:lnTo>
                  <a:pt x="6176" y="2446"/>
                </a:lnTo>
                <a:moveTo>
                  <a:pt x="5912" y="2446"/>
                </a:moveTo>
                <a:lnTo>
                  <a:pt x="5753" y="2446"/>
                </a:lnTo>
                <a:lnTo>
                  <a:pt x="5753" y="2330"/>
                </a:lnTo>
                <a:lnTo>
                  <a:pt x="5912" y="2330"/>
                </a:lnTo>
                <a:lnTo>
                  <a:pt x="5912" y="2446"/>
                </a:lnTo>
                <a:moveTo>
                  <a:pt x="5648" y="2446"/>
                </a:moveTo>
                <a:lnTo>
                  <a:pt x="5489" y="2446"/>
                </a:lnTo>
                <a:lnTo>
                  <a:pt x="5489" y="2330"/>
                </a:lnTo>
                <a:lnTo>
                  <a:pt x="5648" y="2330"/>
                </a:lnTo>
                <a:lnTo>
                  <a:pt x="5648" y="2446"/>
                </a:lnTo>
                <a:moveTo>
                  <a:pt x="5384" y="2446"/>
                </a:moveTo>
                <a:lnTo>
                  <a:pt x="5225" y="2446"/>
                </a:lnTo>
                <a:lnTo>
                  <a:pt x="5225" y="2330"/>
                </a:lnTo>
                <a:lnTo>
                  <a:pt x="5384" y="2330"/>
                </a:lnTo>
                <a:lnTo>
                  <a:pt x="5384" y="2446"/>
                </a:lnTo>
                <a:moveTo>
                  <a:pt x="5120" y="2446"/>
                </a:moveTo>
                <a:lnTo>
                  <a:pt x="4961" y="2446"/>
                </a:lnTo>
                <a:lnTo>
                  <a:pt x="4961" y="2330"/>
                </a:lnTo>
                <a:lnTo>
                  <a:pt x="5120" y="2330"/>
                </a:lnTo>
                <a:lnTo>
                  <a:pt x="5120" y="2446"/>
                </a:lnTo>
                <a:moveTo>
                  <a:pt x="4856" y="2446"/>
                </a:moveTo>
                <a:lnTo>
                  <a:pt x="4697" y="2446"/>
                </a:lnTo>
                <a:lnTo>
                  <a:pt x="4697" y="2330"/>
                </a:lnTo>
                <a:lnTo>
                  <a:pt x="4856" y="2330"/>
                </a:lnTo>
                <a:lnTo>
                  <a:pt x="4856" y="2446"/>
                </a:lnTo>
                <a:moveTo>
                  <a:pt x="4592" y="2446"/>
                </a:moveTo>
                <a:lnTo>
                  <a:pt x="4433" y="2446"/>
                </a:lnTo>
                <a:lnTo>
                  <a:pt x="4433" y="2330"/>
                </a:lnTo>
                <a:lnTo>
                  <a:pt x="4592" y="2330"/>
                </a:lnTo>
                <a:lnTo>
                  <a:pt x="4592" y="2446"/>
                </a:lnTo>
                <a:moveTo>
                  <a:pt x="4328" y="2446"/>
                </a:moveTo>
                <a:lnTo>
                  <a:pt x="4169" y="2446"/>
                </a:lnTo>
                <a:lnTo>
                  <a:pt x="4169" y="2330"/>
                </a:lnTo>
                <a:lnTo>
                  <a:pt x="4328" y="2330"/>
                </a:lnTo>
                <a:lnTo>
                  <a:pt x="4328" y="2446"/>
                </a:lnTo>
                <a:moveTo>
                  <a:pt x="4064" y="2446"/>
                </a:moveTo>
                <a:lnTo>
                  <a:pt x="3905" y="2446"/>
                </a:lnTo>
                <a:lnTo>
                  <a:pt x="3905" y="2330"/>
                </a:lnTo>
                <a:lnTo>
                  <a:pt x="4064" y="2330"/>
                </a:lnTo>
                <a:lnTo>
                  <a:pt x="4064" y="2446"/>
                </a:lnTo>
                <a:moveTo>
                  <a:pt x="3800" y="2446"/>
                </a:moveTo>
                <a:lnTo>
                  <a:pt x="3641" y="2446"/>
                </a:lnTo>
                <a:lnTo>
                  <a:pt x="3641" y="2330"/>
                </a:lnTo>
                <a:lnTo>
                  <a:pt x="3800" y="2330"/>
                </a:lnTo>
                <a:lnTo>
                  <a:pt x="3800" y="2446"/>
                </a:lnTo>
                <a:moveTo>
                  <a:pt x="3536" y="2446"/>
                </a:moveTo>
                <a:lnTo>
                  <a:pt x="3377" y="2446"/>
                </a:lnTo>
                <a:lnTo>
                  <a:pt x="3377" y="2330"/>
                </a:lnTo>
                <a:lnTo>
                  <a:pt x="3536" y="2330"/>
                </a:lnTo>
                <a:lnTo>
                  <a:pt x="3536" y="2446"/>
                </a:lnTo>
                <a:moveTo>
                  <a:pt x="3271" y="2446"/>
                </a:moveTo>
                <a:lnTo>
                  <a:pt x="3113" y="2446"/>
                </a:lnTo>
                <a:lnTo>
                  <a:pt x="3113" y="2330"/>
                </a:lnTo>
                <a:lnTo>
                  <a:pt x="3271" y="2330"/>
                </a:lnTo>
                <a:lnTo>
                  <a:pt x="3271" y="2446"/>
                </a:lnTo>
                <a:moveTo>
                  <a:pt x="3007" y="2446"/>
                </a:moveTo>
                <a:lnTo>
                  <a:pt x="2849" y="2446"/>
                </a:lnTo>
                <a:lnTo>
                  <a:pt x="2849" y="2330"/>
                </a:lnTo>
                <a:lnTo>
                  <a:pt x="3007" y="2330"/>
                </a:lnTo>
                <a:lnTo>
                  <a:pt x="3007" y="2446"/>
                </a:lnTo>
                <a:moveTo>
                  <a:pt x="2743" y="2446"/>
                </a:moveTo>
                <a:lnTo>
                  <a:pt x="2585" y="2446"/>
                </a:lnTo>
                <a:lnTo>
                  <a:pt x="2585" y="2330"/>
                </a:lnTo>
                <a:lnTo>
                  <a:pt x="2743" y="2330"/>
                </a:lnTo>
                <a:lnTo>
                  <a:pt x="2743" y="2446"/>
                </a:lnTo>
                <a:moveTo>
                  <a:pt x="2479" y="2446"/>
                </a:moveTo>
                <a:lnTo>
                  <a:pt x="2321" y="2446"/>
                </a:lnTo>
                <a:lnTo>
                  <a:pt x="2321" y="2330"/>
                </a:lnTo>
                <a:lnTo>
                  <a:pt x="2479" y="2330"/>
                </a:lnTo>
                <a:lnTo>
                  <a:pt x="2479" y="2446"/>
                </a:lnTo>
                <a:moveTo>
                  <a:pt x="2215" y="2446"/>
                </a:moveTo>
                <a:lnTo>
                  <a:pt x="2056" y="2446"/>
                </a:lnTo>
                <a:lnTo>
                  <a:pt x="2056" y="2330"/>
                </a:lnTo>
                <a:lnTo>
                  <a:pt x="2215" y="2330"/>
                </a:lnTo>
                <a:lnTo>
                  <a:pt x="2215" y="2446"/>
                </a:lnTo>
                <a:moveTo>
                  <a:pt x="1951" y="2446"/>
                </a:moveTo>
                <a:lnTo>
                  <a:pt x="1792" y="2446"/>
                </a:lnTo>
                <a:lnTo>
                  <a:pt x="1792" y="2330"/>
                </a:lnTo>
                <a:lnTo>
                  <a:pt x="1951" y="2330"/>
                </a:lnTo>
                <a:lnTo>
                  <a:pt x="1951" y="2446"/>
                </a:lnTo>
                <a:moveTo>
                  <a:pt x="1687" y="2446"/>
                </a:moveTo>
                <a:lnTo>
                  <a:pt x="1528" y="2446"/>
                </a:lnTo>
                <a:lnTo>
                  <a:pt x="1528" y="2330"/>
                </a:lnTo>
                <a:lnTo>
                  <a:pt x="1687" y="2330"/>
                </a:lnTo>
                <a:lnTo>
                  <a:pt x="1687" y="2446"/>
                </a:lnTo>
                <a:moveTo>
                  <a:pt x="1423" y="2446"/>
                </a:moveTo>
                <a:lnTo>
                  <a:pt x="1264" y="2446"/>
                </a:lnTo>
                <a:lnTo>
                  <a:pt x="1264" y="2330"/>
                </a:lnTo>
                <a:lnTo>
                  <a:pt x="1423" y="2330"/>
                </a:lnTo>
                <a:lnTo>
                  <a:pt x="1423" y="2446"/>
                </a:lnTo>
                <a:moveTo>
                  <a:pt x="1159" y="2446"/>
                </a:moveTo>
                <a:lnTo>
                  <a:pt x="1000" y="2446"/>
                </a:lnTo>
                <a:lnTo>
                  <a:pt x="1000" y="2330"/>
                </a:lnTo>
                <a:lnTo>
                  <a:pt x="1159" y="2330"/>
                </a:lnTo>
                <a:lnTo>
                  <a:pt x="1159" y="2446"/>
                </a:lnTo>
                <a:moveTo>
                  <a:pt x="895" y="2446"/>
                </a:moveTo>
                <a:lnTo>
                  <a:pt x="736" y="2446"/>
                </a:lnTo>
                <a:lnTo>
                  <a:pt x="736" y="2330"/>
                </a:lnTo>
                <a:lnTo>
                  <a:pt x="895" y="2330"/>
                </a:lnTo>
                <a:lnTo>
                  <a:pt x="895" y="2446"/>
                </a:lnTo>
                <a:moveTo>
                  <a:pt x="631" y="2446"/>
                </a:moveTo>
                <a:lnTo>
                  <a:pt x="472" y="2446"/>
                </a:lnTo>
                <a:lnTo>
                  <a:pt x="472" y="2330"/>
                </a:lnTo>
                <a:lnTo>
                  <a:pt x="631" y="2330"/>
                </a:lnTo>
                <a:lnTo>
                  <a:pt x="631" y="2446"/>
                </a:lnTo>
                <a:moveTo>
                  <a:pt x="367" y="2446"/>
                </a:moveTo>
                <a:lnTo>
                  <a:pt x="244" y="2446"/>
                </a:lnTo>
                <a:cubicBezTo>
                  <a:pt x="228" y="2446"/>
                  <a:pt x="213" y="2445"/>
                  <a:pt x="198" y="2442"/>
                </a:cubicBezTo>
                <a:lnTo>
                  <a:pt x="220" y="2327"/>
                </a:lnTo>
                <a:cubicBezTo>
                  <a:pt x="228" y="2329"/>
                  <a:pt x="236" y="2330"/>
                  <a:pt x="244" y="2330"/>
                </a:cubicBezTo>
                <a:lnTo>
                  <a:pt x="367" y="2330"/>
                </a:lnTo>
                <a:lnTo>
                  <a:pt x="367" y="2446"/>
                </a:lnTo>
                <a:moveTo>
                  <a:pt x="75" y="2378"/>
                </a:moveTo>
                <a:cubicBezTo>
                  <a:pt x="25" y="2330"/>
                  <a:pt x="0" y="2272"/>
                  <a:pt x="0" y="2203"/>
                </a:cubicBezTo>
                <a:lnTo>
                  <a:pt x="0" y="2192"/>
                </a:lnTo>
                <a:lnTo>
                  <a:pt x="117" y="2192"/>
                </a:lnTo>
                <a:lnTo>
                  <a:pt x="117" y="2203"/>
                </a:lnTo>
                <a:cubicBezTo>
                  <a:pt x="117" y="2239"/>
                  <a:pt x="130" y="2269"/>
                  <a:pt x="156" y="2294"/>
                </a:cubicBezTo>
                <a:lnTo>
                  <a:pt x="75" y="2378"/>
                </a:lnTo>
                <a:moveTo>
                  <a:pt x="0" y="2087"/>
                </a:moveTo>
                <a:lnTo>
                  <a:pt x="0" y="1928"/>
                </a:lnTo>
                <a:lnTo>
                  <a:pt x="117" y="1928"/>
                </a:lnTo>
                <a:lnTo>
                  <a:pt x="117" y="2087"/>
                </a:lnTo>
                <a:lnTo>
                  <a:pt x="0" y="2087"/>
                </a:lnTo>
                <a:moveTo>
                  <a:pt x="0" y="1823"/>
                </a:moveTo>
                <a:lnTo>
                  <a:pt x="0" y="1664"/>
                </a:lnTo>
                <a:lnTo>
                  <a:pt x="117" y="1664"/>
                </a:lnTo>
                <a:lnTo>
                  <a:pt x="117" y="1823"/>
                </a:lnTo>
                <a:lnTo>
                  <a:pt x="0" y="1823"/>
                </a:lnTo>
                <a:moveTo>
                  <a:pt x="0" y="1559"/>
                </a:moveTo>
                <a:lnTo>
                  <a:pt x="0" y="1399"/>
                </a:lnTo>
                <a:lnTo>
                  <a:pt x="117" y="1399"/>
                </a:lnTo>
                <a:lnTo>
                  <a:pt x="117" y="1559"/>
                </a:lnTo>
                <a:lnTo>
                  <a:pt x="0" y="1559"/>
                </a:lnTo>
                <a:moveTo>
                  <a:pt x="0" y="1294"/>
                </a:moveTo>
                <a:lnTo>
                  <a:pt x="0" y="1135"/>
                </a:lnTo>
                <a:lnTo>
                  <a:pt x="117" y="1135"/>
                </a:lnTo>
                <a:lnTo>
                  <a:pt x="117" y="1294"/>
                </a:lnTo>
                <a:lnTo>
                  <a:pt x="0" y="1294"/>
                </a:lnTo>
                <a:moveTo>
                  <a:pt x="0" y="1029"/>
                </a:moveTo>
                <a:lnTo>
                  <a:pt x="0" y="871"/>
                </a:lnTo>
                <a:lnTo>
                  <a:pt x="117" y="871"/>
                </a:lnTo>
                <a:lnTo>
                  <a:pt x="117" y="1029"/>
                </a:lnTo>
                <a:lnTo>
                  <a:pt x="0" y="1029"/>
                </a:lnTo>
                <a:moveTo>
                  <a:pt x="0" y="765"/>
                </a:moveTo>
                <a:lnTo>
                  <a:pt x="0" y="607"/>
                </a:lnTo>
                <a:lnTo>
                  <a:pt x="117" y="607"/>
                </a:lnTo>
                <a:lnTo>
                  <a:pt x="117" y="765"/>
                </a:lnTo>
                <a:lnTo>
                  <a:pt x="0" y="765"/>
                </a:lnTo>
                <a:moveTo>
                  <a:pt x="0" y="501"/>
                </a:moveTo>
                <a:lnTo>
                  <a:pt x="0" y="343"/>
                </a:lnTo>
                <a:lnTo>
                  <a:pt x="117" y="343"/>
                </a:lnTo>
                <a:lnTo>
                  <a:pt x="117" y="501"/>
                </a:lnTo>
                <a:lnTo>
                  <a:pt x="0" y="501"/>
                </a:lnTo>
                <a:moveTo>
                  <a:pt x="1" y="236"/>
                </a:moveTo>
                <a:cubicBezTo>
                  <a:pt x="3" y="161"/>
                  <a:pt x="34" y="100"/>
                  <a:pt x="92" y="53"/>
                </a:cubicBezTo>
                <a:lnTo>
                  <a:pt x="165" y="144"/>
                </a:lnTo>
                <a:cubicBezTo>
                  <a:pt x="134" y="169"/>
                  <a:pt x="118" y="200"/>
                  <a:pt x="117" y="240"/>
                </a:cubicBezTo>
                <a:lnTo>
                  <a:pt x="1" y="236"/>
                </a:lnTo>
                <a:moveTo>
                  <a:pt x="221" y="1"/>
                </a:moveTo>
                <a:cubicBezTo>
                  <a:pt x="228" y="1"/>
                  <a:pt x="236" y="0"/>
                  <a:pt x="244" y="0"/>
                </a:cubicBezTo>
                <a:lnTo>
                  <a:pt x="403" y="0"/>
                </a:lnTo>
                <a:lnTo>
                  <a:pt x="403" y="117"/>
                </a:lnTo>
                <a:lnTo>
                  <a:pt x="244" y="117"/>
                </a:lnTo>
                <a:cubicBezTo>
                  <a:pt x="240" y="117"/>
                  <a:pt x="236" y="117"/>
                  <a:pt x="232" y="117"/>
                </a:cubicBezTo>
                <a:lnTo>
                  <a:pt x="221" y="1"/>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151" name=""/>
          <p:cNvSpPr/>
          <p:nvPr/>
        </p:nvSpPr>
        <p:spPr>
          <a:xfrm>
            <a:off x="521640" y="4303080"/>
            <a:ext cx="11148480" cy="880560"/>
          </a:xfrm>
          <a:custGeom>
            <a:avLst/>
            <a:gdLst/>
            <a:ahLst/>
            <a:rect l="0" t="0" r="r" b="b"/>
            <a:pathLst>
              <a:path w="30968" h="2446">
                <a:moveTo>
                  <a:pt x="508" y="0"/>
                </a:moveTo>
                <a:lnTo>
                  <a:pt x="667" y="0"/>
                </a:lnTo>
                <a:lnTo>
                  <a:pt x="667" y="117"/>
                </a:lnTo>
                <a:lnTo>
                  <a:pt x="508" y="117"/>
                </a:lnTo>
                <a:lnTo>
                  <a:pt x="508" y="0"/>
                </a:lnTo>
                <a:moveTo>
                  <a:pt x="772" y="0"/>
                </a:moveTo>
                <a:lnTo>
                  <a:pt x="931" y="0"/>
                </a:lnTo>
                <a:lnTo>
                  <a:pt x="931" y="117"/>
                </a:lnTo>
                <a:lnTo>
                  <a:pt x="772" y="117"/>
                </a:lnTo>
                <a:lnTo>
                  <a:pt x="772" y="0"/>
                </a:lnTo>
                <a:moveTo>
                  <a:pt x="1036" y="0"/>
                </a:moveTo>
                <a:lnTo>
                  <a:pt x="1195" y="0"/>
                </a:lnTo>
                <a:lnTo>
                  <a:pt x="1195" y="117"/>
                </a:lnTo>
                <a:lnTo>
                  <a:pt x="1036" y="117"/>
                </a:lnTo>
                <a:lnTo>
                  <a:pt x="1036" y="0"/>
                </a:lnTo>
                <a:moveTo>
                  <a:pt x="1300" y="0"/>
                </a:moveTo>
                <a:lnTo>
                  <a:pt x="1459" y="0"/>
                </a:lnTo>
                <a:lnTo>
                  <a:pt x="1459" y="117"/>
                </a:lnTo>
                <a:lnTo>
                  <a:pt x="1300" y="117"/>
                </a:lnTo>
                <a:lnTo>
                  <a:pt x="1300" y="0"/>
                </a:lnTo>
                <a:moveTo>
                  <a:pt x="1564" y="0"/>
                </a:moveTo>
                <a:lnTo>
                  <a:pt x="1723" y="0"/>
                </a:lnTo>
                <a:lnTo>
                  <a:pt x="1723" y="117"/>
                </a:lnTo>
                <a:lnTo>
                  <a:pt x="1564" y="117"/>
                </a:lnTo>
                <a:lnTo>
                  <a:pt x="1564" y="0"/>
                </a:lnTo>
                <a:moveTo>
                  <a:pt x="1828" y="0"/>
                </a:moveTo>
                <a:lnTo>
                  <a:pt x="1987" y="0"/>
                </a:lnTo>
                <a:lnTo>
                  <a:pt x="1987" y="117"/>
                </a:lnTo>
                <a:lnTo>
                  <a:pt x="1828" y="117"/>
                </a:lnTo>
                <a:lnTo>
                  <a:pt x="1828" y="0"/>
                </a:lnTo>
                <a:moveTo>
                  <a:pt x="2092" y="0"/>
                </a:moveTo>
                <a:lnTo>
                  <a:pt x="2251" y="0"/>
                </a:lnTo>
                <a:lnTo>
                  <a:pt x="2251" y="117"/>
                </a:lnTo>
                <a:lnTo>
                  <a:pt x="2092" y="117"/>
                </a:lnTo>
                <a:lnTo>
                  <a:pt x="2092" y="0"/>
                </a:lnTo>
                <a:moveTo>
                  <a:pt x="2356" y="0"/>
                </a:moveTo>
                <a:lnTo>
                  <a:pt x="2515" y="0"/>
                </a:lnTo>
                <a:lnTo>
                  <a:pt x="2515" y="117"/>
                </a:lnTo>
                <a:lnTo>
                  <a:pt x="2356" y="117"/>
                </a:lnTo>
                <a:lnTo>
                  <a:pt x="2356" y="0"/>
                </a:lnTo>
                <a:moveTo>
                  <a:pt x="2620" y="0"/>
                </a:moveTo>
                <a:lnTo>
                  <a:pt x="2779" y="0"/>
                </a:lnTo>
                <a:lnTo>
                  <a:pt x="2779" y="117"/>
                </a:lnTo>
                <a:lnTo>
                  <a:pt x="2620" y="117"/>
                </a:lnTo>
                <a:lnTo>
                  <a:pt x="2620" y="0"/>
                </a:lnTo>
                <a:moveTo>
                  <a:pt x="2884" y="0"/>
                </a:moveTo>
                <a:lnTo>
                  <a:pt x="3043" y="0"/>
                </a:lnTo>
                <a:lnTo>
                  <a:pt x="3043" y="117"/>
                </a:lnTo>
                <a:lnTo>
                  <a:pt x="2884" y="117"/>
                </a:lnTo>
                <a:lnTo>
                  <a:pt x="2884" y="0"/>
                </a:lnTo>
                <a:moveTo>
                  <a:pt x="3148" y="0"/>
                </a:moveTo>
                <a:lnTo>
                  <a:pt x="3307" y="0"/>
                </a:lnTo>
                <a:lnTo>
                  <a:pt x="3307" y="117"/>
                </a:lnTo>
                <a:lnTo>
                  <a:pt x="3148" y="117"/>
                </a:lnTo>
                <a:lnTo>
                  <a:pt x="3148" y="0"/>
                </a:lnTo>
                <a:moveTo>
                  <a:pt x="3412" y="0"/>
                </a:moveTo>
                <a:lnTo>
                  <a:pt x="3571" y="0"/>
                </a:lnTo>
                <a:lnTo>
                  <a:pt x="3571" y="117"/>
                </a:lnTo>
                <a:lnTo>
                  <a:pt x="3412" y="117"/>
                </a:lnTo>
                <a:lnTo>
                  <a:pt x="3412" y="0"/>
                </a:lnTo>
                <a:moveTo>
                  <a:pt x="3677" y="0"/>
                </a:moveTo>
                <a:lnTo>
                  <a:pt x="3835" y="0"/>
                </a:lnTo>
                <a:lnTo>
                  <a:pt x="3835" y="117"/>
                </a:lnTo>
                <a:lnTo>
                  <a:pt x="3677" y="117"/>
                </a:lnTo>
                <a:lnTo>
                  <a:pt x="3677" y="0"/>
                </a:lnTo>
                <a:moveTo>
                  <a:pt x="3941" y="0"/>
                </a:moveTo>
                <a:lnTo>
                  <a:pt x="4099" y="0"/>
                </a:lnTo>
                <a:lnTo>
                  <a:pt x="4099" y="117"/>
                </a:lnTo>
                <a:lnTo>
                  <a:pt x="3941" y="117"/>
                </a:lnTo>
                <a:lnTo>
                  <a:pt x="3941" y="0"/>
                </a:lnTo>
                <a:moveTo>
                  <a:pt x="4205" y="0"/>
                </a:moveTo>
                <a:lnTo>
                  <a:pt x="4363" y="0"/>
                </a:lnTo>
                <a:lnTo>
                  <a:pt x="4363" y="117"/>
                </a:lnTo>
                <a:lnTo>
                  <a:pt x="4205" y="117"/>
                </a:lnTo>
                <a:lnTo>
                  <a:pt x="4205" y="0"/>
                </a:lnTo>
                <a:moveTo>
                  <a:pt x="4469" y="0"/>
                </a:moveTo>
                <a:lnTo>
                  <a:pt x="4627" y="0"/>
                </a:lnTo>
                <a:lnTo>
                  <a:pt x="4627" y="117"/>
                </a:lnTo>
                <a:lnTo>
                  <a:pt x="4469" y="117"/>
                </a:lnTo>
                <a:lnTo>
                  <a:pt x="4469" y="0"/>
                </a:lnTo>
                <a:moveTo>
                  <a:pt x="4733" y="0"/>
                </a:moveTo>
                <a:lnTo>
                  <a:pt x="4892" y="0"/>
                </a:lnTo>
                <a:lnTo>
                  <a:pt x="4892" y="117"/>
                </a:lnTo>
                <a:lnTo>
                  <a:pt x="4733" y="117"/>
                </a:lnTo>
                <a:lnTo>
                  <a:pt x="4733" y="0"/>
                </a:lnTo>
                <a:moveTo>
                  <a:pt x="4997" y="0"/>
                </a:moveTo>
                <a:lnTo>
                  <a:pt x="5156" y="0"/>
                </a:lnTo>
                <a:lnTo>
                  <a:pt x="5156" y="117"/>
                </a:lnTo>
                <a:lnTo>
                  <a:pt x="4997" y="117"/>
                </a:lnTo>
                <a:lnTo>
                  <a:pt x="4997" y="0"/>
                </a:lnTo>
                <a:moveTo>
                  <a:pt x="5261" y="0"/>
                </a:moveTo>
                <a:lnTo>
                  <a:pt x="5420" y="0"/>
                </a:lnTo>
                <a:lnTo>
                  <a:pt x="5420" y="117"/>
                </a:lnTo>
                <a:lnTo>
                  <a:pt x="5261" y="117"/>
                </a:lnTo>
                <a:lnTo>
                  <a:pt x="5261" y="0"/>
                </a:lnTo>
                <a:moveTo>
                  <a:pt x="5525" y="0"/>
                </a:moveTo>
                <a:lnTo>
                  <a:pt x="5684" y="0"/>
                </a:lnTo>
                <a:lnTo>
                  <a:pt x="5684" y="117"/>
                </a:lnTo>
                <a:lnTo>
                  <a:pt x="5525" y="117"/>
                </a:lnTo>
                <a:lnTo>
                  <a:pt x="5525" y="0"/>
                </a:lnTo>
                <a:moveTo>
                  <a:pt x="5789" y="0"/>
                </a:moveTo>
                <a:lnTo>
                  <a:pt x="5948" y="0"/>
                </a:lnTo>
                <a:lnTo>
                  <a:pt x="5948" y="117"/>
                </a:lnTo>
                <a:lnTo>
                  <a:pt x="5789" y="117"/>
                </a:lnTo>
                <a:lnTo>
                  <a:pt x="5789" y="0"/>
                </a:lnTo>
                <a:moveTo>
                  <a:pt x="6053" y="0"/>
                </a:moveTo>
                <a:lnTo>
                  <a:pt x="6212" y="0"/>
                </a:lnTo>
                <a:lnTo>
                  <a:pt x="6212" y="117"/>
                </a:lnTo>
                <a:lnTo>
                  <a:pt x="6053" y="117"/>
                </a:lnTo>
                <a:lnTo>
                  <a:pt x="6053" y="0"/>
                </a:lnTo>
                <a:moveTo>
                  <a:pt x="6317" y="0"/>
                </a:moveTo>
                <a:lnTo>
                  <a:pt x="6476" y="0"/>
                </a:lnTo>
                <a:lnTo>
                  <a:pt x="6476" y="117"/>
                </a:lnTo>
                <a:lnTo>
                  <a:pt x="6317" y="117"/>
                </a:lnTo>
                <a:lnTo>
                  <a:pt x="6317" y="0"/>
                </a:lnTo>
                <a:moveTo>
                  <a:pt x="6581" y="0"/>
                </a:moveTo>
                <a:lnTo>
                  <a:pt x="6740" y="0"/>
                </a:lnTo>
                <a:lnTo>
                  <a:pt x="6740" y="117"/>
                </a:lnTo>
                <a:lnTo>
                  <a:pt x="6581" y="117"/>
                </a:lnTo>
                <a:lnTo>
                  <a:pt x="6581" y="0"/>
                </a:lnTo>
                <a:moveTo>
                  <a:pt x="6845" y="0"/>
                </a:moveTo>
                <a:lnTo>
                  <a:pt x="7004" y="0"/>
                </a:lnTo>
                <a:lnTo>
                  <a:pt x="7004" y="117"/>
                </a:lnTo>
                <a:lnTo>
                  <a:pt x="6845" y="117"/>
                </a:lnTo>
                <a:lnTo>
                  <a:pt x="6845" y="0"/>
                </a:lnTo>
                <a:moveTo>
                  <a:pt x="7109" y="0"/>
                </a:moveTo>
                <a:lnTo>
                  <a:pt x="7268" y="0"/>
                </a:lnTo>
                <a:lnTo>
                  <a:pt x="7268" y="117"/>
                </a:lnTo>
                <a:lnTo>
                  <a:pt x="7109" y="117"/>
                </a:lnTo>
                <a:lnTo>
                  <a:pt x="7109" y="0"/>
                </a:lnTo>
                <a:moveTo>
                  <a:pt x="7373" y="0"/>
                </a:moveTo>
                <a:lnTo>
                  <a:pt x="7532" y="0"/>
                </a:lnTo>
                <a:lnTo>
                  <a:pt x="7532" y="117"/>
                </a:lnTo>
                <a:lnTo>
                  <a:pt x="7373" y="117"/>
                </a:lnTo>
                <a:lnTo>
                  <a:pt x="7373" y="0"/>
                </a:lnTo>
                <a:moveTo>
                  <a:pt x="7637" y="0"/>
                </a:moveTo>
                <a:lnTo>
                  <a:pt x="7796" y="0"/>
                </a:lnTo>
                <a:lnTo>
                  <a:pt x="7796" y="117"/>
                </a:lnTo>
                <a:lnTo>
                  <a:pt x="7637" y="117"/>
                </a:lnTo>
                <a:lnTo>
                  <a:pt x="7637" y="0"/>
                </a:lnTo>
                <a:moveTo>
                  <a:pt x="7901" y="0"/>
                </a:moveTo>
                <a:lnTo>
                  <a:pt x="8060" y="0"/>
                </a:lnTo>
                <a:lnTo>
                  <a:pt x="8060" y="117"/>
                </a:lnTo>
                <a:lnTo>
                  <a:pt x="7901" y="117"/>
                </a:lnTo>
                <a:lnTo>
                  <a:pt x="7901" y="0"/>
                </a:lnTo>
                <a:moveTo>
                  <a:pt x="8165" y="0"/>
                </a:moveTo>
                <a:lnTo>
                  <a:pt x="8324" y="0"/>
                </a:lnTo>
                <a:lnTo>
                  <a:pt x="8324" y="117"/>
                </a:lnTo>
                <a:lnTo>
                  <a:pt x="8165" y="117"/>
                </a:lnTo>
                <a:lnTo>
                  <a:pt x="8165" y="0"/>
                </a:lnTo>
                <a:moveTo>
                  <a:pt x="8430" y="0"/>
                </a:moveTo>
                <a:lnTo>
                  <a:pt x="8588" y="0"/>
                </a:lnTo>
                <a:lnTo>
                  <a:pt x="8588" y="117"/>
                </a:lnTo>
                <a:lnTo>
                  <a:pt x="8430" y="117"/>
                </a:lnTo>
                <a:lnTo>
                  <a:pt x="8430" y="0"/>
                </a:lnTo>
                <a:moveTo>
                  <a:pt x="8694" y="0"/>
                </a:moveTo>
                <a:lnTo>
                  <a:pt x="8852" y="0"/>
                </a:lnTo>
                <a:lnTo>
                  <a:pt x="8852" y="117"/>
                </a:lnTo>
                <a:lnTo>
                  <a:pt x="8694" y="117"/>
                </a:lnTo>
                <a:lnTo>
                  <a:pt x="8694" y="0"/>
                </a:lnTo>
                <a:moveTo>
                  <a:pt x="8958" y="0"/>
                </a:moveTo>
                <a:lnTo>
                  <a:pt x="9116" y="0"/>
                </a:lnTo>
                <a:lnTo>
                  <a:pt x="9116" y="117"/>
                </a:lnTo>
                <a:lnTo>
                  <a:pt x="8958" y="117"/>
                </a:lnTo>
                <a:lnTo>
                  <a:pt x="8958" y="0"/>
                </a:lnTo>
                <a:moveTo>
                  <a:pt x="9222" y="0"/>
                </a:moveTo>
                <a:lnTo>
                  <a:pt x="9380" y="0"/>
                </a:lnTo>
                <a:lnTo>
                  <a:pt x="9380" y="117"/>
                </a:lnTo>
                <a:lnTo>
                  <a:pt x="9222" y="117"/>
                </a:lnTo>
                <a:lnTo>
                  <a:pt x="9222" y="0"/>
                </a:lnTo>
                <a:moveTo>
                  <a:pt x="9486" y="0"/>
                </a:moveTo>
                <a:lnTo>
                  <a:pt x="9644" y="0"/>
                </a:lnTo>
                <a:lnTo>
                  <a:pt x="9644" y="117"/>
                </a:lnTo>
                <a:lnTo>
                  <a:pt x="9486" y="117"/>
                </a:lnTo>
                <a:lnTo>
                  <a:pt x="9486" y="0"/>
                </a:lnTo>
                <a:moveTo>
                  <a:pt x="9750" y="0"/>
                </a:moveTo>
                <a:lnTo>
                  <a:pt x="9909" y="0"/>
                </a:lnTo>
                <a:lnTo>
                  <a:pt x="9909" y="117"/>
                </a:lnTo>
                <a:lnTo>
                  <a:pt x="9750" y="117"/>
                </a:lnTo>
                <a:lnTo>
                  <a:pt x="9750" y="0"/>
                </a:lnTo>
                <a:moveTo>
                  <a:pt x="10014" y="0"/>
                </a:moveTo>
                <a:lnTo>
                  <a:pt x="10173" y="0"/>
                </a:lnTo>
                <a:lnTo>
                  <a:pt x="10173" y="117"/>
                </a:lnTo>
                <a:lnTo>
                  <a:pt x="10014" y="117"/>
                </a:lnTo>
                <a:lnTo>
                  <a:pt x="10014" y="0"/>
                </a:lnTo>
                <a:moveTo>
                  <a:pt x="10278" y="0"/>
                </a:moveTo>
                <a:lnTo>
                  <a:pt x="10437" y="0"/>
                </a:lnTo>
                <a:lnTo>
                  <a:pt x="10437" y="117"/>
                </a:lnTo>
                <a:lnTo>
                  <a:pt x="10278" y="117"/>
                </a:lnTo>
                <a:lnTo>
                  <a:pt x="10278" y="0"/>
                </a:lnTo>
                <a:moveTo>
                  <a:pt x="10542" y="0"/>
                </a:moveTo>
                <a:lnTo>
                  <a:pt x="10701" y="0"/>
                </a:lnTo>
                <a:lnTo>
                  <a:pt x="10701" y="117"/>
                </a:lnTo>
                <a:lnTo>
                  <a:pt x="10542" y="117"/>
                </a:lnTo>
                <a:lnTo>
                  <a:pt x="10542" y="0"/>
                </a:lnTo>
                <a:moveTo>
                  <a:pt x="10806" y="0"/>
                </a:moveTo>
                <a:lnTo>
                  <a:pt x="10965" y="0"/>
                </a:lnTo>
                <a:lnTo>
                  <a:pt x="10965" y="117"/>
                </a:lnTo>
                <a:lnTo>
                  <a:pt x="10806" y="117"/>
                </a:lnTo>
                <a:lnTo>
                  <a:pt x="10806" y="0"/>
                </a:lnTo>
                <a:moveTo>
                  <a:pt x="11070" y="0"/>
                </a:moveTo>
                <a:lnTo>
                  <a:pt x="11229" y="0"/>
                </a:lnTo>
                <a:lnTo>
                  <a:pt x="11229" y="117"/>
                </a:lnTo>
                <a:lnTo>
                  <a:pt x="11070" y="117"/>
                </a:lnTo>
                <a:lnTo>
                  <a:pt x="11070" y="0"/>
                </a:lnTo>
                <a:moveTo>
                  <a:pt x="11334" y="0"/>
                </a:moveTo>
                <a:lnTo>
                  <a:pt x="11493" y="0"/>
                </a:lnTo>
                <a:lnTo>
                  <a:pt x="11493" y="117"/>
                </a:lnTo>
                <a:lnTo>
                  <a:pt x="11334" y="117"/>
                </a:lnTo>
                <a:lnTo>
                  <a:pt x="11334" y="0"/>
                </a:lnTo>
                <a:moveTo>
                  <a:pt x="11598" y="0"/>
                </a:moveTo>
                <a:lnTo>
                  <a:pt x="11757" y="0"/>
                </a:lnTo>
                <a:lnTo>
                  <a:pt x="11757" y="117"/>
                </a:lnTo>
                <a:lnTo>
                  <a:pt x="11598" y="117"/>
                </a:lnTo>
                <a:lnTo>
                  <a:pt x="11598" y="0"/>
                </a:lnTo>
                <a:moveTo>
                  <a:pt x="11862" y="0"/>
                </a:moveTo>
                <a:lnTo>
                  <a:pt x="12021" y="0"/>
                </a:lnTo>
                <a:lnTo>
                  <a:pt x="12021" y="117"/>
                </a:lnTo>
                <a:lnTo>
                  <a:pt x="11862" y="117"/>
                </a:lnTo>
                <a:lnTo>
                  <a:pt x="11862" y="0"/>
                </a:lnTo>
                <a:moveTo>
                  <a:pt x="12126" y="0"/>
                </a:moveTo>
                <a:lnTo>
                  <a:pt x="12285" y="0"/>
                </a:lnTo>
                <a:lnTo>
                  <a:pt x="12285" y="117"/>
                </a:lnTo>
                <a:lnTo>
                  <a:pt x="12126" y="117"/>
                </a:lnTo>
                <a:lnTo>
                  <a:pt x="12126" y="0"/>
                </a:lnTo>
                <a:moveTo>
                  <a:pt x="12390" y="0"/>
                </a:moveTo>
                <a:lnTo>
                  <a:pt x="12549" y="0"/>
                </a:lnTo>
                <a:lnTo>
                  <a:pt x="12549" y="117"/>
                </a:lnTo>
                <a:lnTo>
                  <a:pt x="12390" y="117"/>
                </a:lnTo>
                <a:lnTo>
                  <a:pt x="12390" y="0"/>
                </a:lnTo>
                <a:moveTo>
                  <a:pt x="12654" y="0"/>
                </a:moveTo>
                <a:lnTo>
                  <a:pt x="12813" y="0"/>
                </a:lnTo>
                <a:lnTo>
                  <a:pt x="12813" y="117"/>
                </a:lnTo>
                <a:lnTo>
                  <a:pt x="12654" y="117"/>
                </a:lnTo>
                <a:lnTo>
                  <a:pt x="12654" y="0"/>
                </a:lnTo>
                <a:moveTo>
                  <a:pt x="12918" y="0"/>
                </a:moveTo>
                <a:lnTo>
                  <a:pt x="13077" y="0"/>
                </a:lnTo>
                <a:lnTo>
                  <a:pt x="13077" y="117"/>
                </a:lnTo>
                <a:lnTo>
                  <a:pt x="12918" y="117"/>
                </a:lnTo>
                <a:lnTo>
                  <a:pt x="12918" y="0"/>
                </a:lnTo>
                <a:moveTo>
                  <a:pt x="13182" y="0"/>
                </a:moveTo>
                <a:lnTo>
                  <a:pt x="13341" y="0"/>
                </a:lnTo>
                <a:lnTo>
                  <a:pt x="13341" y="117"/>
                </a:lnTo>
                <a:lnTo>
                  <a:pt x="13182" y="117"/>
                </a:lnTo>
                <a:lnTo>
                  <a:pt x="13182" y="0"/>
                </a:lnTo>
                <a:moveTo>
                  <a:pt x="13447" y="0"/>
                </a:moveTo>
                <a:lnTo>
                  <a:pt x="13605" y="0"/>
                </a:lnTo>
                <a:lnTo>
                  <a:pt x="13605" y="117"/>
                </a:lnTo>
                <a:lnTo>
                  <a:pt x="13447" y="117"/>
                </a:lnTo>
                <a:lnTo>
                  <a:pt x="13447" y="0"/>
                </a:lnTo>
                <a:moveTo>
                  <a:pt x="13711" y="0"/>
                </a:moveTo>
                <a:lnTo>
                  <a:pt x="13869" y="0"/>
                </a:lnTo>
                <a:lnTo>
                  <a:pt x="13869" y="117"/>
                </a:lnTo>
                <a:lnTo>
                  <a:pt x="13711" y="117"/>
                </a:lnTo>
                <a:lnTo>
                  <a:pt x="13711" y="0"/>
                </a:lnTo>
                <a:moveTo>
                  <a:pt x="13975" y="0"/>
                </a:moveTo>
                <a:lnTo>
                  <a:pt x="14134" y="0"/>
                </a:lnTo>
                <a:lnTo>
                  <a:pt x="14134" y="117"/>
                </a:lnTo>
                <a:lnTo>
                  <a:pt x="13975" y="117"/>
                </a:lnTo>
                <a:lnTo>
                  <a:pt x="13975" y="0"/>
                </a:lnTo>
                <a:moveTo>
                  <a:pt x="14240" y="0"/>
                </a:moveTo>
                <a:lnTo>
                  <a:pt x="14398" y="0"/>
                </a:lnTo>
                <a:lnTo>
                  <a:pt x="14398" y="117"/>
                </a:lnTo>
                <a:lnTo>
                  <a:pt x="14240" y="117"/>
                </a:lnTo>
                <a:lnTo>
                  <a:pt x="14240" y="0"/>
                </a:lnTo>
                <a:moveTo>
                  <a:pt x="14504" y="0"/>
                </a:moveTo>
                <a:lnTo>
                  <a:pt x="14663" y="0"/>
                </a:lnTo>
                <a:lnTo>
                  <a:pt x="14663" y="117"/>
                </a:lnTo>
                <a:lnTo>
                  <a:pt x="14504" y="117"/>
                </a:lnTo>
                <a:lnTo>
                  <a:pt x="14504" y="0"/>
                </a:lnTo>
                <a:moveTo>
                  <a:pt x="14768" y="0"/>
                </a:moveTo>
                <a:lnTo>
                  <a:pt x="14927" y="0"/>
                </a:lnTo>
                <a:lnTo>
                  <a:pt x="14927" y="117"/>
                </a:lnTo>
                <a:lnTo>
                  <a:pt x="14768" y="117"/>
                </a:lnTo>
                <a:lnTo>
                  <a:pt x="14768" y="0"/>
                </a:lnTo>
                <a:moveTo>
                  <a:pt x="15032" y="0"/>
                </a:moveTo>
                <a:lnTo>
                  <a:pt x="15191" y="0"/>
                </a:lnTo>
                <a:lnTo>
                  <a:pt x="15191" y="117"/>
                </a:lnTo>
                <a:lnTo>
                  <a:pt x="15032" y="117"/>
                </a:lnTo>
                <a:lnTo>
                  <a:pt x="15032" y="0"/>
                </a:lnTo>
                <a:moveTo>
                  <a:pt x="15296" y="0"/>
                </a:moveTo>
                <a:lnTo>
                  <a:pt x="15455" y="0"/>
                </a:lnTo>
                <a:lnTo>
                  <a:pt x="15455" y="117"/>
                </a:lnTo>
                <a:lnTo>
                  <a:pt x="15296" y="117"/>
                </a:lnTo>
                <a:lnTo>
                  <a:pt x="15296" y="0"/>
                </a:lnTo>
                <a:moveTo>
                  <a:pt x="15560" y="0"/>
                </a:moveTo>
                <a:lnTo>
                  <a:pt x="15719" y="0"/>
                </a:lnTo>
                <a:lnTo>
                  <a:pt x="15719" y="117"/>
                </a:lnTo>
                <a:lnTo>
                  <a:pt x="15560" y="117"/>
                </a:lnTo>
                <a:lnTo>
                  <a:pt x="15560" y="0"/>
                </a:lnTo>
                <a:moveTo>
                  <a:pt x="15824" y="0"/>
                </a:moveTo>
                <a:lnTo>
                  <a:pt x="15983" y="0"/>
                </a:lnTo>
                <a:lnTo>
                  <a:pt x="15983" y="117"/>
                </a:lnTo>
                <a:lnTo>
                  <a:pt x="15824" y="117"/>
                </a:lnTo>
                <a:lnTo>
                  <a:pt x="15824" y="0"/>
                </a:lnTo>
                <a:moveTo>
                  <a:pt x="16088" y="0"/>
                </a:moveTo>
                <a:lnTo>
                  <a:pt x="16247" y="0"/>
                </a:lnTo>
                <a:lnTo>
                  <a:pt x="16247" y="117"/>
                </a:lnTo>
                <a:lnTo>
                  <a:pt x="16088" y="117"/>
                </a:lnTo>
                <a:lnTo>
                  <a:pt x="16088" y="0"/>
                </a:lnTo>
                <a:moveTo>
                  <a:pt x="16352" y="0"/>
                </a:moveTo>
                <a:lnTo>
                  <a:pt x="16511" y="0"/>
                </a:lnTo>
                <a:lnTo>
                  <a:pt x="16511" y="117"/>
                </a:lnTo>
                <a:lnTo>
                  <a:pt x="16352" y="117"/>
                </a:lnTo>
                <a:lnTo>
                  <a:pt x="16352" y="0"/>
                </a:lnTo>
                <a:moveTo>
                  <a:pt x="16616" y="0"/>
                </a:moveTo>
                <a:lnTo>
                  <a:pt x="16775" y="0"/>
                </a:lnTo>
                <a:lnTo>
                  <a:pt x="16775" y="117"/>
                </a:lnTo>
                <a:lnTo>
                  <a:pt x="16616" y="117"/>
                </a:lnTo>
                <a:lnTo>
                  <a:pt x="16616" y="0"/>
                </a:lnTo>
                <a:moveTo>
                  <a:pt x="16880" y="0"/>
                </a:moveTo>
                <a:lnTo>
                  <a:pt x="17039" y="0"/>
                </a:lnTo>
                <a:lnTo>
                  <a:pt x="17039" y="117"/>
                </a:lnTo>
                <a:lnTo>
                  <a:pt x="16880" y="117"/>
                </a:lnTo>
                <a:lnTo>
                  <a:pt x="16880" y="0"/>
                </a:lnTo>
                <a:moveTo>
                  <a:pt x="17144" y="0"/>
                </a:moveTo>
                <a:lnTo>
                  <a:pt x="17303" y="0"/>
                </a:lnTo>
                <a:lnTo>
                  <a:pt x="17303" y="117"/>
                </a:lnTo>
                <a:lnTo>
                  <a:pt x="17144" y="117"/>
                </a:lnTo>
                <a:lnTo>
                  <a:pt x="17144" y="0"/>
                </a:lnTo>
                <a:moveTo>
                  <a:pt x="17408" y="0"/>
                </a:moveTo>
                <a:lnTo>
                  <a:pt x="17567" y="0"/>
                </a:lnTo>
                <a:lnTo>
                  <a:pt x="17567" y="117"/>
                </a:lnTo>
                <a:lnTo>
                  <a:pt x="17408" y="117"/>
                </a:lnTo>
                <a:lnTo>
                  <a:pt x="17408" y="0"/>
                </a:lnTo>
                <a:moveTo>
                  <a:pt x="17672" y="0"/>
                </a:moveTo>
                <a:lnTo>
                  <a:pt x="17831" y="0"/>
                </a:lnTo>
                <a:lnTo>
                  <a:pt x="17831" y="117"/>
                </a:lnTo>
                <a:lnTo>
                  <a:pt x="17672" y="117"/>
                </a:lnTo>
                <a:lnTo>
                  <a:pt x="17672" y="0"/>
                </a:lnTo>
                <a:moveTo>
                  <a:pt x="17936" y="0"/>
                </a:moveTo>
                <a:lnTo>
                  <a:pt x="18095" y="0"/>
                </a:lnTo>
                <a:lnTo>
                  <a:pt x="18095" y="117"/>
                </a:lnTo>
                <a:lnTo>
                  <a:pt x="17936" y="117"/>
                </a:lnTo>
                <a:lnTo>
                  <a:pt x="17936" y="0"/>
                </a:lnTo>
                <a:moveTo>
                  <a:pt x="18201" y="0"/>
                </a:moveTo>
                <a:lnTo>
                  <a:pt x="18359" y="0"/>
                </a:lnTo>
                <a:lnTo>
                  <a:pt x="18359" y="117"/>
                </a:lnTo>
                <a:lnTo>
                  <a:pt x="18201" y="117"/>
                </a:lnTo>
                <a:lnTo>
                  <a:pt x="18201" y="0"/>
                </a:lnTo>
                <a:moveTo>
                  <a:pt x="18465" y="0"/>
                </a:moveTo>
                <a:lnTo>
                  <a:pt x="18623" y="0"/>
                </a:lnTo>
                <a:lnTo>
                  <a:pt x="18623" y="117"/>
                </a:lnTo>
                <a:lnTo>
                  <a:pt x="18465" y="117"/>
                </a:lnTo>
                <a:lnTo>
                  <a:pt x="18465" y="0"/>
                </a:lnTo>
                <a:moveTo>
                  <a:pt x="18729" y="0"/>
                </a:moveTo>
                <a:lnTo>
                  <a:pt x="18887" y="0"/>
                </a:lnTo>
                <a:lnTo>
                  <a:pt x="18887" y="117"/>
                </a:lnTo>
                <a:lnTo>
                  <a:pt x="18729" y="117"/>
                </a:lnTo>
                <a:lnTo>
                  <a:pt x="18729" y="0"/>
                </a:lnTo>
                <a:moveTo>
                  <a:pt x="18993" y="0"/>
                </a:moveTo>
                <a:lnTo>
                  <a:pt x="19151" y="0"/>
                </a:lnTo>
                <a:lnTo>
                  <a:pt x="19151" y="117"/>
                </a:lnTo>
                <a:lnTo>
                  <a:pt x="18993" y="117"/>
                </a:lnTo>
                <a:lnTo>
                  <a:pt x="18993" y="0"/>
                </a:lnTo>
                <a:moveTo>
                  <a:pt x="19257" y="0"/>
                </a:moveTo>
                <a:lnTo>
                  <a:pt x="19415" y="0"/>
                </a:lnTo>
                <a:lnTo>
                  <a:pt x="19415" y="117"/>
                </a:lnTo>
                <a:lnTo>
                  <a:pt x="19257" y="117"/>
                </a:lnTo>
                <a:lnTo>
                  <a:pt x="19257" y="0"/>
                </a:lnTo>
                <a:moveTo>
                  <a:pt x="19521" y="0"/>
                </a:moveTo>
                <a:lnTo>
                  <a:pt x="19680" y="0"/>
                </a:lnTo>
                <a:lnTo>
                  <a:pt x="19680" y="117"/>
                </a:lnTo>
                <a:lnTo>
                  <a:pt x="19521" y="117"/>
                </a:lnTo>
                <a:lnTo>
                  <a:pt x="19521" y="0"/>
                </a:lnTo>
                <a:moveTo>
                  <a:pt x="19785" y="0"/>
                </a:moveTo>
                <a:lnTo>
                  <a:pt x="19944" y="0"/>
                </a:lnTo>
                <a:lnTo>
                  <a:pt x="19944" y="117"/>
                </a:lnTo>
                <a:lnTo>
                  <a:pt x="19785" y="117"/>
                </a:lnTo>
                <a:lnTo>
                  <a:pt x="19785" y="0"/>
                </a:lnTo>
                <a:moveTo>
                  <a:pt x="20049" y="0"/>
                </a:moveTo>
                <a:lnTo>
                  <a:pt x="20208" y="0"/>
                </a:lnTo>
                <a:lnTo>
                  <a:pt x="20208" y="117"/>
                </a:lnTo>
                <a:lnTo>
                  <a:pt x="20049" y="117"/>
                </a:lnTo>
                <a:lnTo>
                  <a:pt x="20049" y="0"/>
                </a:lnTo>
                <a:moveTo>
                  <a:pt x="20313" y="0"/>
                </a:moveTo>
                <a:lnTo>
                  <a:pt x="20472" y="0"/>
                </a:lnTo>
                <a:lnTo>
                  <a:pt x="20472" y="117"/>
                </a:lnTo>
                <a:lnTo>
                  <a:pt x="20313" y="117"/>
                </a:lnTo>
                <a:lnTo>
                  <a:pt x="20313" y="0"/>
                </a:lnTo>
                <a:moveTo>
                  <a:pt x="20577" y="0"/>
                </a:moveTo>
                <a:lnTo>
                  <a:pt x="20736" y="0"/>
                </a:lnTo>
                <a:lnTo>
                  <a:pt x="20736" y="117"/>
                </a:lnTo>
                <a:lnTo>
                  <a:pt x="20577" y="117"/>
                </a:lnTo>
                <a:lnTo>
                  <a:pt x="20577" y="0"/>
                </a:lnTo>
                <a:moveTo>
                  <a:pt x="20841" y="0"/>
                </a:moveTo>
                <a:lnTo>
                  <a:pt x="21000" y="0"/>
                </a:lnTo>
                <a:lnTo>
                  <a:pt x="21000" y="117"/>
                </a:lnTo>
                <a:lnTo>
                  <a:pt x="20841" y="117"/>
                </a:lnTo>
                <a:lnTo>
                  <a:pt x="20841" y="0"/>
                </a:lnTo>
                <a:moveTo>
                  <a:pt x="21105" y="0"/>
                </a:moveTo>
                <a:lnTo>
                  <a:pt x="21264" y="0"/>
                </a:lnTo>
                <a:lnTo>
                  <a:pt x="21264" y="117"/>
                </a:lnTo>
                <a:lnTo>
                  <a:pt x="21105" y="117"/>
                </a:lnTo>
                <a:lnTo>
                  <a:pt x="21105" y="0"/>
                </a:lnTo>
                <a:moveTo>
                  <a:pt x="21369" y="0"/>
                </a:moveTo>
                <a:lnTo>
                  <a:pt x="21528" y="0"/>
                </a:lnTo>
                <a:lnTo>
                  <a:pt x="21528" y="117"/>
                </a:lnTo>
                <a:lnTo>
                  <a:pt x="21369" y="117"/>
                </a:lnTo>
                <a:lnTo>
                  <a:pt x="21369" y="0"/>
                </a:lnTo>
                <a:moveTo>
                  <a:pt x="21633" y="0"/>
                </a:moveTo>
                <a:lnTo>
                  <a:pt x="21792" y="0"/>
                </a:lnTo>
                <a:lnTo>
                  <a:pt x="21792" y="117"/>
                </a:lnTo>
                <a:lnTo>
                  <a:pt x="21633" y="117"/>
                </a:lnTo>
                <a:lnTo>
                  <a:pt x="21633" y="0"/>
                </a:lnTo>
                <a:moveTo>
                  <a:pt x="21897" y="0"/>
                </a:moveTo>
                <a:lnTo>
                  <a:pt x="22056" y="0"/>
                </a:lnTo>
                <a:lnTo>
                  <a:pt x="22056" y="117"/>
                </a:lnTo>
                <a:lnTo>
                  <a:pt x="21897" y="117"/>
                </a:lnTo>
                <a:lnTo>
                  <a:pt x="21897" y="0"/>
                </a:lnTo>
                <a:moveTo>
                  <a:pt x="22161" y="0"/>
                </a:moveTo>
                <a:lnTo>
                  <a:pt x="22320" y="0"/>
                </a:lnTo>
                <a:lnTo>
                  <a:pt x="22320" y="117"/>
                </a:lnTo>
                <a:lnTo>
                  <a:pt x="22161" y="117"/>
                </a:lnTo>
                <a:lnTo>
                  <a:pt x="22161" y="0"/>
                </a:lnTo>
                <a:moveTo>
                  <a:pt x="22425" y="0"/>
                </a:moveTo>
                <a:lnTo>
                  <a:pt x="22584" y="0"/>
                </a:lnTo>
                <a:lnTo>
                  <a:pt x="22584" y="117"/>
                </a:lnTo>
                <a:lnTo>
                  <a:pt x="22425" y="117"/>
                </a:lnTo>
                <a:lnTo>
                  <a:pt x="22425" y="0"/>
                </a:lnTo>
                <a:moveTo>
                  <a:pt x="22689" y="0"/>
                </a:moveTo>
                <a:lnTo>
                  <a:pt x="22848" y="0"/>
                </a:lnTo>
                <a:lnTo>
                  <a:pt x="22848" y="117"/>
                </a:lnTo>
                <a:lnTo>
                  <a:pt x="22689" y="117"/>
                </a:lnTo>
                <a:lnTo>
                  <a:pt x="22689" y="0"/>
                </a:lnTo>
                <a:moveTo>
                  <a:pt x="22953" y="0"/>
                </a:moveTo>
                <a:lnTo>
                  <a:pt x="23112" y="0"/>
                </a:lnTo>
                <a:lnTo>
                  <a:pt x="23112" y="117"/>
                </a:lnTo>
                <a:lnTo>
                  <a:pt x="22953" y="117"/>
                </a:lnTo>
                <a:lnTo>
                  <a:pt x="22953" y="0"/>
                </a:lnTo>
                <a:moveTo>
                  <a:pt x="23218" y="0"/>
                </a:moveTo>
                <a:lnTo>
                  <a:pt x="23376" y="0"/>
                </a:lnTo>
                <a:lnTo>
                  <a:pt x="23376" y="117"/>
                </a:lnTo>
                <a:lnTo>
                  <a:pt x="23218" y="117"/>
                </a:lnTo>
                <a:lnTo>
                  <a:pt x="23218" y="0"/>
                </a:lnTo>
                <a:moveTo>
                  <a:pt x="23482" y="0"/>
                </a:moveTo>
                <a:lnTo>
                  <a:pt x="23640" y="0"/>
                </a:lnTo>
                <a:lnTo>
                  <a:pt x="23640" y="117"/>
                </a:lnTo>
                <a:lnTo>
                  <a:pt x="23482" y="117"/>
                </a:lnTo>
                <a:lnTo>
                  <a:pt x="23482" y="0"/>
                </a:lnTo>
                <a:moveTo>
                  <a:pt x="23746" y="0"/>
                </a:moveTo>
                <a:lnTo>
                  <a:pt x="23904" y="0"/>
                </a:lnTo>
                <a:lnTo>
                  <a:pt x="23904" y="117"/>
                </a:lnTo>
                <a:lnTo>
                  <a:pt x="23746" y="117"/>
                </a:lnTo>
                <a:lnTo>
                  <a:pt x="23746" y="0"/>
                </a:lnTo>
                <a:moveTo>
                  <a:pt x="24010" y="0"/>
                </a:moveTo>
                <a:lnTo>
                  <a:pt x="24168" y="0"/>
                </a:lnTo>
                <a:lnTo>
                  <a:pt x="24168" y="117"/>
                </a:lnTo>
                <a:lnTo>
                  <a:pt x="24010" y="117"/>
                </a:lnTo>
                <a:lnTo>
                  <a:pt x="24010" y="0"/>
                </a:lnTo>
                <a:moveTo>
                  <a:pt x="24274" y="0"/>
                </a:moveTo>
                <a:lnTo>
                  <a:pt x="24433" y="0"/>
                </a:lnTo>
                <a:lnTo>
                  <a:pt x="24433" y="117"/>
                </a:lnTo>
                <a:lnTo>
                  <a:pt x="24274" y="117"/>
                </a:lnTo>
                <a:lnTo>
                  <a:pt x="24274" y="0"/>
                </a:lnTo>
                <a:moveTo>
                  <a:pt x="24538" y="0"/>
                </a:moveTo>
                <a:lnTo>
                  <a:pt x="24697" y="0"/>
                </a:lnTo>
                <a:lnTo>
                  <a:pt x="24697" y="117"/>
                </a:lnTo>
                <a:lnTo>
                  <a:pt x="24538" y="117"/>
                </a:lnTo>
                <a:lnTo>
                  <a:pt x="24538" y="0"/>
                </a:lnTo>
                <a:moveTo>
                  <a:pt x="24802" y="0"/>
                </a:moveTo>
                <a:lnTo>
                  <a:pt x="24961" y="0"/>
                </a:lnTo>
                <a:lnTo>
                  <a:pt x="24961" y="117"/>
                </a:lnTo>
                <a:lnTo>
                  <a:pt x="24802" y="117"/>
                </a:lnTo>
                <a:lnTo>
                  <a:pt x="24802" y="0"/>
                </a:lnTo>
                <a:moveTo>
                  <a:pt x="25066" y="0"/>
                </a:moveTo>
                <a:lnTo>
                  <a:pt x="25225" y="0"/>
                </a:lnTo>
                <a:lnTo>
                  <a:pt x="25225" y="117"/>
                </a:lnTo>
                <a:lnTo>
                  <a:pt x="25066" y="117"/>
                </a:lnTo>
                <a:lnTo>
                  <a:pt x="25066" y="0"/>
                </a:lnTo>
                <a:moveTo>
                  <a:pt x="25330" y="0"/>
                </a:moveTo>
                <a:lnTo>
                  <a:pt x="25489" y="0"/>
                </a:lnTo>
                <a:lnTo>
                  <a:pt x="25489" y="117"/>
                </a:lnTo>
                <a:lnTo>
                  <a:pt x="25330" y="117"/>
                </a:lnTo>
                <a:lnTo>
                  <a:pt x="25330" y="0"/>
                </a:lnTo>
                <a:moveTo>
                  <a:pt x="25594" y="0"/>
                </a:moveTo>
                <a:lnTo>
                  <a:pt x="25753" y="0"/>
                </a:lnTo>
                <a:lnTo>
                  <a:pt x="25753" y="117"/>
                </a:lnTo>
                <a:lnTo>
                  <a:pt x="25594" y="117"/>
                </a:lnTo>
                <a:lnTo>
                  <a:pt x="25594" y="0"/>
                </a:lnTo>
                <a:moveTo>
                  <a:pt x="25858" y="0"/>
                </a:moveTo>
                <a:lnTo>
                  <a:pt x="26017" y="0"/>
                </a:lnTo>
                <a:lnTo>
                  <a:pt x="26017" y="117"/>
                </a:lnTo>
                <a:lnTo>
                  <a:pt x="25858" y="117"/>
                </a:lnTo>
                <a:lnTo>
                  <a:pt x="25858" y="0"/>
                </a:lnTo>
                <a:moveTo>
                  <a:pt x="26122" y="0"/>
                </a:moveTo>
                <a:lnTo>
                  <a:pt x="26281" y="0"/>
                </a:lnTo>
                <a:lnTo>
                  <a:pt x="26281" y="117"/>
                </a:lnTo>
                <a:lnTo>
                  <a:pt x="26122" y="117"/>
                </a:lnTo>
                <a:lnTo>
                  <a:pt x="26122" y="0"/>
                </a:lnTo>
                <a:moveTo>
                  <a:pt x="26386" y="0"/>
                </a:moveTo>
                <a:lnTo>
                  <a:pt x="26545" y="0"/>
                </a:lnTo>
                <a:lnTo>
                  <a:pt x="26545" y="117"/>
                </a:lnTo>
                <a:lnTo>
                  <a:pt x="26386" y="117"/>
                </a:lnTo>
                <a:lnTo>
                  <a:pt x="26386" y="0"/>
                </a:lnTo>
                <a:moveTo>
                  <a:pt x="26650" y="0"/>
                </a:moveTo>
                <a:lnTo>
                  <a:pt x="26809" y="0"/>
                </a:lnTo>
                <a:lnTo>
                  <a:pt x="26809" y="117"/>
                </a:lnTo>
                <a:lnTo>
                  <a:pt x="26650" y="117"/>
                </a:lnTo>
                <a:lnTo>
                  <a:pt x="26650" y="0"/>
                </a:lnTo>
                <a:moveTo>
                  <a:pt x="26914" y="0"/>
                </a:moveTo>
                <a:lnTo>
                  <a:pt x="27073" y="0"/>
                </a:lnTo>
                <a:lnTo>
                  <a:pt x="27073" y="117"/>
                </a:lnTo>
                <a:lnTo>
                  <a:pt x="26914" y="117"/>
                </a:lnTo>
                <a:lnTo>
                  <a:pt x="26914" y="0"/>
                </a:lnTo>
                <a:moveTo>
                  <a:pt x="27178" y="0"/>
                </a:moveTo>
                <a:lnTo>
                  <a:pt x="27337" y="0"/>
                </a:lnTo>
                <a:lnTo>
                  <a:pt x="27337" y="117"/>
                </a:lnTo>
                <a:lnTo>
                  <a:pt x="27178" y="117"/>
                </a:lnTo>
                <a:lnTo>
                  <a:pt x="27178" y="0"/>
                </a:lnTo>
                <a:moveTo>
                  <a:pt x="27442" y="0"/>
                </a:moveTo>
                <a:lnTo>
                  <a:pt x="27601" y="0"/>
                </a:lnTo>
                <a:lnTo>
                  <a:pt x="27601" y="117"/>
                </a:lnTo>
                <a:lnTo>
                  <a:pt x="27442" y="117"/>
                </a:lnTo>
                <a:lnTo>
                  <a:pt x="27442" y="0"/>
                </a:lnTo>
                <a:moveTo>
                  <a:pt x="27706" y="0"/>
                </a:moveTo>
                <a:lnTo>
                  <a:pt x="27865" y="0"/>
                </a:lnTo>
                <a:lnTo>
                  <a:pt x="27865" y="117"/>
                </a:lnTo>
                <a:lnTo>
                  <a:pt x="27706" y="117"/>
                </a:lnTo>
                <a:lnTo>
                  <a:pt x="27706" y="0"/>
                </a:lnTo>
                <a:moveTo>
                  <a:pt x="27971" y="0"/>
                </a:moveTo>
                <a:lnTo>
                  <a:pt x="28129" y="0"/>
                </a:lnTo>
                <a:lnTo>
                  <a:pt x="28129" y="117"/>
                </a:lnTo>
                <a:lnTo>
                  <a:pt x="27971" y="117"/>
                </a:lnTo>
                <a:lnTo>
                  <a:pt x="27971" y="0"/>
                </a:lnTo>
                <a:moveTo>
                  <a:pt x="28235" y="0"/>
                </a:moveTo>
                <a:lnTo>
                  <a:pt x="28393" y="0"/>
                </a:lnTo>
                <a:lnTo>
                  <a:pt x="28393" y="117"/>
                </a:lnTo>
                <a:lnTo>
                  <a:pt x="28235" y="117"/>
                </a:lnTo>
                <a:lnTo>
                  <a:pt x="28235" y="0"/>
                </a:lnTo>
                <a:moveTo>
                  <a:pt x="28499" y="0"/>
                </a:moveTo>
                <a:lnTo>
                  <a:pt x="28657" y="0"/>
                </a:lnTo>
                <a:lnTo>
                  <a:pt x="28657" y="117"/>
                </a:lnTo>
                <a:lnTo>
                  <a:pt x="28499" y="117"/>
                </a:lnTo>
                <a:lnTo>
                  <a:pt x="28499" y="0"/>
                </a:lnTo>
                <a:moveTo>
                  <a:pt x="28763" y="0"/>
                </a:moveTo>
                <a:lnTo>
                  <a:pt x="28921" y="0"/>
                </a:lnTo>
                <a:lnTo>
                  <a:pt x="28921" y="117"/>
                </a:lnTo>
                <a:lnTo>
                  <a:pt x="28763" y="117"/>
                </a:lnTo>
                <a:lnTo>
                  <a:pt x="28763" y="0"/>
                </a:lnTo>
                <a:moveTo>
                  <a:pt x="29027" y="0"/>
                </a:moveTo>
                <a:lnTo>
                  <a:pt x="29185" y="0"/>
                </a:lnTo>
                <a:lnTo>
                  <a:pt x="29185" y="117"/>
                </a:lnTo>
                <a:lnTo>
                  <a:pt x="29027" y="117"/>
                </a:lnTo>
                <a:lnTo>
                  <a:pt x="29027" y="0"/>
                </a:lnTo>
                <a:moveTo>
                  <a:pt x="29291" y="0"/>
                </a:moveTo>
                <a:lnTo>
                  <a:pt x="29450" y="0"/>
                </a:lnTo>
                <a:lnTo>
                  <a:pt x="29450" y="117"/>
                </a:lnTo>
                <a:lnTo>
                  <a:pt x="29291" y="117"/>
                </a:lnTo>
                <a:lnTo>
                  <a:pt x="29291" y="0"/>
                </a:lnTo>
                <a:moveTo>
                  <a:pt x="29555" y="0"/>
                </a:moveTo>
                <a:lnTo>
                  <a:pt x="29714" y="0"/>
                </a:lnTo>
                <a:lnTo>
                  <a:pt x="29714" y="117"/>
                </a:lnTo>
                <a:lnTo>
                  <a:pt x="29555" y="117"/>
                </a:lnTo>
                <a:lnTo>
                  <a:pt x="29555" y="0"/>
                </a:lnTo>
                <a:moveTo>
                  <a:pt x="29819" y="0"/>
                </a:moveTo>
                <a:lnTo>
                  <a:pt x="29978" y="0"/>
                </a:lnTo>
                <a:lnTo>
                  <a:pt x="29978" y="117"/>
                </a:lnTo>
                <a:lnTo>
                  <a:pt x="29819" y="117"/>
                </a:lnTo>
                <a:lnTo>
                  <a:pt x="29819" y="0"/>
                </a:lnTo>
                <a:moveTo>
                  <a:pt x="30083" y="0"/>
                </a:moveTo>
                <a:lnTo>
                  <a:pt x="30242" y="0"/>
                </a:lnTo>
                <a:lnTo>
                  <a:pt x="30242" y="117"/>
                </a:lnTo>
                <a:lnTo>
                  <a:pt x="30083" y="117"/>
                </a:lnTo>
                <a:lnTo>
                  <a:pt x="30083" y="0"/>
                </a:lnTo>
                <a:moveTo>
                  <a:pt x="30347" y="0"/>
                </a:moveTo>
                <a:lnTo>
                  <a:pt x="30506" y="0"/>
                </a:lnTo>
                <a:lnTo>
                  <a:pt x="30506" y="117"/>
                </a:lnTo>
                <a:lnTo>
                  <a:pt x="30347" y="117"/>
                </a:lnTo>
                <a:lnTo>
                  <a:pt x="30347" y="0"/>
                </a:lnTo>
                <a:moveTo>
                  <a:pt x="30611" y="0"/>
                </a:moveTo>
                <a:lnTo>
                  <a:pt x="30725" y="0"/>
                </a:lnTo>
                <a:cubicBezTo>
                  <a:pt x="30744" y="0"/>
                  <a:pt x="30764" y="3"/>
                  <a:pt x="30783" y="7"/>
                </a:cubicBezTo>
                <a:lnTo>
                  <a:pt x="30755" y="120"/>
                </a:lnTo>
                <a:cubicBezTo>
                  <a:pt x="30745" y="118"/>
                  <a:pt x="30735" y="117"/>
                  <a:pt x="30725" y="117"/>
                </a:cubicBezTo>
                <a:lnTo>
                  <a:pt x="30611" y="117"/>
                </a:lnTo>
                <a:lnTo>
                  <a:pt x="30611" y="0"/>
                </a:lnTo>
                <a:moveTo>
                  <a:pt x="30902" y="77"/>
                </a:moveTo>
                <a:cubicBezTo>
                  <a:pt x="30946" y="124"/>
                  <a:pt x="30968" y="180"/>
                  <a:pt x="30968" y="244"/>
                </a:cubicBezTo>
                <a:lnTo>
                  <a:pt x="30968" y="264"/>
                </a:lnTo>
                <a:lnTo>
                  <a:pt x="30852" y="264"/>
                </a:lnTo>
                <a:lnTo>
                  <a:pt x="30852" y="244"/>
                </a:lnTo>
                <a:cubicBezTo>
                  <a:pt x="30852" y="210"/>
                  <a:pt x="30840" y="181"/>
                  <a:pt x="30817" y="157"/>
                </a:cubicBezTo>
                <a:lnTo>
                  <a:pt x="30902" y="77"/>
                </a:lnTo>
                <a:moveTo>
                  <a:pt x="30968" y="369"/>
                </a:moveTo>
                <a:lnTo>
                  <a:pt x="30968" y="528"/>
                </a:lnTo>
                <a:lnTo>
                  <a:pt x="30852" y="528"/>
                </a:lnTo>
                <a:lnTo>
                  <a:pt x="30852" y="369"/>
                </a:lnTo>
                <a:lnTo>
                  <a:pt x="30968" y="369"/>
                </a:lnTo>
                <a:moveTo>
                  <a:pt x="30968" y="633"/>
                </a:moveTo>
                <a:lnTo>
                  <a:pt x="30968" y="792"/>
                </a:lnTo>
                <a:lnTo>
                  <a:pt x="30852" y="792"/>
                </a:lnTo>
                <a:lnTo>
                  <a:pt x="30852" y="633"/>
                </a:lnTo>
                <a:lnTo>
                  <a:pt x="30968" y="633"/>
                </a:lnTo>
                <a:moveTo>
                  <a:pt x="30968" y="897"/>
                </a:moveTo>
                <a:lnTo>
                  <a:pt x="30968" y="1056"/>
                </a:lnTo>
                <a:lnTo>
                  <a:pt x="30852" y="1056"/>
                </a:lnTo>
                <a:lnTo>
                  <a:pt x="30852" y="897"/>
                </a:lnTo>
                <a:lnTo>
                  <a:pt x="30968" y="897"/>
                </a:lnTo>
                <a:moveTo>
                  <a:pt x="30968" y="1161"/>
                </a:moveTo>
                <a:lnTo>
                  <a:pt x="30968" y="1320"/>
                </a:lnTo>
                <a:lnTo>
                  <a:pt x="30852" y="1320"/>
                </a:lnTo>
                <a:lnTo>
                  <a:pt x="30852" y="1161"/>
                </a:lnTo>
                <a:lnTo>
                  <a:pt x="30968" y="1161"/>
                </a:lnTo>
                <a:moveTo>
                  <a:pt x="30968" y="1425"/>
                </a:moveTo>
                <a:lnTo>
                  <a:pt x="30968" y="1585"/>
                </a:lnTo>
                <a:lnTo>
                  <a:pt x="30852" y="1585"/>
                </a:lnTo>
                <a:lnTo>
                  <a:pt x="30852" y="1425"/>
                </a:lnTo>
                <a:lnTo>
                  <a:pt x="30968" y="1425"/>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3"/>
                </a:moveTo>
                <a:cubicBezTo>
                  <a:pt x="30961" y="2298"/>
                  <a:pt x="30928" y="2357"/>
                  <a:pt x="30866" y="2401"/>
                </a:cubicBezTo>
                <a:lnTo>
                  <a:pt x="30799" y="2306"/>
                </a:lnTo>
                <a:cubicBezTo>
                  <a:pt x="30831" y="2283"/>
                  <a:pt x="30848" y="2252"/>
                  <a:pt x="30851" y="2213"/>
                </a:cubicBezTo>
                <a:lnTo>
                  <a:pt x="30967" y="2223"/>
                </a:lnTo>
                <a:moveTo>
                  <a:pt x="30736" y="2446"/>
                </a:moveTo>
                <a:cubicBezTo>
                  <a:pt x="30733" y="2446"/>
                  <a:pt x="30729" y="2446"/>
                  <a:pt x="30725" y="2446"/>
                </a:cubicBezTo>
                <a:lnTo>
                  <a:pt x="30575" y="2446"/>
                </a:lnTo>
                <a:lnTo>
                  <a:pt x="30575" y="2330"/>
                </a:lnTo>
                <a:lnTo>
                  <a:pt x="30725" y="2330"/>
                </a:lnTo>
                <a:cubicBezTo>
                  <a:pt x="30727" y="2330"/>
                  <a:pt x="30729" y="2330"/>
                  <a:pt x="30731" y="2330"/>
                </a:cubicBezTo>
                <a:lnTo>
                  <a:pt x="30736" y="2446"/>
                </a:lnTo>
                <a:moveTo>
                  <a:pt x="30470" y="2446"/>
                </a:moveTo>
                <a:lnTo>
                  <a:pt x="30311" y="2446"/>
                </a:lnTo>
                <a:lnTo>
                  <a:pt x="30311" y="2330"/>
                </a:lnTo>
                <a:lnTo>
                  <a:pt x="30470" y="2330"/>
                </a:lnTo>
                <a:lnTo>
                  <a:pt x="30470" y="2446"/>
                </a:lnTo>
                <a:moveTo>
                  <a:pt x="30206" y="2446"/>
                </a:moveTo>
                <a:lnTo>
                  <a:pt x="30047" y="2446"/>
                </a:lnTo>
                <a:lnTo>
                  <a:pt x="30047" y="2330"/>
                </a:lnTo>
                <a:lnTo>
                  <a:pt x="30206" y="2330"/>
                </a:lnTo>
                <a:lnTo>
                  <a:pt x="30206" y="2446"/>
                </a:lnTo>
                <a:moveTo>
                  <a:pt x="29942" y="2446"/>
                </a:moveTo>
                <a:lnTo>
                  <a:pt x="29783" y="2446"/>
                </a:lnTo>
                <a:lnTo>
                  <a:pt x="29783" y="2330"/>
                </a:lnTo>
                <a:lnTo>
                  <a:pt x="29942" y="2330"/>
                </a:lnTo>
                <a:lnTo>
                  <a:pt x="29942" y="2446"/>
                </a:lnTo>
                <a:moveTo>
                  <a:pt x="29678" y="2446"/>
                </a:moveTo>
                <a:lnTo>
                  <a:pt x="29519" y="2446"/>
                </a:lnTo>
                <a:lnTo>
                  <a:pt x="29519" y="2330"/>
                </a:lnTo>
                <a:lnTo>
                  <a:pt x="29678" y="2330"/>
                </a:lnTo>
                <a:lnTo>
                  <a:pt x="29678" y="2446"/>
                </a:lnTo>
                <a:moveTo>
                  <a:pt x="29414" y="2446"/>
                </a:moveTo>
                <a:lnTo>
                  <a:pt x="29255" y="2446"/>
                </a:lnTo>
                <a:lnTo>
                  <a:pt x="29255" y="2330"/>
                </a:lnTo>
                <a:lnTo>
                  <a:pt x="29414" y="2330"/>
                </a:lnTo>
                <a:lnTo>
                  <a:pt x="29414" y="2446"/>
                </a:lnTo>
                <a:moveTo>
                  <a:pt x="29150" y="2446"/>
                </a:moveTo>
                <a:lnTo>
                  <a:pt x="28991" y="2446"/>
                </a:lnTo>
                <a:lnTo>
                  <a:pt x="28991" y="2330"/>
                </a:lnTo>
                <a:lnTo>
                  <a:pt x="29150" y="2330"/>
                </a:lnTo>
                <a:lnTo>
                  <a:pt x="29150" y="2446"/>
                </a:lnTo>
                <a:moveTo>
                  <a:pt x="28886" y="2446"/>
                </a:moveTo>
                <a:lnTo>
                  <a:pt x="28727" y="2446"/>
                </a:lnTo>
                <a:lnTo>
                  <a:pt x="28727" y="2330"/>
                </a:lnTo>
                <a:lnTo>
                  <a:pt x="28886" y="2330"/>
                </a:lnTo>
                <a:lnTo>
                  <a:pt x="28886" y="2446"/>
                </a:lnTo>
                <a:moveTo>
                  <a:pt x="28622" y="2446"/>
                </a:moveTo>
                <a:lnTo>
                  <a:pt x="28463" y="2446"/>
                </a:lnTo>
                <a:lnTo>
                  <a:pt x="28463" y="2330"/>
                </a:lnTo>
                <a:lnTo>
                  <a:pt x="28622" y="2330"/>
                </a:lnTo>
                <a:lnTo>
                  <a:pt x="28622" y="2446"/>
                </a:lnTo>
                <a:moveTo>
                  <a:pt x="28358" y="2446"/>
                </a:moveTo>
                <a:lnTo>
                  <a:pt x="28199" y="2446"/>
                </a:lnTo>
                <a:lnTo>
                  <a:pt x="28199" y="2330"/>
                </a:lnTo>
                <a:lnTo>
                  <a:pt x="28358" y="2330"/>
                </a:lnTo>
                <a:lnTo>
                  <a:pt x="28358" y="2446"/>
                </a:lnTo>
                <a:moveTo>
                  <a:pt x="28094" y="2446"/>
                </a:moveTo>
                <a:lnTo>
                  <a:pt x="27935" y="2446"/>
                </a:lnTo>
                <a:lnTo>
                  <a:pt x="27935" y="2330"/>
                </a:lnTo>
                <a:lnTo>
                  <a:pt x="28094" y="2330"/>
                </a:lnTo>
                <a:lnTo>
                  <a:pt x="28094" y="2446"/>
                </a:lnTo>
                <a:moveTo>
                  <a:pt x="27829" y="2446"/>
                </a:moveTo>
                <a:lnTo>
                  <a:pt x="27671" y="2446"/>
                </a:lnTo>
                <a:lnTo>
                  <a:pt x="27671" y="2330"/>
                </a:lnTo>
                <a:lnTo>
                  <a:pt x="27829" y="2330"/>
                </a:lnTo>
                <a:lnTo>
                  <a:pt x="27829" y="2446"/>
                </a:lnTo>
                <a:moveTo>
                  <a:pt x="27565" y="2446"/>
                </a:moveTo>
                <a:lnTo>
                  <a:pt x="27407" y="2446"/>
                </a:lnTo>
                <a:lnTo>
                  <a:pt x="27407" y="2330"/>
                </a:lnTo>
                <a:lnTo>
                  <a:pt x="27565" y="2330"/>
                </a:lnTo>
                <a:lnTo>
                  <a:pt x="27565" y="2446"/>
                </a:lnTo>
                <a:moveTo>
                  <a:pt x="27301" y="2446"/>
                </a:moveTo>
                <a:lnTo>
                  <a:pt x="27143" y="2446"/>
                </a:lnTo>
                <a:lnTo>
                  <a:pt x="27143" y="2330"/>
                </a:lnTo>
                <a:lnTo>
                  <a:pt x="27301" y="2330"/>
                </a:lnTo>
                <a:lnTo>
                  <a:pt x="27301" y="2446"/>
                </a:lnTo>
                <a:moveTo>
                  <a:pt x="27037" y="2446"/>
                </a:moveTo>
                <a:lnTo>
                  <a:pt x="26879" y="2446"/>
                </a:lnTo>
                <a:lnTo>
                  <a:pt x="26879" y="2330"/>
                </a:lnTo>
                <a:lnTo>
                  <a:pt x="27037" y="2330"/>
                </a:lnTo>
                <a:lnTo>
                  <a:pt x="27037" y="2446"/>
                </a:lnTo>
                <a:moveTo>
                  <a:pt x="26773" y="2446"/>
                </a:moveTo>
                <a:lnTo>
                  <a:pt x="26615" y="2446"/>
                </a:lnTo>
                <a:lnTo>
                  <a:pt x="26615" y="2330"/>
                </a:lnTo>
                <a:lnTo>
                  <a:pt x="26773" y="2330"/>
                </a:lnTo>
                <a:lnTo>
                  <a:pt x="26773" y="2446"/>
                </a:lnTo>
                <a:moveTo>
                  <a:pt x="26509" y="2446"/>
                </a:moveTo>
                <a:lnTo>
                  <a:pt x="26350" y="2446"/>
                </a:lnTo>
                <a:lnTo>
                  <a:pt x="26350" y="2330"/>
                </a:lnTo>
                <a:lnTo>
                  <a:pt x="26509" y="2330"/>
                </a:lnTo>
                <a:lnTo>
                  <a:pt x="26509" y="2446"/>
                </a:lnTo>
                <a:moveTo>
                  <a:pt x="26245" y="2446"/>
                </a:moveTo>
                <a:lnTo>
                  <a:pt x="26086" y="2446"/>
                </a:lnTo>
                <a:lnTo>
                  <a:pt x="26086" y="2330"/>
                </a:lnTo>
                <a:lnTo>
                  <a:pt x="26245" y="2330"/>
                </a:lnTo>
                <a:lnTo>
                  <a:pt x="26245" y="2446"/>
                </a:lnTo>
                <a:moveTo>
                  <a:pt x="25981" y="2446"/>
                </a:moveTo>
                <a:lnTo>
                  <a:pt x="25822" y="2446"/>
                </a:lnTo>
                <a:lnTo>
                  <a:pt x="25822" y="2330"/>
                </a:lnTo>
                <a:lnTo>
                  <a:pt x="25981" y="2330"/>
                </a:lnTo>
                <a:lnTo>
                  <a:pt x="25981" y="2446"/>
                </a:lnTo>
                <a:moveTo>
                  <a:pt x="25717" y="2446"/>
                </a:moveTo>
                <a:lnTo>
                  <a:pt x="25558" y="2446"/>
                </a:lnTo>
                <a:lnTo>
                  <a:pt x="25558" y="2330"/>
                </a:lnTo>
                <a:lnTo>
                  <a:pt x="25717" y="2330"/>
                </a:lnTo>
                <a:lnTo>
                  <a:pt x="25717" y="2446"/>
                </a:lnTo>
                <a:moveTo>
                  <a:pt x="25453" y="2446"/>
                </a:moveTo>
                <a:lnTo>
                  <a:pt x="25294" y="2446"/>
                </a:lnTo>
                <a:lnTo>
                  <a:pt x="25294" y="2330"/>
                </a:lnTo>
                <a:lnTo>
                  <a:pt x="25453" y="2330"/>
                </a:lnTo>
                <a:lnTo>
                  <a:pt x="25453" y="2446"/>
                </a:lnTo>
                <a:moveTo>
                  <a:pt x="25189" y="2446"/>
                </a:moveTo>
                <a:lnTo>
                  <a:pt x="25030" y="2446"/>
                </a:lnTo>
                <a:lnTo>
                  <a:pt x="25030" y="2330"/>
                </a:lnTo>
                <a:lnTo>
                  <a:pt x="25189" y="2330"/>
                </a:lnTo>
                <a:lnTo>
                  <a:pt x="25189" y="2446"/>
                </a:lnTo>
                <a:moveTo>
                  <a:pt x="24925" y="2446"/>
                </a:moveTo>
                <a:lnTo>
                  <a:pt x="24766" y="2446"/>
                </a:lnTo>
                <a:lnTo>
                  <a:pt x="24766" y="2330"/>
                </a:lnTo>
                <a:lnTo>
                  <a:pt x="24925" y="2330"/>
                </a:lnTo>
                <a:lnTo>
                  <a:pt x="24925" y="2446"/>
                </a:lnTo>
                <a:moveTo>
                  <a:pt x="24661" y="2446"/>
                </a:moveTo>
                <a:lnTo>
                  <a:pt x="24502" y="2446"/>
                </a:lnTo>
                <a:lnTo>
                  <a:pt x="24502" y="2330"/>
                </a:lnTo>
                <a:lnTo>
                  <a:pt x="24661" y="2330"/>
                </a:lnTo>
                <a:lnTo>
                  <a:pt x="24661" y="2446"/>
                </a:lnTo>
                <a:moveTo>
                  <a:pt x="24397" y="2446"/>
                </a:moveTo>
                <a:lnTo>
                  <a:pt x="24238" y="2446"/>
                </a:lnTo>
                <a:lnTo>
                  <a:pt x="24238" y="2330"/>
                </a:lnTo>
                <a:lnTo>
                  <a:pt x="24397" y="2330"/>
                </a:lnTo>
                <a:lnTo>
                  <a:pt x="24397" y="2446"/>
                </a:lnTo>
                <a:moveTo>
                  <a:pt x="24133" y="2446"/>
                </a:moveTo>
                <a:lnTo>
                  <a:pt x="23974" y="2446"/>
                </a:lnTo>
                <a:lnTo>
                  <a:pt x="23974" y="2330"/>
                </a:lnTo>
                <a:lnTo>
                  <a:pt x="24133" y="2330"/>
                </a:lnTo>
                <a:lnTo>
                  <a:pt x="24133" y="2446"/>
                </a:lnTo>
                <a:moveTo>
                  <a:pt x="23869" y="2446"/>
                </a:moveTo>
                <a:lnTo>
                  <a:pt x="23710" y="2446"/>
                </a:lnTo>
                <a:lnTo>
                  <a:pt x="23710" y="2330"/>
                </a:lnTo>
                <a:lnTo>
                  <a:pt x="23869" y="2330"/>
                </a:lnTo>
                <a:lnTo>
                  <a:pt x="23869" y="2446"/>
                </a:lnTo>
                <a:moveTo>
                  <a:pt x="23605" y="2446"/>
                </a:moveTo>
                <a:lnTo>
                  <a:pt x="23446" y="2446"/>
                </a:lnTo>
                <a:lnTo>
                  <a:pt x="23446" y="2330"/>
                </a:lnTo>
                <a:lnTo>
                  <a:pt x="23605" y="2330"/>
                </a:lnTo>
                <a:lnTo>
                  <a:pt x="23605" y="2446"/>
                </a:lnTo>
                <a:moveTo>
                  <a:pt x="23341" y="2446"/>
                </a:moveTo>
                <a:lnTo>
                  <a:pt x="23182" y="2446"/>
                </a:lnTo>
                <a:lnTo>
                  <a:pt x="23182" y="2330"/>
                </a:lnTo>
                <a:lnTo>
                  <a:pt x="23341" y="2330"/>
                </a:lnTo>
                <a:lnTo>
                  <a:pt x="23341" y="2446"/>
                </a:lnTo>
                <a:moveTo>
                  <a:pt x="23077" y="2446"/>
                </a:moveTo>
                <a:lnTo>
                  <a:pt x="22918" y="2446"/>
                </a:lnTo>
                <a:lnTo>
                  <a:pt x="22918" y="2330"/>
                </a:lnTo>
                <a:lnTo>
                  <a:pt x="23077" y="2330"/>
                </a:lnTo>
                <a:lnTo>
                  <a:pt x="23077" y="2446"/>
                </a:lnTo>
                <a:moveTo>
                  <a:pt x="22812" y="2446"/>
                </a:moveTo>
                <a:lnTo>
                  <a:pt x="22654" y="2446"/>
                </a:lnTo>
                <a:lnTo>
                  <a:pt x="22654" y="2330"/>
                </a:lnTo>
                <a:lnTo>
                  <a:pt x="22812" y="2330"/>
                </a:lnTo>
                <a:lnTo>
                  <a:pt x="22812" y="2446"/>
                </a:lnTo>
                <a:moveTo>
                  <a:pt x="22548" y="2446"/>
                </a:moveTo>
                <a:lnTo>
                  <a:pt x="22390" y="2446"/>
                </a:lnTo>
                <a:lnTo>
                  <a:pt x="22390" y="2330"/>
                </a:lnTo>
                <a:lnTo>
                  <a:pt x="22548" y="2330"/>
                </a:lnTo>
                <a:lnTo>
                  <a:pt x="22548" y="2446"/>
                </a:lnTo>
                <a:moveTo>
                  <a:pt x="22284" y="2446"/>
                </a:moveTo>
                <a:lnTo>
                  <a:pt x="22126" y="2446"/>
                </a:lnTo>
                <a:lnTo>
                  <a:pt x="22126" y="2330"/>
                </a:lnTo>
                <a:lnTo>
                  <a:pt x="22284" y="2330"/>
                </a:lnTo>
                <a:lnTo>
                  <a:pt x="22284" y="2446"/>
                </a:lnTo>
                <a:moveTo>
                  <a:pt x="22020" y="2446"/>
                </a:moveTo>
                <a:lnTo>
                  <a:pt x="21862" y="2446"/>
                </a:lnTo>
                <a:lnTo>
                  <a:pt x="21862" y="2330"/>
                </a:lnTo>
                <a:lnTo>
                  <a:pt x="22020" y="2330"/>
                </a:lnTo>
                <a:lnTo>
                  <a:pt x="22020" y="2446"/>
                </a:lnTo>
                <a:moveTo>
                  <a:pt x="21756" y="2446"/>
                </a:moveTo>
                <a:lnTo>
                  <a:pt x="21597" y="2446"/>
                </a:lnTo>
                <a:lnTo>
                  <a:pt x="21597" y="2330"/>
                </a:lnTo>
                <a:lnTo>
                  <a:pt x="21756" y="2330"/>
                </a:lnTo>
                <a:lnTo>
                  <a:pt x="21756" y="2446"/>
                </a:lnTo>
                <a:moveTo>
                  <a:pt x="21492" y="2446"/>
                </a:moveTo>
                <a:lnTo>
                  <a:pt x="21333" y="2446"/>
                </a:lnTo>
                <a:lnTo>
                  <a:pt x="21333" y="2330"/>
                </a:lnTo>
                <a:lnTo>
                  <a:pt x="21492" y="2330"/>
                </a:lnTo>
                <a:lnTo>
                  <a:pt x="21492" y="2446"/>
                </a:lnTo>
                <a:moveTo>
                  <a:pt x="21228" y="2446"/>
                </a:moveTo>
                <a:lnTo>
                  <a:pt x="21069" y="2446"/>
                </a:lnTo>
                <a:lnTo>
                  <a:pt x="21069" y="2330"/>
                </a:lnTo>
                <a:lnTo>
                  <a:pt x="21228" y="2330"/>
                </a:lnTo>
                <a:lnTo>
                  <a:pt x="21228" y="2446"/>
                </a:lnTo>
                <a:moveTo>
                  <a:pt x="20964" y="2446"/>
                </a:moveTo>
                <a:lnTo>
                  <a:pt x="20805" y="2446"/>
                </a:lnTo>
                <a:lnTo>
                  <a:pt x="20805" y="2330"/>
                </a:lnTo>
                <a:lnTo>
                  <a:pt x="20964" y="2330"/>
                </a:lnTo>
                <a:lnTo>
                  <a:pt x="20964" y="2446"/>
                </a:lnTo>
                <a:moveTo>
                  <a:pt x="20700" y="2446"/>
                </a:moveTo>
                <a:lnTo>
                  <a:pt x="20541" y="2446"/>
                </a:lnTo>
                <a:lnTo>
                  <a:pt x="20541" y="2330"/>
                </a:lnTo>
                <a:lnTo>
                  <a:pt x="20700" y="2330"/>
                </a:lnTo>
                <a:lnTo>
                  <a:pt x="20700" y="2446"/>
                </a:lnTo>
                <a:moveTo>
                  <a:pt x="20436" y="2446"/>
                </a:moveTo>
                <a:lnTo>
                  <a:pt x="20277" y="2446"/>
                </a:lnTo>
                <a:lnTo>
                  <a:pt x="20277" y="2330"/>
                </a:lnTo>
                <a:lnTo>
                  <a:pt x="20436" y="2330"/>
                </a:lnTo>
                <a:lnTo>
                  <a:pt x="20436" y="2446"/>
                </a:lnTo>
                <a:moveTo>
                  <a:pt x="20172" y="2446"/>
                </a:moveTo>
                <a:lnTo>
                  <a:pt x="20013" y="2446"/>
                </a:lnTo>
                <a:lnTo>
                  <a:pt x="20013" y="2330"/>
                </a:lnTo>
                <a:lnTo>
                  <a:pt x="20172" y="2330"/>
                </a:lnTo>
                <a:lnTo>
                  <a:pt x="20172" y="2446"/>
                </a:lnTo>
                <a:moveTo>
                  <a:pt x="19908" y="2446"/>
                </a:moveTo>
                <a:lnTo>
                  <a:pt x="19749" y="2446"/>
                </a:lnTo>
                <a:lnTo>
                  <a:pt x="19749" y="2330"/>
                </a:lnTo>
                <a:lnTo>
                  <a:pt x="19908" y="2330"/>
                </a:lnTo>
                <a:lnTo>
                  <a:pt x="19908" y="2446"/>
                </a:lnTo>
                <a:moveTo>
                  <a:pt x="19644" y="2446"/>
                </a:moveTo>
                <a:lnTo>
                  <a:pt x="19485" y="2446"/>
                </a:lnTo>
                <a:lnTo>
                  <a:pt x="19485" y="2330"/>
                </a:lnTo>
                <a:lnTo>
                  <a:pt x="19644" y="2330"/>
                </a:lnTo>
                <a:lnTo>
                  <a:pt x="19644" y="2446"/>
                </a:lnTo>
                <a:moveTo>
                  <a:pt x="19380" y="2446"/>
                </a:moveTo>
                <a:lnTo>
                  <a:pt x="19221" y="2446"/>
                </a:lnTo>
                <a:lnTo>
                  <a:pt x="19221" y="2330"/>
                </a:lnTo>
                <a:lnTo>
                  <a:pt x="19380" y="2330"/>
                </a:lnTo>
                <a:lnTo>
                  <a:pt x="19380" y="2446"/>
                </a:lnTo>
                <a:moveTo>
                  <a:pt x="19116" y="2446"/>
                </a:moveTo>
                <a:lnTo>
                  <a:pt x="18957" y="2446"/>
                </a:lnTo>
                <a:lnTo>
                  <a:pt x="18957" y="2330"/>
                </a:lnTo>
                <a:lnTo>
                  <a:pt x="19116" y="2330"/>
                </a:lnTo>
                <a:lnTo>
                  <a:pt x="19116" y="2446"/>
                </a:lnTo>
                <a:moveTo>
                  <a:pt x="18852" y="2446"/>
                </a:moveTo>
                <a:lnTo>
                  <a:pt x="18693" y="2446"/>
                </a:lnTo>
                <a:lnTo>
                  <a:pt x="18693" y="2330"/>
                </a:lnTo>
                <a:lnTo>
                  <a:pt x="18852" y="2330"/>
                </a:lnTo>
                <a:lnTo>
                  <a:pt x="18852" y="2446"/>
                </a:lnTo>
                <a:moveTo>
                  <a:pt x="18588" y="2446"/>
                </a:moveTo>
                <a:lnTo>
                  <a:pt x="18429" y="2446"/>
                </a:lnTo>
                <a:lnTo>
                  <a:pt x="18429" y="2330"/>
                </a:lnTo>
                <a:lnTo>
                  <a:pt x="18588" y="2330"/>
                </a:lnTo>
                <a:lnTo>
                  <a:pt x="18588" y="2446"/>
                </a:lnTo>
                <a:moveTo>
                  <a:pt x="18324" y="2446"/>
                </a:moveTo>
                <a:lnTo>
                  <a:pt x="18165" y="2446"/>
                </a:lnTo>
                <a:lnTo>
                  <a:pt x="18165" y="2330"/>
                </a:lnTo>
                <a:lnTo>
                  <a:pt x="18324" y="2330"/>
                </a:lnTo>
                <a:lnTo>
                  <a:pt x="18324" y="2446"/>
                </a:lnTo>
                <a:moveTo>
                  <a:pt x="18059" y="2446"/>
                </a:moveTo>
                <a:lnTo>
                  <a:pt x="17901" y="2446"/>
                </a:lnTo>
                <a:lnTo>
                  <a:pt x="17901" y="2330"/>
                </a:lnTo>
                <a:lnTo>
                  <a:pt x="18059" y="2330"/>
                </a:lnTo>
                <a:lnTo>
                  <a:pt x="18059" y="2446"/>
                </a:lnTo>
                <a:moveTo>
                  <a:pt x="17795" y="2446"/>
                </a:moveTo>
                <a:lnTo>
                  <a:pt x="17637" y="2446"/>
                </a:lnTo>
                <a:lnTo>
                  <a:pt x="17637" y="2330"/>
                </a:lnTo>
                <a:lnTo>
                  <a:pt x="17795" y="2330"/>
                </a:lnTo>
                <a:lnTo>
                  <a:pt x="17795" y="2446"/>
                </a:lnTo>
                <a:moveTo>
                  <a:pt x="17531" y="2446"/>
                </a:moveTo>
                <a:lnTo>
                  <a:pt x="17373" y="2446"/>
                </a:lnTo>
                <a:lnTo>
                  <a:pt x="17373" y="2330"/>
                </a:lnTo>
                <a:lnTo>
                  <a:pt x="17531" y="2330"/>
                </a:lnTo>
                <a:lnTo>
                  <a:pt x="17531" y="2446"/>
                </a:lnTo>
                <a:moveTo>
                  <a:pt x="17267" y="2446"/>
                </a:moveTo>
                <a:lnTo>
                  <a:pt x="17109" y="2446"/>
                </a:lnTo>
                <a:lnTo>
                  <a:pt x="17109" y="2330"/>
                </a:lnTo>
                <a:lnTo>
                  <a:pt x="17267" y="2330"/>
                </a:lnTo>
                <a:lnTo>
                  <a:pt x="17267" y="2446"/>
                </a:lnTo>
                <a:moveTo>
                  <a:pt x="17003" y="2446"/>
                </a:moveTo>
                <a:lnTo>
                  <a:pt x="16845" y="2446"/>
                </a:lnTo>
                <a:lnTo>
                  <a:pt x="16845" y="2330"/>
                </a:lnTo>
                <a:lnTo>
                  <a:pt x="17003" y="2330"/>
                </a:lnTo>
                <a:lnTo>
                  <a:pt x="17003" y="2446"/>
                </a:lnTo>
                <a:moveTo>
                  <a:pt x="16739" y="2446"/>
                </a:moveTo>
                <a:lnTo>
                  <a:pt x="16580" y="2446"/>
                </a:lnTo>
                <a:lnTo>
                  <a:pt x="16580" y="2330"/>
                </a:lnTo>
                <a:lnTo>
                  <a:pt x="16739" y="2330"/>
                </a:lnTo>
                <a:lnTo>
                  <a:pt x="16739" y="2446"/>
                </a:lnTo>
                <a:moveTo>
                  <a:pt x="16475" y="2446"/>
                </a:moveTo>
                <a:lnTo>
                  <a:pt x="16316" y="2446"/>
                </a:lnTo>
                <a:lnTo>
                  <a:pt x="16316" y="2330"/>
                </a:lnTo>
                <a:lnTo>
                  <a:pt x="16475" y="2330"/>
                </a:lnTo>
                <a:lnTo>
                  <a:pt x="16475" y="2446"/>
                </a:lnTo>
                <a:moveTo>
                  <a:pt x="16211" y="2446"/>
                </a:moveTo>
                <a:lnTo>
                  <a:pt x="16052" y="2446"/>
                </a:lnTo>
                <a:lnTo>
                  <a:pt x="16052" y="2330"/>
                </a:lnTo>
                <a:lnTo>
                  <a:pt x="16211" y="2330"/>
                </a:lnTo>
                <a:lnTo>
                  <a:pt x="16211" y="2446"/>
                </a:lnTo>
                <a:moveTo>
                  <a:pt x="15947" y="2446"/>
                </a:moveTo>
                <a:lnTo>
                  <a:pt x="15788" y="2446"/>
                </a:lnTo>
                <a:lnTo>
                  <a:pt x="15788" y="2330"/>
                </a:lnTo>
                <a:lnTo>
                  <a:pt x="15947" y="2330"/>
                </a:lnTo>
                <a:lnTo>
                  <a:pt x="15947" y="2446"/>
                </a:lnTo>
                <a:moveTo>
                  <a:pt x="15683" y="2446"/>
                </a:moveTo>
                <a:lnTo>
                  <a:pt x="15524" y="2446"/>
                </a:lnTo>
                <a:lnTo>
                  <a:pt x="15524" y="2330"/>
                </a:lnTo>
                <a:lnTo>
                  <a:pt x="15683" y="2330"/>
                </a:lnTo>
                <a:lnTo>
                  <a:pt x="15683" y="2446"/>
                </a:lnTo>
                <a:moveTo>
                  <a:pt x="15419" y="2446"/>
                </a:moveTo>
                <a:lnTo>
                  <a:pt x="15260" y="2446"/>
                </a:lnTo>
                <a:lnTo>
                  <a:pt x="15260" y="2330"/>
                </a:lnTo>
                <a:lnTo>
                  <a:pt x="15419" y="2330"/>
                </a:lnTo>
                <a:lnTo>
                  <a:pt x="15419" y="2446"/>
                </a:lnTo>
                <a:moveTo>
                  <a:pt x="15155" y="2446"/>
                </a:moveTo>
                <a:lnTo>
                  <a:pt x="14996" y="2446"/>
                </a:lnTo>
                <a:lnTo>
                  <a:pt x="14996" y="2330"/>
                </a:lnTo>
                <a:lnTo>
                  <a:pt x="15155" y="2330"/>
                </a:lnTo>
                <a:lnTo>
                  <a:pt x="15155" y="2446"/>
                </a:lnTo>
                <a:moveTo>
                  <a:pt x="14891" y="2446"/>
                </a:moveTo>
                <a:lnTo>
                  <a:pt x="14732" y="2446"/>
                </a:lnTo>
                <a:lnTo>
                  <a:pt x="14732" y="2330"/>
                </a:lnTo>
                <a:lnTo>
                  <a:pt x="14891" y="2330"/>
                </a:lnTo>
                <a:lnTo>
                  <a:pt x="14891" y="2446"/>
                </a:lnTo>
                <a:moveTo>
                  <a:pt x="14627" y="2446"/>
                </a:moveTo>
                <a:lnTo>
                  <a:pt x="14468" y="2446"/>
                </a:lnTo>
                <a:lnTo>
                  <a:pt x="14468" y="2330"/>
                </a:lnTo>
                <a:lnTo>
                  <a:pt x="14627" y="2330"/>
                </a:lnTo>
                <a:lnTo>
                  <a:pt x="14627" y="2446"/>
                </a:lnTo>
                <a:moveTo>
                  <a:pt x="14363" y="2446"/>
                </a:moveTo>
                <a:lnTo>
                  <a:pt x="14204" y="2446"/>
                </a:lnTo>
                <a:lnTo>
                  <a:pt x="14204" y="2330"/>
                </a:lnTo>
                <a:lnTo>
                  <a:pt x="14363" y="2330"/>
                </a:lnTo>
                <a:lnTo>
                  <a:pt x="14363" y="2446"/>
                </a:lnTo>
                <a:moveTo>
                  <a:pt x="14099" y="2446"/>
                </a:moveTo>
                <a:lnTo>
                  <a:pt x="13939" y="2446"/>
                </a:lnTo>
                <a:lnTo>
                  <a:pt x="13939" y="2330"/>
                </a:lnTo>
                <a:lnTo>
                  <a:pt x="14099" y="2330"/>
                </a:lnTo>
                <a:lnTo>
                  <a:pt x="14099" y="2446"/>
                </a:lnTo>
                <a:moveTo>
                  <a:pt x="13834" y="2446"/>
                </a:moveTo>
                <a:lnTo>
                  <a:pt x="13675" y="2446"/>
                </a:lnTo>
                <a:lnTo>
                  <a:pt x="13675" y="2330"/>
                </a:lnTo>
                <a:lnTo>
                  <a:pt x="13834" y="2330"/>
                </a:lnTo>
                <a:lnTo>
                  <a:pt x="13834" y="2446"/>
                </a:lnTo>
                <a:moveTo>
                  <a:pt x="13570" y="2446"/>
                </a:moveTo>
                <a:lnTo>
                  <a:pt x="13411" y="2446"/>
                </a:lnTo>
                <a:lnTo>
                  <a:pt x="13411" y="2330"/>
                </a:lnTo>
                <a:lnTo>
                  <a:pt x="13570" y="2330"/>
                </a:lnTo>
                <a:lnTo>
                  <a:pt x="13570" y="2446"/>
                </a:lnTo>
                <a:moveTo>
                  <a:pt x="13306" y="2446"/>
                </a:moveTo>
                <a:lnTo>
                  <a:pt x="13147" y="2446"/>
                </a:lnTo>
                <a:lnTo>
                  <a:pt x="13147" y="2330"/>
                </a:lnTo>
                <a:lnTo>
                  <a:pt x="13306" y="2330"/>
                </a:lnTo>
                <a:lnTo>
                  <a:pt x="13306" y="2446"/>
                </a:lnTo>
                <a:moveTo>
                  <a:pt x="13041" y="2446"/>
                </a:moveTo>
                <a:lnTo>
                  <a:pt x="12883" y="2446"/>
                </a:lnTo>
                <a:lnTo>
                  <a:pt x="12883" y="2330"/>
                </a:lnTo>
                <a:lnTo>
                  <a:pt x="13041" y="2330"/>
                </a:lnTo>
                <a:lnTo>
                  <a:pt x="13041" y="2446"/>
                </a:lnTo>
                <a:moveTo>
                  <a:pt x="12777" y="2446"/>
                </a:moveTo>
                <a:lnTo>
                  <a:pt x="12619" y="2446"/>
                </a:lnTo>
                <a:lnTo>
                  <a:pt x="12619" y="2330"/>
                </a:lnTo>
                <a:lnTo>
                  <a:pt x="12777" y="2330"/>
                </a:lnTo>
                <a:lnTo>
                  <a:pt x="12777" y="2446"/>
                </a:lnTo>
                <a:moveTo>
                  <a:pt x="12513" y="2446"/>
                </a:moveTo>
                <a:lnTo>
                  <a:pt x="12355" y="2446"/>
                </a:lnTo>
                <a:lnTo>
                  <a:pt x="12355" y="2330"/>
                </a:lnTo>
                <a:lnTo>
                  <a:pt x="12513" y="2330"/>
                </a:lnTo>
                <a:lnTo>
                  <a:pt x="12513" y="2446"/>
                </a:lnTo>
                <a:moveTo>
                  <a:pt x="12249" y="2446"/>
                </a:moveTo>
                <a:lnTo>
                  <a:pt x="12091" y="2446"/>
                </a:lnTo>
                <a:lnTo>
                  <a:pt x="12091" y="2330"/>
                </a:lnTo>
                <a:lnTo>
                  <a:pt x="12249" y="2330"/>
                </a:lnTo>
                <a:lnTo>
                  <a:pt x="12249" y="2446"/>
                </a:lnTo>
                <a:moveTo>
                  <a:pt x="11985" y="2446"/>
                </a:moveTo>
                <a:lnTo>
                  <a:pt x="11826" y="2446"/>
                </a:lnTo>
                <a:lnTo>
                  <a:pt x="11826" y="2330"/>
                </a:lnTo>
                <a:lnTo>
                  <a:pt x="11985" y="2330"/>
                </a:lnTo>
                <a:lnTo>
                  <a:pt x="11985" y="2446"/>
                </a:lnTo>
                <a:moveTo>
                  <a:pt x="11721" y="2446"/>
                </a:moveTo>
                <a:lnTo>
                  <a:pt x="11562" y="2446"/>
                </a:lnTo>
                <a:lnTo>
                  <a:pt x="11562" y="2330"/>
                </a:lnTo>
                <a:lnTo>
                  <a:pt x="11721" y="2330"/>
                </a:lnTo>
                <a:lnTo>
                  <a:pt x="11721" y="2446"/>
                </a:lnTo>
                <a:moveTo>
                  <a:pt x="11457" y="2446"/>
                </a:moveTo>
                <a:lnTo>
                  <a:pt x="11298" y="2446"/>
                </a:lnTo>
                <a:lnTo>
                  <a:pt x="11298" y="2330"/>
                </a:lnTo>
                <a:lnTo>
                  <a:pt x="11457" y="2330"/>
                </a:lnTo>
                <a:lnTo>
                  <a:pt x="11457" y="2446"/>
                </a:lnTo>
                <a:moveTo>
                  <a:pt x="11193" y="2446"/>
                </a:moveTo>
                <a:lnTo>
                  <a:pt x="11034" y="2446"/>
                </a:lnTo>
                <a:lnTo>
                  <a:pt x="11034" y="2330"/>
                </a:lnTo>
                <a:lnTo>
                  <a:pt x="11193" y="2330"/>
                </a:lnTo>
                <a:lnTo>
                  <a:pt x="11193" y="2446"/>
                </a:lnTo>
                <a:moveTo>
                  <a:pt x="10929" y="2446"/>
                </a:moveTo>
                <a:lnTo>
                  <a:pt x="10770" y="2446"/>
                </a:lnTo>
                <a:lnTo>
                  <a:pt x="10770" y="2330"/>
                </a:lnTo>
                <a:lnTo>
                  <a:pt x="10929" y="2330"/>
                </a:lnTo>
                <a:lnTo>
                  <a:pt x="10929" y="2446"/>
                </a:lnTo>
                <a:moveTo>
                  <a:pt x="10665" y="2446"/>
                </a:moveTo>
                <a:lnTo>
                  <a:pt x="10506" y="2446"/>
                </a:lnTo>
                <a:lnTo>
                  <a:pt x="10506" y="2330"/>
                </a:lnTo>
                <a:lnTo>
                  <a:pt x="10665" y="2330"/>
                </a:lnTo>
                <a:lnTo>
                  <a:pt x="10665" y="2446"/>
                </a:lnTo>
                <a:moveTo>
                  <a:pt x="10401" y="2446"/>
                </a:moveTo>
                <a:lnTo>
                  <a:pt x="10242" y="2446"/>
                </a:lnTo>
                <a:lnTo>
                  <a:pt x="10242" y="2330"/>
                </a:lnTo>
                <a:lnTo>
                  <a:pt x="10401" y="2330"/>
                </a:lnTo>
                <a:lnTo>
                  <a:pt x="10401" y="2446"/>
                </a:lnTo>
                <a:moveTo>
                  <a:pt x="10137" y="2446"/>
                </a:moveTo>
                <a:lnTo>
                  <a:pt x="9978" y="2446"/>
                </a:lnTo>
                <a:lnTo>
                  <a:pt x="9978" y="2330"/>
                </a:lnTo>
                <a:lnTo>
                  <a:pt x="10137" y="2330"/>
                </a:lnTo>
                <a:lnTo>
                  <a:pt x="10137" y="2446"/>
                </a:lnTo>
                <a:moveTo>
                  <a:pt x="9873" y="2446"/>
                </a:moveTo>
                <a:lnTo>
                  <a:pt x="9714" y="2446"/>
                </a:lnTo>
                <a:lnTo>
                  <a:pt x="9714" y="2330"/>
                </a:lnTo>
                <a:lnTo>
                  <a:pt x="9873" y="2330"/>
                </a:lnTo>
                <a:lnTo>
                  <a:pt x="9873" y="2446"/>
                </a:lnTo>
                <a:moveTo>
                  <a:pt x="9609" y="2446"/>
                </a:moveTo>
                <a:lnTo>
                  <a:pt x="9450" y="2446"/>
                </a:lnTo>
                <a:lnTo>
                  <a:pt x="9450" y="2330"/>
                </a:lnTo>
                <a:lnTo>
                  <a:pt x="9609" y="2330"/>
                </a:lnTo>
                <a:lnTo>
                  <a:pt x="9609" y="2446"/>
                </a:lnTo>
                <a:moveTo>
                  <a:pt x="9345" y="2446"/>
                </a:moveTo>
                <a:lnTo>
                  <a:pt x="9186" y="2446"/>
                </a:lnTo>
                <a:lnTo>
                  <a:pt x="9186" y="2330"/>
                </a:lnTo>
                <a:lnTo>
                  <a:pt x="9345" y="2330"/>
                </a:lnTo>
                <a:lnTo>
                  <a:pt x="9345" y="2446"/>
                </a:lnTo>
                <a:moveTo>
                  <a:pt x="9081" y="2446"/>
                </a:moveTo>
                <a:lnTo>
                  <a:pt x="8922" y="2446"/>
                </a:lnTo>
                <a:lnTo>
                  <a:pt x="8922" y="2330"/>
                </a:lnTo>
                <a:lnTo>
                  <a:pt x="9081" y="2330"/>
                </a:lnTo>
                <a:lnTo>
                  <a:pt x="9081" y="2446"/>
                </a:lnTo>
                <a:moveTo>
                  <a:pt x="8817" y="2446"/>
                </a:moveTo>
                <a:lnTo>
                  <a:pt x="8658" y="2446"/>
                </a:lnTo>
                <a:lnTo>
                  <a:pt x="8658" y="2330"/>
                </a:lnTo>
                <a:lnTo>
                  <a:pt x="8817" y="2330"/>
                </a:lnTo>
                <a:lnTo>
                  <a:pt x="8817" y="2446"/>
                </a:lnTo>
                <a:moveTo>
                  <a:pt x="8553" y="2446"/>
                </a:moveTo>
                <a:lnTo>
                  <a:pt x="8394" y="2446"/>
                </a:lnTo>
                <a:lnTo>
                  <a:pt x="8394" y="2330"/>
                </a:lnTo>
                <a:lnTo>
                  <a:pt x="8553" y="2330"/>
                </a:lnTo>
                <a:lnTo>
                  <a:pt x="8553" y="2446"/>
                </a:lnTo>
                <a:moveTo>
                  <a:pt x="8288" y="2446"/>
                </a:moveTo>
                <a:lnTo>
                  <a:pt x="8130" y="2446"/>
                </a:lnTo>
                <a:lnTo>
                  <a:pt x="8130" y="2330"/>
                </a:lnTo>
                <a:lnTo>
                  <a:pt x="8288" y="2330"/>
                </a:lnTo>
                <a:lnTo>
                  <a:pt x="8288" y="2446"/>
                </a:lnTo>
                <a:moveTo>
                  <a:pt x="8024" y="2446"/>
                </a:moveTo>
                <a:lnTo>
                  <a:pt x="7866" y="2446"/>
                </a:lnTo>
                <a:lnTo>
                  <a:pt x="7866" y="2330"/>
                </a:lnTo>
                <a:lnTo>
                  <a:pt x="8024" y="2330"/>
                </a:lnTo>
                <a:lnTo>
                  <a:pt x="8024" y="2446"/>
                </a:lnTo>
                <a:moveTo>
                  <a:pt x="7760" y="2446"/>
                </a:moveTo>
                <a:lnTo>
                  <a:pt x="7602" y="2446"/>
                </a:lnTo>
                <a:lnTo>
                  <a:pt x="7602" y="2330"/>
                </a:lnTo>
                <a:lnTo>
                  <a:pt x="7760" y="2330"/>
                </a:lnTo>
                <a:lnTo>
                  <a:pt x="7760" y="2446"/>
                </a:lnTo>
                <a:moveTo>
                  <a:pt x="7496" y="2446"/>
                </a:moveTo>
                <a:lnTo>
                  <a:pt x="7338" y="2446"/>
                </a:lnTo>
                <a:lnTo>
                  <a:pt x="7338" y="2330"/>
                </a:lnTo>
                <a:lnTo>
                  <a:pt x="7496" y="2330"/>
                </a:lnTo>
                <a:lnTo>
                  <a:pt x="7496" y="2446"/>
                </a:lnTo>
                <a:moveTo>
                  <a:pt x="7232" y="2446"/>
                </a:moveTo>
                <a:lnTo>
                  <a:pt x="7074" y="2446"/>
                </a:lnTo>
                <a:lnTo>
                  <a:pt x="7074" y="2330"/>
                </a:lnTo>
                <a:lnTo>
                  <a:pt x="7232" y="2330"/>
                </a:lnTo>
                <a:lnTo>
                  <a:pt x="7232" y="2446"/>
                </a:lnTo>
                <a:moveTo>
                  <a:pt x="6968" y="2446"/>
                </a:moveTo>
                <a:lnTo>
                  <a:pt x="6809" y="2446"/>
                </a:lnTo>
                <a:lnTo>
                  <a:pt x="6809" y="2330"/>
                </a:lnTo>
                <a:lnTo>
                  <a:pt x="6968" y="2330"/>
                </a:lnTo>
                <a:lnTo>
                  <a:pt x="6968" y="2446"/>
                </a:lnTo>
                <a:moveTo>
                  <a:pt x="6704" y="2446"/>
                </a:moveTo>
                <a:lnTo>
                  <a:pt x="6545" y="2446"/>
                </a:lnTo>
                <a:lnTo>
                  <a:pt x="6545" y="2330"/>
                </a:lnTo>
                <a:lnTo>
                  <a:pt x="6704" y="2330"/>
                </a:lnTo>
                <a:lnTo>
                  <a:pt x="6704" y="2446"/>
                </a:lnTo>
                <a:moveTo>
                  <a:pt x="6440" y="2446"/>
                </a:moveTo>
                <a:lnTo>
                  <a:pt x="6281" y="2446"/>
                </a:lnTo>
                <a:lnTo>
                  <a:pt x="6281" y="2330"/>
                </a:lnTo>
                <a:lnTo>
                  <a:pt x="6440" y="2330"/>
                </a:lnTo>
                <a:lnTo>
                  <a:pt x="6440" y="2446"/>
                </a:lnTo>
                <a:moveTo>
                  <a:pt x="6176" y="2446"/>
                </a:moveTo>
                <a:lnTo>
                  <a:pt x="6017" y="2446"/>
                </a:lnTo>
                <a:lnTo>
                  <a:pt x="6017" y="2330"/>
                </a:lnTo>
                <a:lnTo>
                  <a:pt x="6176" y="2330"/>
                </a:lnTo>
                <a:lnTo>
                  <a:pt x="6176" y="2446"/>
                </a:lnTo>
                <a:moveTo>
                  <a:pt x="5912" y="2446"/>
                </a:moveTo>
                <a:lnTo>
                  <a:pt x="5753" y="2446"/>
                </a:lnTo>
                <a:lnTo>
                  <a:pt x="5753" y="2330"/>
                </a:lnTo>
                <a:lnTo>
                  <a:pt x="5912" y="2330"/>
                </a:lnTo>
                <a:lnTo>
                  <a:pt x="5912" y="2446"/>
                </a:lnTo>
                <a:moveTo>
                  <a:pt x="5648" y="2446"/>
                </a:moveTo>
                <a:lnTo>
                  <a:pt x="5489" y="2446"/>
                </a:lnTo>
                <a:lnTo>
                  <a:pt x="5489" y="2330"/>
                </a:lnTo>
                <a:lnTo>
                  <a:pt x="5648" y="2330"/>
                </a:lnTo>
                <a:lnTo>
                  <a:pt x="5648" y="2446"/>
                </a:lnTo>
                <a:moveTo>
                  <a:pt x="5384" y="2446"/>
                </a:moveTo>
                <a:lnTo>
                  <a:pt x="5225" y="2446"/>
                </a:lnTo>
                <a:lnTo>
                  <a:pt x="5225" y="2330"/>
                </a:lnTo>
                <a:lnTo>
                  <a:pt x="5384" y="2330"/>
                </a:lnTo>
                <a:lnTo>
                  <a:pt x="5384" y="2446"/>
                </a:lnTo>
                <a:moveTo>
                  <a:pt x="5120" y="2446"/>
                </a:moveTo>
                <a:lnTo>
                  <a:pt x="4961" y="2446"/>
                </a:lnTo>
                <a:lnTo>
                  <a:pt x="4961" y="2330"/>
                </a:lnTo>
                <a:lnTo>
                  <a:pt x="5120" y="2330"/>
                </a:lnTo>
                <a:lnTo>
                  <a:pt x="5120" y="2446"/>
                </a:lnTo>
                <a:moveTo>
                  <a:pt x="4856" y="2446"/>
                </a:moveTo>
                <a:lnTo>
                  <a:pt x="4697" y="2446"/>
                </a:lnTo>
                <a:lnTo>
                  <a:pt x="4697" y="2330"/>
                </a:lnTo>
                <a:lnTo>
                  <a:pt x="4856" y="2330"/>
                </a:lnTo>
                <a:lnTo>
                  <a:pt x="4856" y="2446"/>
                </a:lnTo>
                <a:moveTo>
                  <a:pt x="4592" y="2446"/>
                </a:moveTo>
                <a:lnTo>
                  <a:pt x="4433" y="2446"/>
                </a:lnTo>
                <a:lnTo>
                  <a:pt x="4433" y="2330"/>
                </a:lnTo>
                <a:lnTo>
                  <a:pt x="4592" y="2330"/>
                </a:lnTo>
                <a:lnTo>
                  <a:pt x="4592" y="2446"/>
                </a:lnTo>
                <a:moveTo>
                  <a:pt x="4328" y="2446"/>
                </a:moveTo>
                <a:lnTo>
                  <a:pt x="4169" y="2446"/>
                </a:lnTo>
                <a:lnTo>
                  <a:pt x="4169" y="2330"/>
                </a:lnTo>
                <a:lnTo>
                  <a:pt x="4328" y="2330"/>
                </a:lnTo>
                <a:lnTo>
                  <a:pt x="4328" y="2446"/>
                </a:lnTo>
                <a:moveTo>
                  <a:pt x="4064" y="2446"/>
                </a:moveTo>
                <a:lnTo>
                  <a:pt x="3905" y="2446"/>
                </a:lnTo>
                <a:lnTo>
                  <a:pt x="3905" y="2330"/>
                </a:lnTo>
                <a:lnTo>
                  <a:pt x="4064" y="2330"/>
                </a:lnTo>
                <a:lnTo>
                  <a:pt x="4064" y="2446"/>
                </a:lnTo>
                <a:moveTo>
                  <a:pt x="3800" y="2446"/>
                </a:moveTo>
                <a:lnTo>
                  <a:pt x="3641" y="2446"/>
                </a:lnTo>
                <a:lnTo>
                  <a:pt x="3641" y="2330"/>
                </a:lnTo>
                <a:lnTo>
                  <a:pt x="3800" y="2330"/>
                </a:lnTo>
                <a:lnTo>
                  <a:pt x="3800" y="2446"/>
                </a:lnTo>
                <a:moveTo>
                  <a:pt x="3536" y="2446"/>
                </a:moveTo>
                <a:lnTo>
                  <a:pt x="3377" y="2446"/>
                </a:lnTo>
                <a:lnTo>
                  <a:pt x="3377" y="2330"/>
                </a:lnTo>
                <a:lnTo>
                  <a:pt x="3536" y="2330"/>
                </a:lnTo>
                <a:lnTo>
                  <a:pt x="3536" y="2446"/>
                </a:lnTo>
                <a:moveTo>
                  <a:pt x="3271" y="2446"/>
                </a:moveTo>
                <a:lnTo>
                  <a:pt x="3113" y="2446"/>
                </a:lnTo>
                <a:lnTo>
                  <a:pt x="3113" y="2330"/>
                </a:lnTo>
                <a:lnTo>
                  <a:pt x="3271" y="2330"/>
                </a:lnTo>
                <a:lnTo>
                  <a:pt x="3271" y="2446"/>
                </a:lnTo>
                <a:moveTo>
                  <a:pt x="3007" y="2446"/>
                </a:moveTo>
                <a:lnTo>
                  <a:pt x="2849" y="2446"/>
                </a:lnTo>
                <a:lnTo>
                  <a:pt x="2849" y="2330"/>
                </a:lnTo>
                <a:lnTo>
                  <a:pt x="3007" y="2330"/>
                </a:lnTo>
                <a:lnTo>
                  <a:pt x="3007" y="2446"/>
                </a:lnTo>
                <a:moveTo>
                  <a:pt x="2743" y="2446"/>
                </a:moveTo>
                <a:lnTo>
                  <a:pt x="2585" y="2446"/>
                </a:lnTo>
                <a:lnTo>
                  <a:pt x="2585" y="2330"/>
                </a:lnTo>
                <a:lnTo>
                  <a:pt x="2743" y="2330"/>
                </a:lnTo>
                <a:lnTo>
                  <a:pt x="2743" y="2446"/>
                </a:lnTo>
                <a:moveTo>
                  <a:pt x="2479" y="2446"/>
                </a:moveTo>
                <a:lnTo>
                  <a:pt x="2321" y="2446"/>
                </a:lnTo>
                <a:lnTo>
                  <a:pt x="2321" y="2330"/>
                </a:lnTo>
                <a:lnTo>
                  <a:pt x="2479" y="2330"/>
                </a:lnTo>
                <a:lnTo>
                  <a:pt x="2479" y="2446"/>
                </a:lnTo>
                <a:moveTo>
                  <a:pt x="2215" y="2446"/>
                </a:moveTo>
                <a:lnTo>
                  <a:pt x="2056" y="2446"/>
                </a:lnTo>
                <a:lnTo>
                  <a:pt x="2056" y="2330"/>
                </a:lnTo>
                <a:lnTo>
                  <a:pt x="2215" y="2330"/>
                </a:lnTo>
                <a:lnTo>
                  <a:pt x="2215" y="2446"/>
                </a:lnTo>
                <a:moveTo>
                  <a:pt x="1951" y="2446"/>
                </a:moveTo>
                <a:lnTo>
                  <a:pt x="1792" y="2446"/>
                </a:lnTo>
                <a:lnTo>
                  <a:pt x="1792" y="2330"/>
                </a:lnTo>
                <a:lnTo>
                  <a:pt x="1951" y="2330"/>
                </a:lnTo>
                <a:lnTo>
                  <a:pt x="1951" y="2446"/>
                </a:lnTo>
                <a:moveTo>
                  <a:pt x="1687" y="2446"/>
                </a:moveTo>
                <a:lnTo>
                  <a:pt x="1528" y="2446"/>
                </a:lnTo>
                <a:lnTo>
                  <a:pt x="1528" y="2330"/>
                </a:lnTo>
                <a:lnTo>
                  <a:pt x="1687" y="2330"/>
                </a:lnTo>
                <a:lnTo>
                  <a:pt x="1687" y="2446"/>
                </a:lnTo>
                <a:moveTo>
                  <a:pt x="1423" y="2446"/>
                </a:moveTo>
                <a:lnTo>
                  <a:pt x="1264" y="2446"/>
                </a:lnTo>
                <a:lnTo>
                  <a:pt x="1264" y="2330"/>
                </a:lnTo>
                <a:lnTo>
                  <a:pt x="1423" y="2330"/>
                </a:lnTo>
                <a:lnTo>
                  <a:pt x="1423" y="2446"/>
                </a:lnTo>
                <a:moveTo>
                  <a:pt x="1159" y="2446"/>
                </a:moveTo>
                <a:lnTo>
                  <a:pt x="1000" y="2446"/>
                </a:lnTo>
                <a:lnTo>
                  <a:pt x="1000" y="2330"/>
                </a:lnTo>
                <a:lnTo>
                  <a:pt x="1159" y="2330"/>
                </a:lnTo>
                <a:lnTo>
                  <a:pt x="1159" y="2446"/>
                </a:lnTo>
                <a:moveTo>
                  <a:pt x="895" y="2446"/>
                </a:moveTo>
                <a:lnTo>
                  <a:pt x="736" y="2446"/>
                </a:lnTo>
                <a:lnTo>
                  <a:pt x="736" y="2330"/>
                </a:lnTo>
                <a:lnTo>
                  <a:pt x="895" y="2330"/>
                </a:lnTo>
                <a:lnTo>
                  <a:pt x="895" y="2446"/>
                </a:lnTo>
                <a:moveTo>
                  <a:pt x="631" y="2446"/>
                </a:moveTo>
                <a:lnTo>
                  <a:pt x="472" y="2446"/>
                </a:lnTo>
                <a:lnTo>
                  <a:pt x="472" y="2330"/>
                </a:lnTo>
                <a:lnTo>
                  <a:pt x="631" y="2330"/>
                </a:lnTo>
                <a:lnTo>
                  <a:pt x="631" y="2446"/>
                </a:lnTo>
                <a:moveTo>
                  <a:pt x="367" y="2446"/>
                </a:moveTo>
                <a:lnTo>
                  <a:pt x="244" y="2446"/>
                </a:lnTo>
                <a:cubicBezTo>
                  <a:pt x="228" y="2446"/>
                  <a:pt x="213" y="2445"/>
                  <a:pt x="198" y="2442"/>
                </a:cubicBezTo>
                <a:lnTo>
                  <a:pt x="220" y="2327"/>
                </a:lnTo>
                <a:cubicBezTo>
                  <a:pt x="228" y="2329"/>
                  <a:pt x="236" y="2330"/>
                  <a:pt x="244" y="2330"/>
                </a:cubicBezTo>
                <a:lnTo>
                  <a:pt x="367" y="2330"/>
                </a:lnTo>
                <a:lnTo>
                  <a:pt x="367" y="2446"/>
                </a:lnTo>
                <a:moveTo>
                  <a:pt x="75" y="2378"/>
                </a:moveTo>
                <a:cubicBezTo>
                  <a:pt x="25" y="2330"/>
                  <a:pt x="0" y="2272"/>
                  <a:pt x="0" y="2203"/>
                </a:cubicBezTo>
                <a:lnTo>
                  <a:pt x="0" y="2192"/>
                </a:lnTo>
                <a:lnTo>
                  <a:pt x="117" y="2192"/>
                </a:lnTo>
                <a:lnTo>
                  <a:pt x="117" y="2203"/>
                </a:lnTo>
                <a:cubicBezTo>
                  <a:pt x="117" y="2239"/>
                  <a:pt x="130" y="2269"/>
                  <a:pt x="156" y="2294"/>
                </a:cubicBezTo>
                <a:lnTo>
                  <a:pt x="75" y="2378"/>
                </a:lnTo>
                <a:moveTo>
                  <a:pt x="0" y="2087"/>
                </a:moveTo>
                <a:lnTo>
                  <a:pt x="0" y="1928"/>
                </a:lnTo>
                <a:lnTo>
                  <a:pt x="117" y="1928"/>
                </a:lnTo>
                <a:lnTo>
                  <a:pt x="117" y="2087"/>
                </a:lnTo>
                <a:lnTo>
                  <a:pt x="0" y="2087"/>
                </a:lnTo>
                <a:moveTo>
                  <a:pt x="0" y="1823"/>
                </a:moveTo>
                <a:lnTo>
                  <a:pt x="0" y="1664"/>
                </a:lnTo>
                <a:lnTo>
                  <a:pt x="117" y="1664"/>
                </a:lnTo>
                <a:lnTo>
                  <a:pt x="117" y="1823"/>
                </a:lnTo>
                <a:lnTo>
                  <a:pt x="0" y="1823"/>
                </a:lnTo>
                <a:moveTo>
                  <a:pt x="0" y="1559"/>
                </a:moveTo>
                <a:lnTo>
                  <a:pt x="0" y="1399"/>
                </a:lnTo>
                <a:lnTo>
                  <a:pt x="117" y="1399"/>
                </a:lnTo>
                <a:lnTo>
                  <a:pt x="117" y="1559"/>
                </a:lnTo>
                <a:lnTo>
                  <a:pt x="0" y="1559"/>
                </a:lnTo>
                <a:moveTo>
                  <a:pt x="0" y="1294"/>
                </a:moveTo>
                <a:lnTo>
                  <a:pt x="0" y="1135"/>
                </a:lnTo>
                <a:lnTo>
                  <a:pt x="117" y="1135"/>
                </a:lnTo>
                <a:lnTo>
                  <a:pt x="117" y="1294"/>
                </a:lnTo>
                <a:lnTo>
                  <a:pt x="0" y="1294"/>
                </a:lnTo>
                <a:moveTo>
                  <a:pt x="0" y="1029"/>
                </a:moveTo>
                <a:lnTo>
                  <a:pt x="0" y="871"/>
                </a:lnTo>
                <a:lnTo>
                  <a:pt x="117" y="871"/>
                </a:lnTo>
                <a:lnTo>
                  <a:pt x="117" y="1029"/>
                </a:lnTo>
                <a:lnTo>
                  <a:pt x="0" y="1029"/>
                </a:lnTo>
                <a:moveTo>
                  <a:pt x="0" y="765"/>
                </a:moveTo>
                <a:lnTo>
                  <a:pt x="0" y="607"/>
                </a:lnTo>
                <a:lnTo>
                  <a:pt x="117" y="607"/>
                </a:lnTo>
                <a:lnTo>
                  <a:pt x="117" y="765"/>
                </a:lnTo>
                <a:lnTo>
                  <a:pt x="0" y="765"/>
                </a:lnTo>
                <a:moveTo>
                  <a:pt x="0" y="501"/>
                </a:moveTo>
                <a:lnTo>
                  <a:pt x="0" y="343"/>
                </a:lnTo>
                <a:lnTo>
                  <a:pt x="117" y="343"/>
                </a:lnTo>
                <a:lnTo>
                  <a:pt x="117" y="501"/>
                </a:lnTo>
                <a:lnTo>
                  <a:pt x="0" y="501"/>
                </a:lnTo>
                <a:moveTo>
                  <a:pt x="1" y="236"/>
                </a:moveTo>
                <a:cubicBezTo>
                  <a:pt x="3" y="161"/>
                  <a:pt x="34" y="100"/>
                  <a:pt x="92" y="53"/>
                </a:cubicBezTo>
                <a:lnTo>
                  <a:pt x="165" y="144"/>
                </a:lnTo>
                <a:cubicBezTo>
                  <a:pt x="134" y="169"/>
                  <a:pt x="118" y="200"/>
                  <a:pt x="117" y="240"/>
                </a:cubicBezTo>
                <a:lnTo>
                  <a:pt x="1" y="236"/>
                </a:lnTo>
                <a:moveTo>
                  <a:pt x="221" y="1"/>
                </a:moveTo>
                <a:cubicBezTo>
                  <a:pt x="228" y="1"/>
                  <a:pt x="236" y="0"/>
                  <a:pt x="244" y="0"/>
                </a:cubicBezTo>
                <a:lnTo>
                  <a:pt x="403" y="0"/>
                </a:lnTo>
                <a:lnTo>
                  <a:pt x="403" y="117"/>
                </a:lnTo>
                <a:lnTo>
                  <a:pt x="244" y="117"/>
                </a:lnTo>
                <a:cubicBezTo>
                  <a:pt x="240" y="117"/>
                  <a:pt x="236" y="117"/>
                  <a:pt x="232" y="117"/>
                </a:cubicBezTo>
                <a:lnTo>
                  <a:pt x="221" y="1"/>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152" name=""/>
          <p:cNvSpPr txBox="1"/>
          <p:nvPr/>
        </p:nvSpPr>
        <p:spPr>
          <a:xfrm>
            <a:off x="6755760" y="3584160"/>
            <a:ext cx="71388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にする</a:t>
            </a:r>
            <a:endParaRPr b="0" lang="en-US" sz="1870" spc="-1" strike="noStrike">
              <a:solidFill>
                <a:srgbClr val="000000"/>
              </a:solidFill>
              <a:latin typeface="Times New Roman"/>
            </a:endParaRPr>
          </a:p>
        </p:txBody>
      </p:sp>
      <p:sp>
        <p:nvSpPr>
          <p:cNvPr id="153" name=""/>
          <p:cNvSpPr txBox="1"/>
          <p:nvPr/>
        </p:nvSpPr>
        <p:spPr>
          <a:xfrm>
            <a:off x="1261080" y="4572720"/>
            <a:ext cx="9077760" cy="387360"/>
          </a:xfrm>
          <a:prstGeom prst="rect">
            <a:avLst/>
          </a:prstGeom>
          <a:noFill/>
          <a:ln w="0">
            <a:noFill/>
          </a:ln>
        </p:spPr>
        <p:txBody>
          <a:bodyPr wrap="none" lIns="0" rIns="0" tIns="0" bIns="0" anchor="t">
            <a:noAutofit/>
          </a:bodyPr>
          <a:p>
            <a:r>
              <a:rPr b="0" lang="en-US" sz="2100" spc="-1" strike="noStrike">
                <a:solidFill>
                  <a:srgbClr val="0b4b78"/>
                </a:solidFill>
                <a:latin typeface="NotoSansJP"/>
                <a:ea typeface="NotoSansJP"/>
              </a:rPr>
              <a:t>[</a:t>
            </a:r>
            <a:r>
              <a:rPr b="0" lang="zh-CN" sz="2100" spc="-1" strike="noStrike">
                <a:solidFill>
                  <a:srgbClr val="0b4b78"/>
                </a:solidFill>
                <a:latin typeface="NotoSansJP"/>
                <a:ea typeface="NotoSansJP"/>
              </a:rPr>
              <a:t>ここに論文</a:t>
            </a:r>
            <a:r>
              <a:rPr b="0" lang="en-US" sz="2100" spc="-1" strike="noStrike">
                <a:solidFill>
                  <a:srgbClr val="0b4b78"/>
                </a:solidFill>
                <a:latin typeface="NotoSansJP"/>
                <a:ea typeface="NotoSansJP"/>
              </a:rPr>
              <a:t>Fig. 4: A visual representation of a convolutional layer </a:t>
            </a:r>
            <a:r>
              <a:rPr b="0" lang="zh-CN" sz="2100" spc="-1" strike="noStrike">
                <a:solidFill>
                  <a:srgbClr val="0b4b78"/>
                </a:solidFill>
                <a:latin typeface="NotoSansJP"/>
                <a:ea typeface="NotoSansJP"/>
              </a:rPr>
              <a:t>を入れる</a:t>
            </a:r>
            <a:r>
              <a:rPr b="0" lang="en-US" sz="2100" spc="-1" strike="noStrike">
                <a:solidFill>
                  <a:srgbClr val="0b4b78"/>
                </a:solidFill>
                <a:latin typeface="NotoSansJP"/>
                <a:ea typeface="NotoSansJP"/>
              </a:rPr>
              <a:t>]</a:t>
            </a:r>
            <a:endParaRPr b="0" lang="en-US" sz="2100" spc="-1" strike="noStrike">
              <a:solidFill>
                <a:srgbClr val="000000"/>
              </a:solidFill>
              <a:latin typeface="Times New Roman"/>
            </a:endParaRPr>
          </a:p>
        </p:txBody>
      </p:sp>
      <p:sp>
        <p:nvSpPr>
          <p:cNvPr id="154" name=""/>
          <p:cNvSpPr/>
          <p:nvPr/>
        </p:nvSpPr>
        <p:spPr>
          <a:xfrm>
            <a:off x="533160" y="561960"/>
            <a:ext cx="267120" cy="57240"/>
          </a:xfrm>
          <a:custGeom>
            <a:avLst/>
            <a:gdLst/>
            <a:ahLst/>
            <a:rect l="0" t="0" r="r" b="b"/>
            <a:pathLst>
              <a:path w="742" h="159">
                <a:moveTo>
                  <a:pt x="0" y="106"/>
                </a:moveTo>
                <a:lnTo>
                  <a:pt x="0" y="52"/>
                </a:lnTo>
                <a:cubicBezTo>
                  <a:pt x="0" y="45"/>
                  <a:pt x="2" y="39"/>
                  <a:pt x="4" y="32"/>
                </a:cubicBezTo>
                <a:cubicBezTo>
                  <a:pt x="7" y="26"/>
                  <a:pt x="11" y="20"/>
                  <a:pt x="16" y="15"/>
                </a:cubicBezTo>
                <a:cubicBezTo>
                  <a:pt x="21" y="10"/>
                  <a:pt x="26" y="6"/>
                  <a:pt x="33" y="4"/>
                </a:cubicBezTo>
                <a:cubicBezTo>
                  <a:pt x="39" y="1"/>
                  <a:pt x="46" y="0"/>
                  <a:pt x="53" y="0"/>
                </a:cubicBezTo>
                <a:lnTo>
                  <a:pt x="689" y="0"/>
                </a:lnTo>
                <a:cubicBezTo>
                  <a:pt x="696" y="0"/>
                  <a:pt x="703" y="1"/>
                  <a:pt x="709" y="4"/>
                </a:cubicBezTo>
                <a:cubicBezTo>
                  <a:pt x="716" y="6"/>
                  <a:pt x="722" y="10"/>
                  <a:pt x="727" y="15"/>
                </a:cubicBezTo>
                <a:cubicBezTo>
                  <a:pt x="731" y="20"/>
                  <a:pt x="735" y="26"/>
                  <a:pt x="738" y="32"/>
                </a:cubicBezTo>
                <a:cubicBezTo>
                  <a:pt x="741" y="39"/>
                  <a:pt x="742" y="45"/>
                  <a:pt x="742" y="52"/>
                </a:cubicBezTo>
                <a:lnTo>
                  <a:pt x="742" y="106"/>
                </a:lnTo>
                <a:cubicBezTo>
                  <a:pt x="742" y="113"/>
                  <a:pt x="741" y="120"/>
                  <a:pt x="738" y="127"/>
                </a:cubicBezTo>
                <a:cubicBezTo>
                  <a:pt x="735" y="133"/>
                  <a:pt x="731" y="139"/>
                  <a:pt x="727" y="144"/>
                </a:cubicBezTo>
                <a:cubicBezTo>
                  <a:pt x="722" y="149"/>
                  <a:pt x="716" y="153"/>
                  <a:pt x="709" y="155"/>
                </a:cubicBezTo>
                <a:cubicBezTo>
                  <a:pt x="703" y="158"/>
                  <a:pt x="696" y="159"/>
                  <a:pt x="689" y="159"/>
                </a:cubicBezTo>
                <a:lnTo>
                  <a:pt x="53" y="159"/>
                </a:lnTo>
                <a:cubicBezTo>
                  <a:pt x="46" y="159"/>
                  <a:pt x="39" y="158"/>
                  <a:pt x="33" y="155"/>
                </a:cubicBezTo>
                <a:cubicBezTo>
                  <a:pt x="26" y="153"/>
                  <a:pt x="21" y="149"/>
                  <a:pt x="16" y="144"/>
                </a:cubicBezTo>
                <a:cubicBezTo>
                  <a:pt x="11" y="139"/>
                  <a:pt x="7" y="133"/>
                  <a:pt x="4" y="127"/>
                </a:cubicBezTo>
                <a:cubicBezTo>
                  <a:pt x="2" y="120"/>
                  <a:pt x="0" y="113"/>
                  <a:pt x="0" y="106"/>
                </a:cubicBez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155" name=""/>
          <p:cNvSpPr txBox="1"/>
          <p:nvPr/>
        </p:nvSpPr>
        <p:spPr>
          <a:xfrm>
            <a:off x="914400" y="392400"/>
            <a:ext cx="1454400" cy="361440"/>
          </a:xfrm>
          <a:prstGeom prst="rect">
            <a:avLst/>
          </a:prstGeom>
          <a:noFill/>
          <a:ln w="0">
            <a:noFill/>
          </a:ln>
        </p:spPr>
        <p:txBody>
          <a:bodyPr wrap="none" lIns="0" rIns="0" tIns="0" bIns="0" anchor="t">
            <a:noAutofit/>
          </a:bodyPr>
          <a:p>
            <a:r>
              <a:rPr b="0" lang="zh-CN" sz="1950" spc="-1" strike="noStrike">
                <a:solidFill>
                  <a:srgbClr val="111111"/>
                </a:solidFill>
                <a:latin typeface="NotoSansJP"/>
                <a:ea typeface="NotoSansJP"/>
              </a:rPr>
              <a:t>手法の詳細</a:t>
            </a:r>
            <a:r>
              <a:rPr b="0" lang="en-US" sz="1950" spc="-1" strike="noStrike">
                <a:solidFill>
                  <a:srgbClr val="111111"/>
                </a:solidFill>
                <a:latin typeface="NotoSansJP"/>
                <a:ea typeface="NotoSansJP"/>
              </a:rPr>
              <a:t>1</a:t>
            </a:r>
            <a:endParaRPr b="0" lang="en-US" sz="1950" spc="-1" strike="noStrike">
              <a:solidFill>
                <a:srgbClr val="000000"/>
              </a:solidFill>
              <a:latin typeface="Times New Roman"/>
            </a:endParaRPr>
          </a:p>
        </p:txBody>
      </p:sp>
      <p:sp>
        <p:nvSpPr>
          <p:cNvPr id="156" name=""/>
          <p:cNvSpPr txBox="1"/>
          <p:nvPr/>
        </p:nvSpPr>
        <p:spPr>
          <a:xfrm>
            <a:off x="11946600" y="6436800"/>
            <a:ext cx="304560" cy="416520"/>
          </a:xfrm>
          <a:prstGeom prst="rect">
            <a:avLst/>
          </a:prstGeom>
          <a:noFill/>
          <a:ln w="0">
            <a:noFill/>
          </a:ln>
        </p:spPr>
        <p:txBody>
          <a:bodyPr wrap="none" lIns="0" rIns="0" tIns="0" bIns="0" anchor="t">
            <a:noAutofit/>
          </a:bodyPr>
          <a:p>
            <a:r>
              <a:rPr b="0" lang="en-US" sz="2400" spc="-1" strike="noStrike">
                <a:solidFill>
                  <a:srgbClr val="111111"/>
                </a:solidFill>
                <a:latin typeface="NotoSansJP"/>
                <a:ea typeface="NotoSansJP"/>
              </a:rPr>
              <a:t>6</a:t>
            </a:r>
            <a:endParaRPr b="0" lang="en-US" sz="24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1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15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c9c9c9"/>
          </a:solidFill>
          <a:ln w="0">
            <a:noFill/>
          </a:ln>
        </p:spPr>
        <p:txBody>
          <a:bodyPr lIns="0" rIns="0" tIns="0" bIns="0" anchor="t">
            <a:noAutofit/>
          </a:bodyPr>
          <a:p>
            <a:endParaRPr b="0" lang="en-US" sz="2400" spc="-1" strike="noStrike">
              <a:solidFill>
                <a:srgbClr val="000000"/>
              </a:solidFill>
              <a:latin typeface="Times New Roman"/>
            </a:endParaRPr>
          </a:p>
        </p:txBody>
      </p:sp>
      <p:sp>
        <p:nvSpPr>
          <p:cNvPr id="160" name=""/>
          <p:cNvSpPr/>
          <p:nvPr/>
        </p:nvSpPr>
        <p:spPr>
          <a:xfrm>
            <a:off x="228240" y="228240"/>
            <a:ext cx="11735280" cy="6401160"/>
          </a:xfrm>
          <a:custGeom>
            <a:avLst/>
            <a:gdLst/>
            <a:ahLst/>
            <a:rect l="0" t="0" r="r" b="b"/>
            <a:pathLst>
              <a:path w="32598" h="17781">
                <a:moveTo>
                  <a:pt x="530" y="0"/>
                </a:moveTo>
                <a:lnTo>
                  <a:pt x="32069" y="0"/>
                </a:lnTo>
                <a:cubicBezTo>
                  <a:pt x="32104" y="0"/>
                  <a:pt x="32138" y="4"/>
                  <a:pt x="32172" y="11"/>
                </a:cubicBezTo>
                <a:cubicBezTo>
                  <a:pt x="32206" y="17"/>
                  <a:pt x="32239" y="27"/>
                  <a:pt x="32271" y="41"/>
                </a:cubicBezTo>
                <a:cubicBezTo>
                  <a:pt x="32304" y="54"/>
                  <a:pt x="32334" y="70"/>
                  <a:pt x="32363" y="90"/>
                </a:cubicBezTo>
                <a:cubicBezTo>
                  <a:pt x="32392" y="109"/>
                  <a:pt x="32419" y="131"/>
                  <a:pt x="32443" y="155"/>
                </a:cubicBezTo>
                <a:cubicBezTo>
                  <a:pt x="32468" y="180"/>
                  <a:pt x="32490" y="207"/>
                  <a:pt x="32509" y="236"/>
                </a:cubicBezTo>
                <a:cubicBezTo>
                  <a:pt x="32528" y="265"/>
                  <a:pt x="32545" y="295"/>
                  <a:pt x="32558" y="327"/>
                </a:cubicBezTo>
                <a:cubicBezTo>
                  <a:pt x="32571" y="359"/>
                  <a:pt x="32581" y="392"/>
                  <a:pt x="32588" y="426"/>
                </a:cubicBezTo>
                <a:cubicBezTo>
                  <a:pt x="32595" y="461"/>
                  <a:pt x="32598" y="495"/>
                  <a:pt x="32598" y="530"/>
                </a:cubicBezTo>
                <a:lnTo>
                  <a:pt x="32598" y="17252"/>
                </a:lnTo>
                <a:cubicBezTo>
                  <a:pt x="32598" y="17287"/>
                  <a:pt x="32595" y="17321"/>
                  <a:pt x="32588" y="17356"/>
                </a:cubicBezTo>
                <a:cubicBezTo>
                  <a:pt x="32581" y="17390"/>
                  <a:pt x="32571" y="17423"/>
                  <a:pt x="32558" y="17455"/>
                </a:cubicBezTo>
                <a:cubicBezTo>
                  <a:pt x="32545" y="17487"/>
                  <a:pt x="32528" y="17517"/>
                  <a:pt x="32509" y="17546"/>
                </a:cubicBezTo>
                <a:cubicBezTo>
                  <a:pt x="32490" y="17575"/>
                  <a:pt x="32468" y="17602"/>
                  <a:pt x="32443" y="17627"/>
                </a:cubicBezTo>
                <a:cubicBezTo>
                  <a:pt x="32419" y="17651"/>
                  <a:pt x="32392" y="17673"/>
                  <a:pt x="32363" y="17692"/>
                </a:cubicBezTo>
                <a:cubicBezTo>
                  <a:pt x="32334" y="17712"/>
                  <a:pt x="32304" y="17728"/>
                  <a:pt x="32271" y="17741"/>
                </a:cubicBezTo>
                <a:cubicBezTo>
                  <a:pt x="32239" y="17755"/>
                  <a:pt x="32206" y="17765"/>
                  <a:pt x="32172" y="17771"/>
                </a:cubicBezTo>
                <a:cubicBezTo>
                  <a:pt x="32138" y="17778"/>
                  <a:pt x="32104" y="17781"/>
                  <a:pt x="32069" y="17781"/>
                </a:cubicBezTo>
                <a:lnTo>
                  <a:pt x="530" y="17781"/>
                </a:lnTo>
                <a:cubicBezTo>
                  <a:pt x="495" y="17781"/>
                  <a:pt x="461" y="17778"/>
                  <a:pt x="426" y="17771"/>
                </a:cubicBezTo>
                <a:cubicBezTo>
                  <a:pt x="392" y="17765"/>
                  <a:pt x="359" y="17755"/>
                  <a:pt x="327" y="17741"/>
                </a:cubicBezTo>
                <a:cubicBezTo>
                  <a:pt x="295" y="17728"/>
                  <a:pt x="265" y="17712"/>
                  <a:pt x="236" y="17692"/>
                </a:cubicBezTo>
                <a:cubicBezTo>
                  <a:pt x="207" y="17673"/>
                  <a:pt x="180" y="17651"/>
                  <a:pt x="155" y="17627"/>
                </a:cubicBezTo>
                <a:cubicBezTo>
                  <a:pt x="131" y="17602"/>
                  <a:pt x="109" y="17575"/>
                  <a:pt x="90" y="17546"/>
                </a:cubicBezTo>
                <a:cubicBezTo>
                  <a:pt x="70" y="17517"/>
                  <a:pt x="54" y="17487"/>
                  <a:pt x="41" y="17455"/>
                </a:cubicBezTo>
                <a:cubicBezTo>
                  <a:pt x="27" y="17423"/>
                  <a:pt x="17" y="17390"/>
                  <a:pt x="11" y="17356"/>
                </a:cubicBezTo>
                <a:cubicBezTo>
                  <a:pt x="4" y="17321"/>
                  <a:pt x="0" y="17287"/>
                  <a:pt x="0" y="17252"/>
                </a:cubicBezTo>
                <a:lnTo>
                  <a:pt x="0" y="530"/>
                </a:lnTo>
                <a:cubicBezTo>
                  <a:pt x="0" y="495"/>
                  <a:pt x="4" y="461"/>
                  <a:pt x="11" y="426"/>
                </a:cubicBezTo>
                <a:cubicBezTo>
                  <a:pt x="17" y="392"/>
                  <a:pt x="27" y="359"/>
                  <a:pt x="41" y="327"/>
                </a:cubicBezTo>
                <a:cubicBezTo>
                  <a:pt x="54" y="295"/>
                  <a:pt x="70" y="265"/>
                  <a:pt x="90" y="236"/>
                </a:cubicBezTo>
                <a:cubicBezTo>
                  <a:pt x="109" y="207"/>
                  <a:pt x="131" y="180"/>
                  <a:pt x="155" y="155"/>
                </a:cubicBezTo>
                <a:cubicBezTo>
                  <a:pt x="180" y="131"/>
                  <a:pt x="207" y="109"/>
                  <a:pt x="236" y="90"/>
                </a:cubicBezTo>
                <a:cubicBezTo>
                  <a:pt x="265" y="70"/>
                  <a:pt x="295" y="54"/>
                  <a:pt x="327" y="41"/>
                </a:cubicBezTo>
                <a:cubicBezTo>
                  <a:pt x="359" y="27"/>
                  <a:pt x="392" y="17"/>
                  <a:pt x="426" y="11"/>
                </a:cubicBezTo>
                <a:cubicBezTo>
                  <a:pt x="461" y="4"/>
                  <a:pt x="495" y="0"/>
                  <a:pt x="530" y="0"/>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pic>
        <p:nvPicPr>
          <p:cNvPr id="161" name="" descr=""/>
          <p:cNvPicPr/>
          <p:nvPr/>
        </p:nvPicPr>
        <p:blipFill>
          <a:blip r:embed="rId1"/>
          <a:stretch/>
        </p:blipFill>
        <p:spPr>
          <a:xfrm>
            <a:off x="10515600" y="38160"/>
            <a:ext cx="1142640" cy="1142640"/>
          </a:xfrm>
          <a:prstGeom prst="rect">
            <a:avLst/>
          </a:prstGeom>
          <a:ln w="0">
            <a:noFill/>
          </a:ln>
        </p:spPr>
      </p:pic>
      <p:sp>
        <p:nvSpPr>
          <p:cNvPr id="162" name=""/>
          <p:cNvSpPr txBox="1"/>
          <p:nvPr/>
        </p:nvSpPr>
        <p:spPr>
          <a:xfrm>
            <a:off x="533520" y="924480"/>
            <a:ext cx="10668600" cy="385920"/>
          </a:xfrm>
          <a:prstGeom prst="rect">
            <a:avLst/>
          </a:prstGeom>
          <a:noFill/>
          <a:ln w="0">
            <a:noFill/>
          </a:ln>
        </p:spPr>
        <p:txBody>
          <a:bodyPr wrap="none" lIns="0" rIns="0" tIns="0" bIns="0" anchor="t">
            <a:noAutofit/>
          </a:bodyPr>
          <a:p>
            <a:r>
              <a:rPr b="0" lang="zh-CN" sz="2100" spc="-1" strike="noStrike">
                <a:solidFill>
                  <a:srgbClr val="111111"/>
                </a:solidFill>
                <a:latin typeface="NotoSansJP"/>
                <a:ea typeface="NotoSansJP"/>
              </a:rPr>
              <a:t>畳み込み後の出力サイズは、入力サイズとカーネル‧パディング‧ストライドで決まる。</a:t>
            </a:r>
            <a:endParaRPr b="0" lang="en-US" sz="2100" spc="-1" strike="noStrike">
              <a:solidFill>
                <a:srgbClr val="000000"/>
              </a:solidFill>
              <a:latin typeface="Times New Roman"/>
            </a:endParaRPr>
          </a:p>
        </p:txBody>
      </p:sp>
      <p:sp>
        <p:nvSpPr>
          <p:cNvPr id="163" name=""/>
          <p:cNvSpPr txBox="1"/>
          <p:nvPr/>
        </p:nvSpPr>
        <p:spPr>
          <a:xfrm>
            <a:off x="6726240" y="1729800"/>
            <a:ext cx="281520" cy="384480"/>
          </a:xfrm>
          <a:prstGeom prst="rect">
            <a:avLst/>
          </a:prstGeom>
          <a:noFill/>
          <a:ln w="0">
            <a:noFill/>
          </a:ln>
        </p:spPr>
        <p:txBody>
          <a:bodyPr wrap="none" lIns="0" rIns="0" tIns="0" bIns="0" anchor="t">
            <a:noAutofit/>
          </a:bodyPr>
          <a:p>
            <a:r>
              <a:rPr b="0" lang="en-US" sz="2220" spc="-1" strike="noStrike">
                <a:solidFill>
                  <a:srgbClr val="111111"/>
                </a:solidFill>
                <a:latin typeface="NotoSansJP"/>
                <a:ea typeface="NotoSansJP"/>
              </a:rPr>
              <a:t>+</a:t>
            </a:r>
            <a:endParaRPr b="0" lang="en-US" sz="2220" spc="-1" strike="noStrike">
              <a:solidFill>
                <a:srgbClr val="000000"/>
              </a:solidFill>
              <a:latin typeface="Times New Roman"/>
            </a:endParaRPr>
          </a:p>
        </p:txBody>
      </p:sp>
      <p:sp>
        <p:nvSpPr>
          <p:cNvPr id="164" name=""/>
          <p:cNvSpPr/>
          <p:nvPr/>
        </p:nvSpPr>
        <p:spPr>
          <a:xfrm>
            <a:off x="5124240" y="1952280"/>
            <a:ext cx="1505160" cy="10080"/>
          </a:xfrm>
          <a:custGeom>
            <a:avLst/>
            <a:gdLst/>
            <a:ahLst/>
            <a:rect l="0" t="0" r="r" b="b"/>
            <a:pathLst>
              <a:path w="4181" h="28">
                <a:moveTo>
                  <a:pt x="0" y="0"/>
                </a:moveTo>
                <a:lnTo>
                  <a:pt x="4181" y="0"/>
                </a:lnTo>
                <a:lnTo>
                  <a:pt x="4181" y="28"/>
                </a:lnTo>
                <a:lnTo>
                  <a:pt x="0" y="28"/>
                </a:lnTo>
                <a:lnTo>
                  <a:pt x="0" y="0"/>
                </a:ln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65" name=""/>
          <p:cNvSpPr txBox="1"/>
          <p:nvPr/>
        </p:nvSpPr>
        <p:spPr>
          <a:xfrm>
            <a:off x="5784840" y="1927800"/>
            <a:ext cx="281520" cy="384480"/>
          </a:xfrm>
          <a:prstGeom prst="rect">
            <a:avLst/>
          </a:prstGeom>
          <a:noFill/>
          <a:ln w="0">
            <a:noFill/>
          </a:ln>
        </p:spPr>
        <p:txBody>
          <a:bodyPr wrap="none" lIns="0" rIns="0" tIns="0" bIns="0" anchor="t">
            <a:noAutofit/>
          </a:bodyPr>
          <a:p>
            <a:r>
              <a:rPr b="0" lang="en-US" sz="2220" spc="-1" strike="noStrike">
                <a:solidFill>
                  <a:srgbClr val="111111"/>
                </a:solidFill>
                <a:latin typeface="NotoSansJP"/>
                <a:ea typeface="NotoSansJP"/>
              </a:rPr>
              <a:t>S</a:t>
            </a:r>
            <a:endParaRPr b="0" lang="en-US" sz="2220" spc="-1" strike="noStrike">
              <a:solidFill>
                <a:srgbClr val="000000"/>
              </a:solidFill>
              <a:latin typeface="Times New Roman"/>
            </a:endParaRPr>
          </a:p>
        </p:txBody>
      </p:sp>
      <p:sp>
        <p:nvSpPr>
          <p:cNvPr id="166" name=""/>
          <p:cNvSpPr txBox="1"/>
          <p:nvPr/>
        </p:nvSpPr>
        <p:spPr>
          <a:xfrm>
            <a:off x="5124240" y="1537200"/>
            <a:ext cx="1478880" cy="384480"/>
          </a:xfrm>
          <a:prstGeom prst="rect">
            <a:avLst/>
          </a:prstGeom>
          <a:noFill/>
          <a:ln w="0">
            <a:noFill/>
          </a:ln>
        </p:spPr>
        <p:txBody>
          <a:bodyPr wrap="none" lIns="0" rIns="0" tIns="0" bIns="0" anchor="t">
            <a:noAutofit/>
          </a:bodyPr>
          <a:p>
            <a:r>
              <a:rPr b="0" lang="en-US" sz="2220" spc="-1" strike="noStrike">
                <a:solidFill>
                  <a:srgbClr val="111111"/>
                </a:solidFill>
                <a:latin typeface="NotoSansJP"/>
                <a:ea typeface="NotoSansJP"/>
              </a:rPr>
              <a:t>(V − R + 2Z)</a:t>
            </a:r>
            <a:endParaRPr b="0" lang="en-US" sz="2220" spc="-1" strike="noStrike">
              <a:solidFill>
                <a:srgbClr val="000000"/>
              </a:solidFill>
              <a:latin typeface="Times New Roman"/>
            </a:endParaRPr>
          </a:p>
        </p:txBody>
      </p:sp>
      <p:sp>
        <p:nvSpPr>
          <p:cNvPr id="167" name=""/>
          <p:cNvSpPr/>
          <p:nvPr/>
        </p:nvSpPr>
        <p:spPr>
          <a:xfrm>
            <a:off x="542880" y="2676240"/>
            <a:ext cx="5410440" cy="2962800"/>
          </a:xfrm>
          <a:custGeom>
            <a:avLst/>
            <a:gdLst/>
            <a:ahLst/>
            <a:rect l="0" t="0" r="r" b="b"/>
            <a:pathLst>
              <a:path w="15029" h="8230">
                <a:moveTo>
                  <a:pt x="0" y="8045"/>
                </a:moveTo>
                <a:lnTo>
                  <a:pt x="0" y="185"/>
                </a:lnTo>
                <a:cubicBezTo>
                  <a:pt x="0" y="173"/>
                  <a:pt x="1" y="161"/>
                  <a:pt x="3" y="149"/>
                </a:cubicBezTo>
                <a:cubicBezTo>
                  <a:pt x="6" y="137"/>
                  <a:pt x="9" y="126"/>
                  <a:pt x="14" y="115"/>
                </a:cubicBezTo>
                <a:cubicBezTo>
                  <a:pt x="18" y="103"/>
                  <a:pt x="24" y="93"/>
                  <a:pt x="31" y="83"/>
                </a:cubicBezTo>
                <a:cubicBezTo>
                  <a:pt x="38" y="72"/>
                  <a:pt x="45" y="63"/>
                  <a:pt x="54" y="55"/>
                </a:cubicBezTo>
                <a:cubicBezTo>
                  <a:pt x="62" y="46"/>
                  <a:pt x="72" y="38"/>
                  <a:pt x="82" y="32"/>
                </a:cubicBezTo>
                <a:cubicBezTo>
                  <a:pt x="92" y="25"/>
                  <a:pt x="103" y="19"/>
                  <a:pt x="114" y="14"/>
                </a:cubicBezTo>
                <a:cubicBezTo>
                  <a:pt x="125" y="10"/>
                  <a:pt x="137" y="6"/>
                  <a:pt x="149" y="4"/>
                </a:cubicBezTo>
                <a:cubicBezTo>
                  <a:pt x="161" y="1"/>
                  <a:pt x="173" y="0"/>
                  <a:pt x="185" y="0"/>
                </a:cubicBezTo>
                <a:lnTo>
                  <a:pt x="14844" y="0"/>
                </a:lnTo>
                <a:cubicBezTo>
                  <a:pt x="14856" y="0"/>
                  <a:pt x="14868" y="1"/>
                  <a:pt x="14880" y="4"/>
                </a:cubicBezTo>
                <a:cubicBezTo>
                  <a:pt x="14892" y="6"/>
                  <a:pt x="14903" y="10"/>
                  <a:pt x="14915" y="14"/>
                </a:cubicBezTo>
                <a:cubicBezTo>
                  <a:pt x="14926" y="19"/>
                  <a:pt x="14937" y="25"/>
                  <a:pt x="14947" y="32"/>
                </a:cubicBezTo>
                <a:cubicBezTo>
                  <a:pt x="14957" y="38"/>
                  <a:pt x="14966" y="46"/>
                  <a:pt x="14975" y="55"/>
                </a:cubicBezTo>
                <a:cubicBezTo>
                  <a:pt x="14983" y="63"/>
                  <a:pt x="14991" y="72"/>
                  <a:pt x="14998" y="83"/>
                </a:cubicBezTo>
                <a:cubicBezTo>
                  <a:pt x="15005" y="93"/>
                  <a:pt x="15010" y="103"/>
                  <a:pt x="15015" y="115"/>
                </a:cubicBezTo>
                <a:cubicBezTo>
                  <a:pt x="15020" y="126"/>
                  <a:pt x="15023" y="137"/>
                  <a:pt x="15025" y="149"/>
                </a:cubicBezTo>
                <a:cubicBezTo>
                  <a:pt x="15028" y="161"/>
                  <a:pt x="15029" y="173"/>
                  <a:pt x="15029" y="185"/>
                </a:cubicBezTo>
                <a:lnTo>
                  <a:pt x="15029" y="8045"/>
                </a:lnTo>
                <a:cubicBezTo>
                  <a:pt x="15029" y="8057"/>
                  <a:pt x="15028" y="8069"/>
                  <a:pt x="15025" y="8081"/>
                </a:cubicBezTo>
                <a:cubicBezTo>
                  <a:pt x="15023" y="8093"/>
                  <a:pt x="15020" y="8104"/>
                  <a:pt x="15015" y="8115"/>
                </a:cubicBezTo>
                <a:cubicBezTo>
                  <a:pt x="15010" y="8127"/>
                  <a:pt x="15005" y="8137"/>
                  <a:pt x="14998" y="8148"/>
                </a:cubicBezTo>
                <a:cubicBezTo>
                  <a:pt x="14991" y="8158"/>
                  <a:pt x="14983" y="8167"/>
                  <a:pt x="14975" y="8176"/>
                </a:cubicBezTo>
                <a:cubicBezTo>
                  <a:pt x="14966" y="8184"/>
                  <a:pt x="14957" y="8192"/>
                  <a:pt x="14947" y="8199"/>
                </a:cubicBezTo>
                <a:cubicBezTo>
                  <a:pt x="14937" y="8205"/>
                  <a:pt x="14926" y="8211"/>
                  <a:pt x="14915" y="8216"/>
                </a:cubicBezTo>
                <a:cubicBezTo>
                  <a:pt x="14903" y="8220"/>
                  <a:pt x="14892" y="8224"/>
                  <a:pt x="14880" y="8226"/>
                </a:cubicBezTo>
                <a:cubicBezTo>
                  <a:pt x="14868" y="8229"/>
                  <a:pt x="14856" y="8230"/>
                  <a:pt x="14844" y="8230"/>
                </a:cubicBezTo>
                <a:lnTo>
                  <a:pt x="185" y="8230"/>
                </a:lnTo>
                <a:cubicBezTo>
                  <a:pt x="173" y="8230"/>
                  <a:pt x="161" y="8229"/>
                  <a:pt x="149" y="8226"/>
                </a:cubicBezTo>
                <a:cubicBezTo>
                  <a:pt x="137" y="8224"/>
                  <a:pt x="125" y="8220"/>
                  <a:pt x="114" y="8216"/>
                </a:cubicBezTo>
                <a:cubicBezTo>
                  <a:pt x="103" y="8211"/>
                  <a:pt x="92" y="8205"/>
                  <a:pt x="82" y="8199"/>
                </a:cubicBezTo>
                <a:cubicBezTo>
                  <a:pt x="72" y="8192"/>
                  <a:pt x="62" y="8184"/>
                  <a:pt x="54" y="8176"/>
                </a:cubicBezTo>
                <a:cubicBezTo>
                  <a:pt x="45" y="8167"/>
                  <a:pt x="38" y="8158"/>
                  <a:pt x="31" y="8148"/>
                </a:cubicBezTo>
                <a:cubicBezTo>
                  <a:pt x="24" y="8137"/>
                  <a:pt x="18" y="8127"/>
                  <a:pt x="14" y="8115"/>
                </a:cubicBezTo>
                <a:cubicBezTo>
                  <a:pt x="9" y="8104"/>
                  <a:pt x="6" y="8093"/>
                  <a:pt x="3" y="8081"/>
                </a:cubicBezTo>
                <a:cubicBezTo>
                  <a:pt x="1" y="8069"/>
                  <a:pt x="0" y="8057"/>
                  <a:pt x="0" y="8045"/>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168" name=""/>
          <p:cNvSpPr/>
          <p:nvPr/>
        </p:nvSpPr>
        <p:spPr>
          <a:xfrm>
            <a:off x="542880" y="2676240"/>
            <a:ext cx="5410440" cy="2962800"/>
          </a:xfrm>
          <a:custGeom>
            <a:avLst/>
            <a:gdLst/>
            <a:ahLst/>
            <a:rect l="0" t="0" r="r" b="b"/>
            <a:pathLst>
              <a:path w="15029" h="8230">
                <a:moveTo>
                  <a:pt x="0" y="8045"/>
                </a:moveTo>
                <a:lnTo>
                  <a:pt x="0" y="185"/>
                </a:lnTo>
                <a:cubicBezTo>
                  <a:pt x="0" y="173"/>
                  <a:pt x="1" y="161"/>
                  <a:pt x="3" y="149"/>
                </a:cubicBezTo>
                <a:cubicBezTo>
                  <a:pt x="6" y="137"/>
                  <a:pt x="9" y="126"/>
                  <a:pt x="14" y="115"/>
                </a:cubicBezTo>
                <a:cubicBezTo>
                  <a:pt x="18" y="103"/>
                  <a:pt x="24" y="93"/>
                  <a:pt x="31" y="83"/>
                </a:cubicBezTo>
                <a:cubicBezTo>
                  <a:pt x="38" y="72"/>
                  <a:pt x="45" y="63"/>
                  <a:pt x="54" y="55"/>
                </a:cubicBezTo>
                <a:cubicBezTo>
                  <a:pt x="62" y="46"/>
                  <a:pt x="72" y="38"/>
                  <a:pt x="82" y="32"/>
                </a:cubicBezTo>
                <a:cubicBezTo>
                  <a:pt x="92" y="25"/>
                  <a:pt x="103" y="19"/>
                  <a:pt x="114" y="14"/>
                </a:cubicBezTo>
                <a:cubicBezTo>
                  <a:pt x="125" y="10"/>
                  <a:pt x="137" y="6"/>
                  <a:pt x="149" y="4"/>
                </a:cubicBezTo>
                <a:cubicBezTo>
                  <a:pt x="161" y="1"/>
                  <a:pt x="173" y="0"/>
                  <a:pt x="185" y="0"/>
                </a:cubicBezTo>
                <a:lnTo>
                  <a:pt x="14844" y="0"/>
                </a:lnTo>
                <a:cubicBezTo>
                  <a:pt x="14856" y="0"/>
                  <a:pt x="14868" y="1"/>
                  <a:pt x="14880" y="4"/>
                </a:cubicBezTo>
                <a:cubicBezTo>
                  <a:pt x="14892" y="6"/>
                  <a:pt x="14903" y="10"/>
                  <a:pt x="14915" y="14"/>
                </a:cubicBezTo>
                <a:cubicBezTo>
                  <a:pt x="14926" y="19"/>
                  <a:pt x="14937" y="25"/>
                  <a:pt x="14947" y="32"/>
                </a:cubicBezTo>
                <a:cubicBezTo>
                  <a:pt x="14957" y="38"/>
                  <a:pt x="14966" y="46"/>
                  <a:pt x="14975" y="55"/>
                </a:cubicBezTo>
                <a:cubicBezTo>
                  <a:pt x="14983" y="63"/>
                  <a:pt x="14991" y="72"/>
                  <a:pt x="14998" y="83"/>
                </a:cubicBezTo>
                <a:cubicBezTo>
                  <a:pt x="15005" y="93"/>
                  <a:pt x="15010" y="103"/>
                  <a:pt x="15015" y="115"/>
                </a:cubicBezTo>
                <a:cubicBezTo>
                  <a:pt x="15020" y="126"/>
                  <a:pt x="15023" y="137"/>
                  <a:pt x="15025" y="149"/>
                </a:cubicBezTo>
                <a:cubicBezTo>
                  <a:pt x="15028" y="161"/>
                  <a:pt x="15029" y="173"/>
                  <a:pt x="15029" y="185"/>
                </a:cubicBezTo>
                <a:lnTo>
                  <a:pt x="15029" y="8045"/>
                </a:lnTo>
                <a:cubicBezTo>
                  <a:pt x="15029" y="8057"/>
                  <a:pt x="15028" y="8069"/>
                  <a:pt x="15025" y="8081"/>
                </a:cubicBezTo>
                <a:cubicBezTo>
                  <a:pt x="15023" y="8093"/>
                  <a:pt x="15020" y="8104"/>
                  <a:pt x="15015" y="8115"/>
                </a:cubicBezTo>
                <a:cubicBezTo>
                  <a:pt x="15010" y="8127"/>
                  <a:pt x="15005" y="8137"/>
                  <a:pt x="14998" y="8148"/>
                </a:cubicBezTo>
                <a:cubicBezTo>
                  <a:pt x="14991" y="8158"/>
                  <a:pt x="14983" y="8167"/>
                  <a:pt x="14975" y="8176"/>
                </a:cubicBezTo>
                <a:cubicBezTo>
                  <a:pt x="14966" y="8184"/>
                  <a:pt x="14957" y="8192"/>
                  <a:pt x="14947" y="8199"/>
                </a:cubicBezTo>
                <a:cubicBezTo>
                  <a:pt x="14937" y="8205"/>
                  <a:pt x="14926" y="8211"/>
                  <a:pt x="14915" y="8216"/>
                </a:cubicBezTo>
                <a:cubicBezTo>
                  <a:pt x="14903" y="8220"/>
                  <a:pt x="14892" y="8224"/>
                  <a:pt x="14880" y="8226"/>
                </a:cubicBezTo>
                <a:cubicBezTo>
                  <a:pt x="14868" y="8229"/>
                  <a:pt x="14856" y="8230"/>
                  <a:pt x="14844" y="8230"/>
                </a:cubicBezTo>
                <a:lnTo>
                  <a:pt x="185" y="8230"/>
                </a:lnTo>
                <a:cubicBezTo>
                  <a:pt x="173" y="8230"/>
                  <a:pt x="161" y="8229"/>
                  <a:pt x="149" y="8226"/>
                </a:cubicBezTo>
                <a:cubicBezTo>
                  <a:pt x="137" y="8224"/>
                  <a:pt x="125" y="8220"/>
                  <a:pt x="114" y="8216"/>
                </a:cubicBezTo>
                <a:cubicBezTo>
                  <a:pt x="103" y="8211"/>
                  <a:pt x="92" y="8205"/>
                  <a:pt x="82" y="8199"/>
                </a:cubicBezTo>
                <a:cubicBezTo>
                  <a:pt x="72" y="8192"/>
                  <a:pt x="62" y="8184"/>
                  <a:pt x="54" y="8176"/>
                </a:cubicBezTo>
                <a:cubicBezTo>
                  <a:pt x="45" y="8167"/>
                  <a:pt x="38" y="8158"/>
                  <a:pt x="31" y="8148"/>
                </a:cubicBezTo>
                <a:cubicBezTo>
                  <a:pt x="24" y="8137"/>
                  <a:pt x="18" y="8127"/>
                  <a:pt x="14" y="8115"/>
                </a:cubicBezTo>
                <a:cubicBezTo>
                  <a:pt x="9" y="8104"/>
                  <a:pt x="6" y="8093"/>
                  <a:pt x="3" y="8081"/>
                </a:cubicBezTo>
                <a:cubicBezTo>
                  <a:pt x="1" y="8069"/>
                  <a:pt x="0" y="8057"/>
                  <a:pt x="0" y="8045"/>
                </a:cubicBezTo>
                <a:close/>
              </a:path>
            </a:pathLst>
          </a:custGeom>
          <a:noFill/>
          <a:ln w="18720">
            <a:solidFill>
              <a:srgbClr val="d7e5ee"/>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169" name=""/>
          <p:cNvSpPr txBox="1"/>
          <p:nvPr/>
        </p:nvSpPr>
        <p:spPr>
          <a:xfrm>
            <a:off x="6945120" y="1727640"/>
            <a:ext cx="281520" cy="384480"/>
          </a:xfrm>
          <a:prstGeom prst="rect">
            <a:avLst/>
          </a:prstGeom>
          <a:noFill/>
          <a:ln w="0">
            <a:noFill/>
          </a:ln>
        </p:spPr>
        <p:txBody>
          <a:bodyPr wrap="none" lIns="0" rIns="0" tIns="0" bIns="0" anchor="t">
            <a:noAutofit/>
          </a:bodyPr>
          <a:p>
            <a:r>
              <a:rPr b="0" lang="en-US" sz="2220" spc="-1" strike="noStrike">
                <a:solidFill>
                  <a:srgbClr val="111111"/>
                </a:solidFill>
                <a:latin typeface="NotoSansJP"/>
                <a:ea typeface="NotoSansJP"/>
              </a:rPr>
              <a:t>1</a:t>
            </a:r>
            <a:endParaRPr b="0" lang="en-US" sz="2220" spc="-1" strike="noStrike">
              <a:solidFill>
                <a:srgbClr val="000000"/>
              </a:solidFill>
              <a:latin typeface="Times New Roman"/>
            </a:endParaRPr>
          </a:p>
        </p:txBody>
      </p:sp>
      <p:sp>
        <p:nvSpPr>
          <p:cNvPr id="170" name=""/>
          <p:cNvSpPr/>
          <p:nvPr/>
        </p:nvSpPr>
        <p:spPr>
          <a:xfrm>
            <a:off x="809280" y="3476520"/>
            <a:ext cx="95760" cy="95400"/>
          </a:xfrm>
          <a:custGeom>
            <a:avLst/>
            <a:gdLst/>
            <a:ahLst/>
            <a:rect l="0" t="0" r="r" b="b"/>
            <a:pathLst>
              <a:path w="266" h="265">
                <a:moveTo>
                  <a:pt x="266" y="132"/>
                </a:moveTo>
                <a:cubicBezTo>
                  <a:pt x="266" y="150"/>
                  <a:pt x="263" y="167"/>
                  <a:pt x="255" y="183"/>
                </a:cubicBezTo>
                <a:cubicBezTo>
                  <a:pt x="248" y="199"/>
                  <a:pt x="239" y="213"/>
                  <a:pt x="226" y="226"/>
                </a:cubicBezTo>
                <a:cubicBezTo>
                  <a:pt x="214" y="238"/>
                  <a:pt x="200" y="249"/>
                  <a:pt x="183" y="255"/>
                </a:cubicBezTo>
                <a:cubicBezTo>
                  <a:pt x="167" y="262"/>
                  <a:pt x="150" y="265"/>
                  <a:pt x="133" y="265"/>
                </a:cubicBezTo>
                <a:cubicBezTo>
                  <a:pt x="115" y="265"/>
                  <a:pt x="98" y="262"/>
                  <a:pt x="82" y="255"/>
                </a:cubicBezTo>
                <a:cubicBezTo>
                  <a:pt x="66" y="249"/>
                  <a:pt x="52" y="238"/>
                  <a:pt x="39" y="226"/>
                </a:cubicBezTo>
                <a:cubicBezTo>
                  <a:pt x="27" y="213"/>
                  <a:pt x="17" y="199"/>
                  <a:pt x="11" y="183"/>
                </a:cubicBezTo>
                <a:cubicBezTo>
                  <a:pt x="4" y="167"/>
                  <a:pt x="0" y="150"/>
                  <a:pt x="0" y="132"/>
                </a:cubicBezTo>
                <a:cubicBezTo>
                  <a:pt x="0" y="115"/>
                  <a:pt x="4" y="98"/>
                  <a:pt x="11" y="81"/>
                </a:cubicBezTo>
                <a:cubicBezTo>
                  <a:pt x="17" y="65"/>
                  <a:pt x="27" y="51"/>
                  <a:pt x="39" y="39"/>
                </a:cubicBezTo>
                <a:cubicBezTo>
                  <a:pt x="52" y="26"/>
                  <a:pt x="66" y="17"/>
                  <a:pt x="82" y="10"/>
                </a:cubicBezTo>
                <a:cubicBezTo>
                  <a:pt x="98" y="3"/>
                  <a:pt x="115" y="0"/>
                  <a:pt x="133" y="0"/>
                </a:cubicBezTo>
                <a:cubicBezTo>
                  <a:pt x="150" y="0"/>
                  <a:pt x="167" y="3"/>
                  <a:pt x="183" y="10"/>
                </a:cubicBezTo>
                <a:cubicBezTo>
                  <a:pt x="200" y="17"/>
                  <a:pt x="214" y="26"/>
                  <a:pt x="226" y="39"/>
                </a:cubicBezTo>
                <a:cubicBezTo>
                  <a:pt x="239" y="51"/>
                  <a:pt x="248" y="65"/>
                  <a:pt x="255" y="81"/>
                </a:cubicBezTo>
                <a:cubicBezTo>
                  <a:pt x="263" y="98"/>
                  <a:pt x="266" y="115"/>
                  <a:pt x="266"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71" name=""/>
          <p:cNvSpPr txBox="1"/>
          <p:nvPr/>
        </p:nvSpPr>
        <p:spPr>
          <a:xfrm>
            <a:off x="762120" y="2858040"/>
            <a:ext cx="534240" cy="385920"/>
          </a:xfrm>
          <a:prstGeom prst="rect">
            <a:avLst/>
          </a:prstGeom>
          <a:noFill/>
          <a:ln w="0">
            <a:noFill/>
          </a:ln>
        </p:spPr>
        <p:txBody>
          <a:bodyPr wrap="none" lIns="0" rIns="0" tIns="0" bIns="0" anchor="t">
            <a:noAutofit/>
          </a:bodyPr>
          <a:p>
            <a:r>
              <a:rPr b="0" lang="zh-CN" sz="2100" spc="-1" strike="noStrike">
                <a:solidFill>
                  <a:srgbClr val="0b4b78"/>
                </a:solidFill>
                <a:latin typeface="NotoSansJP"/>
                <a:ea typeface="NotoSansJP"/>
              </a:rPr>
              <a:t>記号</a:t>
            </a:r>
            <a:endParaRPr b="0" lang="en-US" sz="2100" spc="-1" strike="noStrike">
              <a:solidFill>
                <a:srgbClr val="000000"/>
              </a:solidFill>
              <a:latin typeface="Times New Roman"/>
            </a:endParaRPr>
          </a:p>
        </p:txBody>
      </p:sp>
      <p:sp>
        <p:nvSpPr>
          <p:cNvPr id="172" name=""/>
          <p:cNvSpPr/>
          <p:nvPr/>
        </p:nvSpPr>
        <p:spPr>
          <a:xfrm>
            <a:off x="809280" y="3914640"/>
            <a:ext cx="95760" cy="95400"/>
          </a:xfrm>
          <a:custGeom>
            <a:avLst/>
            <a:gdLst/>
            <a:ahLst/>
            <a:rect l="0" t="0" r="r" b="b"/>
            <a:pathLst>
              <a:path w="266" h="265">
                <a:moveTo>
                  <a:pt x="266" y="133"/>
                </a:moveTo>
                <a:cubicBezTo>
                  <a:pt x="266" y="151"/>
                  <a:pt x="263" y="168"/>
                  <a:pt x="255" y="184"/>
                </a:cubicBezTo>
                <a:cubicBezTo>
                  <a:pt x="248" y="200"/>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200"/>
                  <a:pt x="11" y="184"/>
                </a:cubicBezTo>
                <a:cubicBezTo>
                  <a:pt x="4" y="168"/>
                  <a:pt x="0" y="151"/>
                  <a:pt x="0" y="133"/>
                </a:cubicBezTo>
                <a:cubicBezTo>
                  <a:pt x="0" y="116"/>
                  <a:pt x="4" y="99"/>
                  <a:pt x="11" y="83"/>
                </a:cubicBezTo>
                <a:cubicBezTo>
                  <a:pt x="17" y="65"/>
                  <a:pt x="27" y="51"/>
                  <a:pt x="39" y="39"/>
                </a:cubicBezTo>
                <a:cubicBezTo>
                  <a:pt x="52" y="26"/>
                  <a:pt x="66" y="17"/>
                  <a:pt x="82" y="10"/>
                </a:cubicBezTo>
                <a:cubicBezTo>
                  <a:pt x="98" y="3"/>
                  <a:pt x="115" y="0"/>
                  <a:pt x="133" y="0"/>
                </a:cubicBezTo>
                <a:cubicBezTo>
                  <a:pt x="150" y="0"/>
                  <a:pt x="167" y="3"/>
                  <a:pt x="183" y="10"/>
                </a:cubicBezTo>
                <a:cubicBezTo>
                  <a:pt x="200" y="17"/>
                  <a:pt x="214" y="26"/>
                  <a:pt x="226" y="39"/>
                </a:cubicBezTo>
                <a:cubicBezTo>
                  <a:pt x="239" y="51"/>
                  <a:pt x="248" y="65"/>
                  <a:pt x="255" y="83"/>
                </a:cubicBezTo>
                <a:cubicBezTo>
                  <a:pt x="263" y="99"/>
                  <a:pt x="266" y="116"/>
                  <a:pt x="266"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73" name=""/>
          <p:cNvSpPr txBox="1"/>
          <p:nvPr/>
        </p:nvSpPr>
        <p:spPr>
          <a:xfrm>
            <a:off x="1059480" y="3355560"/>
            <a:ext cx="2927520" cy="346320"/>
          </a:xfrm>
          <a:prstGeom prst="rect">
            <a:avLst/>
          </a:prstGeom>
          <a:noFill/>
          <a:ln w="0">
            <a:noFill/>
          </a:ln>
        </p:spPr>
        <p:txBody>
          <a:bodyPr wrap="none" lIns="0" rIns="0" tIns="0" bIns="0" anchor="t">
            <a:noAutofit/>
          </a:bodyPr>
          <a:p>
            <a:r>
              <a:rPr b="0" lang="en-US" sz="1870" spc="-1" strike="noStrike">
                <a:solidFill>
                  <a:srgbClr val="111111"/>
                </a:solidFill>
                <a:latin typeface="NotoSansJP"/>
                <a:ea typeface="NotoSansJP"/>
              </a:rPr>
              <a:t>V: </a:t>
            </a:r>
            <a:r>
              <a:rPr b="0" lang="zh-CN" sz="1870" spc="-1" strike="noStrike">
                <a:solidFill>
                  <a:srgbClr val="111111"/>
                </a:solidFill>
                <a:latin typeface="NotoSansJP"/>
                <a:ea typeface="NotoSansJP"/>
              </a:rPr>
              <a:t>入力ボリュームのサイズ</a:t>
            </a:r>
            <a:endParaRPr b="0" lang="en-US" sz="1870" spc="-1" strike="noStrike">
              <a:solidFill>
                <a:srgbClr val="000000"/>
              </a:solidFill>
              <a:latin typeface="Times New Roman"/>
            </a:endParaRPr>
          </a:p>
        </p:txBody>
      </p:sp>
      <p:sp>
        <p:nvSpPr>
          <p:cNvPr id="174" name=""/>
          <p:cNvSpPr/>
          <p:nvPr/>
        </p:nvSpPr>
        <p:spPr>
          <a:xfrm>
            <a:off x="809280" y="4362120"/>
            <a:ext cx="95760" cy="95760"/>
          </a:xfrm>
          <a:custGeom>
            <a:avLst/>
            <a:gdLst/>
            <a:ahLst/>
            <a:rect l="0" t="0" r="r" b="b"/>
            <a:pathLst>
              <a:path w="266" h="266">
                <a:moveTo>
                  <a:pt x="266" y="133"/>
                </a:moveTo>
                <a:cubicBezTo>
                  <a:pt x="266" y="150"/>
                  <a:pt x="263" y="168"/>
                  <a:pt x="255" y="184"/>
                </a:cubicBezTo>
                <a:cubicBezTo>
                  <a:pt x="248" y="201"/>
                  <a:pt x="239" y="215"/>
                  <a:pt x="226" y="227"/>
                </a:cubicBezTo>
                <a:cubicBezTo>
                  <a:pt x="214" y="240"/>
                  <a:pt x="200" y="249"/>
                  <a:pt x="183" y="256"/>
                </a:cubicBezTo>
                <a:cubicBezTo>
                  <a:pt x="167" y="263"/>
                  <a:pt x="150" y="266"/>
                  <a:pt x="133" y="266"/>
                </a:cubicBezTo>
                <a:cubicBezTo>
                  <a:pt x="115" y="266"/>
                  <a:pt x="98" y="263"/>
                  <a:pt x="82" y="256"/>
                </a:cubicBezTo>
                <a:cubicBezTo>
                  <a:pt x="66" y="249"/>
                  <a:pt x="52" y="240"/>
                  <a:pt x="39" y="227"/>
                </a:cubicBezTo>
                <a:cubicBezTo>
                  <a:pt x="27" y="215"/>
                  <a:pt x="17" y="201"/>
                  <a:pt x="11" y="184"/>
                </a:cubicBezTo>
                <a:cubicBezTo>
                  <a:pt x="4" y="168"/>
                  <a:pt x="0" y="150"/>
                  <a:pt x="0" y="133"/>
                </a:cubicBezTo>
                <a:cubicBezTo>
                  <a:pt x="0" y="115"/>
                  <a:pt x="4" y="98"/>
                  <a:pt x="11" y="82"/>
                </a:cubicBezTo>
                <a:cubicBezTo>
                  <a:pt x="17" y="66"/>
                  <a:pt x="27" y="52"/>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2"/>
                  <a:pt x="248" y="66"/>
                  <a:pt x="255" y="82"/>
                </a:cubicBezTo>
                <a:cubicBezTo>
                  <a:pt x="263" y="98"/>
                  <a:pt x="266" y="115"/>
                  <a:pt x="266"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75" name=""/>
          <p:cNvSpPr txBox="1"/>
          <p:nvPr/>
        </p:nvSpPr>
        <p:spPr>
          <a:xfrm>
            <a:off x="1059480" y="3793680"/>
            <a:ext cx="3643920" cy="346320"/>
          </a:xfrm>
          <a:prstGeom prst="rect">
            <a:avLst/>
          </a:prstGeom>
          <a:noFill/>
          <a:ln w="0">
            <a:noFill/>
          </a:ln>
        </p:spPr>
        <p:txBody>
          <a:bodyPr wrap="none" lIns="0" rIns="0" tIns="0" bIns="0" anchor="t">
            <a:noAutofit/>
          </a:bodyPr>
          <a:p>
            <a:r>
              <a:rPr b="0" lang="en-US" sz="1870" spc="-1" strike="noStrike">
                <a:solidFill>
                  <a:srgbClr val="111111"/>
                </a:solidFill>
                <a:latin typeface="NotoSansJP"/>
                <a:ea typeface="NotoSansJP"/>
              </a:rPr>
              <a:t>R: </a:t>
            </a:r>
            <a:r>
              <a:rPr b="0" lang="zh-CN" sz="1870" spc="-1" strike="noStrike">
                <a:solidFill>
                  <a:srgbClr val="111111"/>
                </a:solidFill>
                <a:latin typeface="NotoSansJP"/>
                <a:ea typeface="NotoSansJP"/>
              </a:rPr>
              <a:t>受容野、つまりカーネルサイズ</a:t>
            </a:r>
            <a:endParaRPr b="0" lang="en-US" sz="1870" spc="-1" strike="noStrike">
              <a:solidFill>
                <a:srgbClr val="000000"/>
              </a:solidFill>
              <a:latin typeface="Times New Roman"/>
            </a:endParaRPr>
          </a:p>
        </p:txBody>
      </p:sp>
      <p:sp>
        <p:nvSpPr>
          <p:cNvPr id="176" name=""/>
          <p:cNvSpPr/>
          <p:nvPr/>
        </p:nvSpPr>
        <p:spPr>
          <a:xfrm>
            <a:off x="809280" y="4800240"/>
            <a:ext cx="95760" cy="95760"/>
          </a:xfrm>
          <a:custGeom>
            <a:avLst/>
            <a:gdLst/>
            <a:ahLst/>
            <a:rect l="0" t="0" r="r" b="b"/>
            <a:pathLst>
              <a:path w="266" h="266">
                <a:moveTo>
                  <a:pt x="266" y="133"/>
                </a:moveTo>
                <a:cubicBezTo>
                  <a:pt x="266" y="150"/>
                  <a:pt x="263" y="167"/>
                  <a:pt x="255" y="183"/>
                </a:cubicBezTo>
                <a:cubicBezTo>
                  <a:pt x="248" y="200"/>
                  <a:pt x="239" y="214"/>
                  <a:pt x="226" y="226"/>
                </a:cubicBezTo>
                <a:cubicBezTo>
                  <a:pt x="214" y="239"/>
                  <a:pt x="200" y="248"/>
                  <a:pt x="183" y="255"/>
                </a:cubicBezTo>
                <a:cubicBezTo>
                  <a:pt x="167" y="263"/>
                  <a:pt x="150" y="266"/>
                  <a:pt x="133" y="266"/>
                </a:cubicBezTo>
                <a:cubicBezTo>
                  <a:pt x="115" y="266"/>
                  <a:pt x="98" y="263"/>
                  <a:pt x="82" y="255"/>
                </a:cubicBezTo>
                <a:cubicBezTo>
                  <a:pt x="66" y="248"/>
                  <a:pt x="52" y="239"/>
                  <a:pt x="39" y="226"/>
                </a:cubicBezTo>
                <a:cubicBezTo>
                  <a:pt x="27" y="214"/>
                  <a:pt x="17" y="200"/>
                  <a:pt x="11" y="183"/>
                </a:cubicBezTo>
                <a:cubicBezTo>
                  <a:pt x="4" y="167"/>
                  <a:pt x="0" y="150"/>
                  <a:pt x="0" y="133"/>
                </a:cubicBezTo>
                <a:cubicBezTo>
                  <a:pt x="0" y="115"/>
                  <a:pt x="4" y="98"/>
                  <a:pt x="11" y="82"/>
                </a:cubicBezTo>
                <a:cubicBezTo>
                  <a:pt x="17" y="66"/>
                  <a:pt x="27" y="52"/>
                  <a:pt x="39" y="39"/>
                </a:cubicBezTo>
                <a:cubicBezTo>
                  <a:pt x="52" y="27"/>
                  <a:pt x="66" y="17"/>
                  <a:pt x="82" y="11"/>
                </a:cubicBezTo>
                <a:cubicBezTo>
                  <a:pt x="98" y="4"/>
                  <a:pt x="115" y="0"/>
                  <a:pt x="133" y="0"/>
                </a:cubicBezTo>
                <a:cubicBezTo>
                  <a:pt x="150" y="0"/>
                  <a:pt x="167" y="4"/>
                  <a:pt x="183" y="11"/>
                </a:cubicBezTo>
                <a:cubicBezTo>
                  <a:pt x="200" y="17"/>
                  <a:pt x="214" y="27"/>
                  <a:pt x="226" y="39"/>
                </a:cubicBezTo>
                <a:cubicBezTo>
                  <a:pt x="239" y="52"/>
                  <a:pt x="248" y="66"/>
                  <a:pt x="255" y="82"/>
                </a:cubicBezTo>
                <a:cubicBezTo>
                  <a:pt x="263" y="98"/>
                  <a:pt x="266" y="115"/>
                  <a:pt x="266"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77" name=""/>
          <p:cNvSpPr txBox="1"/>
          <p:nvPr/>
        </p:nvSpPr>
        <p:spPr>
          <a:xfrm>
            <a:off x="1059480" y="4241160"/>
            <a:ext cx="2457000" cy="346320"/>
          </a:xfrm>
          <a:prstGeom prst="rect">
            <a:avLst/>
          </a:prstGeom>
          <a:noFill/>
          <a:ln w="0">
            <a:noFill/>
          </a:ln>
        </p:spPr>
        <p:txBody>
          <a:bodyPr wrap="none" lIns="0" rIns="0" tIns="0" bIns="0" anchor="t">
            <a:noAutofit/>
          </a:bodyPr>
          <a:p>
            <a:r>
              <a:rPr b="0" lang="en-US" sz="1870" spc="-1" strike="noStrike">
                <a:solidFill>
                  <a:srgbClr val="111111"/>
                </a:solidFill>
                <a:latin typeface="NotoSansJP"/>
                <a:ea typeface="NotoSansJP"/>
              </a:rPr>
              <a:t>Z: </a:t>
            </a:r>
            <a:r>
              <a:rPr b="0" lang="zh-CN" sz="1870" spc="-1" strike="noStrike">
                <a:solidFill>
                  <a:srgbClr val="111111"/>
                </a:solidFill>
                <a:latin typeface="NotoSansJP"/>
                <a:ea typeface="NotoSansJP"/>
              </a:rPr>
              <a:t>ゼロパディングの量</a:t>
            </a:r>
            <a:endParaRPr b="0" lang="en-US" sz="1870" spc="-1" strike="noStrike">
              <a:solidFill>
                <a:srgbClr val="000000"/>
              </a:solidFill>
              <a:latin typeface="Times New Roman"/>
            </a:endParaRPr>
          </a:p>
        </p:txBody>
      </p:sp>
      <p:sp>
        <p:nvSpPr>
          <p:cNvPr id="178" name=""/>
          <p:cNvSpPr/>
          <p:nvPr/>
        </p:nvSpPr>
        <p:spPr>
          <a:xfrm>
            <a:off x="809280" y="5248080"/>
            <a:ext cx="95760" cy="95760"/>
          </a:xfrm>
          <a:custGeom>
            <a:avLst/>
            <a:gdLst/>
            <a:ahLst/>
            <a:rect l="0" t="0" r="r" b="b"/>
            <a:pathLst>
              <a:path w="266" h="266">
                <a:moveTo>
                  <a:pt x="266" y="133"/>
                </a:moveTo>
                <a:cubicBezTo>
                  <a:pt x="266" y="151"/>
                  <a:pt x="263" y="168"/>
                  <a:pt x="255" y="184"/>
                </a:cubicBezTo>
                <a:cubicBezTo>
                  <a:pt x="248" y="200"/>
                  <a:pt x="239" y="214"/>
                  <a:pt x="226" y="227"/>
                </a:cubicBezTo>
                <a:cubicBezTo>
                  <a:pt x="214" y="239"/>
                  <a:pt x="200" y="249"/>
                  <a:pt x="183" y="256"/>
                </a:cubicBezTo>
                <a:cubicBezTo>
                  <a:pt x="167" y="262"/>
                  <a:pt x="150" y="266"/>
                  <a:pt x="133" y="266"/>
                </a:cubicBezTo>
                <a:cubicBezTo>
                  <a:pt x="115" y="266"/>
                  <a:pt x="98" y="262"/>
                  <a:pt x="82" y="256"/>
                </a:cubicBezTo>
                <a:cubicBezTo>
                  <a:pt x="66" y="249"/>
                  <a:pt x="52" y="239"/>
                  <a:pt x="39" y="227"/>
                </a:cubicBezTo>
                <a:cubicBezTo>
                  <a:pt x="27" y="214"/>
                  <a:pt x="17" y="200"/>
                  <a:pt x="11" y="184"/>
                </a:cubicBezTo>
                <a:cubicBezTo>
                  <a:pt x="4" y="168"/>
                  <a:pt x="0" y="151"/>
                  <a:pt x="0" y="133"/>
                </a:cubicBezTo>
                <a:cubicBezTo>
                  <a:pt x="0" y="116"/>
                  <a:pt x="4" y="99"/>
                  <a:pt x="11" y="83"/>
                </a:cubicBezTo>
                <a:cubicBezTo>
                  <a:pt x="17" y="65"/>
                  <a:pt x="27" y="51"/>
                  <a:pt x="39" y="39"/>
                </a:cubicBezTo>
                <a:cubicBezTo>
                  <a:pt x="52" y="26"/>
                  <a:pt x="66" y="17"/>
                  <a:pt x="82" y="10"/>
                </a:cubicBezTo>
                <a:cubicBezTo>
                  <a:pt x="98" y="3"/>
                  <a:pt x="115" y="0"/>
                  <a:pt x="133" y="0"/>
                </a:cubicBezTo>
                <a:cubicBezTo>
                  <a:pt x="150" y="0"/>
                  <a:pt x="167" y="3"/>
                  <a:pt x="183" y="10"/>
                </a:cubicBezTo>
                <a:cubicBezTo>
                  <a:pt x="200" y="17"/>
                  <a:pt x="214" y="26"/>
                  <a:pt x="226" y="39"/>
                </a:cubicBezTo>
                <a:cubicBezTo>
                  <a:pt x="239" y="51"/>
                  <a:pt x="248" y="65"/>
                  <a:pt x="255" y="83"/>
                </a:cubicBezTo>
                <a:cubicBezTo>
                  <a:pt x="263" y="99"/>
                  <a:pt x="266" y="116"/>
                  <a:pt x="266"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79" name=""/>
          <p:cNvSpPr txBox="1"/>
          <p:nvPr/>
        </p:nvSpPr>
        <p:spPr>
          <a:xfrm>
            <a:off x="1059480" y="4679280"/>
            <a:ext cx="3160800" cy="346320"/>
          </a:xfrm>
          <a:prstGeom prst="rect">
            <a:avLst/>
          </a:prstGeom>
          <a:noFill/>
          <a:ln w="0">
            <a:noFill/>
          </a:ln>
        </p:spPr>
        <p:txBody>
          <a:bodyPr wrap="none" lIns="0" rIns="0" tIns="0" bIns="0" anchor="t">
            <a:noAutofit/>
          </a:bodyPr>
          <a:p>
            <a:r>
              <a:rPr b="0" lang="en-US" sz="1870" spc="-1" strike="noStrike">
                <a:solidFill>
                  <a:srgbClr val="111111"/>
                </a:solidFill>
                <a:latin typeface="NotoSansJP"/>
                <a:ea typeface="NotoSansJP"/>
              </a:rPr>
              <a:t>S: </a:t>
            </a:r>
            <a:r>
              <a:rPr b="0" lang="zh-CN" sz="1870" spc="-1" strike="noStrike">
                <a:solidFill>
                  <a:srgbClr val="111111"/>
                </a:solidFill>
                <a:latin typeface="NotoSansJP"/>
                <a:ea typeface="NotoSansJP"/>
              </a:rPr>
              <a:t>ストライド、つまり移動量</a:t>
            </a:r>
            <a:endParaRPr b="0" lang="en-US" sz="1870" spc="-1" strike="noStrike">
              <a:solidFill>
                <a:srgbClr val="000000"/>
              </a:solidFill>
              <a:latin typeface="Times New Roman"/>
            </a:endParaRPr>
          </a:p>
        </p:txBody>
      </p:sp>
      <p:sp>
        <p:nvSpPr>
          <p:cNvPr id="180" name=""/>
          <p:cNvSpPr/>
          <p:nvPr/>
        </p:nvSpPr>
        <p:spPr>
          <a:xfrm>
            <a:off x="6238800" y="2676240"/>
            <a:ext cx="5410440" cy="2962800"/>
          </a:xfrm>
          <a:custGeom>
            <a:avLst/>
            <a:gdLst/>
            <a:ahLst/>
            <a:rect l="0" t="0" r="r" b="b"/>
            <a:pathLst>
              <a:path w="15029" h="8230">
                <a:moveTo>
                  <a:pt x="0" y="8045"/>
                </a:moveTo>
                <a:lnTo>
                  <a:pt x="0" y="185"/>
                </a:lnTo>
                <a:cubicBezTo>
                  <a:pt x="0" y="173"/>
                  <a:pt x="1" y="161"/>
                  <a:pt x="3" y="149"/>
                </a:cubicBezTo>
                <a:cubicBezTo>
                  <a:pt x="6" y="137"/>
                  <a:pt x="9" y="126"/>
                  <a:pt x="14" y="115"/>
                </a:cubicBezTo>
                <a:cubicBezTo>
                  <a:pt x="18" y="103"/>
                  <a:pt x="24" y="93"/>
                  <a:pt x="31" y="83"/>
                </a:cubicBezTo>
                <a:cubicBezTo>
                  <a:pt x="38" y="72"/>
                  <a:pt x="45" y="63"/>
                  <a:pt x="54" y="55"/>
                </a:cubicBezTo>
                <a:cubicBezTo>
                  <a:pt x="63" y="46"/>
                  <a:pt x="72" y="38"/>
                  <a:pt x="82" y="32"/>
                </a:cubicBezTo>
                <a:cubicBezTo>
                  <a:pt x="92" y="25"/>
                  <a:pt x="103" y="19"/>
                  <a:pt x="114" y="14"/>
                </a:cubicBezTo>
                <a:cubicBezTo>
                  <a:pt x="125" y="10"/>
                  <a:pt x="137" y="6"/>
                  <a:pt x="149" y="4"/>
                </a:cubicBezTo>
                <a:cubicBezTo>
                  <a:pt x="161" y="1"/>
                  <a:pt x="173" y="0"/>
                  <a:pt x="185" y="0"/>
                </a:cubicBezTo>
                <a:lnTo>
                  <a:pt x="14844" y="0"/>
                </a:lnTo>
                <a:cubicBezTo>
                  <a:pt x="14856" y="0"/>
                  <a:pt x="14868" y="1"/>
                  <a:pt x="14880" y="4"/>
                </a:cubicBezTo>
                <a:cubicBezTo>
                  <a:pt x="14892" y="6"/>
                  <a:pt x="14903" y="10"/>
                  <a:pt x="14915" y="14"/>
                </a:cubicBezTo>
                <a:cubicBezTo>
                  <a:pt x="14926" y="19"/>
                  <a:pt x="14937" y="25"/>
                  <a:pt x="14947" y="32"/>
                </a:cubicBezTo>
                <a:cubicBezTo>
                  <a:pt x="14957" y="38"/>
                  <a:pt x="14966" y="46"/>
                  <a:pt x="14975" y="55"/>
                </a:cubicBezTo>
                <a:cubicBezTo>
                  <a:pt x="14983" y="63"/>
                  <a:pt x="14991" y="72"/>
                  <a:pt x="14998" y="83"/>
                </a:cubicBezTo>
                <a:cubicBezTo>
                  <a:pt x="15005" y="93"/>
                  <a:pt x="15010" y="103"/>
                  <a:pt x="15015" y="115"/>
                </a:cubicBezTo>
                <a:cubicBezTo>
                  <a:pt x="15020" y="126"/>
                  <a:pt x="15023" y="137"/>
                  <a:pt x="15025" y="149"/>
                </a:cubicBezTo>
                <a:cubicBezTo>
                  <a:pt x="15028" y="161"/>
                  <a:pt x="15029" y="173"/>
                  <a:pt x="15029" y="185"/>
                </a:cubicBezTo>
                <a:lnTo>
                  <a:pt x="15029" y="8045"/>
                </a:lnTo>
                <a:cubicBezTo>
                  <a:pt x="15029" y="8057"/>
                  <a:pt x="15028" y="8069"/>
                  <a:pt x="15025" y="8081"/>
                </a:cubicBezTo>
                <a:cubicBezTo>
                  <a:pt x="15023" y="8093"/>
                  <a:pt x="15020" y="8104"/>
                  <a:pt x="15015" y="8115"/>
                </a:cubicBezTo>
                <a:cubicBezTo>
                  <a:pt x="15010" y="8127"/>
                  <a:pt x="15005" y="8137"/>
                  <a:pt x="14998" y="8148"/>
                </a:cubicBezTo>
                <a:cubicBezTo>
                  <a:pt x="14991" y="8158"/>
                  <a:pt x="14983" y="8167"/>
                  <a:pt x="14975" y="8176"/>
                </a:cubicBezTo>
                <a:cubicBezTo>
                  <a:pt x="14966" y="8184"/>
                  <a:pt x="14957" y="8192"/>
                  <a:pt x="14947" y="8199"/>
                </a:cubicBezTo>
                <a:cubicBezTo>
                  <a:pt x="14937" y="8205"/>
                  <a:pt x="14926" y="8211"/>
                  <a:pt x="14915" y="8216"/>
                </a:cubicBezTo>
                <a:cubicBezTo>
                  <a:pt x="14903" y="8220"/>
                  <a:pt x="14892" y="8224"/>
                  <a:pt x="14880" y="8226"/>
                </a:cubicBezTo>
                <a:cubicBezTo>
                  <a:pt x="14868" y="8229"/>
                  <a:pt x="14856" y="8230"/>
                  <a:pt x="14844" y="8230"/>
                </a:cubicBezTo>
                <a:lnTo>
                  <a:pt x="185" y="8230"/>
                </a:lnTo>
                <a:cubicBezTo>
                  <a:pt x="173" y="8230"/>
                  <a:pt x="161" y="8229"/>
                  <a:pt x="149" y="8226"/>
                </a:cubicBezTo>
                <a:cubicBezTo>
                  <a:pt x="137" y="8224"/>
                  <a:pt x="125" y="8220"/>
                  <a:pt x="114" y="8216"/>
                </a:cubicBezTo>
                <a:cubicBezTo>
                  <a:pt x="103" y="8211"/>
                  <a:pt x="92" y="8205"/>
                  <a:pt x="82" y="8199"/>
                </a:cubicBezTo>
                <a:cubicBezTo>
                  <a:pt x="72" y="8192"/>
                  <a:pt x="63" y="8184"/>
                  <a:pt x="54" y="8176"/>
                </a:cubicBezTo>
                <a:cubicBezTo>
                  <a:pt x="45" y="8167"/>
                  <a:pt x="38" y="8158"/>
                  <a:pt x="31" y="8148"/>
                </a:cubicBezTo>
                <a:cubicBezTo>
                  <a:pt x="24" y="8137"/>
                  <a:pt x="18" y="8127"/>
                  <a:pt x="14" y="8115"/>
                </a:cubicBezTo>
                <a:cubicBezTo>
                  <a:pt x="9" y="8104"/>
                  <a:pt x="6" y="8093"/>
                  <a:pt x="3" y="8081"/>
                </a:cubicBezTo>
                <a:cubicBezTo>
                  <a:pt x="1" y="8069"/>
                  <a:pt x="0" y="8057"/>
                  <a:pt x="0" y="8045"/>
                </a:cubicBezTo>
                <a:close/>
              </a:path>
            </a:pathLst>
          </a:custGeom>
          <a:solidFill>
            <a:srgbClr val="fff8f7"/>
          </a:solidFill>
          <a:ln w="0">
            <a:noFill/>
          </a:ln>
        </p:spPr>
        <p:txBody>
          <a:bodyPr lIns="0" rIns="0" tIns="0" bIns="0" anchor="t">
            <a:noAutofit/>
          </a:bodyPr>
          <a:p>
            <a:endParaRPr b="0" lang="en-US" sz="2400" spc="-1" strike="noStrike">
              <a:solidFill>
                <a:srgbClr val="000000"/>
              </a:solidFill>
              <a:latin typeface="Times New Roman"/>
            </a:endParaRPr>
          </a:p>
        </p:txBody>
      </p:sp>
      <p:sp>
        <p:nvSpPr>
          <p:cNvPr id="181" name=""/>
          <p:cNvSpPr/>
          <p:nvPr/>
        </p:nvSpPr>
        <p:spPr>
          <a:xfrm>
            <a:off x="6238800" y="2676240"/>
            <a:ext cx="5410440" cy="2962800"/>
          </a:xfrm>
          <a:custGeom>
            <a:avLst/>
            <a:gdLst/>
            <a:ahLst/>
            <a:rect l="0" t="0" r="r" b="b"/>
            <a:pathLst>
              <a:path w="15029" h="8230">
                <a:moveTo>
                  <a:pt x="0" y="8045"/>
                </a:moveTo>
                <a:lnTo>
                  <a:pt x="0" y="185"/>
                </a:lnTo>
                <a:cubicBezTo>
                  <a:pt x="0" y="173"/>
                  <a:pt x="1" y="161"/>
                  <a:pt x="3" y="149"/>
                </a:cubicBezTo>
                <a:cubicBezTo>
                  <a:pt x="6" y="137"/>
                  <a:pt x="9" y="126"/>
                  <a:pt x="14" y="115"/>
                </a:cubicBezTo>
                <a:cubicBezTo>
                  <a:pt x="18" y="103"/>
                  <a:pt x="24" y="93"/>
                  <a:pt x="31" y="83"/>
                </a:cubicBezTo>
                <a:cubicBezTo>
                  <a:pt x="38" y="72"/>
                  <a:pt x="45" y="63"/>
                  <a:pt x="54" y="55"/>
                </a:cubicBezTo>
                <a:cubicBezTo>
                  <a:pt x="63" y="46"/>
                  <a:pt x="72" y="38"/>
                  <a:pt x="82" y="32"/>
                </a:cubicBezTo>
                <a:cubicBezTo>
                  <a:pt x="92" y="25"/>
                  <a:pt x="103" y="19"/>
                  <a:pt x="114" y="14"/>
                </a:cubicBezTo>
                <a:cubicBezTo>
                  <a:pt x="125" y="10"/>
                  <a:pt x="137" y="6"/>
                  <a:pt x="149" y="4"/>
                </a:cubicBezTo>
                <a:cubicBezTo>
                  <a:pt x="161" y="1"/>
                  <a:pt x="173" y="0"/>
                  <a:pt x="185" y="0"/>
                </a:cubicBezTo>
                <a:lnTo>
                  <a:pt x="14844" y="0"/>
                </a:lnTo>
                <a:cubicBezTo>
                  <a:pt x="14856" y="0"/>
                  <a:pt x="14868" y="1"/>
                  <a:pt x="14880" y="4"/>
                </a:cubicBezTo>
                <a:cubicBezTo>
                  <a:pt x="14892" y="6"/>
                  <a:pt x="14903" y="10"/>
                  <a:pt x="14915" y="14"/>
                </a:cubicBezTo>
                <a:cubicBezTo>
                  <a:pt x="14926" y="19"/>
                  <a:pt x="14937" y="25"/>
                  <a:pt x="14947" y="32"/>
                </a:cubicBezTo>
                <a:cubicBezTo>
                  <a:pt x="14957" y="38"/>
                  <a:pt x="14966" y="46"/>
                  <a:pt x="14975" y="55"/>
                </a:cubicBezTo>
                <a:cubicBezTo>
                  <a:pt x="14983" y="63"/>
                  <a:pt x="14991" y="72"/>
                  <a:pt x="14998" y="83"/>
                </a:cubicBezTo>
                <a:cubicBezTo>
                  <a:pt x="15005" y="93"/>
                  <a:pt x="15010" y="103"/>
                  <a:pt x="15015" y="115"/>
                </a:cubicBezTo>
                <a:cubicBezTo>
                  <a:pt x="15020" y="126"/>
                  <a:pt x="15023" y="137"/>
                  <a:pt x="15025" y="149"/>
                </a:cubicBezTo>
                <a:cubicBezTo>
                  <a:pt x="15028" y="161"/>
                  <a:pt x="15029" y="173"/>
                  <a:pt x="15029" y="185"/>
                </a:cubicBezTo>
                <a:lnTo>
                  <a:pt x="15029" y="8045"/>
                </a:lnTo>
                <a:cubicBezTo>
                  <a:pt x="15029" y="8057"/>
                  <a:pt x="15028" y="8069"/>
                  <a:pt x="15025" y="8081"/>
                </a:cubicBezTo>
                <a:cubicBezTo>
                  <a:pt x="15023" y="8093"/>
                  <a:pt x="15020" y="8104"/>
                  <a:pt x="15015" y="8115"/>
                </a:cubicBezTo>
                <a:cubicBezTo>
                  <a:pt x="15010" y="8127"/>
                  <a:pt x="15005" y="8137"/>
                  <a:pt x="14998" y="8148"/>
                </a:cubicBezTo>
                <a:cubicBezTo>
                  <a:pt x="14991" y="8158"/>
                  <a:pt x="14983" y="8167"/>
                  <a:pt x="14975" y="8176"/>
                </a:cubicBezTo>
                <a:cubicBezTo>
                  <a:pt x="14966" y="8184"/>
                  <a:pt x="14957" y="8192"/>
                  <a:pt x="14947" y="8199"/>
                </a:cubicBezTo>
                <a:cubicBezTo>
                  <a:pt x="14937" y="8205"/>
                  <a:pt x="14926" y="8211"/>
                  <a:pt x="14915" y="8216"/>
                </a:cubicBezTo>
                <a:cubicBezTo>
                  <a:pt x="14903" y="8220"/>
                  <a:pt x="14892" y="8224"/>
                  <a:pt x="14880" y="8226"/>
                </a:cubicBezTo>
                <a:cubicBezTo>
                  <a:pt x="14868" y="8229"/>
                  <a:pt x="14856" y="8230"/>
                  <a:pt x="14844" y="8230"/>
                </a:cubicBezTo>
                <a:lnTo>
                  <a:pt x="185" y="8230"/>
                </a:lnTo>
                <a:cubicBezTo>
                  <a:pt x="173" y="8230"/>
                  <a:pt x="161" y="8229"/>
                  <a:pt x="149" y="8226"/>
                </a:cubicBezTo>
                <a:cubicBezTo>
                  <a:pt x="137" y="8224"/>
                  <a:pt x="125" y="8220"/>
                  <a:pt x="114" y="8216"/>
                </a:cubicBezTo>
                <a:cubicBezTo>
                  <a:pt x="103" y="8211"/>
                  <a:pt x="92" y="8205"/>
                  <a:pt x="82" y="8199"/>
                </a:cubicBezTo>
                <a:cubicBezTo>
                  <a:pt x="72" y="8192"/>
                  <a:pt x="63" y="8184"/>
                  <a:pt x="54" y="8176"/>
                </a:cubicBezTo>
                <a:cubicBezTo>
                  <a:pt x="45" y="8167"/>
                  <a:pt x="38" y="8158"/>
                  <a:pt x="31" y="8148"/>
                </a:cubicBezTo>
                <a:cubicBezTo>
                  <a:pt x="24" y="8137"/>
                  <a:pt x="18" y="8127"/>
                  <a:pt x="14" y="8115"/>
                </a:cubicBezTo>
                <a:cubicBezTo>
                  <a:pt x="9" y="8104"/>
                  <a:pt x="6" y="8093"/>
                  <a:pt x="3" y="8081"/>
                </a:cubicBezTo>
                <a:cubicBezTo>
                  <a:pt x="1" y="8069"/>
                  <a:pt x="0" y="8057"/>
                  <a:pt x="0" y="8045"/>
                </a:cubicBezTo>
                <a:close/>
              </a:path>
            </a:pathLst>
          </a:custGeom>
          <a:noFill/>
          <a:ln w="18720">
            <a:solidFill>
              <a:srgbClr val="e8bbb8"/>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182" name=""/>
          <p:cNvSpPr txBox="1"/>
          <p:nvPr/>
        </p:nvSpPr>
        <p:spPr>
          <a:xfrm>
            <a:off x="1059480" y="5127120"/>
            <a:ext cx="4288680" cy="34632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式の値</a:t>
            </a:r>
            <a:r>
              <a:rPr b="0" lang="en-US" sz="1870" spc="-1" strike="noStrike">
                <a:solidFill>
                  <a:srgbClr val="111111"/>
                </a:solidFill>
                <a:latin typeface="NotoSansJP"/>
                <a:ea typeface="NotoSansJP"/>
              </a:rPr>
              <a:t>: </a:t>
            </a:r>
            <a:r>
              <a:rPr b="0" lang="zh-CN" sz="1870" spc="-1" strike="noStrike">
                <a:solidFill>
                  <a:srgbClr val="111111"/>
                </a:solidFill>
                <a:latin typeface="NotoSansJP"/>
                <a:ea typeface="NotoSansJP"/>
              </a:rPr>
              <a:t>出力特徴マップの一辺のサイズ</a:t>
            </a:r>
            <a:endParaRPr b="0" lang="en-US" sz="1870" spc="-1" strike="noStrike">
              <a:solidFill>
                <a:srgbClr val="000000"/>
              </a:solidFill>
              <a:latin typeface="Times New Roman"/>
            </a:endParaRPr>
          </a:p>
        </p:txBody>
      </p:sp>
      <p:sp>
        <p:nvSpPr>
          <p:cNvPr id="183" name=""/>
          <p:cNvSpPr/>
          <p:nvPr/>
        </p:nvSpPr>
        <p:spPr>
          <a:xfrm>
            <a:off x="6505560" y="3476520"/>
            <a:ext cx="95400" cy="95400"/>
          </a:xfrm>
          <a:custGeom>
            <a:avLst/>
            <a:gdLst/>
            <a:ahLst/>
            <a:rect l="0" t="0" r="r" b="b"/>
            <a:pathLst>
              <a:path w="265" h="265">
                <a:moveTo>
                  <a:pt x="265" y="132"/>
                </a:moveTo>
                <a:cubicBezTo>
                  <a:pt x="265" y="150"/>
                  <a:pt x="262" y="167"/>
                  <a:pt x="255" y="183"/>
                </a:cubicBezTo>
                <a:cubicBezTo>
                  <a:pt x="248" y="199"/>
                  <a:pt x="239" y="213"/>
                  <a:pt x="226" y="226"/>
                </a:cubicBezTo>
                <a:cubicBezTo>
                  <a:pt x="214" y="238"/>
                  <a:pt x="200" y="249"/>
                  <a:pt x="183" y="255"/>
                </a:cubicBezTo>
                <a:cubicBezTo>
                  <a:pt x="167" y="262"/>
                  <a:pt x="150" y="265"/>
                  <a:pt x="133" y="265"/>
                </a:cubicBezTo>
                <a:cubicBezTo>
                  <a:pt x="115" y="265"/>
                  <a:pt x="98" y="262"/>
                  <a:pt x="82" y="255"/>
                </a:cubicBezTo>
                <a:cubicBezTo>
                  <a:pt x="66" y="249"/>
                  <a:pt x="52" y="238"/>
                  <a:pt x="39" y="226"/>
                </a:cubicBezTo>
                <a:cubicBezTo>
                  <a:pt x="27" y="213"/>
                  <a:pt x="17" y="199"/>
                  <a:pt x="10" y="183"/>
                </a:cubicBezTo>
                <a:cubicBezTo>
                  <a:pt x="3" y="167"/>
                  <a:pt x="0" y="150"/>
                  <a:pt x="0" y="132"/>
                </a:cubicBezTo>
                <a:cubicBezTo>
                  <a:pt x="0" y="115"/>
                  <a:pt x="3" y="98"/>
                  <a:pt x="10" y="81"/>
                </a:cubicBezTo>
                <a:cubicBezTo>
                  <a:pt x="17" y="65"/>
                  <a:pt x="27" y="51"/>
                  <a:pt x="39" y="39"/>
                </a:cubicBezTo>
                <a:cubicBezTo>
                  <a:pt x="52" y="26"/>
                  <a:pt x="66" y="17"/>
                  <a:pt x="82" y="10"/>
                </a:cubicBezTo>
                <a:cubicBezTo>
                  <a:pt x="98" y="3"/>
                  <a:pt x="115" y="0"/>
                  <a:pt x="133" y="0"/>
                </a:cubicBezTo>
                <a:cubicBezTo>
                  <a:pt x="150" y="0"/>
                  <a:pt x="167" y="3"/>
                  <a:pt x="183" y="10"/>
                </a:cubicBezTo>
                <a:cubicBezTo>
                  <a:pt x="200" y="17"/>
                  <a:pt x="214" y="26"/>
                  <a:pt x="226" y="39"/>
                </a:cubicBezTo>
                <a:cubicBezTo>
                  <a:pt x="239" y="51"/>
                  <a:pt x="248" y="65"/>
                  <a:pt x="255" y="81"/>
                </a:cubicBezTo>
                <a:cubicBezTo>
                  <a:pt x="262" y="98"/>
                  <a:pt x="265" y="115"/>
                  <a:pt x="265"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84" name=""/>
          <p:cNvSpPr txBox="1"/>
          <p:nvPr/>
        </p:nvSpPr>
        <p:spPr>
          <a:xfrm>
            <a:off x="6458040" y="2858040"/>
            <a:ext cx="1334160" cy="385920"/>
          </a:xfrm>
          <a:prstGeom prst="rect">
            <a:avLst/>
          </a:prstGeom>
          <a:noFill/>
          <a:ln w="0">
            <a:noFill/>
          </a:ln>
        </p:spPr>
        <p:txBody>
          <a:bodyPr wrap="none" lIns="0" rIns="0" tIns="0" bIns="0" anchor="t">
            <a:noAutofit/>
          </a:bodyPr>
          <a:p>
            <a:r>
              <a:rPr b="0" lang="zh-CN" sz="2100" spc="-1" strike="noStrike">
                <a:solidFill>
                  <a:srgbClr val="0b4b78"/>
                </a:solidFill>
                <a:latin typeface="NotoSansJP"/>
                <a:ea typeface="NotoSansJP"/>
              </a:rPr>
              <a:t>設計の見方</a:t>
            </a:r>
            <a:endParaRPr b="0" lang="en-US" sz="2100" spc="-1" strike="noStrike">
              <a:solidFill>
                <a:srgbClr val="000000"/>
              </a:solidFill>
              <a:latin typeface="Times New Roman"/>
            </a:endParaRPr>
          </a:p>
        </p:txBody>
      </p:sp>
      <p:sp>
        <p:nvSpPr>
          <p:cNvPr id="185" name=""/>
          <p:cNvSpPr/>
          <p:nvPr/>
        </p:nvSpPr>
        <p:spPr>
          <a:xfrm>
            <a:off x="6505560" y="3914640"/>
            <a:ext cx="95400" cy="95400"/>
          </a:xfrm>
          <a:custGeom>
            <a:avLst/>
            <a:gdLst/>
            <a:ahLst/>
            <a:rect l="0" t="0" r="r" b="b"/>
            <a:pathLst>
              <a:path w="265" h="265">
                <a:moveTo>
                  <a:pt x="265" y="133"/>
                </a:moveTo>
                <a:cubicBezTo>
                  <a:pt x="265" y="151"/>
                  <a:pt x="262" y="168"/>
                  <a:pt x="255" y="184"/>
                </a:cubicBezTo>
                <a:cubicBezTo>
                  <a:pt x="248" y="200"/>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200"/>
                  <a:pt x="10" y="184"/>
                </a:cubicBezTo>
                <a:cubicBezTo>
                  <a:pt x="3" y="168"/>
                  <a:pt x="0" y="151"/>
                  <a:pt x="0" y="133"/>
                </a:cubicBezTo>
                <a:cubicBezTo>
                  <a:pt x="0" y="116"/>
                  <a:pt x="3" y="99"/>
                  <a:pt x="10" y="83"/>
                </a:cubicBezTo>
                <a:cubicBezTo>
                  <a:pt x="17" y="65"/>
                  <a:pt x="27" y="51"/>
                  <a:pt x="39" y="39"/>
                </a:cubicBezTo>
                <a:cubicBezTo>
                  <a:pt x="52" y="26"/>
                  <a:pt x="66" y="17"/>
                  <a:pt x="82" y="10"/>
                </a:cubicBezTo>
                <a:cubicBezTo>
                  <a:pt x="98" y="3"/>
                  <a:pt x="115" y="0"/>
                  <a:pt x="133" y="0"/>
                </a:cubicBezTo>
                <a:cubicBezTo>
                  <a:pt x="150" y="0"/>
                  <a:pt x="167" y="3"/>
                  <a:pt x="183" y="10"/>
                </a:cubicBezTo>
                <a:cubicBezTo>
                  <a:pt x="200" y="17"/>
                  <a:pt x="214" y="26"/>
                  <a:pt x="226" y="39"/>
                </a:cubicBezTo>
                <a:cubicBezTo>
                  <a:pt x="239" y="51"/>
                  <a:pt x="248" y="65"/>
                  <a:pt x="255" y="83"/>
                </a:cubicBezTo>
                <a:cubicBezTo>
                  <a:pt x="262" y="99"/>
                  <a:pt x="265" y="116"/>
                  <a:pt x="265"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86" name=""/>
          <p:cNvSpPr txBox="1"/>
          <p:nvPr/>
        </p:nvSpPr>
        <p:spPr>
          <a:xfrm>
            <a:off x="6755760" y="3355560"/>
            <a:ext cx="404244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パディングで解像度を保ちやすくする</a:t>
            </a:r>
            <a:endParaRPr b="0" lang="en-US" sz="1870" spc="-1" strike="noStrike">
              <a:solidFill>
                <a:srgbClr val="000000"/>
              </a:solidFill>
              <a:latin typeface="Times New Roman"/>
            </a:endParaRPr>
          </a:p>
        </p:txBody>
      </p:sp>
      <p:sp>
        <p:nvSpPr>
          <p:cNvPr id="187" name=""/>
          <p:cNvSpPr/>
          <p:nvPr/>
        </p:nvSpPr>
        <p:spPr>
          <a:xfrm>
            <a:off x="6505560" y="4362120"/>
            <a:ext cx="95400" cy="95760"/>
          </a:xfrm>
          <a:custGeom>
            <a:avLst/>
            <a:gdLst/>
            <a:ahLst/>
            <a:rect l="0" t="0" r="r" b="b"/>
            <a:pathLst>
              <a:path w="265" h="266">
                <a:moveTo>
                  <a:pt x="265" y="133"/>
                </a:moveTo>
                <a:cubicBezTo>
                  <a:pt x="265" y="150"/>
                  <a:pt x="262" y="168"/>
                  <a:pt x="255" y="184"/>
                </a:cubicBezTo>
                <a:cubicBezTo>
                  <a:pt x="248" y="201"/>
                  <a:pt x="239" y="215"/>
                  <a:pt x="226" y="227"/>
                </a:cubicBezTo>
                <a:cubicBezTo>
                  <a:pt x="214" y="240"/>
                  <a:pt x="200" y="249"/>
                  <a:pt x="183" y="256"/>
                </a:cubicBezTo>
                <a:cubicBezTo>
                  <a:pt x="167" y="263"/>
                  <a:pt x="150" y="266"/>
                  <a:pt x="133" y="266"/>
                </a:cubicBezTo>
                <a:cubicBezTo>
                  <a:pt x="115" y="266"/>
                  <a:pt x="98" y="263"/>
                  <a:pt x="82" y="256"/>
                </a:cubicBezTo>
                <a:cubicBezTo>
                  <a:pt x="66" y="249"/>
                  <a:pt x="52" y="240"/>
                  <a:pt x="39" y="227"/>
                </a:cubicBezTo>
                <a:cubicBezTo>
                  <a:pt x="27" y="215"/>
                  <a:pt x="17" y="201"/>
                  <a:pt x="10" y="184"/>
                </a:cubicBezTo>
                <a:cubicBezTo>
                  <a:pt x="3" y="168"/>
                  <a:pt x="0" y="150"/>
                  <a:pt x="0" y="133"/>
                </a:cubicBezTo>
                <a:cubicBezTo>
                  <a:pt x="0" y="115"/>
                  <a:pt x="3" y="98"/>
                  <a:pt x="10" y="82"/>
                </a:cubicBezTo>
                <a:cubicBezTo>
                  <a:pt x="17" y="66"/>
                  <a:pt x="27" y="52"/>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2"/>
                  <a:pt x="248" y="66"/>
                  <a:pt x="255" y="82"/>
                </a:cubicBezTo>
                <a:cubicBezTo>
                  <a:pt x="262" y="98"/>
                  <a:pt x="265" y="115"/>
                  <a:pt x="265"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188" name=""/>
          <p:cNvSpPr txBox="1"/>
          <p:nvPr/>
        </p:nvSpPr>
        <p:spPr>
          <a:xfrm>
            <a:off x="6755760" y="3793680"/>
            <a:ext cx="380448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ストライドで出力サイズを制御する</a:t>
            </a:r>
            <a:endParaRPr b="0" lang="en-US" sz="1870" spc="-1" strike="noStrike">
              <a:solidFill>
                <a:srgbClr val="000000"/>
              </a:solidFill>
              <a:latin typeface="Times New Roman"/>
            </a:endParaRPr>
          </a:p>
        </p:txBody>
      </p:sp>
      <p:sp>
        <p:nvSpPr>
          <p:cNvPr id="189" name=""/>
          <p:cNvSpPr txBox="1"/>
          <p:nvPr/>
        </p:nvSpPr>
        <p:spPr>
          <a:xfrm>
            <a:off x="6755760" y="4241160"/>
            <a:ext cx="428004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特徴マップの大きさは計算量に直結する</a:t>
            </a:r>
            <a:endParaRPr b="0" lang="en-US" sz="1870" spc="-1" strike="noStrike">
              <a:solidFill>
                <a:srgbClr val="000000"/>
              </a:solidFill>
              <a:latin typeface="Times New Roman"/>
            </a:endParaRPr>
          </a:p>
        </p:txBody>
      </p:sp>
      <p:sp>
        <p:nvSpPr>
          <p:cNvPr id="190" name=""/>
          <p:cNvSpPr/>
          <p:nvPr/>
        </p:nvSpPr>
        <p:spPr>
          <a:xfrm>
            <a:off x="533160" y="561960"/>
            <a:ext cx="267120" cy="57240"/>
          </a:xfrm>
          <a:custGeom>
            <a:avLst/>
            <a:gdLst/>
            <a:ahLst/>
            <a:rect l="0" t="0" r="r" b="b"/>
            <a:pathLst>
              <a:path w="742" h="159">
                <a:moveTo>
                  <a:pt x="0" y="106"/>
                </a:moveTo>
                <a:lnTo>
                  <a:pt x="0" y="52"/>
                </a:lnTo>
                <a:cubicBezTo>
                  <a:pt x="0" y="45"/>
                  <a:pt x="2" y="39"/>
                  <a:pt x="4" y="32"/>
                </a:cubicBezTo>
                <a:cubicBezTo>
                  <a:pt x="7" y="26"/>
                  <a:pt x="11" y="20"/>
                  <a:pt x="16" y="15"/>
                </a:cubicBezTo>
                <a:cubicBezTo>
                  <a:pt x="21" y="10"/>
                  <a:pt x="26" y="6"/>
                  <a:pt x="33" y="4"/>
                </a:cubicBezTo>
                <a:cubicBezTo>
                  <a:pt x="39" y="1"/>
                  <a:pt x="46" y="0"/>
                  <a:pt x="53" y="0"/>
                </a:cubicBezTo>
                <a:lnTo>
                  <a:pt x="689" y="0"/>
                </a:lnTo>
                <a:cubicBezTo>
                  <a:pt x="696" y="0"/>
                  <a:pt x="703" y="1"/>
                  <a:pt x="709" y="4"/>
                </a:cubicBezTo>
                <a:cubicBezTo>
                  <a:pt x="716" y="6"/>
                  <a:pt x="722" y="10"/>
                  <a:pt x="727" y="15"/>
                </a:cubicBezTo>
                <a:cubicBezTo>
                  <a:pt x="731" y="20"/>
                  <a:pt x="735" y="26"/>
                  <a:pt x="738" y="32"/>
                </a:cubicBezTo>
                <a:cubicBezTo>
                  <a:pt x="741" y="39"/>
                  <a:pt x="742" y="45"/>
                  <a:pt x="742" y="52"/>
                </a:cubicBezTo>
                <a:lnTo>
                  <a:pt x="742" y="106"/>
                </a:lnTo>
                <a:cubicBezTo>
                  <a:pt x="742" y="113"/>
                  <a:pt x="741" y="120"/>
                  <a:pt x="738" y="127"/>
                </a:cubicBezTo>
                <a:cubicBezTo>
                  <a:pt x="735" y="133"/>
                  <a:pt x="731" y="139"/>
                  <a:pt x="727" y="144"/>
                </a:cubicBezTo>
                <a:cubicBezTo>
                  <a:pt x="722" y="149"/>
                  <a:pt x="716" y="153"/>
                  <a:pt x="709" y="155"/>
                </a:cubicBezTo>
                <a:cubicBezTo>
                  <a:pt x="703" y="158"/>
                  <a:pt x="696" y="159"/>
                  <a:pt x="689" y="159"/>
                </a:cubicBezTo>
                <a:lnTo>
                  <a:pt x="53" y="159"/>
                </a:lnTo>
                <a:cubicBezTo>
                  <a:pt x="46" y="159"/>
                  <a:pt x="39" y="158"/>
                  <a:pt x="33" y="155"/>
                </a:cubicBezTo>
                <a:cubicBezTo>
                  <a:pt x="26" y="153"/>
                  <a:pt x="21" y="149"/>
                  <a:pt x="16" y="144"/>
                </a:cubicBezTo>
                <a:cubicBezTo>
                  <a:pt x="11" y="139"/>
                  <a:pt x="7" y="133"/>
                  <a:pt x="4" y="127"/>
                </a:cubicBezTo>
                <a:cubicBezTo>
                  <a:pt x="2" y="120"/>
                  <a:pt x="0" y="113"/>
                  <a:pt x="0" y="106"/>
                </a:cubicBez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191" name=""/>
          <p:cNvSpPr txBox="1"/>
          <p:nvPr/>
        </p:nvSpPr>
        <p:spPr>
          <a:xfrm>
            <a:off x="914400" y="392400"/>
            <a:ext cx="2884680" cy="361440"/>
          </a:xfrm>
          <a:prstGeom prst="rect">
            <a:avLst/>
          </a:prstGeom>
          <a:noFill/>
          <a:ln w="0">
            <a:noFill/>
          </a:ln>
        </p:spPr>
        <p:txBody>
          <a:bodyPr wrap="none" lIns="0" rIns="0" tIns="0" bIns="0" anchor="t">
            <a:noAutofit/>
          </a:bodyPr>
          <a:p>
            <a:r>
              <a:rPr b="0" lang="zh-CN" sz="1950" spc="-1" strike="noStrike">
                <a:solidFill>
                  <a:srgbClr val="111111"/>
                </a:solidFill>
                <a:latin typeface="NotoSansJP"/>
                <a:ea typeface="NotoSansJP"/>
              </a:rPr>
              <a:t>手法の詳細</a:t>
            </a:r>
            <a:r>
              <a:rPr b="0" lang="en-US" sz="1950" spc="-1" strike="noStrike">
                <a:solidFill>
                  <a:srgbClr val="111111"/>
                </a:solidFill>
                <a:latin typeface="NotoSansJP"/>
                <a:ea typeface="NotoSansJP"/>
              </a:rPr>
              <a:t>2: </a:t>
            </a:r>
            <a:r>
              <a:rPr b="0" lang="zh-CN" sz="1950" spc="-1" strike="noStrike">
                <a:solidFill>
                  <a:srgbClr val="111111"/>
                </a:solidFill>
                <a:latin typeface="NotoSansJP"/>
                <a:ea typeface="NotoSansJP"/>
              </a:rPr>
              <a:t>サイズ計算</a:t>
            </a:r>
            <a:endParaRPr b="0" lang="en-US" sz="1950" spc="-1" strike="noStrike">
              <a:solidFill>
                <a:srgbClr val="000000"/>
              </a:solidFill>
              <a:latin typeface="Times New Roman"/>
            </a:endParaRPr>
          </a:p>
        </p:txBody>
      </p:sp>
      <p:sp>
        <p:nvSpPr>
          <p:cNvPr id="192" name=""/>
          <p:cNvSpPr txBox="1"/>
          <p:nvPr/>
        </p:nvSpPr>
        <p:spPr>
          <a:xfrm>
            <a:off x="11946600" y="6436800"/>
            <a:ext cx="304560" cy="416520"/>
          </a:xfrm>
          <a:prstGeom prst="rect">
            <a:avLst/>
          </a:prstGeom>
          <a:noFill/>
          <a:ln w="0">
            <a:noFill/>
          </a:ln>
        </p:spPr>
        <p:txBody>
          <a:bodyPr wrap="none" lIns="0" rIns="0" tIns="0" bIns="0" anchor="t">
            <a:noAutofit/>
          </a:bodyPr>
          <a:p>
            <a:r>
              <a:rPr b="0" lang="en-US" sz="2400" spc="-1" strike="noStrike">
                <a:solidFill>
                  <a:srgbClr val="111111"/>
                </a:solidFill>
                <a:latin typeface="NotoSansJP"/>
                <a:ea typeface="NotoSansJP"/>
              </a:rPr>
              <a:t>7</a:t>
            </a:r>
            <a:endParaRPr b="0" lang="en-US" sz="24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19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19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c9c9c9"/>
          </a:solidFill>
          <a:ln w="0">
            <a:noFill/>
          </a:ln>
        </p:spPr>
        <p:txBody>
          <a:bodyPr lIns="0" rIns="0" tIns="0" bIns="0" anchor="t">
            <a:noAutofit/>
          </a:bodyPr>
          <a:p>
            <a:endParaRPr b="0" lang="en-US" sz="2400" spc="-1" strike="noStrike">
              <a:solidFill>
                <a:srgbClr val="000000"/>
              </a:solidFill>
              <a:latin typeface="Times New Roman"/>
            </a:endParaRPr>
          </a:p>
        </p:txBody>
      </p:sp>
      <p:sp>
        <p:nvSpPr>
          <p:cNvPr id="196" name=""/>
          <p:cNvSpPr/>
          <p:nvPr/>
        </p:nvSpPr>
        <p:spPr>
          <a:xfrm>
            <a:off x="228240" y="228240"/>
            <a:ext cx="11735280" cy="6401160"/>
          </a:xfrm>
          <a:custGeom>
            <a:avLst/>
            <a:gdLst/>
            <a:ahLst/>
            <a:rect l="0" t="0" r="r" b="b"/>
            <a:pathLst>
              <a:path w="32598" h="17781">
                <a:moveTo>
                  <a:pt x="530" y="0"/>
                </a:moveTo>
                <a:lnTo>
                  <a:pt x="32069" y="0"/>
                </a:lnTo>
                <a:cubicBezTo>
                  <a:pt x="32104" y="0"/>
                  <a:pt x="32138" y="4"/>
                  <a:pt x="32172" y="11"/>
                </a:cubicBezTo>
                <a:cubicBezTo>
                  <a:pt x="32206" y="17"/>
                  <a:pt x="32239" y="27"/>
                  <a:pt x="32271" y="41"/>
                </a:cubicBezTo>
                <a:cubicBezTo>
                  <a:pt x="32304" y="54"/>
                  <a:pt x="32334" y="70"/>
                  <a:pt x="32363" y="90"/>
                </a:cubicBezTo>
                <a:cubicBezTo>
                  <a:pt x="32392" y="109"/>
                  <a:pt x="32419" y="131"/>
                  <a:pt x="32443" y="155"/>
                </a:cubicBezTo>
                <a:cubicBezTo>
                  <a:pt x="32468" y="180"/>
                  <a:pt x="32490" y="207"/>
                  <a:pt x="32509" y="236"/>
                </a:cubicBezTo>
                <a:cubicBezTo>
                  <a:pt x="32528" y="265"/>
                  <a:pt x="32545" y="295"/>
                  <a:pt x="32558" y="327"/>
                </a:cubicBezTo>
                <a:cubicBezTo>
                  <a:pt x="32571" y="359"/>
                  <a:pt x="32581" y="392"/>
                  <a:pt x="32588" y="426"/>
                </a:cubicBezTo>
                <a:cubicBezTo>
                  <a:pt x="32595" y="461"/>
                  <a:pt x="32598" y="495"/>
                  <a:pt x="32598" y="530"/>
                </a:cubicBezTo>
                <a:lnTo>
                  <a:pt x="32598" y="17252"/>
                </a:lnTo>
                <a:cubicBezTo>
                  <a:pt x="32598" y="17287"/>
                  <a:pt x="32595" y="17321"/>
                  <a:pt x="32588" y="17356"/>
                </a:cubicBezTo>
                <a:cubicBezTo>
                  <a:pt x="32581" y="17390"/>
                  <a:pt x="32571" y="17423"/>
                  <a:pt x="32558" y="17455"/>
                </a:cubicBezTo>
                <a:cubicBezTo>
                  <a:pt x="32545" y="17487"/>
                  <a:pt x="32528" y="17517"/>
                  <a:pt x="32509" y="17546"/>
                </a:cubicBezTo>
                <a:cubicBezTo>
                  <a:pt x="32490" y="17575"/>
                  <a:pt x="32468" y="17602"/>
                  <a:pt x="32443" y="17627"/>
                </a:cubicBezTo>
                <a:cubicBezTo>
                  <a:pt x="32419" y="17651"/>
                  <a:pt x="32392" y="17673"/>
                  <a:pt x="32363" y="17692"/>
                </a:cubicBezTo>
                <a:cubicBezTo>
                  <a:pt x="32334" y="17712"/>
                  <a:pt x="32304" y="17728"/>
                  <a:pt x="32271" y="17741"/>
                </a:cubicBezTo>
                <a:cubicBezTo>
                  <a:pt x="32239" y="17755"/>
                  <a:pt x="32206" y="17765"/>
                  <a:pt x="32172" y="17771"/>
                </a:cubicBezTo>
                <a:cubicBezTo>
                  <a:pt x="32138" y="17778"/>
                  <a:pt x="32104" y="17781"/>
                  <a:pt x="32069" y="17781"/>
                </a:cubicBezTo>
                <a:lnTo>
                  <a:pt x="530" y="17781"/>
                </a:lnTo>
                <a:cubicBezTo>
                  <a:pt x="495" y="17781"/>
                  <a:pt x="461" y="17778"/>
                  <a:pt x="426" y="17771"/>
                </a:cubicBezTo>
                <a:cubicBezTo>
                  <a:pt x="392" y="17765"/>
                  <a:pt x="359" y="17755"/>
                  <a:pt x="327" y="17741"/>
                </a:cubicBezTo>
                <a:cubicBezTo>
                  <a:pt x="295" y="17728"/>
                  <a:pt x="265" y="17712"/>
                  <a:pt x="236" y="17692"/>
                </a:cubicBezTo>
                <a:cubicBezTo>
                  <a:pt x="207" y="17673"/>
                  <a:pt x="180" y="17651"/>
                  <a:pt x="155" y="17627"/>
                </a:cubicBezTo>
                <a:cubicBezTo>
                  <a:pt x="131" y="17602"/>
                  <a:pt x="109" y="17575"/>
                  <a:pt x="90" y="17546"/>
                </a:cubicBezTo>
                <a:cubicBezTo>
                  <a:pt x="70" y="17517"/>
                  <a:pt x="54" y="17487"/>
                  <a:pt x="41" y="17455"/>
                </a:cubicBezTo>
                <a:cubicBezTo>
                  <a:pt x="27" y="17423"/>
                  <a:pt x="17" y="17390"/>
                  <a:pt x="11" y="17356"/>
                </a:cubicBezTo>
                <a:cubicBezTo>
                  <a:pt x="4" y="17321"/>
                  <a:pt x="0" y="17287"/>
                  <a:pt x="0" y="17252"/>
                </a:cubicBezTo>
                <a:lnTo>
                  <a:pt x="0" y="530"/>
                </a:lnTo>
                <a:cubicBezTo>
                  <a:pt x="0" y="495"/>
                  <a:pt x="4" y="461"/>
                  <a:pt x="11" y="426"/>
                </a:cubicBezTo>
                <a:cubicBezTo>
                  <a:pt x="17" y="392"/>
                  <a:pt x="27" y="359"/>
                  <a:pt x="41" y="327"/>
                </a:cubicBezTo>
                <a:cubicBezTo>
                  <a:pt x="54" y="295"/>
                  <a:pt x="70" y="265"/>
                  <a:pt x="90" y="236"/>
                </a:cubicBezTo>
                <a:cubicBezTo>
                  <a:pt x="109" y="207"/>
                  <a:pt x="131" y="180"/>
                  <a:pt x="155" y="155"/>
                </a:cubicBezTo>
                <a:cubicBezTo>
                  <a:pt x="180" y="131"/>
                  <a:pt x="207" y="109"/>
                  <a:pt x="236" y="90"/>
                </a:cubicBezTo>
                <a:cubicBezTo>
                  <a:pt x="265" y="70"/>
                  <a:pt x="295" y="54"/>
                  <a:pt x="327" y="41"/>
                </a:cubicBezTo>
                <a:cubicBezTo>
                  <a:pt x="359" y="27"/>
                  <a:pt x="392" y="17"/>
                  <a:pt x="426" y="11"/>
                </a:cubicBezTo>
                <a:cubicBezTo>
                  <a:pt x="461" y="4"/>
                  <a:pt x="495" y="0"/>
                  <a:pt x="530" y="0"/>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pic>
        <p:nvPicPr>
          <p:cNvPr id="197" name="" descr=""/>
          <p:cNvPicPr/>
          <p:nvPr/>
        </p:nvPicPr>
        <p:blipFill>
          <a:blip r:embed="rId1"/>
          <a:stretch/>
        </p:blipFill>
        <p:spPr>
          <a:xfrm>
            <a:off x="10515600" y="38160"/>
            <a:ext cx="1142640" cy="1142640"/>
          </a:xfrm>
          <a:prstGeom prst="rect">
            <a:avLst/>
          </a:prstGeom>
          <a:ln w="0">
            <a:noFill/>
          </a:ln>
        </p:spPr>
      </p:pic>
      <p:sp>
        <p:nvSpPr>
          <p:cNvPr id="198" name=""/>
          <p:cNvSpPr/>
          <p:nvPr/>
        </p:nvSpPr>
        <p:spPr>
          <a:xfrm>
            <a:off x="542880" y="1666800"/>
            <a:ext cx="5410440" cy="2076840"/>
          </a:xfrm>
          <a:custGeom>
            <a:avLst/>
            <a:gdLst/>
            <a:ahLst/>
            <a:rect l="0" t="0" r="r" b="b"/>
            <a:pathLst>
              <a:path w="15029" h="5769">
                <a:moveTo>
                  <a:pt x="0" y="5583"/>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2"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5583"/>
                </a:lnTo>
                <a:cubicBezTo>
                  <a:pt x="15029" y="5596"/>
                  <a:pt x="15028" y="5608"/>
                  <a:pt x="15025" y="5620"/>
                </a:cubicBezTo>
                <a:cubicBezTo>
                  <a:pt x="15023" y="5631"/>
                  <a:pt x="15020" y="5643"/>
                  <a:pt x="15015" y="5654"/>
                </a:cubicBezTo>
                <a:cubicBezTo>
                  <a:pt x="15010" y="5666"/>
                  <a:pt x="15005" y="5676"/>
                  <a:pt x="14998" y="5686"/>
                </a:cubicBezTo>
                <a:cubicBezTo>
                  <a:pt x="14991" y="5696"/>
                  <a:pt x="14983" y="5706"/>
                  <a:pt x="14975" y="5714"/>
                </a:cubicBezTo>
                <a:cubicBezTo>
                  <a:pt x="14966" y="5723"/>
                  <a:pt x="14957" y="5731"/>
                  <a:pt x="14947" y="5737"/>
                </a:cubicBezTo>
                <a:cubicBezTo>
                  <a:pt x="14937" y="5744"/>
                  <a:pt x="14926" y="5750"/>
                  <a:pt x="14915" y="5755"/>
                </a:cubicBezTo>
                <a:cubicBezTo>
                  <a:pt x="14903" y="5759"/>
                  <a:pt x="14892" y="5763"/>
                  <a:pt x="14880" y="5765"/>
                </a:cubicBezTo>
                <a:cubicBezTo>
                  <a:pt x="14868" y="5767"/>
                  <a:pt x="14856" y="5769"/>
                  <a:pt x="14844" y="5769"/>
                </a:cubicBezTo>
                <a:lnTo>
                  <a:pt x="185" y="5769"/>
                </a:lnTo>
                <a:cubicBezTo>
                  <a:pt x="173" y="5769"/>
                  <a:pt x="161" y="5767"/>
                  <a:pt x="149" y="5765"/>
                </a:cubicBezTo>
                <a:cubicBezTo>
                  <a:pt x="137" y="5763"/>
                  <a:pt x="125" y="5759"/>
                  <a:pt x="114" y="5755"/>
                </a:cubicBezTo>
                <a:cubicBezTo>
                  <a:pt x="103" y="5750"/>
                  <a:pt x="92" y="5744"/>
                  <a:pt x="82" y="5737"/>
                </a:cubicBezTo>
                <a:cubicBezTo>
                  <a:pt x="72" y="5731"/>
                  <a:pt x="62" y="5723"/>
                  <a:pt x="54" y="5714"/>
                </a:cubicBezTo>
                <a:cubicBezTo>
                  <a:pt x="45" y="5706"/>
                  <a:pt x="38" y="5696"/>
                  <a:pt x="31" y="5686"/>
                </a:cubicBezTo>
                <a:cubicBezTo>
                  <a:pt x="24" y="5676"/>
                  <a:pt x="18" y="5666"/>
                  <a:pt x="14" y="5654"/>
                </a:cubicBezTo>
                <a:cubicBezTo>
                  <a:pt x="9" y="5643"/>
                  <a:pt x="6" y="5631"/>
                  <a:pt x="3" y="5620"/>
                </a:cubicBezTo>
                <a:cubicBezTo>
                  <a:pt x="1" y="5608"/>
                  <a:pt x="0" y="5596"/>
                  <a:pt x="0" y="5583"/>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199" name=""/>
          <p:cNvSpPr/>
          <p:nvPr/>
        </p:nvSpPr>
        <p:spPr>
          <a:xfrm>
            <a:off x="542880" y="1666800"/>
            <a:ext cx="5410440" cy="2076840"/>
          </a:xfrm>
          <a:custGeom>
            <a:avLst/>
            <a:gdLst/>
            <a:ahLst/>
            <a:rect l="0" t="0" r="r" b="b"/>
            <a:pathLst>
              <a:path w="15029" h="5769">
                <a:moveTo>
                  <a:pt x="0" y="5583"/>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2"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5583"/>
                </a:lnTo>
                <a:cubicBezTo>
                  <a:pt x="15029" y="5596"/>
                  <a:pt x="15028" y="5608"/>
                  <a:pt x="15025" y="5620"/>
                </a:cubicBezTo>
                <a:cubicBezTo>
                  <a:pt x="15023" y="5631"/>
                  <a:pt x="15020" y="5643"/>
                  <a:pt x="15015" y="5654"/>
                </a:cubicBezTo>
                <a:cubicBezTo>
                  <a:pt x="15010" y="5666"/>
                  <a:pt x="15005" y="5676"/>
                  <a:pt x="14998" y="5686"/>
                </a:cubicBezTo>
                <a:cubicBezTo>
                  <a:pt x="14991" y="5696"/>
                  <a:pt x="14983" y="5706"/>
                  <a:pt x="14975" y="5714"/>
                </a:cubicBezTo>
                <a:cubicBezTo>
                  <a:pt x="14966" y="5723"/>
                  <a:pt x="14957" y="5731"/>
                  <a:pt x="14947" y="5737"/>
                </a:cubicBezTo>
                <a:cubicBezTo>
                  <a:pt x="14937" y="5744"/>
                  <a:pt x="14926" y="5750"/>
                  <a:pt x="14915" y="5755"/>
                </a:cubicBezTo>
                <a:cubicBezTo>
                  <a:pt x="14903" y="5759"/>
                  <a:pt x="14892" y="5763"/>
                  <a:pt x="14880" y="5765"/>
                </a:cubicBezTo>
                <a:cubicBezTo>
                  <a:pt x="14868" y="5767"/>
                  <a:pt x="14856" y="5769"/>
                  <a:pt x="14844" y="5769"/>
                </a:cubicBezTo>
                <a:lnTo>
                  <a:pt x="185" y="5769"/>
                </a:lnTo>
                <a:cubicBezTo>
                  <a:pt x="173" y="5769"/>
                  <a:pt x="161" y="5767"/>
                  <a:pt x="149" y="5765"/>
                </a:cubicBezTo>
                <a:cubicBezTo>
                  <a:pt x="137" y="5763"/>
                  <a:pt x="125" y="5759"/>
                  <a:pt x="114" y="5755"/>
                </a:cubicBezTo>
                <a:cubicBezTo>
                  <a:pt x="103" y="5750"/>
                  <a:pt x="92" y="5744"/>
                  <a:pt x="82" y="5737"/>
                </a:cubicBezTo>
                <a:cubicBezTo>
                  <a:pt x="72" y="5731"/>
                  <a:pt x="62" y="5723"/>
                  <a:pt x="54" y="5714"/>
                </a:cubicBezTo>
                <a:cubicBezTo>
                  <a:pt x="45" y="5706"/>
                  <a:pt x="38" y="5696"/>
                  <a:pt x="31" y="5686"/>
                </a:cubicBezTo>
                <a:cubicBezTo>
                  <a:pt x="24" y="5676"/>
                  <a:pt x="18" y="5666"/>
                  <a:pt x="14" y="5654"/>
                </a:cubicBezTo>
                <a:cubicBezTo>
                  <a:pt x="9" y="5643"/>
                  <a:pt x="6" y="5631"/>
                  <a:pt x="3" y="5620"/>
                </a:cubicBezTo>
                <a:cubicBezTo>
                  <a:pt x="1" y="5608"/>
                  <a:pt x="0" y="5596"/>
                  <a:pt x="0" y="5583"/>
                </a:cubicBezTo>
                <a:close/>
              </a:path>
            </a:pathLst>
          </a:custGeom>
          <a:noFill/>
          <a:ln w="18720">
            <a:solidFill>
              <a:srgbClr val="d7e5ee"/>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200" name=""/>
          <p:cNvSpPr txBox="1"/>
          <p:nvPr/>
        </p:nvSpPr>
        <p:spPr>
          <a:xfrm>
            <a:off x="533520" y="924480"/>
            <a:ext cx="10742760" cy="387360"/>
          </a:xfrm>
          <a:prstGeom prst="rect">
            <a:avLst/>
          </a:prstGeom>
          <a:noFill/>
          <a:ln w="0">
            <a:noFill/>
          </a:ln>
        </p:spPr>
        <p:txBody>
          <a:bodyPr wrap="none" lIns="0" rIns="0" tIns="0" bIns="0" anchor="t">
            <a:noAutofit/>
          </a:bodyPr>
          <a:p>
            <a:r>
              <a:rPr b="0" lang="en-US" sz="2100" spc="-1" strike="noStrike">
                <a:solidFill>
                  <a:srgbClr val="111111"/>
                </a:solidFill>
                <a:latin typeface="NotoSansJP"/>
                <a:ea typeface="NotoSansJP"/>
              </a:rPr>
              <a:t>CNN</a:t>
            </a:r>
            <a:r>
              <a:rPr b="0" lang="zh-CN" sz="2100" spc="-1" strike="noStrike">
                <a:solidFill>
                  <a:srgbClr val="111111"/>
                </a:solidFill>
                <a:latin typeface="NotoSansJP"/>
                <a:ea typeface="NotoSansJP"/>
              </a:rPr>
              <a:t>の効果は、画像分類の流れの中で各層がどの役割を持つかを確認する形で示される。</a:t>
            </a:r>
            <a:endParaRPr b="0" lang="en-US" sz="2100" spc="-1" strike="noStrike">
              <a:solidFill>
                <a:srgbClr val="000000"/>
              </a:solidFill>
              <a:latin typeface="Times New Roman"/>
            </a:endParaRPr>
          </a:p>
        </p:txBody>
      </p:sp>
      <p:sp>
        <p:nvSpPr>
          <p:cNvPr id="201" name=""/>
          <p:cNvSpPr/>
          <p:nvPr/>
        </p:nvSpPr>
        <p:spPr>
          <a:xfrm>
            <a:off x="809280" y="2457360"/>
            <a:ext cx="95760" cy="95400"/>
          </a:xfrm>
          <a:custGeom>
            <a:avLst/>
            <a:gdLst/>
            <a:ahLst/>
            <a:rect l="0" t="0" r="r" b="b"/>
            <a:pathLst>
              <a:path w="266" h="265">
                <a:moveTo>
                  <a:pt x="266" y="132"/>
                </a:moveTo>
                <a:cubicBezTo>
                  <a:pt x="266" y="150"/>
                  <a:pt x="263" y="166"/>
                  <a:pt x="255" y="184"/>
                </a:cubicBezTo>
                <a:cubicBezTo>
                  <a:pt x="248" y="200"/>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200"/>
                  <a:pt x="11" y="184"/>
                </a:cubicBezTo>
                <a:cubicBezTo>
                  <a:pt x="4" y="166"/>
                  <a:pt x="0" y="150"/>
                  <a:pt x="0" y="132"/>
                </a:cubicBezTo>
                <a:cubicBezTo>
                  <a:pt x="0" y="114"/>
                  <a:pt x="4" y="98"/>
                  <a:pt x="11" y="81"/>
                </a:cubicBezTo>
                <a:cubicBezTo>
                  <a:pt x="17" y="65"/>
                  <a:pt x="27" y="51"/>
                  <a:pt x="39" y="38"/>
                </a:cubicBezTo>
                <a:cubicBezTo>
                  <a:pt x="52" y="26"/>
                  <a:pt x="66" y="17"/>
                  <a:pt x="82" y="10"/>
                </a:cubicBezTo>
                <a:cubicBezTo>
                  <a:pt x="98" y="3"/>
                  <a:pt x="115" y="0"/>
                  <a:pt x="133" y="0"/>
                </a:cubicBezTo>
                <a:cubicBezTo>
                  <a:pt x="150" y="0"/>
                  <a:pt x="167" y="3"/>
                  <a:pt x="183" y="10"/>
                </a:cubicBezTo>
                <a:cubicBezTo>
                  <a:pt x="200" y="17"/>
                  <a:pt x="214" y="26"/>
                  <a:pt x="226" y="38"/>
                </a:cubicBezTo>
                <a:cubicBezTo>
                  <a:pt x="239" y="51"/>
                  <a:pt x="248" y="65"/>
                  <a:pt x="255" y="81"/>
                </a:cubicBezTo>
                <a:cubicBezTo>
                  <a:pt x="263" y="98"/>
                  <a:pt x="266" y="114"/>
                  <a:pt x="266"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202" name=""/>
          <p:cNvSpPr txBox="1"/>
          <p:nvPr/>
        </p:nvSpPr>
        <p:spPr>
          <a:xfrm>
            <a:off x="762120" y="1848600"/>
            <a:ext cx="1334160" cy="385920"/>
          </a:xfrm>
          <a:prstGeom prst="rect">
            <a:avLst/>
          </a:prstGeom>
          <a:noFill/>
          <a:ln w="0">
            <a:noFill/>
          </a:ln>
        </p:spPr>
        <p:txBody>
          <a:bodyPr wrap="none" lIns="0" rIns="0" tIns="0" bIns="0" anchor="t">
            <a:noAutofit/>
          </a:bodyPr>
          <a:p>
            <a:r>
              <a:rPr b="0" lang="zh-CN" sz="2100" spc="-1" strike="noStrike">
                <a:solidFill>
                  <a:srgbClr val="0b4b78"/>
                </a:solidFill>
                <a:latin typeface="NotoSansJP"/>
                <a:ea typeface="NotoSansJP"/>
              </a:rPr>
              <a:t>入力と処理</a:t>
            </a:r>
            <a:endParaRPr b="0" lang="en-US" sz="2100" spc="-1" strike="noStrike">
              <a:solidFill>
                <a:srgbClr val="000000"/>
              </a:solidFill>
              <a:latin typeface="Times New Roman"/>
            </a:endParaRPr>
          </a:p>
        </p:txBody>
      </p:sp>
      <p:sp>
        <p:nvSpPr>
          <p:cNvPr id="203" name=""/>
          <p:cNvSpPr/>
          <p:nvPr/>
        </p:nvSpPr>
        <p:spPr>
          <a:xfrm>
            <a:off x="809280" y="2904840"/>
            <a:ext cx="95760" cy="95760"/>
          </a:xfrm>
          <a:custGeom>
            <a:avLst/>
            <a:gdLst/>
            <a:ahLst/>
            <a:rect l="0" t="0" r="r" b="b"/>
            <a:pathLst>
              <a:path w="266" h="266">
                <a:moveTo>
                  <a:pt x="266" y="133"/>
                </a:moveTo>
                <a:cubicBezTo>
                  <a:pt x="266" y="150"/>
                  <a:pt x="263" y="167"/>
                  <a:pt x="255" y="183"/>
                </a:cubicBezTo>
                <a:cubicBezTo>
                  <a:pt x="248" y="199"/>
                  <a:pt x="239" y="214"/>
                  <a:pt x="226" y="226"/>
                </a:cubicBezTo>
                <a:cubicBezTo>
                  <a:pt x="214" y="239"/>
                  <a:pt x="200" y="249"/>
                  <a:pt x="183" y="256"/>
                </a:cubicBezTo>
                <a:cubicBezTo>
                  <a:pt x="167" y="263"/>
                  <a:pt x="150" y="266"/>
                  <a:pt x="133" y="266"/>
                </a:cubicBezTo>
                <a:cubicBezTo>
                  <a:pt x="115" y="266"/>
                  <a:pt x="98" y="263"/>
                  <a:pt x="82" y="256"/>
                </a:cubicBezTo>
                <a:cubicBezTo>
                  <a:pt x="66" y="249"/>
                  <a:pt x="52" y="239"/>
                  <a:pt x="39" y="226"/>
                </a:cubicBezTo>
                <a:cubicBezTo>
                  <a:pt x="27" y="214"/>
                  <a:pt x="17" y="199"/>
                  <a:pt x="11" y="183"/>
                </a:cubicBezTo>
                <a:cubicBezTo>
                  <a:pt x="4" y="167"/>
                  <a:pt x="0" y="150"/>
                  <a:pt x="0" y="133"/>
                </a:cubicBezTo>
                <a:cubicBezTo>
                  <a:pt x="0" y="115"/>
                  <a:pt x="4" y="98"/>
                  <a:pt x="11" y="82"/>
                </a:cubicBezTo>
                <a:cubicBezTo>
                  <a:pt x="17" y="66"/>
                  <a:pt x="27" y="51"/>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1"/>
                  <a:pt x="248" y="66"/>
                  <a:pt x="255" y="82"/>
                </a:cubicBezTo>
                <a:cubicBezTo>
                  <a:pt x="263" y="98"/>
                  <a:pt x="266" y="115"/>
                  <a:pt x="266"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204" name=""/>
          <p:cNvSpPr txBox="1"/>
          <p:nvPr/>
        </p:nvSpPr>
        <p:spPr>
          <a:xfrm>
            <a:off x="1059480" y="2336400"/>
            <a:ext cx="4072680" cy="34632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画像を縦‧横‧色の</a:t>
            </a:r>
            <a:r>
              <a:rPr b="0" lang="en-US" sz="1870" spc="-1" strike="noStrike">
                <a:solidFill>
                  <a:srgbClr val="111111"/>
                </a:solidFill>
                <a:latin typeface="NotoSansJP"/>
                <a:ea typeface="NotoSansJP"/>
              </a:rPr>
              <a:t>3</a:t>
            </a:r>
            <a:r>
              <a:rPr b="0" lang="zh-CN" sz="1870" spc="-1" strike="noStrike">
                <a:solidFill>
                  <a:srgbClr val="111111"/>
                </a:solidFill>
                <a:latin typeface="NotoSansJP"/>
                <a:ea typeface="NotoSansJP"/>
              </a:rPr>
              <a:t>次元として扱う</a:t>
            </a:r>
            <a:endParaRPr b="0" lang="en-US" sz="1870" spc="-1" strike="noStrike">
              <a:solidFill>
                <a:srgbClr val="000000"/>
              </a:solidFill>
              <a:latin typeface="Times New Roman"/>
            </a:endParaRPr>
          </a:p>
        </p:txBody>
      </p:sp>
      <p:sp>
        <p:nvSpPr>
          <p:cNvPr id="205" name=""/>
          <p:cNvSpPr/>
          <p:nvPr/>
        </p:nvSpPr>
        <p:spPr>
          <a:xfrm>
            <a:off x="809280" y="3342960"/>
            <a:ext cx="95760" cy="95760"/>
          </a:xfrm>
          <a:custGeom>
            <a:avLst/>
            <a:gdLst/>
            <a:ahLst/>
            <a:rect l="0" t="0" r="r" b="b"/>
            <a:pathLst>
              <a:path w="266" h="266">
                <a:moveTo>
                  <a:pt x="266" y="134"/>
                </a:moveTo>
                <a:cubicBezTo>
                  <a:pt x="266" y="151"/>
                  <a:pt x="263" y="168"/>
                  <a:pt x="255" y="184"/>
                </a:cubicBezTo>
                <a:cubicBezTo>
                  <a:pt x="248" y="200"/>
                  <a:pt x="239" y="215"/>
                  <a:pt x="226" y="227"/>
                </a:cubicBezTo>
                <a:cubicBezTo>
                  <a:pt x="214" y="240"/>
                  <a:pt x="200" y="249"/>
                  <a:pt x="183" y="256"/>
                </a:cubicBezTo>
                <a:cubicBezTo>
                  <a:pt x="167" y="263"/>
                  <a:pt x="150" y="266"/>
                  <a:pt x="133" y="266"/>
                </a:cubicBezTo>
                <a:cubicBezTo>
                  <a:pt x="115" y="266"/>
                  <a:pt x="98" y="263"/>
                  <a:pt x="82" y="256"/>
                </a:cubicBezTo>
                <a:cubicBezTo>
                  <a:pt x="66" y="249"/>
                  <a:pt x="52" y="240"/>
                  <a:pt x="39" y="227"/>
                </a:cubicBezTo>
                <a:cubicBezTo>
                  <a:pt x="27" y="215"/>
                  <a:pt x="17" y="200"/>
                  <a:pt x="11" y="184"/>
                </a:cubicBezTo>
                <a:cubicBezTo>
                  <a:pt x="4" y="168"/>
                  <a:pt x="0" y="151"/>
                  <a:pt x="0" y="134"/>
                </a:cubicBezTo>
                <a:cubicBezTo>
                  <a:pt x="0" y="116"/>
                  <a:pt x="4" y="99"/>
                  <a:pt x="11" y="82"/>
                </a:cubicBezTo>
                <a:cubicBezTo>
                  <a:pt x="17" y="66"/>
                  <a:pt x="27" y="52"/>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2"/>
                  <a:pt x="248" y="66"/>
                  <a:pt x="255" y="82"/>
                </a:cubicBezTo>
                <a:cubicBezTo>
                  <a:pt x="263" y="99"/>
                  <a:pt x="266" y="116"/>
                  <a:pt x="266" y="134"/>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206" name=""/>
          <p:cNvSpPr txBox="1"/>
          <p:nvPr/>
        </p:nvSpPr>
        <p:spPr>
          <a:xfrm>
            <a:off x="1059480" y="2783880"/>
            <a:ext cx="404244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畳み込みとプーリングを複数回重ねる</a:t>
            </a:r>
            <a:endParaRPr b="0" lang="en-US" sz="1870" spc="-1" strike="noStrike">
              <a:solidFill>
                <a:srgbClr val="000000"/>
              </a:solidFill>
              <a:latin typeface="Times New Roman"/>
            </a:endParaRPr>
          </a:p>
        </p:txBody>
      </p:sp>
      <p:sp>
        <p:nvSpPr>
          <p:cNvPr id="207" name=""/>
          <p:cNvSpPr/>
          <p:nvPr/>
        </p:nvSpPr>
        <p:spPr>
          <a:xfrm>
            <a:off x="6238800" y="1666800"/>
            <a:ext cx="5410440" cy="2076840"/>
          </a:xfrm>
          <a:custGeom>
            <a:avLst/>
            <a:gdLst/>
            <a:ahLst/>
            <a:rect l="0" t="0" r="r" b="b"/>
            <a:pathLst>
              <a:path w="15029" h="5769">
                <a:moveTo>
                  <a:pt x="0" y="5583"/>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3"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5583"/>
                </a:lnTo>
                <a:cubicBezTo>
                  <a:pt x="15029" y="5596"/>
                  <a:pt x="15028" y="5608"/>
                  <a:pt x="15025" y="5620"/>
                </a:cubicBezTo>
                <a:cubicBezTo>
                  <a:pt x="15023" y="5631"/>
                  <a:pt x="15020" y="5643"/>
                  <a:pt x="15015" y="5654"/>
                </a:cubicBezTo>
                <a:cubicBezTo>
                  <a:pt x="15010" y="5666"/>
                  <a:pt x="15005" y="5676"/>
                  <a:pt x="14998" y="5686"/>
                </a:cubicBezTo>
                <a:cubicBezTo>
                  <a:pt x="14991" y="5696"/>
                  <a:pt x="14983" y="5706"/>
                  <a:pt x="14975" y="5714"/>
                </a:cubicBezTo>
                <a:cubicBezTo>
                  <a:pt x="14966" y="5723"/>
                  <a:pt x="14957" y="5731"/>
                  <a:pt x="14947" y="5737"/>
                </a:cubicBezTo>
                <a:cubicBezTo>
                  <a:pt x="14937" y="5744"/>
                  <a:pt x="14926" y="5750"/>
                  <a:pt x="14915" y="5755"/>
                </a:cubicBezTo>
                <a:cubicBezTo>
                  <a:pt x="14903" y="5759"/>
                  <a:pt x="14892" y="5763"/>
                  <a:pt x="14880" y="5765"/>
                </a:cubicBezTo>
                <a:cubicBezTo>
                  <a:pt x="14868" y="5767"/>
                  <a:pt x="14856" y="5769"/>
                  <a:pt x="14844" y="5769"/>
                </a:cubicBezTo>
                <a:lnTo>
                  <a:pt x="185" y="5769"/>
                </a:lnTo>
                <a:cubicBezTo>
                  <a:pt x="173" y="5769"/>
                  <a:pt x="161" y="5767"/>
                  <a:pt x="149" y="5765"/>
                </a:cubicBezTo>
                <a:cubicBezTo>
                  <a:pt x="137" y="5763"/>
                  <a:pt x="125" y="5759"/>
                  <a:pt x="114" y="5755"/>
                </a:cubicBezTo>
                <a:cubicBezTo>
                  <a:pt x="103" y="5750"/>
                  <a:pt x="92" y="5744"/>
                  <a:pt x="82" y="5737"/>
                </a:cubicBezTo>
                <a:cubicBezTo>
                  <a:pt x="72" y="5731"/>
                  <a:pt x="63" y="5723"/>
                  <a:pt x="54" y="5714"/>
                </a:cubicBezTo>
                <a:cubicBezTo>
                  <a:pt x="45" y="5706"/>
                  <a:pt x="38" y="5696"/>
                  <a:pt x="31" y="5686"/>
                </a:cubicBezTo>
                <a:cubicBezTo>
                  <a:pt x="24" y="5676"/>
                  <a:pt x="18" y="5666"/>
                  <a:pt x="14" y="5654"/>
                </a:cubicBezTo>
                <a:cubicBezTo>
                  <a:pt x="9" y="5643"/>
                  <a:pt x="6" y="5631"/>
                  <a:pt x="3" y="5620"/>
                </a:cubicBezTo>
                <a:cubicBezTo>
                  <a:pt x="1" y="5608"/>
                  <a:pt x="0" y="5596"/>
                  <a:pt x="0" y="5583"/>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208" name=""/>
          <p:cNvSpPr/>
          <p:nvPr/>
        </p:nvSpPr>
        <p:spPr>
          <a:xfrm>
            <a:off x="6238800" y="1666800"/>
            <a:ext cx="5410440" cy="2076840"/>
          </a:xfrm>
          <a:custGeom>
            <a:avLst/>
            <a:gdLst/>
            <a:ahLst/>
            <a:rect l="0" t="0" r="r" b="b"/>
            <a:pathLst>
              <a:path w="15029" h="5769">
                <a:moveTo>
                  <a:pt x="0" y="5583"/>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3"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5583"/>
                </a:lnTo>
                <a:cubicBezTo>
                  <a:pt x="15029" y="5596"/>
                  <a:pt x="15028" y="5608"/>
                  <a:pt x="15025" y="5620"/>
                </a:cubicBezTo>
                <a:cubicBezTo>
                  <a:pt x="15023" y="5631"/>
                  <a:pt x="15020" y="5643"/>
                  <a:pt x="15015" y="5654"/>
                </a:cubicBezTo>
                <a:cubicBezTo>
                  <a:pt x="15010" y="5666"/>
                  <a:pt x="15005" y="5676"/>
                  <a:pt x="14998" y="5686"/>
                </a:cubicBezTo>
                <a:cubicBezTo>
                  <a:pt x="14991" y="5696"/>
                  <a:pt x="14983" y="5706"/>
                  <a:pt x="14975" y="5714"/>
                </a:cubicBezTo>
                <a:cubicBezTo>
                  <a:pt x="14966" y="5723"/>
                  <a:pt x="14957" y="5731"/>
                  <a:pt x="14947" y="5737"/>
                </a:cubicBezTo>
                <a:cubicBezTo>
                  <a:pt x="14937" y="5744"/>
                  <a:pt x="14926" y="5750"/>
                  <a:pt x="14915" y="5755"/>
                </a:cubicBezTo>
                <a:cubicBezTo>
                  <a:pt x="14903" y="5759"/>
                  <a:pt x="14892" y="5763"/>
                  <a:pt x="14880" y="5765"/>
                </a:cubicBezTo>
                <a:cubicBezTo>
                  <a:pt x="14868" y="5767"/>
                  <a:pt x="14856" y="5769"/>
                  <a:pt x="14844" y="5769"/>
                </a:cubicBezTo>
                <a:lnTo>
                  <a:pt x="185" y="5769"/>
                </a:lnTo>
                <a:cubicBezTo>
                  <a:pt x="173" y="5769"/>
                  <a:pt x="161" y="5767"/>
                  <a:pt x="149" y="5765"/>
                </a:cubicBezTo>
                <a:cubicBezTo>
                  <a:pt x="137" y="5763"/>
                  <a:pt x="125" y="5759"/>
                  <a:pt x="114" y="5755"/>
                </a:cubicBezTo>
                <a:cubicBezTo>
                  <a:pt x="103" y="5750"/>
                  <a:pt x="92" y="5744"/>
                  <a:pt x="82" y="5737"/>
                </a:cubicBezTo>
                <a:cubicBezTo>
                  <a:pt x="72" y="5731"/>
                  <a:pt x="63" y="5723"/>
                  <a:pt x="54" y="5714"/>
                </a:cubicBezTo>
                <a:cubicBezTo>
                  <a:pt x="45" y="5706"/>
                  <a:pt x="38" y="5696"/>
                  <a:pt x="31" y="5686"/>
                </a:cubicBezTo>
                <a:cubicBezTo>
                  <a:pt x="24" y="5676"/>
                  <a:pt x="18" y="5666"/>
                  <a:pt x="14" y="5654"/>
                </a:cubicBezTo>
                <a:cubicBezTo>
                  <a:pt x="9" y="5643"/>
                  <a:pt x="6" y="5631"/>
                  <a:pt x="3" y="5620"/>
                </a:cubicBezTo>
                <a:cubicBezTo>
                  <a:pt x="1" y="5608"/>
                  <a:pt x="0" y="5596"/>
                  <a:pt x="0" y="5583"/>
                </a:cubicBezTo>
                <a:close/>
              </a:path>
            </a:pathLst>
          </a:custGeom>
          <a:noFill/>
          <a:ln w="18720">
            <a:solidFill>
              <a:srgbClr val="d7e5ee"/>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209" name=""/>
          <p:cNvSpPr txBox="1"/>
          <p:nvPr/>
        </p:nvSpPr>
        <p:spPr>
          <a:xfrm>
            <a:off x="1059480" y="3222000"/>
            <a:ext cx="285372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最後に全結合層で分類する</a:t>
            </a:r>
            <a:endParaRPr b="0" lang="en-US" sz="1870" spc="-1" strike="noStrike">
              <a:solidFill>
                <a:srgbClr val="000000"/>
              </a:solidFill>
              <a:latin typeface="Times New Roman"/>
            </a:endParaRPr>
          </a:p>
        </p:txBody>
      </p:sp>
      <p:sp>
        <p:nvSpPr>
          <p:cNvPr id="210" name=""/>
          <p:cNvSpPr/>
          <p:nvPr/>
        </p:nvSpPr>
        <p:spPr>
          <a:xfrm>
            <a:off x="6505560" y="2457360"/>
            <a:ext cx="95400" cy="95400"/>
          </a:xfrm>
          <a:custGeom>
            <a:avLst/>
            <a:gdLst/>
            <a:ahLst/>
            <a:rect l="0" t="0" r="r" b="b"/>
            <a:pathLst>
              <a:path w="265" h="265">
                <a:moveTo>
                  <a:pt x="265" y="132"/>
                </a:moveTo>
                <a:cubicBezTo>
                  <a:pt x="265" y="150"/>
                  <a:pt x="262" y="166"/>
                  <a:pt x="255" y="184"/>
                </a:cubicBezTo>
                <a:cubicBezTo>
                  <a:pt x="248" y="200"/>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200"/>
                  <a:pt x="10" y="184"/>
                </a:cubicBezTo>
                <a:cubicBezTo>
                  <a:pt x="3" y="166"/>
                  <a:pt x="0" y="150"/>
                  <a:pt x="0" y="132"/>
                </a:cubicBezTo>
                <a:cubicBezTo>
                  <a:pt x="0" y="114"/>
                  <a:pt x="3" y="98"/>
                  <a:pt x="10" y="81"/>
                </a:cubicBezTo>
                <a:cubicBezTo>
                  <a:pt x="17" y="65"/>
                  <a:pt x="27" y="51"/>
                  <a:pt x="39" y="38"/>
                </a:cubicBezTo>
                <a:cubicBezTo>
                  <a:pt x="52" y="26"/>
                  <a:pt x="66" y="17"/>
                  <a:pt x="82" y="10"/>
                </a:cubicBezTo>
                <a:cubicBezTo>
                  <a:pt x="98" y="3"/>
                  <a:pt x="115" y="0"/>
                  <a:pt x="133" y="0"/>
                </a:cubicBezTo>
                <a:cubicBezTo>
                  <a:pt x="150" y="0"/>
                  <a:pt x="167" y="3"/>
                  <a:pt x="183" y="10"/>
                </a:cubicBezTo>
                <a:cubicBezTo>
                  <a:pt x="200" y="17"/>
                  <a:pt x="214" y="26"/>
                  <a:pt x="226" y="38"/>
                </a:cubicBezTo>
                <a:cubicBezTo>
                  <a:pt x="239" y="51"/>
                  <a:pt x="248" y="65"/>
                  <a:pt x="255" y="81"/>
                </a:cubicBezTo>
                <a:cubicBezTo>
                  <a:pt x="262" y="98"/>
                  <a:pt x="265" y="114"/>
                  <a:pt x="265"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211" name=""/>
          <p:cNvSpPr txBox="1"/>
          <p:nvPr/>
        </p:nvSpPr>
        <p:spPr>
          <a:xfrm>
            <a:off x="6458040" y="1848600"/>
            <a:ext cx="1600920" cy="385920"/>
          </a:xfrm>
          <a:prstGeom prst="rect">
            <a:avLst/>
          </a:prstGeom>
          <a:noFill/>
          <a:ln w="0">
            <a:noFill/>
          </a:ln>
        </p:spPr>
        <p:txBody>
          <a:bodyPr wrap="none" lIns="0" rIns="0" tIns="0" bIns="0" anchor="t">
            <a:noAutofit/>
          </a:bodyPr>
          <a:p>
            <a:r>
              <a:rPr b="0" lang="zh-CN" sz="2100" spc="-1" strike="noStrike">
                <a:solidFill>
                  <a:srgbClr val="0b4b78"/>
                </a:solidFill>
                <a:latin typeface="NotoSansJP"/>
                <a:ea typeface="NotoSansJP"/>
              </a:rPr>
              <a:t>確認する観点</a:t>
            </a:r>
            <a:endParaRPr b="0" lang="en-US" sz="2100" spc="-1" strike="noStrike">
              <a:solidFill>
                <a:srgbClr val="000000"/>
              </a:solidFill>
              <a:latin typeface="Times New Roman"/>
            </a:endParaRPr>
          </a:p>
        </p:txBody>
      </p:sp>
      <p:sp>
        <p:nvSpPr>
          <p:cNvPr id="212" name=""/>
          <p:cNvSpPr/>
          <p:nvPr/>
        </p:nvSpPr>
        <p:spPr>
          <a:xfrm>
            <a:off x="6505560" y="2904840"/>
            <a:ext cx="95400" cy="95760"/>
          </a:xfrm>
          <a:custGeom>
            <a:avLst/>
            <a:gdLst/>
            <a:ahLst/>
            <a:rect l="0" t="0" r="r" b="b"/>
            <a:pathLst>
              <a:path w="265" h="266">
                <a:moveTo>
                  <a:pt x="265" y="133"/>
                </a:moveTo>
                <a:cubicBezTo>
                  <a:pt x="265" y="150"/>
                  <a:pt x="262" y="167"/>
                  <a:pt x="255" y="183"/>
                </a:cubicBezTo>
                <a:cubicBezTo>
                  <a:pt x="248" y="199"/>
                  <a:pt x="239" y="214"/>
                  <a:pt x="226" y="226"/>
                </a:cubicBezTo>
                <a:cubicBezTo>
                  <a:pt x="214" y="239"/>
                  <a:pt x="200" y="249"/>
                  <a:pt x="183" y="256"/>
                </a:cubicBezTo>
                <a:cubicBezTo>
                  <a:pt x="167" y="263"/>
                  <a:pt x="150" y="266"/>
                  <a:pt x="133" y="266"/>
                </a:cubicBezTo>
                <a:cubicBezTo>
                  <a:pt x="115" y="266"/>
                  <a:pt x="98" y="263"/>
                  <a:pt x="82" y="256"/>
                </a:cubicBezTo>
                <a:cubicBezTo>
                  <a:pt x="66" y="249"/>
                  <a:pt x="52" y="239"/>
                  <a:pt x="39" y="226"/>
                </a:cubicBezTo>
                <a:cubicBezTo>
                  <a:pt x="27" y="214"/>
                  <a:pt x="17" y="199"/>
                  <a:pt x="10" y="183"/>
                </a:cubicBezTo>
                <a:cubicBezTo>
                  <a:pt x="3" y="167"/>
                  <a:pt x="0" y="150"/>
                  <a:pt x="0" y="133"/>
                </a:cubicBezTo>
                <a:cubicBezTo>
                  <a:pt x="0" y="115"/>
                  <a:pt x="3" y="98"/>
                  <a:pt x="10" y="82"/>
                </a:cubicBezTo>
                <a:cubicBezTo>
                  <a:pt x="17" y="66"/>
                  <a:pt x="27" y="51"/>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1"/>
                  <a:pt x="248" y="66"/>
                  <a:pt x="255" y="82"/>
                </a:cubicBezTo>
                <a:cubicBezTo>
                  <a:pt x="262" y="98"/>
                  <a:pt x="265" y="115"/>
                  <a:pt x="265"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213" name=""/>
          <p:cNvSpPr txBox="1"/>
          <p:nvPr/>
        </p:nvSpPr>
        <p:spPr>
          <a:xfrm>
            <a:off x="6755760" y="2336400"/>
            <a:ext cx="237816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重み数を抑えられるか</a:t>
            </a:r>
            <a:endParaRPr b="0" lang="en-US" sz="1870" spc="-1" strike="noStrike">
              <a:solidFill>
                <a:srgbClr val="000000"/>
              </a:solidFill>
              <a:latin typeface="Times New Roman"/>
            </a:endParaRPr>
          </a:p>
        </p:txBody>
      </p:sp>
      <p:sp>
        <p:nvSpPr>
          <p:cNvPr id="214" name=""/>
          <p:cNvSpPr/>
          <p:nvPr/>
        </p:nvSpPr>
        <p:spPr>
          <a:xfrm>
            <a:off x="6505560" y="3342960"/>
            <a:ext cx="95400" cy="95760"/>
          </a:xfrm>
          <a:custGeom>
            <a:avLst/>
            <a:gdLst/>
            <a:ahLst/>
            <a:rect l="0" t="0" r="r" b="b"/>
            <a:pathLst>
              <a:path w="265" h="266">
                <a:moveTo>
                  <a:pt x="265" y="134"/>
                </a:moveTo>
                <a:cubicBezTo>
                  <a:pt x="265" y="151"/>
                  <a:pt x="262" y="168"/>
                  <a:pt x="255" y="184"/>
                </a:cubicBezTo>
                <a:cubicBezTo>
                  <a:pt x="248" y="200"/>
                  <a:pt x="239" y="215"/>
                  <a:pt x="226" y="227"/>
                </a:cubicBezTo>
                <a:cubicBezTo>
                  <a:pt x="214" y="240"/>
                  <a:pt x="200" y="249"/>
                  <a:pt x="183" y="256"/>
                </a:cubicBezTo>
                <a:cubicBezTo>
                  <a:pt x="167" y="263"/>
                  <a:pt x="150" y="266"/>
                  <a:pt x="133" y="266"/>
                </a:cubicBezTo>
                <a:cubicBezTo>
                  <a:pt x="115" y="266"/>
                  <a:pt x="98" y="263"/>
                  <a:pt x="82" y="256"/>
                </a:cubicBezTo>
                <a:cubicBezTo>
                  <a:pt x="66" y="249"/>
                  <a:pt x="52" y="240"/>
                  <a:pt x="39" y="227"/>
                </a:cubicBezTo>
                <a:cubicBezTo>
                  <a:pt x="27" y="215"/>
                  <a:pt x="17" y="200"/>
                  <a:pt x="10" y="184"/>
                </a:cubicBezTo>
                <a:cubicBezTo>
                  <a:pt x="3" y="168"/>
                  <a:pt x="0" y="151"/>
                  <a:pt x="0" y="134"/>
                </a:cubicBezTo>
                <a:cubicBezTo>
                  <a:pt x="0" y="116"/>
                  <a:pt x="3" y="99"/>
                  <a:pt x="10" y="82"/>
                </a:cubicBezTo>
                <a:cubicBezTo>
                  <a:pt x="17" y="66"/>
                  <a:pt x="27" y="52"/>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2"/>
                  <a:pt x="248" y="66"/>
                  <a:pt x="255" y="82"/>
                </a:cubicBezTo>
                <a:cubicBezTo>
                  <a:pt x="262" y="99"/>
                  <a:pt x="265" y="116"/>
                  <a:pt x="265" y="134"/>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215" name=""/>
          <p:cNvSpPr txBox="1"/>
          <p:nvPr/>
        </p:nvSpPr>
        <p:spPr>
          <a:xfrm>
            <a:off x="6755760" y="2783880"/>
            <a:ext cx="356688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局所特徴が段階的に抽出されるか</a:t>
            </a:r>
            <a:endParaRPr b="0" lang="en-US" sz="1870" spc="-1" strike="noStrike">
              <a:solidFill>
                <a:srgbClr val="000000"/>
              </a:solidFill>
              <a:latin typeface="Times New Roman"/>
            </a:endParaRPr>
          </a:p>
        </p:txBody>
      </p:sp>
      <p:sp>
        <p:nvSpPr>
          <p:cNvPr id="216" name=""/>
          <p:cNvSpPr/>
          <p:nvPr/>
        </p:nvSpPr>
        <p:spPr>
          <a:xfrm>
            <a:off x="533160" y="3962160"/>
            <a:ext cx="11125440" cy="857520"/>
          </a:xfrm>
          <a:custGeom>
            <a:avLst/>
            <a:gdLst/>
            <a:ahLst/>
            <a:rect l="0" t="0" r="r" b="b"/>
            <a:pathLst>
              <a:path w="30904" h="2382">
                <a:moveTo>
                  <a:pt x="0" y="0"/>
                </a:moveTo>
                <a:lnTo>
                  <a:pt x="30904" y="0"/>
                </a:lnTo>
                <a:lnTo>
                  <a:pt x="30904" y="2382"/>
                </a:lnTo>
                <a:lnTo>
                  <a:pt x="0" y="2382"/>
                </a:lnTo>
                <a:lnTo>
                  <a:pt x="0" y="0"/>
                </a:lnTo>
                <a:close/>
              </a:path>
            </a:pathLst>
          </a:custGeom>
          <a:solidFill>
            <a:srgbClr val="f8fbfd"/>
          </a:solidFill>
          <a:ln w="0">
            <a:noFill/>
          </a:ln>
        </p:spPr>
        <p:txBody>
          <a:bodyPr lIns="0" rIns="0" tIns="0" bIns="0" anchor="t">
            <a:noAutofit/>
          </a:bodyPr>
          <a:p>
            <a:endParaRPr b="0" lang="en-US" sz="2400" spc="-1" strike="noStrike">
              <a:solidFill>
                <a:srgbClr val="000000"/>
              </a:solidFill>
              <a:latin typeface="Times New Roman"/>
            </a:endParaRPr>
          </a:p>
        </p:txBody>
      </p:sp>
      <p:sp>
        <p:nvSpPr>
          <p:cNvPr id="217" name=""/>
          <p:cNvSpPr/>
          <p:nvPr/>
        </p:nvSpPr>
        <p:spPr>
          <a:xfrm>
            <a:off x="521640" y="3950640"/>
            <a:ext cx="11148480" cy="880560"/>
          </a:xfrm>
          <a:custGeom>
            <a:avLst/>
            <a:gdLst/>
            <a:ahLst/>
            <a:rect l="0" t="0" r="r" b="b"/>
            <a:pathLst>
              <a:path w="30968" h="2446">
                <a:moveTo>
                  <a:pt x="508" y="0"/>
                </a:moveTo>
                <a:lnTo>
                  <a:pt x="667" y="0"/>
                </a:lnTo>
                <a:lnTo>
                  <a:pt x="667" y="118"/>
                </a:lnTo>
                <a:lnTo>
                  <a:pt x="508" y="118"/>
                </a:lnTo>
                <a:lnTo>
                  <a:pt x="508" y="0"/>
                </a:lnTo>
                <a:moveTo>
                  <a:pt x="772" y="0"/>
                </a:moveTo>
                <a:lnTo>
                  <a:pt x="931" y="0"/>
                </a:lnTo>
                <a:lnTo>
                  <a:pt x="931" y="118"/>
                </a:lnTo>
                <a:lnTo>
                  <a:pt x="772" y="118"/>
                </a:lnTo>
                <a:lnTo>
                  <a:pt x="772" y="0"/>
                </a:lnTo>
                <a:moveTo>
                  <a:pt x="1036" y="0"/>
                </a:moveTo>
                <a:lnTo>
                  <a:pt x="1195" y="0"/>
                </a:lnTo>
                <a:lnTo>
                  <a:pt x="1195" y="118"/>
                </a:lnTo>
                <a:lnTo>
                  <a:pt x="1036" y="118"/>
                </a:lnTo>
                <a:lnTo>
                  <a:pt x="1036" y="0"/>
                </a:lnTo>
                <a:moveTo>
                  <a:pt x="1300" y="0"/>
                </a:moveTo>
                <a:lnTo>
                  <a:pt x="1459" y="0"/>
                </a:lnTo>
                <a:lnTo>
                  <a:pt x="1459" y="118"/>
                </a:lnTo>
                <a:lnTo>
                  <a:pt x="1300" y="118"/>
                </a:lnTo>
                <a:lnTo>
                  <a:pt x="1300" y="0"/>
                </a:lnTo>
                <a:moveTo>
                  <a:pt x="1564" y="0"/>
                </a:moveTo>
                <a:lnTo>
                  <a:pt x="1723" y="0"/>
                </a:lnTo>
                <a:lnTo>
                  <a:pt x="1723" y="118"/>
                </a:lnTo>
                <a:lnTo>
                  <a:pt x="1564" y="118"/>
                </a:lnTo>
                <a:lnTo>
                  <a:pt x="1564" y="0"/>
                </a:lnTo>
                <a:moveTo>
                  <a:pt x="1828" y="0"/>
                </a:moveTo>
                <a:lnTo>
                  <a:pt x="1987" y="0"/>
                </a:lnTo>
                <a:lnTo>
                  <a:pt x="1987" y="118"/>
                </a:lnTo>
                <a:lnTo>
                  <a:pt x="1828" y="118"/>
                </a:lnTo>
                <a:lnTo>
                  <a:pt x="1828" y="0"/>
                </a:lnTo>
                <a:moveTo>
                  <a:pt x="2092" y="0"/>
                </a:moveTo>
                <a:lnTo>
                  <a:pt x="2251" y="0"/>
                </a:lnTo>
                <a:lnTo>
                  <a:pt x="2251" y="118"/>
                </a:lnTo>
                <a:lnTo>
                  <a:pt x="2092" y="118"/>
                </a:lnTo>
                <a:lnTo>
                  <a:pt x="2092" y="0"/>
                </a:lnTo>
                <a:moveTo>
                  <a:pt x="2356" y="0"/>
                </a:moveTo>
                <a:lnTo>
                  <a:pt x="2515" y="0"/>
                </a:lnTo>
                <a:lnTo>
                  <a:pt x="2515" y="118"/>
                </a:lnTo>
                <a:lnTo>
                  <a:pt x="2356" y="118"/>
                </a:lnTo>
                <a:lnTo>
                  <a:pt x="2356" y="0"/>
                </a:lnTo>
                <a:moveTo>
                  <a:pt x="2620" y="0"/>
                </a:moveTo>
                <a:lnTo>
                  <a:pt x="2779" y="0"/>
                </a:lnTo>
                <a:lnTo>
                  <a:pt x="2779" y="118"/>
                </a:lnTo>
                <a:lnTo>
                  <a:pt x="2620" y="118"/>
                </a:lnTo>
                <a:lnTo>
                  <a:pt x="2620" y="0"/>
                </a:lnTo>
                <a:moveTo>
                  <a:pt x="2884" y="0"/>
                </a:moveTo>
                <a:lnTo>
                  <a:pt x="3043" y="0"/>
                </a:lnTo>
                <a:lnTo>
                  <a:pt x="3043" y="118"/>
                </a:lnTo>
                <a:lnTo>
                  <a:pt x="2884" y="118"/>
                </a:lnTo>
                <a:lnTo>
                  <a:pt x="2884" y="0"/>
                </a:lnTo>
                <a:moveTo>
                  <a:pt x="3148" y="0"/>
                </a:moveTo>
                <a:lnTo>
                  <a:pt x="3307" y="0"/>
                </a:lnTo>
                <a:lnTo>
                  <a:pt x="3307" y="118"/>
                </a:lnTo>
                <a:lnTo>
                  <a:pt x="3148" y="118"/>
                </a:lnTo>
                <a:lnTo>
                  <a:pt x="3148" y="0"/>
                </a:lnTo>
                <a:moveTo>
                  <a:pt x="3412" y="0"/>
                </a:moveTo>
                <a:lnTo>
                  <a:pt x="3571" y="0"/>
                </a:lnTo>
                <a:lnTo>
                  <a:pt x="3571" y="118"/>
                </a:lnTo>
                <a:lnTo>
                  <a:pt x="3412" y="118"/>
                </a:lnTo>
                <a:lnTo>
                  <a:pt x="3412" y="0"/>
                </a:lnTo>
                <a:moveTo>
                  <a:pt x="3677" y="0"/>
                </a:moveTo>
                <a:lnTo>
                  <a:pt x="3835" y="0"/>
                </a:lnTo>
                <a:lnTo>
                  <a:pt x="3835" y="118"/>
                </a:lnTo>
                <a:lnTo>
                  <a:pt x="3677" y="118"/>
                </a:lnTo>
                <a:lnTo>
                  <a:pt x="3677" y="0"/>
                </a:lnTo>
                <a:moveTo>
                  <a:pt x="3941" y="0"/>
                </a:moveTo>
                <a:lnTo>
                  <a:pt x="4099" y="0"/>
                </a:lnTo>
                <a:lnTo>
                  <a:pt x="4099" y="118"/>
                </a:lnTo>
                <a:lnTo>
                  <a:pt x="3941" y="118"/>
                </a:lnTo>
                <a:lnTo>
                  <a:pt x="3941" y="0"/>
                </a:lnTo>
                <a:moveTo>
                  <a:pt x="4205" y="0"/>
                </a:moveTo>
                <a:lnTo>
                  <a:pt x="4363" y="0"/>
                </a:lnTo>
                <a:lnTo>
                  <a:pt x="4363" y="118"/>
                </a:lnTo>
                <a:lnTo>
                  <a:pt x="4205" y="118"/>
                </a:lnTo>
                <a:lnTo>
                  <a:pt x="4205" y="0"/>
                </a:lnTo>
                <a:moveTo>
                  <a:pt x="4469" y="0"/>
                </a:moveTo>
                <a:lnTo>
                  <a:pt x="4627" y="0"/>
                </a:lnTo>
                <a:lnTo>
                  <a:pt x="4627" y="118"/>
                </a:lnTo>
                <a:lnTo>
                  <a:pt x="4469" y="118"/>
                </a:lnTo>
                <a:lnTo>
                  <a:pt x="4469" y="0"/>
                </a:lnTo>
                <a:moveTo>
                  <a:pt x="4733" y="0"/>
                </a:moveTo>
                <a:lnTo>
                  <a:pt x="4892" y="0"/>
                </a:lnTo>
                <a:lnTo>
                  <a:pt x="4892" y="118"/>
                </a:lnTo>
                <a:lnTo>
                  <a:pt x="4733" y="118"/>
                </a:lnTo>
                <a:lnTo>
                  <a:pt x="4733" y="0"/>
                </a:lnTo>
                <a:moveTo>
                  <a:pt x="4997" y="0"/>
                </a:moveTo>
                <a:lnTo>
                  <a:pt x="5156" y="0"/>
                </a:lnTo>
                <a:lnTo>
                  <a:pt x="5156" y="118"/>
                </a:lnTo>
                <a:lnTo>
                  <a:pt x="4997" y="118"/>
                </a:lnTo>
                <a:lnTo>
                  <a:pt x="4997" y="0"/>
                </a:lnTo>
                <a:moveTo>
                  <a:pt x="5261" y="0"/>
                </a:moveTo>
                <a:lnTo>
                  <a:pt x="5420" y="0"/>
                </a:lnTo>
                <a:lnTo>
                  <a:pt x="5420" y="118"/>
                </a:lnTo>
                <a:lnTo>
                  <a:pt x="5261" y="118"/>
                </a:lnTo>
                <a:lnTo>
                  <a:pt x="5261" y="0"/>
                </a:lnTo>
                <a:moveTo>
                  <a:pt x="5525" y="0"/>
                </a:moveTo>
                <a:lnTo>
                  <a:pt x="5684" y="0"/>
                </a:lnTo>
                <a:lnTo>
                  <a:pt x="5684" y="118"/>
                </a:lnTo>
                <a:lnTo>
                  <a:pt x="5525" y="118"/>
                </a:lnTo>
                <a:lnTo>
                  <a:pt x="5525" y="0"/>
                </a:lnTo>
                <a:moveTo>
                  <a:pt x="5789" y="0"/>
                </a:moveTo>
                <a:lnTo>
                  <a:pt x="5948" y="0"/>
                </a:lnTo>
                <a:lnTo>
                  <a:pt x="5948" y="118"/>
                </a:lnTo>
                <a:lnTo>
                  <a:pt x="5789" y="118"/>
                </a:lnTo>
                <a:lnTo>
                  <a:pt x="5789" y="0"/>
                </a:lnTo>
                <a:moveTo>
                  <a:pt x="6053" y="0"/>
                </a:moveTo>
                <a:lnTo>
                  <a:pt x="6212" y="0"/>
                </a:lnTo>
                <a:lnTo>
                  <a:pt x="6212" y="118"/>
                </a:lnTo>
                <a:lnTo>
                  <a:pt x="6053" y="118"/>
                </a:lnTo>
                <a:lnTo>
                  <a:pt x="6053" y="0"/>
                </a:lnTo>
                <a:moveTo>
                  <a:pt x="6317" y="0"/>
                </a:moveTo>
                <a:lnTo>
                  <a:pt x="6476" y="0"/>
                </a:lnTo>
                <a:lnTo>
                  <a:pt x="6476" y="118"/>
                </a:lnTo>
                <a:lnTo>
                  <a:pt x="6317" y="118"/>
                </a:lnTo>
                <a:lnTo>
                  <a:pt x="6317" y="0"/>
                </a:lnTo>
                <a:moveTo>
                  <a:pt x="6581" y="0"/>
                </a:moveTo>
                <a:lnTo>
                  <a:pt x="6740" y="0"/>
                </a:lnTo>
                <a:lnTo>
                  <a:pt x="6740" y="118"/>
                </a:lnTo>
                <a:lnTo>
                  <a:pt x="6581" y="118"/>
                </a:lnTo>
                <a:lnTo>
                  <a:pt x="6581" y="0"/>
                </a:lnTo>
                <a:moveTo>
                  <a:pt x="6845" y="0"/>
                </a:moveTo>
                <a:lnTo>
                  <a:pt x="7004" y="0"/>
                </a:lnTo>
                <a:lnTo>
                  <a:pt x="7004" y="118"/>
                </a:lnTo>
                <a:lnTo>
                  <a:pt x="6845" y="118"/>
                </a:lnTo>
                <a:lnTo>
                  <a:pt x="6845" y="0"/>
                </a:lnTo>
                <a:moveTo>
                  <a:pt x="7109" y="0"/>
                </a:moveTo>
                <a:lnTo>
                  <a:pt x="7268" y="0"/>
                </a:lnTo>
                <a:lnTo>
                  <a:pt x="7268" y="118"/>
                </a:lnTo>
                <a:lnTo>
                  <a:pt x="7109" y="118"/>
                </a:lnTo>
                <a:lnTo>
                  <a:pt x="7109" y="0"/>
                </a:lnTo>
                <a:moveTo>
                  <a:pt x="7373" y="0"/>
                </a:moveTo>
                <a:lnTo>
                  <a:pt x="7532" y="0"/>
                </a:lnTo>
                <a:lnTo>
                  <a:pt x="7532" y="118"/>
                </a:lnTo>
                <a:lnTo>
                  <a:pt x="7373" y="118"/>
                </a:lnTo>
                <a:lnTo>
                  <a:pt x="7373" y="0"/>
                </a:lnTo>
                <a:moveTo>
                  <a:pt x="7637" y="0"/>
                </a:moveTo>
                <a:lnTo>
                  <a:pt x="7796" y="0"/>
                </a:lnTo>
                <a:lnTo>
                  <a:pt x="7796" y="118"/>
                </a:lnTo>
                <a:lnTo>
                  <a:pt x="7637" y="118"/>
                </a:lnTo>
                <a:lnTo>
                  <a:pt x="7637" y="0"/>
                </a:lnTo>
                <a:moveTo>
                  <a:pt x="7901" y="0"/>
                </a:moveTo>
                <a:lnTo>
                  <a:pt x="8060" y="0"/>
                </a:lnTo>
                <a:lnTo>
                  <a:pt x="8060" y="118"/>
                </a:lnTo>
                <a:lnTo>
                  <a:pt x="7901" y="118"/>
                </a:lnTo>
                <a:lnTo>
                  <a:pt x="7901" y="0"/>
                </a:lnTo>
                <a:moveTo>
                  <a:pt x="8165" y="0"/>
                </a:moveTo>
                <a:lnTo>
                  <a:pt x="8324" y="0"/>
                </a:lnTo>
                <a:lnTo>
                  <a:pt x="8324" y="118"/>
                </a:lnTo>
                <a:lnTo>
                  <a:pt x="8165" y="118"/>
                </a:lnTo>
                <a:lnTo>
                  <a:pt x="8165" y="0"/>
                </a:lnTo>
                <a:moveTo>
                  <a:pt x="8430" y="0"/>
                </a:moveTo>
                <a:lnTo>
                  <a:pt x="8588" y="0"/>
                </a:lnTo>
                <a:lnTo>
                  <a:pt x="8588" y="118"/>
                </a:lnTo>
                <a:lnTo>
                  <a:pt x="8430" y="118"/>
                </a:lnTo>
                <a:lnTo>
                  <a:pt x="8430" y="0"/>
                </a:lnTo>
                <a:moveTo>
                  <a:pt x="8694" y="0"/>
                </a:moveTo>
                <a:lnTo>
                  <a:pt x="8852" y="0"/>
                </a:lnTo>
                <a:lnTo>
                  <a:pt x="8852" y="118"/>
                </a:lnTo>
                <a:lnTo>
                  <a:pt x="8694" y="118"/>
                </a:lnTo>
                <a:lnTo>
                  <a:pt x="8694" y="0"/>
                </a:lnTo>
                <a:moveTo>
                  <a:pt x="8958" y="0"/>
                </a:moveTo>
                <a:lnTo>
                  <a:pt x="9116" y="0"/>
                </a:lnTo>
                <a:lnTo>
                  <a:pt x="9116" y="118"/>
                </a:lnTo>
                <a:lnTo>
                  <a:pt x="8958" y="118"/>
                </a:lnTo>
                <a:lnTo>
                  <a:pt x="8958" y="0"/>
                </a:lnTo>
                <a:moveTo>
                  <a:pt x="9222" y="0"/>
                </a:moveTo>
                <a:lnTo>
                  <a:pt x="9380" y="0"/>
                </a:lnTo>
                <a:lnTo>
                  <a:pt x="9380" y="118"/>
                </a:lnTo>
                <a:lnTo>
                  <a:pt x="9222" y="118"/>
                </a:lnTo>
                <a:lnTo>
                  <a:pt x="9222" y="0"/>
                </a:lnTo>
                <a:moveTo>
                  <a:pt x="9486" y="0"/>
                </a:moveTo>
                <a:lnTo>
                  <a:pt x="9644" y="0"/>
                </a:lnTo>
                <a:lnTo>
                  <a:pt x="9644" y="118"/>
                </a:lnTo>
                <a:lnTo>
                  <a:pt x="9486" y="118"/>
                </a:lnTo>
                <a:lnTo>
                  <a:pt x="9486" y="0"/>
                </a:lnTo>
                <a:moveTo>
                  <a:pt x="9750" y="0"/>
                </a:moveTo>
                <a:lnTo>
                  <a:pt x="9909" y="0"/>
                </a:lnTo>
                <a:lnTo>
                  <a:pt x="9909" y="118"/>
                </a:lnTo>
                <a:lnTo>
                  <a:pt x="9750" y="118"/>
                </a:lnTo>
                <a:lnTo>
                  <a:pt x="9750" y="0"/>
                </a:lnTo>
                <a:moveTo>
                  <a:pt x="10014" y="0"/>
                </a:moveTo>
                <a:lnTo>
                  <a:pt x="10173" y="0"/>
                </a:lnTo>
                <a:lnTo>
                  <a:pt x="10173" y="118"/>
                </a:lnTo>
                <a:lnTo>
                  <a:pt x="10014" y="118"/>
                </a:lnTo>
                <a:lnTo>
                  <a:pt x="10014" y="0"/>
                </a:lnTo>
                <a:moveTo>
                  <a:pt x="10278" y="0"/>
                </a:moveTo>
                <a:lnTo>
                  <a:pt x="10437" y="0"/>
                </a:lnTo>
                <a:lnTo>
                  <a:pt x="10437" y="118"/>
                </a:lnTo>
                <a:lnTo>
                  <a:pt x="10278" y="118"/>
                </a:lnTo>
                <a:lnTo>
                  <a:pt x="10278" y="0"/>
                </a:lnTo>
                <a:moveTo>
                  <a:pt x="10542" y="0"/>
                </a:moveTo>
                <a:lnTo>
                  <a:pt x="10701" y="0"/>
                </a:lnTo>
                <a:lnTo>
                  <a:pt x="10701" y="118"/>
                </a:lnTo>
                <a:lnTo>
                  <a:pt x="10542" y="118"/>
                </a:lnTo>
                <a:lnTo>
                  <a:pt x="10542" y="0"/>
                </a:lnTo>
                <a:moveTo>
                  <a:pt x="10806" y="0"/>
                </a:moveTo>
                <a:lnTo>
                  <a:pt x="10965" y="0"/>
                </a:lnTo>
                <a:lnTo>
                  <a:pt x="10965" y="118"/>
                </a:lnTo>
                <a:lnTo>
                  <a:pt x="10806" y="118"/>
                </a:lnTo>
                <a:lnTo>
                  <a:pt x="10806" y="0"/>
                </a:lnTo>
                <a:moveTo>
                  <a:pt x="11070" y="0"/>
                </a:moveTo>
                <a:lnTo>
                  <a:pt x="11229" y="0"/>
                </a:lnTo>
                <a:lnTo>
                  <a:pt x="11229" y="118"/>
                </a:lnTo>
                <a:lnTo>
                  <a:pt x="11070" y="118"/>
                </a:lnTo>
                <a:lnTo>
                  <a:pt x="11070" y="0"/>
                </a:lnTo>
                <a:moveTo>
                  <a:pt x="11334" y="0"/>
                </a:moveTo>
                <a:lnTo>
                  <a:pt x="11493" y="0"/>
                </a:lnTo>
                <a:lnTo>
                  <a:pt x="11493" y="118"/>
                </a:lnTo>
                <a:lnTo>
                  <a:pt x="11334" y="118"/>
                </a:lnTo>
                <a:lnTo>
                  <a:pt x="11334" y="0"/>
                </a:lnTo>
                <a:moveTo>
                  <a:pt x="11598" y="0"/>
                </a:moveTo>
                <a:lnTo>
                  <a:pt x="11757" y="0"/>
                </a:lnTo>
                <a:lnTo>
                  <a:pt x="11757" y="118"/>
                </a:lnTo>
                <a:lnTo>
                  <a:pt x="11598" y="118"/>
                </a:lnTo>
                <a:lnTo>
                  <a:pt x="11598" y="0"/>
                </a:lnTo>
                <a:moveTo>
                  <a:pt x="11862" y="0"/>
                </a:moveTo>
                <a:lnTo>
                  <a:pt x="12021" y="0"/>
                </a:lnTo>
                <a:lnTo>
                  <a:pt x="12021" y="118"/>
                </a:lnTo>
                <a:lnTo>
                  <a:pt x="11862" y="118"/>
                </a:lnTo>
                <a:lnTo>
                  <a:pt x="11862" y="0"/>
                </a:lnTo>
                <a:moveTo>
                  <a:pt x="12126" y="0"/>
                </a:moveTo>
                <a:lnTo>
                  <a:pt x="12285" y="0"/>
                </a:lnTo>
                <a:lnTo>
                  <a:pt x="12285" y="118"/>
                </a:lnTo>
                <a:lnTo>
                  <a:pt x="12126" y="118"/>
                </a:lnTo>
                <a:lnTo>
                  <a:pt x="12126" y="0"/>
                </a:lnTo>
                <a:moveTo>
                  <a:pt x="12390" y="0"/>
                </a:moveTo>
                <a:lnTo>
                  <a:pt x="12549" y="0"/>
                </a:lnTo>
                <a:lnTo>
                  <a:pt x="12549" y="118"/>
                </a:lnTo>
                <a:lnTo>
                  <a:pt x="12390" y="118"/>
                </a:lnTo>
                <a:lnTo>
                  <a:pt x="12390" y="0"/>
                </a:lnTo>
                <a:moveTo>
                  <a:pt x="12654" y="0"/>
                </a:moveTo>
                <a:lnTo>
                  <a:pt x="12813" y="0"/>
                </a:lnTo>
                <a:lnTo>
                  <a:pt x="12813" y="118"/>
                </a:lnTo>
                <a:lnTo>
                  <a:pt x="12654" y="118"/>
                </a:lnTo>
                <a:lnTo>
                  <a:pt x="12654" y="0"/>
                </a:lnTo>
                <a:moveTo>
                  <a:pt x="12918" y="0"/>
                </a:moveTo>
                <a:lnTo>
                  <a:pt x="13077" y="0"/>
                </a:lnTo>
                <a:lnTo>
                  <a:pt x="13077" y="118"/>
                </a:lnTo>
                <a:lnTo>
                  <a:pt x="12918" y="118"/>
                </a:lnTo>
                <a:lnTo>
                  <a:pt x="12918" y="0"/>
                </a:lnTo>
                <a:moveTo>
                  <a:pt x="13182" y="0"/>
                </a:moveTo>
                <a:lnTo>
                  <a:pt x="13341" y="0"/>
                </a:lnTo>
                <a:lnTo>
                  <a:pt x="13341" y="118"/>
                </a:lnTo>
                <a:lnTo>
                  <a:pt x="13182" y="118"/>
                </a:lnTo>
                <a:lnTo>
                  <a:pt x="13182" y="0"/>
                </a:lnTo>
                <a:moveTo>
                  <a:pt x="13447" y="0"/>
                </a:moveTo>
                <a:lnTo>
                  <a:pt x="13605" y="0"/>
                </a:lnTo>
                <a:lnTo>
                  <a:pt x="13605" y="118"/>
                </a:lnTo>
                <a:lnTo>
                  <a:pt x="13447" y="118"/>
                </a:lnTo>
                <a:lnTo>
                  <a:pt x="13447" y="0"/>
                </a:lnTo>
                <a:moveTo>
                  <a:pt x="13711" y="0"/>
                </a:moveTo>
                <a:lnTo>
                  <a:pt x="13869" y="0"/>
                </a:lnTo>
                <a:lnTo>
                  <a:pt x="13869" y="118"/>
                </a:lnTo>
                <a:lnTo>
                  <a:pt x="13711" y="118"/>
                </a:lnTo>
                <a:lnTo>
                  <a:pt x="13711" y="0"/>
                </a:lnTo>
                <a:moveTo>
                  <a:pt x="13975" y="0"/>
                </a:moveTo>
                <a:lnTo>
                  <a:pt x="14134" y="0"/>
                </a:lnTo>
                <a:lnTo>
                  <a:pt x="14134" y="118"/>
                </a:lnTo>
                <a:lnTo>
                  <a:pt x="13975" y="118"/>
                </a:lnTo>
                <a:lnTo>
                  <a:pt x="13975" y="0"/>
                </a:lnTo>
                <a:moveTo>
                  <a:pt x="14240" y="0"/>
                </a:moveTo>
                <a:lnTo>
                  <a:pt x="14398" y="0"/>
                </a:lnTo>
                <a:lnTo>
                  <a:pt x="14398" y="118"/>
                </a:lnTo>
                <a:lnTo>
                  <a:pt x="14240" y="118"/>
                </a:lnTo>
                <a:lnTo>
                  <a:pt x="14240" y="0"/>
                </a:lnTo>
                <a:moveTo>
                  <a:pt x="14504" y="0"/>
                </a:moveTo>
                <a:lnTo>
                  <a:pt x="14663" y="0"/>
                </a:lnTo>
                <a:lnTo>
                  <a:pt x="14663" y="118"/>
                </a:lnTo>
                <a:lnTo>
                  <a:pt x="14504" y="118"/>
                </a:lnTo>
                <a:lnTo>
                  <a:pt x="14504" y="0"/>
                </a:lnTo>
                <a:moveTo>
                  <a:pt x="14768" y="0"/>
                </a:moveTo>
                <a:lnTo>
                  <a:pt x="14927" y="0"/>
                </a:lnTo>
                <a:lnTo>
                  <a:pt x="14927" y="118"/>
                </a:lnTo>
                <a:lnTo>
                  <a:pt x="14768" y="118"/>
                </a:lnTo>
                <a:lnTo>
                  <a:pt x="14768" y="0"/>
                </a:lnTo>
                <a:moveTo>
                  <a:pt x="15032" y="0"/>
                </a:moveTo>
                <a:lnTo>
                  <a:pt x="15191" y="0"/>
                </a:lnTo>
                <a:lnTo>
                  <a:pt x="15191" y="118"/>
                </a:lnTo>
                <a:lnTo>
                  <a:pt x="15032" y="118"/>
                </a:lnTo>
                <a:lnTo>
                  <a:pt x="15032" y="0"/>
                </a:lnTo>
                <a:moveTo>
                  <a:pt x="15296" y="0"/>
                </a:moveTo>
                <a:lnTo>
                  <a:pt x="15455" y="0"/>
                </a:lnTo>
                <a:lnTo>
                  <a:pt x="15455" y="118"/>
                </a:lnTo>
                <a:lnTo>
                  <a:pt x="15296" y="118"/>
                </a:lnTo>
                <a:lnTo>
                  <a:pt x="15296" y="0"/>
                </a:lnTo>
                <a:moveTo>
                  <a:pt x="15560" y="0"/>
                </a:moveTo>
                <a:lnTo>
                  <a:pt x="15719" y="0"/>
                </a:lnTo>
                <a:lnTo>
                  <a:pt x="15719" y="118"/>
                </a:lnTo>
                <a:lnTo>
                  <a:pt x="15560" y="118"/>
                </a:lnTo>
                <a:lnTo>
                  <a:pt x="15560" y="0"/>
                </a:lnTo>
                <a:moveTo>
                  <a:pt x="15824" y="0"/>
                </a:moveTo>
                <a:lnTo>
                  <a:pt x="15983" y="0"/>
                </a:lnTo>
                <a:lnTo>
                  <a:pt x="15983" y="118"/>
                </a:lnTo>
                <a:lnTo>
                  <a:pt x="15824" y="118"/>
                </a:lnTo>
                <a:lnTo>
                  <a:pt x="15824" y="0"/>
                </a:lnTo>
                <a:moveTo>
                  <a:pt x="16088" y="0"/>
                </a:moveTo>
                <a:lnTo>
                  <a:pt x="16247" y="0"/>
                </a:lnTo>
                <a:lnTo>
                  <a:pt x="16247" y="118"/>
                </a:lnTo>
                <a:lnTo>
                  <a:pt x="16088" y="118"/>
                </a:lnTo>
                <a:lnTo>
                  <a:pt x="16088" y="0"/>
                </a:lnTo>
                <a:moveTo>
                  <a:pt x="16352" y="0"/>
                </a:moveTo>
                <a:lnTo>
                  <a:pt x="16511" y="0"/>
                </a:lnTo>
                <a:lnTo>
                  <a:pt x="16511" y="118"/>
                </a:lnTo>
                <a:lnTo>
                  <a:pt x="16352" y="118"/>
                </a:lnTo>
                <a:lnTo>
                  <a:pt x="16352" y="0"/>
                </a:lnTo>
                <a:moveTo>
                  <a:pt x="16616" y="0"/>
                </a:moveTo>
                <a:lnTo>
                  <a:pt x="16775" y="0"/>
                </a:lnTo>
                <a:lnTo>
                  <a:pt x="16775" y="118"/>
                </a:lnTo>
                <a:lnTo>
                  <a:pt x="16616" y="118"/>
                </a:lnTo>
                <a:lnTo>
                  <a:pt x="16616" y="0"/>
                </a:lnTo>
                <a:moveTo>
                  <a:pt x="16880" y="0"/>
                </a:moveTo>
                <a:lnTo>
                  <a:pt x="17039" y="0"/>
                </a:lnTo>
                <a:lnTo>
                  <a:pt x="17039" y="118"/>
                </a:lnTo>
                <a:lnTo>
                  <a:pt x="16880" y="118"/>
                </a:lnTo>
                <a:lnTo>
                  <a:pt x="16880" y="0"/>
                </a:lnTo>
                <a:moveTo>
                  <a:pt x="17144" y="0"/>
                </a:moveTo>
                <a:lnTo>
                  <a:pt x="17303" y="0"/>
                </a:lnTo>
                <a:lnTo>
                  <a:pt x="17303" y="118"/>
                </a:lnTo>
                <a:lnTo>
                  <a:pt x="17144" y="118"/>
                </a:lnTo>
                <a:lnTo>
                  <a:pt x="17144" y="0"/>
                </a:lnTo>
                <a:moveTo>
                  <a:pt x="17408" y="0"/>
                </a:moveTo>
                <a:lnTo>
                  <a:pt x="17567" y="0"/>
                </a:lnTo>
                <a:lnTo>
                  <a:pt x="17567" y="118"/>
                </a:lnTo>
                <a:lnTo>
                  <a:pt x="17408" y="118"/>
                </a:lnTo>
                <a:lnTo>
                  <a:pt x="17408" y="0"/>
                </a:lnTo>
                <a:moveTo>
                  <a:pt x="17672" y="0"/>
                </a:moveTo>
                <a:lnTo>
                  <a:pt x="17831" y="0"/>
                </a:lnTo>
                <a:lnTo>
                  <a:pt x="17831" y="118"/>
                </a:lnTo>
                <a:lnTo>
                  <a:pt x="17672" y="118"/>
                </a:lnTo>
                <a:lnTo>
                  <a:pt x="17672" y="0"/>
                </a:lnTo>
                <a:moveTo>
                  <a:pt x="17936" y="0"/>
                </a:moveTo>
                <a:lnTo>
                  <a:pt x="18095" y="0"/>
                </a:lnTo>
                <a:lnTo>
                  <a:pt x="18095" y="118"/>
                </a:lnTo>
                <a:lnTo>
                  <a:pt x="17936" y="118"/>
                </a:lnTo>
                <a:lnTo>
                  <a:pt x="17936" y="0"/>
                </a:lnTo>
                <a:moveTo>
                  <a:pt x="18201" y="0"/>
                </a:moveTo>
                <a:lnTo>
                  <a:pt x="18359" y="0"/>
                </a:lnTo>
                <a:lnTo>
                  <a:pt x="18359" y="118"/>
                </a:lnTo>
                <a:lnTo>
                  <a:pt x="18201" y="118"/>
                </a:lnTo>
                <a:lnTo>
                  <a:pt x="18201" y="0"/>
                </a:lnTo>
                <a:moveTo>
                  <a:pt x="18465" y="0"/>
                </a:moveTo>
                <a:lnTo>
                  <a:pt x="18623" y="0"/>
                </a:lnTo>
                <a:lnTo>
                  <a:pt x="18623" y="118"/>
                </a:lnTo>
                <a:lnTo>
                  <a:pt x="18465" y="118"/>
                </a:lnTo>
                <a:lnTo>
                  <a:pt x="18465" y="0"/>
                </a:lnTo>
                <a:moveTo>
                  <a:pt x="18729" y="0"/>
                </a:moveTo>
                <a:lnTo>
                  <a:pt x="18887" y="0"/>
                </a:lnTo>
                <a:lnTo>
                  <a:pt x="18887" y="118"/>
                </a:lnTo>
                <a:lnTo>
                  <a:pt x="18729" y="118"/>
                </a:lnTo>
                <a:lnTo>
                  <a:pt x="18729" y="0"/>
                </a:lnTo>
                <a:moveTo>
                  <a:pt x="18993" y="0"/>
                </a:moveTo>
                <a:lnTo>
                  <a:pt x="19151" y="0"/>
                </a:lnTo>
                <a:lnTo>
                  <a:pt x="19151" y="118"/>
                </a:lnTo>
                <a:lnTo>
                  <a:pt x="18993" y="118"/>
                </a:lnTo>
                <a:lnTo>
                  <a:pt x="18993" y="0"/>
                </a:lnTo>
                <a:moveTo>
                  <a:pt x="19257" y="0"/>
                </a:moveTo>
                <a:lnTo>
                  <a:pt x="19415" y="0"/>
                </a:lnTo>
                <a:lnTo>
                  <a:pt x="19415" y="118"/>
                </a:lnTo>
                <a:lnTo>
                  <a:pt x="19257" y="118"/>
                </a:lnTo>
                <a:lnTo>
                  <a:pt x="19257" y="0"/>
                </a:lnTo>
                <a:moveTo>
                  <a:pt x="19521" y="0"/>
                </a:moveTo>
                <a:lnTo>
                  <a:pt x="19680" y="0"/>
                </a:lnTo>
                <a:lnTo>
                  <a:pt x="19680" y="118"/>
                </a:lnTo>
                <a:lnTo>
                  <a:pt x="19521" y="118"/>
                </a:lnTo>
                <a:lnTo>
                  <a:pt x="19521" y="0"/>
                </a:lnTo>
                <a:moveTo>
                  <a:pt x="19785" y="0"/>
                </a:moveTo>
                <a:lnTo>
                  <a:pt x="19944" y="0"/>
                </a:lnTo>
                <a:lnTo>
                  <a:pt x="19944" y="118"/>
                </a:lnTo>
                <a:lnTo>
                  <a:pt x="19785" y="118"/>
                </a:lnTo>
                <a:lnTo>
                  <a:pt x="19785" y="0"/>
                </a:lnTo>
                <a:moveTo>
                  <a:pt x="20049" y="0"/>
                </a:moveTo>
                <a:lnTo>
                  <a:pt x="20208" y="0"/>
                </a:lnTo>
                <a:lnTo>
                  <a:pt x="20208" y="118"/>
                </a:lnTo>
                <a:lnTo>
                  <a:pt x="20049" y="118"/>
                </a:lnTo>
                <a:lnTo>
                  <a:pt x="20049" y="0"/>
                </a:lnTo>
                <a:moveTo>
                  <a:pt x="20313" y="0"/>
                </a:moveTo>
                <a:lnTo>
                  <a:pt x="20472" y="0"/>
                </a:lnTo>
                <a:lnTo>
                  <a:pt x="20472" y="118"/>
                </a:lnTo>
                <a:lnTo>
                  <a:pt x="20313" y="118"/>
                </a:lnTo>
                <a:lnTo>
                  <a:pt x="20313" y="0"/>
                </a:lnTo>
                <a:moveTo>
                  <a:pt x="20577" y="0"/>
                </a:moveTo>
                <a:lnTo>
                  <a:pt x="20736" y="0"/>
                </a:lnTo>
                <a:lnTo>
                  <a:pt x="20736" y="118"/>
                </a:lnTo>
                <a:lnTo>
                  <a:pt x="20577" y="118"/>
                </a:lnTo>
                <a:lnTo>
                  <a:pt x="20577" y="0"/>
                </a:lnTo>
                <a:moveTo>
                  <a:pt x="20841" y="0"/>
                </a:moveTo>
                <a:lnTo>
                  <a:pt x="21000" y="0"/>
                </a:lnTo>
                <a:lnTo>
                  <a:pt x="21000" y="118"/>
                </a:lnTo>
                <a:lnTo>
                  <a:pt x="20841" y="118"/>
                </a:lnTo>
                <a:lnTo>
                  <a:pt x="20841" y="0"/>
                </a:lnTo>
                <a:moveTo>
                  <a:pt x="21105" y="0"/>
                </a:moveTo>
                <a:lnTo>
                  <a:pt x="21264" y="0"/>
                </a:lnTo>
                <a:lnTo>
                  <a:pt x="21264" y="118"/>
                </a:lnTo>
                <a:lnTo>
                  <a:pt x="21105" y="118"/>
                </a:lnTo>
                <a:lnTo>
                  <a:pt x="21105" y="0"/>
                </a:lnTo>
                <a:moveTo>
                  <a:pt x="21369" y="0"/>
                </a:moveTo>
                <a:lnTo>
                  <a:pt x="21528" y="0"/>
                </a:lnTo>
                <a:lnTo>
                  <a:pt x="21528" y="118"/>
                </a:lnTo>
                <a:lnTo>
                  <a:pt x="21369" y="118"/>
                </a:lnTo>
                <a:lnTo>
                  <a:pt x="21369" y="0"/>
                </a:lnTo>
                <a:moveTo>
                  <a:pt x="21633" y="0"/>
                </a:moveTo>
                <a:lnTo>
                  <a:pt x="21792" y="0"/>
                </a:lnTo>
                <a:lnTo>
                  <a:pt x="21792" y="118"/>
                </a:lnTo>
                <a:lnTo>
                  <a:pt x="21633" y="118"/>
                </a:lnTo>
                <a:lnTo>
                  <a:pt x="21633" y="0"/>
                </a:lnTo>
                <a:moveTo>
                  <a:pt x="21897" y="0"/>
                </a:moveTo>
                <a:lnTo>
                  <a:pt x="22056" y="0"/>
                </a:lnTo>
                <a:lnTo>
                  <a:pt x="22056" y="118"/>
                </a:lnTo>
                <a:lnTo>
                  <a:pt x="21897" y="118"/>
                </a:lnTo>
                <a:lnTo>
                  <a:pt x="21897" y="0"/>
                </a:lnTo>
                <a:moveTo>
                  <a:pt x="22161" y="0"/>
                </a:moveTo>
                <a:lnTo>
                  <a:pt x="22320" y="0"/>
                </a:lnTo>
                <a:lnTo>
                  <a:pt x="22320" y="118"/>
                </a:lnTo>
                <a:lnTo>
                  <a:pt x="22161" y="118"/>
                </a:lnTo>
                <a:lnTo>
                  <a:pt x="22161" y="0"/>
                </a:lnTo>
                <a:moveTo>
                  <a:pt x="22425" y="0"/>
                </a:moveTo>
                <a:lnTo>
                  <a:pt x="22584" y="0"/>
                </a:lnTo>
                <a:lnTo>
                  <a:pt x="22584" y="118"/>
                </a:lnTo>
                <a:lnTo>
                  <a:pt x="22425" y="118"/>
                </a:lnTo>
                <a:lnTo>
                  <a:pt x="22425" y="0"/>
                </a:lnTo>
                <a:moveTo>
                  <a:pt x="22689" y="0"/>
                </a:moveTo>
                <a:lnTo>
                  <a:pt x="22848" y="0"/>
                </a:lnTo>
                <a:lnTo>
                  <a:pt x="22848" y="118"/>
                </a:lnTo>
                <a:lnTo>
                  <a:pt x="22689" y="118"/>
                </a:lnTo>
                <a:lnTo>
                  <a:pt x="22689" y="0"/>
                </a:lnTo>
                <a:moveTo>
                  <a:pt x="22953" y="0"/>
                </a:moveTo>
                <a:lnTo>
                  <a:pt x="23112" y="0"/>
                </a:lnTo>
                <a:lnTo>
                  <a:pt x="23112" y="118"/>
                </a:lnTo>
                <a:lnTo>
                  <a:pt x="22953" y="118"/>
                </a:lnTo>
                <a:lnTo>
                  <a:pt x="22953" y="0"/>
                </a:lnTo>
                <a:moveTo>
                  <a:pt x="23218" y="0"/>
                </a:moveTo>
                <a:lnTo>
                  <a:pt x="23376" y="0"/>
                </a:lnTo>
                <a:lnTo>
                  <a:pt x="23376" y="118"/>
                </a:lnTo>
                <a:lnTo>
                  <a:pt x="23218" y="118"/>
                </a:lnTo>
                <a:lnTo>
                  <a:pt x="23218" y="0"/>
                </a:lnTo>
                <a:moveTo>
                  <a:pt x="23482" y="0"/>
                </a:moveTo>
                <a:lnTo>
                  <a:pt x="23640" y="0"/>
                </a:lnTo>
                <a:lnTo>
                  <a:pt x="23640" y="118"/>
                </a:lnTo>
                <a:lnTo>
                  <a:pt x="23482" y="118"/>
                </a:lnTo>
                <a:lnTo>
                  <a:pt x="23482" y="0"/>
                </a:lnTo>
                <a:moveTo>
                  <a:pt x="23746" y="0"/>
                </a:moveTo>
                <a:lnTo>
                  <a:pt x="23904" y="0"/>
                </a:lnTo>
                <a:lnTo>
                  <a:pt x="23904" y="118"/>
                </a:lnTo>
                <a:lnTo>
                  <a:pt x="23746" y="118"/>
                </a:lnTo>
                <a:lnTo>
                  <a:pt x="23746" y="0"/>
                </a:lnTo>
                <a:moveTo>
                  <a:pt x="24010" y="0"/>
                </a:moveTo>
                <a:lnTo>
                  <a:pt x="24168" y="0"/>
                </a:lnTo>
                <a:lnTo>
                  <a:pt x="24168" y="118"/>
                </a:lnTo>
                <a:lnTo>
                  <a:pt x="24010" y="118"/>
                </a:lnTo>
                <a:lnTo>
                  <a:pt x="24010" y="0"/>
                </a:lnTo>
                <a:moveTo>
                  <a:pt x="24274" y="0"/>
                </a:moveTo>
                <a:lnTo>
                  <a:pt x="24433" y="0"/>
                </a:lnTo>
                <a:lnTo>
                  <a:pt x="24433" y="118"/>
                </a:lnTo>
                <a:lnTo>
                  <a:pt x="24274" y="118"/>
                </a:lnTo>
                <a:lnTo>
                  <a:pt x="24274" y="0"/>
                </a:lnTo>
                <a:moveTo>
                  <a:pt x="24538" y="0"/>
                </a:moveTo>
                <a:lnTo>
                  <a:pt x="24697" y="0"/>
                </a:lnTo>
                <a:lnTo>
                  <a:pt x="24697" y="118"/>
                </a:lnTo>
                <a:lnTo>
                  <a:pt x="24538" y="118"/>
                </a:lnTo>
                <a:lnTo>
                  <a:pt x="24538" y="0"/>
                </a:lnTo>
                <a:moveTo>
                  <a:pt x="24802" y="0"/>
                </a:moveTo>
                <a:lnTo>
                  <a:pt x="24961" y="0"/>
                </a:lnTo>
                <a:lnTo>
                  <a:pt x="24961" y="118"/>
                </a:lnTo>
                <a:lnTo>
                  <a:pt x="24802" y="118"/>
                </a:lnTo>
                <a:lnTo>
                  <a:pt x="24802" y="0"/>
                </a:lnTo>
                <a:moveTo>
                  <a:pt x="25066" y="0"/>
                </a:moveTo>
                <a:lnTo>
                  <a:pt x="25225" y="0"/>
                </a:lnTo>
                <a:lnTo>
                  <a:pt x="25225" y="118"/>
                </a:lnTo>
                <a:lnTo>
                  <a:pt x="25066" y="118"/>
                </a:lnTo>
                <a:lnTo>
                  <a:pt x="25066" y="0"/>
                </a:lnTo>
                <a:moveTo>
                  <a:pt x="25330" y="0"/>
                </a:moveTo>
                <a:lnTo>
                  <a:pt x="25489" y="0"/>
                </a:lnTo>
                <a:lnTo>
                  <a:pt x="25489" y="118"/>
                </a:lnTo>
                <a:lnTo>
                  <a:pt x="25330" y="118"/>
                </a:lnTo>
                <a:lnTo>
                  <a:pt x="25330" y="0"/>
                </a:lnTo>
                <a:moveTo>
                  <a:pt x="25594" y="0"/>
                </a:moveTo>
                <a:lnTo>
                  <a:pt x="25753" y="0"/>
                </a:lnTo>
                <a:lnTo>
                  <a:pt x="25753" y="118"/>
                </a:lnTo>
                <a:lnTo>
                  <a:pt x="25594" y="118"/>
                </a:lnTo>
                <a:lnTo>
                  <a:pt x="25594" y="0"/>
                </a:lnTo>
                <a:moveTo>
                  <a:pt x="25858" y="0"/>
                </a:moveTo>
                <a:lnTo>
                  <a:pt x="26017" y="0"/>
                </a:lnTo>
                <a:lnTo>
                  <a:pt x="26017" y="118"/>
                </a:lnTo>
                <a:lnTo>
                  <a:pt x="25858" y="118"/>
                </a:lnTo>
                <a:lnTo>
                  <a:pt x="25858" y="0"/>
                </a:lnTo>
                <a:moveTo>
                  <a:pt x="26122" y="0"/>
                </a:moveTo>
                <a:lnTo>
                  <a:pt x="26281" y="0"/>
                </a:lnTo>
                <a:lnTo>
                  <a:pt x="26281" y="118"/>
                </a:lnTo>
                <a:lnTo>
                  <a:pt x="26122" y="118"/>
                </a:lnTo>
                <a:lnTo>
                  <a:pt x="26122" y="0"/>
                </a:lnTo>
                <a:moveTo>
                  <a:pt x="26386" y="0"/>
                </a:moveTo>
                <a:lnTo>
                  <a:pt x="26545" y="0"/>
                </a:lnTo>
                <a:lnTo>
                  <a:pt x="26545" y="118"/>
                </a:lnTo>
                <a:lnTo>
                  <a:pt x="26386" y="118"/>
                </a:lnTo>
                <a:lnTo>
                  <a:pt x="26386" y="0"/>
                </a:lnTo>
                <a:moveTo>
                  <a:pt x="26650" y="0"/>
                </a:moveTo>
                <a:lnTo>
                  <a:pt x="26809" y="0"/>
                </a:lnTo>
                <a:lnTo>
                  <a:pt x="26809" y="118"/>
                </a:lnTo>
                <a:lnTo>
                  <a:pt x="26650" y="118"/>
                </a:lnTo>
                <a:lnTo>
                  <a:pt x="26650" y="0"/>
                </a:lnTo>
                <a:moveTo>
                  <a:pt x="26914" y="0"/>
                </a:moveTo>
                <a:lnTo>
                  <a:pt x="27073" y="0"/>
                </a:lnTo>
                <a:lnTo>
                  <a:pt x="27073" y="118"/>
                </a:lnTo>
                <a:lnTo>
                  <a:pt x="26914" y="118"/>
                </a:lnTo>
                <a:lnTo>
                  <a:pt x="26914" y="0"/>
                </a:lnTo>
                <a:moveTo>
                  <a:pt x="27178" y="0"/>
                </a:moveTo>
                <a:lnTo>
                  <a:pt x="27337" y="0"/>
                </a:lnTo>
                <a:lnTo>
                  <a:pt x="27337" y="118"/>
                </a:lnTo>
                <a:lnTo>
                  <a:pt x="27178" y="118"/>
                </a:lnTo>
                <a:lnTo>
                  <a:pt x="27178" y="0"/>
                </a:lnTo>
                <a:moveTo>
                  <a:pt x="27442" y="0"/>
                </a:moveTo>
                <a:lnTo>
                  <a:pt x="27601" y="0"/>
                </a:lnTo>
                <a:lnTo>
                  <a:pt x="27601" y="118"/>
                </a:lnTo>
                <a:lnTo>
                  <a:pt x="27442" y="118"/>
                </a:lnTo>
                <a:lnTo>
                  <a:pt x="27442" y="0"/>
                </a:lnTo>
                <a:moveTo>
                  <a:pt x="27706" y="0"/>
                </a:moveTo>
                <a:lnTo>
                  <a:pt x="27865" y="0"/>
                </a:lnTo>
                <a:lnTo>
                  <a:pt x="27865" y="118"/>
                </a:lnTo>
                <a:lnTo>
                  <a:pt x="27706" y="118"/>
                </a:lnTo>
                <a:lnTo>
                  <a:pt x="27706" y="0"/>
                </a:lnTo>
                <a:moveTo>
                  <a:pt x="27971" y="0"/>
                </a:moveTo>
                <a:lnTo>
                  <a:pt x="28129" y="0"/>
                </a:lnTo>
                <a:lnTo>
                  <a:pt x="28129" y="118"/>
                </a:lnTo>
                <a:lnTo>
                  <a:pt x="27971" y="118"/>
                </a:lnTo>
                <a:lnTo>
                  <a:pt x="27971" y="0"/>
                </a:lnTo>
                <a:moveTo>
                  <a:pt x="28235" y="0"/>
                </a:moveTo>
                <a:lnTo>
                  <a:pt x="28393" y="0"/>
                </a:lnTo>
                <a:lnTo>
                  <a:pt x="28393" y="118"/>
                </a:lnTo>
                <a:lnTo>
                  <a:pt x="28235" y="118"/>
                </a:lnTo>
                <a:lnTo>
                  <a:pt x="28235" y="0"/>
                </a:lnTo>
                <a:moveTo>
                  <a:pt x="28499" y="0"/>
                </a:moveTo>
                <a:lnTo>
                  <a:pt x="28657" y="0"/>
                </a:lnTo>
                <a:lnTo>
                  <a:pt x="28657" y="118"/>
                </a:lnTo>
                <a:lnTo>
                  <a:pt x="28499" y="118"/>
                </a:lnTo>
                <a:lnTo>
                  <a:pt x="28499" y="0"/>
                </a:lnTo>
                <a:moveTo>
                  <a:pt x="28763" y="0"/>
                </a:moveTo>
                <a:lnTo>
                  <a:pt x="28921" y="0"/>
                </a:lnTo>
                <a:lnTo>
                  <a:pt x="28921" y="118"/>
                </a:lnTo>
                <a:lnTo>
                  <a:pt x="28763" y="118"/>
                </a:lnTo>
                <a:lnTo>
                  <a:pt x="28763" y="0"/>
                </a:lnTo>
                <a:moveTo>
                  <a:pt x="29027" y="0"/>
                </a:moveTo>
                <a:lnTo>
                  <a:pt x="29185" y="0"/>
                </a:lnTo>
                <a:lnTo>
                  <a:pt x="29185" y="118"/>
                </a:lnTo>
                <a:lnTo>
                  <a:pt x="29027" y="118"/>
                </a:lnTo>
                <a:lnTo>
                  <a:pt x="29027" y="0"/>
                </a:lnTo>
                <a:moveTo>
                  <a:pt x="29291" y="0"/>
                </a:moveTo>
                <a:lnTo>
                  <a:pt x="29450" y="0"/>
                </a:lnTo>
                <a:lnTo>
                  <a:pt x="29450" y="118"/>
                </a:lnTo>
                <a:lnTo>
                  <a:pt x="29291" y="118"/>
                </a:lnTo>
                <a:lnTo>
                  <a:pt x="29291" y="0"/>
                </a:lnTo>
                <a:moveTo>
                  <a:pt x="29555" y="0"/>
                </a:moveTo>
                <a:lnTo>
                  <a:pt x="29714" y="0"/>
                </a:lnTo>
                <a:lnTo>
                  <a:pt x="29714" y="118"/>
                </a:lnTo>
                <a:lnTo>
                  <a:pt x="29555" y="118"/>
                </a:lnTo>
                <a:lnTo>
                  <a:pt x="29555" y="0"/>
                </a:lnTo>
                <a:moveTo>
                  <a:pt x="29819" y="0"/>
                </a:moveTo>
                <a:lnTo>
                  <a:pt x="29978" y="0"/>
                </a:lnTo>
                <a:lnTo>
                  <a:pt x="29978" y="118"/>
                </a:lnTo>
                <a:lnTo>
                  <a:pt x="29819" y="118"/>
                </a:lnTo>
                <a:lnTo>
                  <a:pt x="29819" y="0"/>
                </a:lnTo>
                <a:moveTo>
                  <a:pt x="30083" y="0"/>
                </a:moveTo>
                <a:lnTo>
                  <a:pt x="30242" y="0"/>
                </a:lnTo>
                <a:lnTo>
                  <a:pt x="30242" y="118"/>
                </a:lnTo>
                <a:lnTo>
                  <a:pt x="30083" y="118"/>
                </a:lnTo>
                <a:lnTo>
                  <a:pt x="30083" y="0"/>
                </a:lnTo>
                <a:moveTo>
                  <a:pt x="30347" y="0"/>
                </a:moveTo>
                <a:lnTo>
                  <a:pt x="30506" y="0"/>
                </a:lnTo>
                <a:lnTo>
                  <a:pt x="30506" y="118"/>
                </a:lnTo>
                <a:lnTo>
                  <a:pt x="30347" y="118"/>
                </a:lnTo>
                <a:lnTo>
                  <a:pt x="30347" y="0"/>
                </a:lnTo>
                <a:moveTo>
                  <a:pt x="30611" y="0"/>
                </a:moveTo>
                <a:lnTo>
                  <a:pt x="30725" y="0"/>
                </a:lnTo>
                <a:cubicBezTo>
                  <a:pt x="30744" y="0"/>
                  <a:pt x="30764" y="3"/>
                  <a:pt x="30783" y="7"/>
                </a:cubicBezTo>
                <a:lnTo>
                  <a:pt x="30755" y="121"/>
                </a:lnTo>
                <a:cubicBezTo>
                  <a:pt x="30745" y="119"/>
                  <a:pt x="30735" y="118"/>
                  <a:pt x="30725" y="118"/>
                </a:cubicBezTo>
                <a:lnTo>
                  <a:pt x="30611" y="118"/>
                </a:lnTo>
                <a:lnTo>
                  <a:pt x="30611" y="0"/>
                </a:lnTo>
                <a:moveTo>
                  <a:pt x="30902" y="78"/>
                </a:moveTo>
                <a:cubicBezTo>
                  <a:pt x="30946" y="125"/>
                  <a:pt x="30968" y="181"/>
                  <a:pt x="30968" y="245"/>
                </a:cubicBezTo>
                <a:lnTo>
                  <a:pt x="30968" y="265"/>
                </a:lnTo>
                <a:lnTo>
                  <a:pt x="30852" y="265"/>
                </a:lnTo>
                <a:lnTo>
                  <a:pt x="30852" y="245"/>
                </a:lnTo>
                <a:cubicBezTo>
                  <a:pt x="30852" y="211"/>
                  <a:pt x="30840" y="182"/>
                  <a:pt x="30817" y="158"/>
                </a:cubicBezTo>
                <a:lnTo>
                  <a:pt x="30902" y="78"/>
                </a:lnTo>
                <a:moveTo>
                  <a:pt x="30968" y="370"/>
                </a:moveTo>
                <a:lnTo>
                  <a:pt x="30968" y="529"/>
                </a:lnTo>
                <a:lnTo>
                  <a:pt x="30852" y="529"/>
                </a:lnTo>
                <a:lnTo>
                  <a:pt x="30852" y="370"/>
                </a:lnTo>
                <a:lnTo>
                  <a:pt x="30968" y="370"/>
                </a:lnTo>
                <a:moveTo>
                  <a:pt x="30968" y="634"/>
                </a:moveTo>
                <a:lnTo>
                  <a:pt x="30968" y="793"/>
                </a:lnTo>
                <a:lnTo>
                  <a:pt x="30852" y="793"/>
                </a:lnTo>
                <a:lnTo>
                  <a:pt x="30852" y="634"/>
                </a:lnTo>
                <a:lnTo>
                  <a:pt x="30968" y="634"/>
                </a:lnTo>
                <a:moveTo>
                  <a:pt x="30968" y="898"/>
                </a:moveTo>
                <a:lnTo>
                  <a:pt x="30968" y="1057"/>
                </a:lnTo>
                <a:lnTo>
                  <a:pt x="30852" y="1057"/>
                </a:lnTo>
                <a:lnTo>
                  <a:pt x="30852" y="898"/>
                </a:lnTo>
                <a:lnTo>
                  <a:pt x="30968" y="898"/>
                </a:lnTo>
                <a:moveTo>
                  <a:pt x="30968" y="1162"/>
                </a:moveTo>
                <a:lnTo>
                  <a:pt x="30968" y="1321"/>
                </a:lnTo>
                <a:lnTo>
                  <a:pt x="30852" y="1321"/>
                </a:lnTo>
                <a:lnTo>
                  <a:pt x="30852" y="1162"/>
                </a:lnTo>
                <a:lnTo>
                  <a:pt x="30968" y="1162"/>
                </a:lnTo>
                <a:moveTo>
                  <a:pt x="30968" y="1426"/>
                </a:moveTo>
                <a:lnTo>
                  <a:pt x="30968" y="1585"/>
                </a:lnTo>
                <a:lnTo>
                  <a:pt x="30852" y="1585"/>
                </a:lnTo>
                <a:lnTo>
                  <a:pt x="30852" y="1426"/>
                </a:lnTo>
                <a:lnTo>
                  <a:pt x="30968" y="1426"/>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3"/>
                </a:moveTo>
                <a:cubicBezTo>
                  <a:pt x="30961" y="2298"/>
                  <a:pt x="30928" y="2357"/>
                  <a:pt x="30866" y="2401"/>
                </a:cubicBezTo>
                <a:lnTo>
                  <a:pt x="30799" y="2306"/>
                </a:lnTo>
                <a:cubicBezTo>
                  <a:pt x="30831" y="2283"/>
                  <a:pt x="30848" y="2252"/>
                  <a:pt x="30851" y="2213"/>
                </a:cubicBezTo>
                <a:lnTo>
                  <a:pt x="30967" y="2223"/>
                </a:lnTo>
                <a:moveTo>
                  <a:pt x="30736" y="2446"/>
                </a:moveTo>
                <a:cubicBezTo>
                  <a:pt x="30733" y="2446"/>
                  <a:pt x="30729" y="2446"/>
                  <a:pt x="30725" y="2446"/>
                </a:cubicBezTo>
                <a:lnTo>
                  <a:pt x="30575" y="2446"/>
                </a:lnTo>
                <a:lnTo>
                  <a:pt x="30575" y="2330"/>
                </a:lnTo>
                <a:lnTo>
                  <a:pt x="30725" y="2330"/>
                </a:lnTo>
                <a:cubicBezTo>
                  <a:pt x="30727" y="2330"/>
                  <a:pt x="30729" y="2330"/>
                  <a:pt x="30731" y="2330"/>
                </a:cubicBezTo>
                <a:lnTo>
                  <a:pt x="30736" y="2446"/>
                </a:lnTo>
                <a:moveTo>
                  <a:pt x="30470" y="2446"/>
                </a:moveTo>
                <a:lnTo>
                  <a:pt x="30311" y="2446"/>
                </a:lnTo>
                <a:lnTo>
                  <a:pt x="30311" y="2330"/>
                </a:lnTo>
                <a:lnTo>
                  <a:pt x="30470" y="2330"/>
                </a:lnTo>
                <a:lnTo>
                  <a:pt x="30470" y="2446"/>
                </a:lnTo>
                <a:moveTo>
                  <a:pt x="30206" y="2446"/>
                </a:moveTo>
                <a:lnTo>
                  <a:pt x="30047" y="2446"/>
                </a:lnTo>
                <a:lnTo>
                  <a:pt x="30047" y="2330"/>
                </a:lnTo>
                <a:lnTo>
                  <a:pt x="30206" y="2330"/>
                </a:lnTo>
                <a:lnTo>
                  <a:pt x="30206" y="2446"/>
                </a:lnTo>
                <a:moveTo>
                  <a:pt x="29942" y="2446"/>
                </a:moveTo>
                <a:lnTo>
                  <a:pt x="29783" y="2446"/>
                </a:lnTo>
                <a:lnTo>
                  <a:pt x="29783" y="2330"/>
                </a:lnTo>
                <a:lnTo>
                  <a:pt x="29942" y="2330"/>
                </a:lnTo>
                <a:lnTo>
                  <a:pt x="29942" y="2446"/>
                </a:lnTo>
                <a:moveTo>
                  <a:pt x="29678" y="2446"/>
                </a:moveTo>
                <a:lnTo>
                  <a:pt x="29519" y="2446"/>
                </a:lnTo>
                <a:lnTo>
                  <a:pt x="29519" y="2330"/>
                </a:lnTo>
                <a:lnTo>
                  <a:pt x="29678" y="2330"/>
                </a:lnTo>
                <a:lnTo>
                  <a:pt x="29678" y="2446"/>
                </a:lnTo>
                <a:moveTo>
                  <a:pt x="29414" y="2446"/>
                </a:moveTo>
                <a:lnTo>
                  <a:pt x="29255" y="2446"/>
                </a:lnTo>
                <a:lnTo>
                  <a:pt x="29255" y="2330"/>
                </a:lnTo>
                <a:lnTo>
                  <a:pt x="29414" y="2330"/>
                </a:lnTo>
                <a:lnTo>
                  <a:pt x="29414" y="2446"/>
                </a:lnTo>
                <a:moveTo>
                  <a:pt x="29150" y="2446"/>
                </a:moveTo>
                <a:lnTo>
                  <a:pt x="28991" y="2446"/>
                </a:lnTo>
                <a:lnTo>
                  <a:pt x="28991" y="2330"/>
                </a:lnTo>
                <a:lnTo>
                  <a:pt x="29150" y="2330"/>
                </a:lnTo>
                <a:lnTo>
                  <a:pt x="29150" y="2446"/>
                </a:lnTo>
                <a:moveTo>
                  <a:pt x="28886" y="2446"/>
                </a:moveTo>
                <a:lnTo>
                  <a:pt x="28727" y="2446"/>
                </a:lnTo>
                <a:lnTo>
                  <a:pt x="28727" y="2330"/>
                </a:lnTo>
                <a:lnTo>
                  <a:pt x="28886" y="2330"/>
                </a:lnTo>
                <a:lnTo>
                  <a:pt x="28886" y="2446"/>
                </a:lnTo>
                <a:moveTo>
                  <a:pt x="28622" y="2446"/>
                </a:moveTo>
                <a:lnTo>
                  <a:pt x="28463" y="2446"/>
                </a:lnTo>
                <a:lnTo>
                  <a:pt x="28463" y="2330"/>
                </a:lnTo>
                <a:lnTo>
                  <a:pt x="28622" y="2330"/>
                </a:lnTo>
                <a:lnTo>
                  <a:pt x="28622" y="2446"/>
                </a:lnTo>
                <a:moveTo>
                  <a:pt x="28358" y="2446"/>
                </a:moveTo>
                <a:lnTo>
                  <a:pt x="28199" y="2446"/>
                </a:lnTo>
                <a:lnTo>
                  <a:pt x="28199" y="2330"/>
                </a:lnTo>
                <a:lnTo>
                  <a:pt x="28358" y="2330"/>
                </a:lnTo>
                <a:lnTo>
                  <a:pt x="28358" y="2446"/>
                </a:lnTo>
                <a:moveTo>
                  <a:pt x="28094" y="2446"/>
                </a:moveTo>
                <a:lnTo>
                  <a:pt x="27935" y="2446"/>
                </a:lnTo>
                <a:lnTo>
                  <a:pt x="27935" y="2330"/>
                </a:lnTo>
                <a:lnTo>
                  <a:pt x="28094" y="2330"/>
                </a:lnTo>
                <a:lnTo>
                  <a:pt x="28094" y="2446"/>
                </a:lnTo>
                <a:moveTo>
                  <a:pt x="27829" y="2446"/>
                </a:moveTo>
                <a:lnTo>
                  <a:pt x="27671" y="2446"/>
                </a:lnTo>
                <a:lnTo>
                  <a:pt x="27671" y="2330"/>
                </a:lnTo>
                <a:lnTo>
                  <a:pt x="27829" y="2330"/>
                </a:lnTo>
                <a:lnTo>
                  <a:pt x="27829" y="2446"/>
                </a:lnTo>
                <a:moveTo>
                  <a:pt x="27565" y="2446"/>
                </a:moveTo>
                <a:lnTo>
                  <a:pt x="27407" y="2446"/>
                </a:lnTo>
                <a:lnTo>
                  <a:pt x="27407" y="2330"/>
                </a:lnTo>
                <a:lnTo>
                  <a:pt x="27565" y="2330"/>
                </a:lnTo>
                <a:lnTo>
                  <a:pt x="27565" y="2446"/>
                </a:lnTo>
                <a:moveTo>
                  <a:pt x="27301" y="2446"/>
                </a:moveTo>
                <a:lnTo>
                  <a:pt x="27143" y="2446"/>
                </a:lnTo>
                <a:lnTo>
                  <a:pt x="27143" y="2330"/>
                </a:lnTo>
                <a:lnTo>
                  <a:pt x="27301" y="2330"/>
                </a:lnTo>
                <a:lnTo>
                  <a:pt x="27301" y="2446"/>
                </a:lnTo>
                <a:moveTo>
                  <a:pt x="27037" y="2446"/>
                </a:moveTo>
                <a:lnTo>
                  <a:pt x="26879" y="2446"/>
                </a:lnTo>
                <a:lnTo>
                  <a:pt x="26879" y="2330"/>
                </a:lnTo>
                <a:lnTo>
                  <a:pt x="27037" y="2330"/>
                </a:lnTo>
                <a:lnTo>
                  <a:pt x="27037" y="2446"/>
                </a:lnTo>
                <a:moveTo>
                  <a:pt x="26773" y="2446"/>
                </a:moveTo>
                <a:lnTo>
                  <a:pt x="26615" y="2446"/>
                </a:lnTo>
                <a:lnTo>
                  <a:pt x="26615" y="2330"/>
                </a:lnTo>
                <a:lnTo>
                  <a:pt x="26773" y="2330"/>
                </a:lnTo>
                <a:lnTo>
                  <a:pt x="26773" y="2446"/>
                </a:lnTo>
                <a:moveTo>
                  <a:pt x="26509" y="2446"/>
                </a:moveTo>
                <a:lnTo>
                  <a:pt x="26350" y="2446"/>
                </a:lnTo>
                <a:lnTo>
                  <a:pt x="26350" y="2330"/>
                </a:lnTo>
                <a:lnTo>
                  <a:pt x="26509" y="2330"/>
                </a:lnTo>
                <a:lnTo>
                  <a:pt x="26509" y="2446"/>
                </a:lnTo>
                <a:moveTo>
                  <a:pt x="26245" y="2446"/>
                </a:moveTo>
                <a:lnTo>
                  <a:pt x="26086" y="2446"/>
                </a:lnTo>
                <a:lnTo>
                  <a:pt x="26086" y="2330"/>
                </a:lnTo>
                <a:lnTo>
                  <a:pt x="26245" y="2330"/>
                </a:lnTo>
                <a:lnTo>
                  <a:pt x="26245" y="2446"/>
                </a:lnTo>
                <a:moveTo>
                  <a:pt x="25981" y="2446"/>
                </a:moveTo>
                <a:lnTo>
                  <a:pt x="25822" y="2446"/>
                </a:lnTo>
                <a:lnTo>
                  <a:pt x="25822" y="2330"/>
                </a:lnTo>
                <a:lnTo>
                  <a:pt x="25981" y="2330"/>
                </a:lnTo>
                <a:lnTo>
                  <a:pt x="25981" y="2446"/>
                </a:lnTo>
                <a:moveTo>
                  <a:pt x="25717" y="2446"/>
                </a:moveTo>
                <a:lnTo>
                  <a:pt x="25558" y="2446"/>
                </a:lnTo>
                <a:lnTo>
                  <a:pt x="25558" y="2330"/>
                </a:lnTo>
                <a:lnTo>
                  <a:pt x="25717" y="2330"/>
                </a:lnTo>
                <a:lnTo>
                  <a:pt x="25717" y="2446"/>
                </a:lnTo>
                <a:moveTo>
                  <a:pt x="25453" y="2446"/>
                </a:moveTo>
                <a:lnTo>
                  <a:pt x="25294" y="2446"/>
                </a:lnTo>
                <a:lnTo>
                  <a:pt x="25294" y="2330"/>
                </a:lnTo>
                <a:lnTo>
                  <a:pt x="25453" y="2330"/>
                </a:lnTo>
                <a:lnTo>
                  <a:pt x="25453" y="2446"/>
                </a:lnTo>
                <a:moveTo>
                  <a:pt x="25189" y="2446"/>
                </a:moveTo>
                <a:lnTo>
                  <a:pt x="25030" y="2446"/>
                </a:lnTo>
                <a:lnTo>
                  <a:pt x="25030" y="2330"/>
                </a:lnTo>
                <a:lnTo>
                  <a:pt x="25189" y="2330"/>
                </a:lnTo>
                <a:lnTo>
                  <a:pt x="25189" y="2446"/>
                </a:lnTo>
                <a:moveTo>
                  <a:pt x="24925" y="2446"/>
                </a:moveTo>
                <a:lnTo>
                  <a:pt x="24766" y="2446"/>
                </a:lnTo>
                <a:lnTo>
                  <a:pt x="24766" y="2330"/>
                </a:lnTo>
                <a:lnTo>
                  <a:pt x="24925" y="2330"/>
                </a:lnTo>
                <a:lnTo>
                  <a:pt x="24925" y="2446"/>
                </a:lnTo>
                <a:moveTo>
                  <a:pt x="24661" y="2446"/>
                </a:moveTo>
                <a:lnTo>
                  <a:pt x="24502" y="2446"/>
                </a:lnTo>
                <a:lnTo>
                  <a:pt x="24502" y="2330"/>
                </a:lnTo>
                <a:lnTo>
                  <a:pt x="24661" y="2330"/>
                </a:lnTo>
                <a:lnTo>
                  <a:pt x="24661" y="2446"/>
                </a:lnTo>
                <a:moveTo>
                  <a:pt x="24397" y="2446"/>
                </a:moveTo>
                <a:lnTo>
                  <a:pt x="24238" y="2446"/>
                </a:lnTo>
                <a:lnTo>
                  <a:pt x="24238" y="2330"/>
                </a:lnTo>
                <a:lnTo>
                  <a:pt x="24397" y="2330"/>
                </a:lnTo>
                <a:lnTo>
                  <a:pt x="24397" y="2446"/>
                </a:lnTo>
                <a:moveTo>
                  <a:pt x="24133" y="2446"/>
                </a:moveTo>
                <a:lnTo>
                  <a:pt x="23974" y="2446"/>
                </a:lnTo>
                <a:lnTo>
                  <a:pt x="23974" y="2330"/>
                </a:lnTo>
                <a:lnTo>
                  <a:pt x="24133" y="2330"/>
                </a:lnTo>
                <a:lnTo>
                  <a:pt x="24133" y="2446"/>
                </a:lnTo>
                <a:moveTo>
                  <a:pt x="23869" y="2446"/>
                </a:moveTo>
                <a:lnTo>
                  <a:pt x="23710" y="2446"/>
                </a:lnTo>
                <a:lnTo>
                  <a:pt x="23710" y="2330"/>
                </a:lnTo>
                <a:lnTo>
                  <a:pt x="23869" y="2330"/>
                </a:lnTo>
                <a:lnTo>
                  <a:pt x="23869" y="2446"/>
                </a:lnTo>
                <a:moveTo>
                  <a:pt x="23605" y="2446"/>
                </a:moveTo>
                <a:lnTo>
                  <a:pt x="23446" y="2446"/>
                </a:lnTo>
                <a:lnTo>
                  <a:pt x="23446" y="2330"/>
                </a:lnTo>
                <a:lnTo>
                  <a:pt x="23605" y="2330"/>
                </a:lnTo>
                <a:lnTo>
                  <a:pt x="23605" y="2446"/>
                </a:lnTo>
                <a:moveTo>
                  <a:pt x="23341" y="2446"/>
                </a:moveTo>
                <a:lnTo>
                  <a:pt x="23182" y="2446"/>
                </a:lnTo>
                <a:lnTo>
                  <a:pt x="23182" y="2330"/>
                </a:lnTo>
                <a:lnTo>
                  <a:pt x="23341" y="2330"/>
                </a:lnTo>
                <a:lnTo>
                  <a:pt x="23341" y="2446"/>
                </a:lnTo>
                <a:moveTo>
                  <a:pt x="23077" y="2446"/>
                </a:moveTo>
                <a:lnTo>
                  <a:pt x="22918" y="2446"/>
                </a:lnTo>
                <a:lnTo>
                  <a:pt x="22918" y="2330"/>
                </a:lnTo>
                <a:lnTo>
                  <a:pt x="23077" y="2330"/>
                </a:lnTo>
                <a:lnTo>
                  <a:pt x="23077" y="2446"/>
                </a:lnTo>
                <a:moveTo>
                  <a:pt x="22812" y="2446"/>
                </a:moveTo>
                <a:lnTo>
                  <a:pt x="22654" y="2446"/>
                </a:lnTo>
                <a:lnTo>
                  <a:pt x="22654" y="2330"/>
                </a:lnTo>
                <a:lnTo>
                  <a:pt x="22812" y="2330"/>
                </a:lnTo>
                <a:lnTo>
                  <a:pt x="22812" y="2446"/>
                </a:lnTo>
                <a:moveTo>
                  <a:pt x="22548" y="2446"/>
                </a:moveTo>
                <a:lnTo>
                  <a:pt x="22390" y="2446"/>
                </a:lnTo>
                <a:lnTo>
                  <a:pt x="22390" y="2330"/>
                </a:lnTo>
                <a:lnTo>
                  <a:pt x="22548" y="2330"/>
                </a:lnTo>
                <a:lnTo>
                  <a:pt x="22548" y="2446"/>
                </a:lnTo>
                <a:moveTo>
                  <a:pt x="22284" y="2446"/>
                </a:moveTo>
                <a:lnTo>
                  <a:pt x="22126" y="2446"/>
                </a:lnTo>
                <a:lnTo>
                  <a:pt x="22126" y="2330"/>
                </a:lnTo>
                <a:lnTo>
                  <a:pt x="22284" y="2330"/>
                </a:lnTo>
                <a:lnTo>
                  <a:pt x="22284" y="2446"/>
                </a:lnTo>
                <a:moveTo>
                  <a:pt x="22020" y="2446"/>
                </a:moveTo>
                <a:lnTo>
                  <a:pt x="21862" y="2446"/>
                </a:lnTo>
                <a:lnTo>
                  <a:pt x="21862" y="2330"/>
                </a:lnTo>
                <a:lnTo>
                  <a:pt x="22020" y="2330"/>
                </a:lnTo>
                <a:lnTo>
                  <a:pt x="22020" y="2446"/>
                </a:lnTo>
                <a:moveTo>
                  <a:pt x="21756" y="2446"/>
                </a:moveTo>
                <a:lnTo>
                  <a:pt x="21597" y="2446"/>
                </a:lnTo>
                <a:lnTo>
                  <a:pt x="21597" y="2330"/>
                </a:lnTo>
                <a:lnTo>
                  <a:pt x="21756" y="2330"/>
                </a:lnTo>
                <a:lnTo>
                  <a:pt x="21756" y="2446"/>
                </a:lnTo>
                <a:moveTo>
                  <a:pt x="21492" y="2446"/>
                </a:moveTo>
                <a:lnTo>
                  <a:pt x="21333" y="2446"/>
                </a:lnTo>
                <a:lnTo>
                  <a:pt x="21333" y="2330"/>
                </a:lnTo>
                <a:lnTo>
                  <a:pt x="21492" y="2330"/>
                </a:lnTo>
                <a:lnTo>
                  <a:pt x="21492" y="2446"/>
                </a:lnTo>
                <a:moveTo>
                  <a:pt x="21228" y="2446"/>
                </a:moveTo>
                <a:lnTo>
                  <a:pt x="21069" y="2446"/>
                </a:lnTo>
                <a:lnTo>
                  <a:pt x="21069" y="2330"/>
                </a:lnTo>
                <a:lnTo>
                  <a:pt x="21228" y="2330"/>
                </a:lnTo>
                <a:lnTo>
                  <a:pt x="21228" y="2446"/>
                </a:lnTo>
                <a:moveTo>
                  <a:pt x="20964" y="2446"/>
                </a:moveTo>
                <a:lnTo>
                  <a:pt x="20805" y="2446"/>
                </a:lnTo>
                <a:lnTo>
                  <a:pt x="20805" y="2330"/>
                </a:lnTo>
                <a:lnTo>
                  <a:pt x="20964" y="2330"/>
                </a:lnTo>
                <a:lnTo>
                  <a:pt x="20964" y="2446"/>
                </a:lnTo>
                <a:moveTo>
                  <a:pt x="20700" y="2446"/>
                </a:moveTo>
                <a:lnTo>
                  <a:pt x="20541" y="2446"/>
                </a:lnTo>
                <a:lnTo>
                  <a:pt x="20541" y="2330"/>
                </a:lnTo>
                <a:lnTo>
                  <a:pt x="20700" y="2330"/>
                </a:lnTo>
                <a:lnTo>
                  <a:pt x="20700" y="2446"/>
                </a:lnTo>
                <a:moveTo>
                  <a:pt x="20436" y="2446"/>
                </a:moveTo>
                <a:lnTo>
                  <a:pt x="20277" y="2446"/>
                </a:lnTo>
                <a:lnTo>
                  <a:pt x="20277" y="2330"/>
                </a:lnTo>
                <a:lnTo>
                  <a:pt x="20436" y="2330"/>
                </a:lnTo>
                <a:lnTo>
                  <a:pt x="20436" y="2446"/>
                </a:lnTo>
                <a:moveTo>
                  <a:pt x="20172" y="2446"/>
                </a:moveTo>
                <a:lnTo>
                  <a:pt x="20013" y="2446"/>
                </a:lnTo>
                <a:lnTo>
                  <a:pt x="20013" y="2330"/>
                </a:lnTo>
                <a:lnTo>
                  <a:pt x="20172" y="2330"/>
                </a:lnTo>
                <a:lnTo>
                  <a:pt x="20172" y="2446"/>
                </a:lnTo>
                <a:moveTo>
                  <a:pt x="19908" y="2446"/>
                </a:moveTo>
                <a:lnTo>
                  <a:pt x="19749" y="2446"/>
                </a:lnTo>
                <a:lnTo>
                  <a:pt x="19749" y="2330"/>
                </a:lnTo>
                <a:lnTo>
                  <a:pt x="19908" y="2330"/>
                </a:lnTo>
                <a:lnTo>
                  <a:pt x="19908" y="2446"/>
                </a:lnTo>
                <a:moveTo>
                  <a:pt x="19644" y="2446"/>
                </a:moveTo>
                <a:lnTo>
                  <a:pt x="19485" y="2446"/>
                </a:lnTo>
                <a:lnTo>
                  <a:pt x="19485" y="2330"/>
                </a:lnTo>
                <a:lnTo>
                  <a:pt x="19644" y="2330"/>
                </a:lnTo>
                <a:lnTo>
                  <a:pt x="19644" y="2446"/>
                </a:lnTo>
                <a:moveTo>
                  <a:pt x="19380" y="2446"/>
                </a:moveTo>
                <a:lnTo>
                  <a:pt x="19221" y="2446"/>
                </a:lnTo>
                <a:lnTo>
                  <a:pt x="19221" y="2330"/>
                </a:lnTo>
                <a:lnTo>
                  <a:pt x="19380" y="2330"/>
                </a:lnTo>
                <a:lnTo>
                  <a:pt x="19380" y="2446"/>
                </a:lnTo>
                <a:moveTo>
                  <a:pt x="19116" y="2446"/>
                </a:moveTo>
                <a:lnTo>
                  <a:pt x="18957" y="2446"/>
                </a:lnTo>
                <a:lnTo>
                  <a:pt x="18957" y="2330"/>
                </a:lnTo>
                <a:lnTo>
                  <a:pt x="19116" y="2330"/>
                </a:lnTo>
                <a:lnTo>
                  <a:pt x="19116" y="2446"/>
                </a:lnTo>
                <a:moveTo>
                  <a:pt x="18852" y="2446"/>
                </a:moveTo>
                <a:lnTo>
                  <a:pt x="18693" y="2446"/>
                </a:lnTo>
                <a:lnTo>
                  <a:pt x="18693" y="2330"/>
                </a:lnTo>
                <a:lnTo>
                  <a:pt x="18852" y="2330"/>
                </a:lnTo>
                <a:lnTo>
                  <a:pt x="18852" y="2446"/>
                </a:lnTo>
                <a:moveTo>
                  <a:pt x="18588" y="2446"/>
                </a:moveTo>
                <a:lnTo>
                  <a:pt x="18429" y="2446"/>
                </a:lnTo>
                <a:lnTo>
                  <a:pt x="18429" y="2330"/>
                </a:lnTo>
                <a:lnTo>
                  <a:pt x="18588" y="2330"/>
                </a:lnTo>
                <a:lnTo>
                  <a:pt x="18588" y="2446"/>
                </a:lnTo>
                <a:moveTo>
                  <a:pt x="18324" y="2446"/>
                </a:moveTo>
                <a:lnTo>
                  <a:pt x="18165" y="2446"/>
                </a:lnTo>
                <a:lnTo>
                  <a:pt x="18165" y="2330"/>
                </a:lnTo>
                <a:lnTo>
                  <a:pt x="18324" y="2330"/>
                </a:lnTo>
                <a:lnTo>
                  <a:pt x="18324" y="2446"/>
                </a:lnTo>
                <a:moveTo>
                  <a:pt x="18059" y="2446"/>
                </a:moveTo>
                <a:lnTo>
                  <a:pt x="17901" y="2446"/>
                </a:lnTo>
                <a:lnTo>
                  <a:pt x="17901" y="2330"/>
                </a:lnTo>
                <a:lnTo>
                  <a:pt x="18059" y="2330"/>
                </a:lnTo>
                <a:lnTo>
                  <a:pt x="18059" y="2446"/>
                </a:lnTo>
                <a:moveTo>
                  <a:pt x="17795" y="2446"/>
                </a:moveTo>
                <a:lnTo>
                  <a:pt x="17637" y="2446"/>
                </a:lnTo>
                <a:lnTo>
                  <a:pt x="17637" y="2330"/>
                </a:lnTo>
                <a:lnTo>
                  <a:pt x="17795" y="2330"/>
                </a:lnTo>
                <a:lnTo>
                  <a:pt x="17795" y="2446"/>
                </a:lnTo>
                <a:moveTo>
                  <a:pt x="17531" y="2446"/>
                </a:moveTo>
                <a:lnTo>
                  <a:pt x="17373" y="2446"/>
                </a:lnTo>
                <a:lnTo>
                  <a:pt x="17373" y="2330"/>
                </a:lnTo>
                <a:lnTo>
                  <a:pt x="17531" y="2330"/>
                </a:lnTo>
                <a:lnTo>
                  <a:pt x="17531" y="2446"/>
                </a:lnTo>
                <a:moveTo>
                  <a:pt x="17267" y="2446"/>
                </a:moveTo>
                <a:lnTo>
                  <a:pt x="17109" y="2446"/>
                </a:lnTo>
                <a:lnTo>
                  <a:pt x="17109" y="2330"/>
                </a:lnTo>
                <a:lnTo>
                  <a:pt x="17267" y="2330"/>
                </a:lnTo>
                <a:lnTo>
                  <a:pt x="17267" y="2446"/>
                </a:lnTo>
                <a:moveTo>
                  <a:pt x="17003" y="2446"/>
                </a:moveTo>
                <a:lnTo>
                  <a:pt x="16845" y="2446"/>
                </a:lnTo>
                <a:lnTo>
                  <a:pt x="16845" y="2330"/>
                </a:lnTo>
                <a:lnTo>
                  <a:pt x="17003" y="2330"/>
                </a:lnTo>
                <a:lnTo>
                  <a:pt x="17003" y="2446"/>
                </a:lnTo>
                <a:moveTo>
                  <a:pt x="16739" y="2446"/>
                </a:moveTo>
                <a:lnTo>
                  <a:pt x="16580" y="2446"/>
                </a:lnTo>
                <a:lnTo>
                  <a:pt x="16580" y="2330"/>
                </a:lnTo>
                <a:lnTo>
                  <a:pt x="16739" y="2330"/>
                </a:lnTo>
                <a:lnTo>
                  <a:pt x="16739" y="2446"/>
                </a:lnTo>
                <a:moveTo>
                  <a:pt x="16475" y="2446"/>
                </a:moveTo>
                <a:lnTo>
                  <a:pt x="16316" y="2446"/>
                </a:lnTo>
                <a:lnTo>
                  <a:pt x="16316" y="2330"/>
                </a:lnTo>
                <a:lnTo>
                  <a:pt x="16475" y="2330"/>
                </a:lnTo>
                <a:lnTo>
                  <a:pt x="16475" y="2446"/>
                </a:lnTo>
                <a:moveTo>
                  <a:pt x="16211" y="2446"/>
                </a:moveTo>
                <a:lnTo>
                  <a:pt x="16052" y="2446"/>
                </a:lnTo>
                <a:lnTo>
                  <a:pt x="16052" y="2330"/>
                </a:lnTo>
                <a:lnTo>
                  <a:pt x="16211" y="2330"/>
                </a:lnTo>
                <a:lnTo>
                  <a:pt x="16211" y="2446"/>
                </a:lnTo>
                <a:moveTo>
                  <a:pt x="15947" y="2446"/>
                </a:moveTo>
                <a:lnTo>
                  <a:pt x="15788" y="2446"/>
                </a:lnTo>
                <a:lnTo>
                  <a:pt x="15788" y="2330"/>
                </a:lnTo>
                <a:lnTo>
                  <a:pt x="15947" y="2330"/>
                </a:lnTo>
                <a:lnTo>
                  <a:pt x="15947" y="2446"/>
                </a:lnTo>
                <a:moveTo>
                  <a:pt x="15683" y="2446"/>
                </a:moveTo>
                <a:lnTo>
                  <a:pt x="15524" y="2446"/>
                </a:lnTo>
                <a:lnTo>
                  <a:pt x="15524" y="2330"/>
                </a:lnTo>
                <a:lnTo>
                  <a:pt x="15683" y="2330"/>
                </a:lnTo>
                <a:lnTo>
                  <a:pt x="15683" y="2446"/>
                </a:lnTo>
                <a:moveTo>
                  <a:pt x="15419" y="2446"/>
                </a:moveTo>
                <a:lnTo>
                  <a:pt x="15260" y="2446"/>
                </a:lnTo>
                <a:lnTo>
                  <a:pt x="15260" y="2330"/>
                </a:lnTo>
                <a:lnTo>
                  <a:pt x="15419" y="2330"/>
                </a:lnTo>
                <a:lnTo>
                  <a:pt x="15419" y="2446"/>
                </a:lnTo>
                <a:moveTo>
                  <a:pt x="15155" y="2446"/>
                </a:moveTo>
                <a:lnTo>
                  <a:pt x="14996" y="2446"/>
                </a:lnTo>
                <a:lnTo>
                  <a:pt x="14996" y="2330"/>
                </a:lnTo>
                <a:lnTo>
                  <a:pt x="15155" y="2330"/>
                </a:lnTo>
                <a:lnTo>
                  <a:pt x="15155" y="2446"/>
                </a:lnTo>
                <a:moveTo>
                  <a:pt x="14891" y="2446"/>
                </a:moveTo>
                <a:lnTo>
                  <a:pt x="14732" y="2446"/>
                </a:lnTo>
                <a:lnTo>
                  <a:pt x="14732" y="2330"/>
                </a:lnTo>
                <a:lnTo>
                  <a:pt x="14891" y="2330"/>
                </a:lnTo>
                <a:lnTo>
                  <a:pt x="14891" y="2446"/>
                </a:lnTo>
                <a:moveTo>
                  <a:pt x="14627" y="2446"/>
                </a:moveTo>
                <a:lnTo>
                  <a:pt x="14468" y="2446"/>
                </a:lnTo>
                <a:lnTo>
                  <a:pt x="14468" y="2330"/>
                </a:lnTo>
                <a:lnTo>
                  <a:pt x="14627" y="2330"/>
                </a:lnTo>
                <a:lnTo>
                  <a:pt x="14627" y="2446"/>
                </a:lnTo>
                <a:moveTo>
                  <a:pt x="14363" y="2446"/>
                </a:moveTo>
                <a:lnTo>
                  <a:pt x="14204" y="2446"/>
                </a:lnTo>
                <a:lnTo>
                  <a:pt x="14204" y="2330"/>
                </a:lnTo>
                <a:lnTo>
                  <a:pt x="14363" y="2330"/>
                </a:lnTo>
                <a:lnTo>
                  <a:pt x="14363" y="2446"/>
                </a:lnTo>
                <a:moveTo>
                  <a:pt x="14099" y="2446"/>
                </a:moveTo>
                <a:lnTo>
                  <a:pt x="13939" y="2446"/>
                </a:lnTo>
                <a:lnTo>
                  <a:pt x="13939" y="2330"/>
                </a:lnTo>
                <a:lnTo>
                  <a:pt x="14099" y="2330"/>
                </a:lnTo>
                <a:lnTo>
                  <a:pt x="14099" y="2446"/>
                </a:lnTo>
                <a:moveTo>
                  <a:pt x="13834" y="2446"/>
                </a:moveTo>
                <a:lnTo>
                  <a:pt x="13675" y="2446"/>
                </a:lnTo>
                <a:lnTo>
                  <a:pt x="13675" y="2330"/>
                </a:lnTo>
                <a:lnTo>
                  <a:pt x="13834" y="2330"/>
                </a:lnTo>
                <a:lnTo>
                  <a:pt x="13834" y="2446"/>
                </a:lnTo>
                <a:moveTo>
                  <a:pt x="13570" y="2446"/>
                </a:moveTo>
                <a:lnTo>
                  <a:pt x="13411" y="2446"/>
                </a:lnTo>
                <a:lnTo>
                  <a:pt x="13411" y="2330"/>
                </a:lnTo>
                <a:lnTo>
                  <a:pt x="13570" y="2330"/>
                </a:lnTo>
                <a:lnTo>
                  <a:pt x="13570" y="2446"/>
                </a:lnTo>
                <a:moveTo>
                  <a:pt x="13306" y="2446"/>
                </a:moveTo>
                <a:lnTo>
                  <a:pt x="13147" y="2446"/>
                </a:lnTo>
                <a:lnTo>
                  <a:pt x="13147" y="2330"/>
                </a:lnTo>
                <a:lnTo>
                  <a:pt x="13306" y="2330"/>
                </a:lnTo>
                <a:lnTo>
                  <a:pt x="13306" y="2446"/>
                </a:lnTo>
                <a:moveTo>
                  <a:pt x="13041" y="2446"/>
                </a:moveTo>
                <a:lnTo>
                  <a:pt x="12883" y="2446"/>
                </a:lnTo>
                <a:lnTo>
                  <a:pt x="12883" y="2330"/>
                </a:lnTo>
                <a:lnTo>
                  <a:pt x="13041" y="2330"/>
                </a:lnTo>
                <a:lnTo>
                  <a:pt x="13041" y="2446"/>
                </a:lnTo>
                <a:moveTo>
                  <a:pt x="12777" y="2446"/>
                </a:moveTo>
                <a:lnTo>
                  <a:pt x="12619" y="2446"/>
                </a:lnTo>
                <a:lnTo>
                  <a:pt x="12619" y="2330"/>
                </a:lnTo>
                <a:lnTo>
                  <a:pt x="12777" y="2330"/>
                </a:lnTo>
                <a:lnTo>
                  <a:pt x="12777" y="2446"/>
                </a:lnTo>
                <a:moveTo>
                  <a:pt x="12513" y="2446"/>
                </a:moveTo>
                <a:lnTo>
                  <a:pt x="12355" y="2446"/>
                </a:lnTo>
                <a:lnTo>
                  <a:pt x="12355" y="2330"/>
                </a:lnTo>
                <a:lnTo>
                  <a:pt x="12513" y="2330"/>
                </a:lnTo>
                <a:lnTo>
                  <a:pt x="12513" y="2446"/>
                </a:lnTo>
                <a:moveTo>
                  <a:pt x="12249" y="2446"/>
                </a:moveTo>
                <a:lnTo>
                  <a:pt x="12091" y="2446"/>
                </a:lnTo>
                <a:lnTo>
                  <a:pt x="12091" y="2330"/>
                </a:lnTo>
                <a:lnTo>
                  <a:pt x="12249" y="2330"/>
                </a:lnTo>
                <a:lnTo>
                  <a:pt x="12249" y="2446"/>
                </a:lnTo>
                <a:moveTo>
                  <a:pt x="11985" y="2446"/>
                </a:moveTo>
                <a:lnTo>
                  <a:pt x="11826" y="2446"/>
                </a:lnTo>
                <a:lnTo>
                  <a:pt x="11826" y="2330"/>
                </a:lnTo>
                <a:lnTo>
                  <a:pt x="11985" y="2330"/>
                </a:lnTo>
                <a:lnTo>
                  <a:pt x="11985" y="2446"/>
                </a:lnTo>
                <a:moveTo>
                  <a:pt x="11721" y="2446"/>
                </a:moveTo>
                <a:lnTo>
                  <a:pt x="11562" y="2446"/>
                </a:lnTo>
                <a:lnTo>
                  <a:pt x="11562" y="2330"/>
                </a:lnTo>
                <a:lnTo>
                  <a:pt x="11721" y="2330"/>
                </a:lnTo>
                <a:lnTo>
                  <a:pt x="11721" y="2446"/>
                </a:lnTo>
                <a:moveTo>
                  <a:pt x="11457" y="2446"/>
                </a:moveTo>
                <a:lnTo>
                  <a:pt x="11298" y="2446"/>
                </a:lnTo>
                <a:lnTo>
                  <a:pt x="11298" y="2330"/>
                </a:lnTo>
                <a:lnTo>
                  <a:pt x="11457" y="2330"/>
                </a:lnTo>
                <a:lnTo>
                  <a:pt x="11457" y="2446"/>
                </a:lnTo>
                <a:moveTo>
                  <a:pt x="11193" y="2446"/>
                </a:moveTo>
                <a:lnTo>
                  <a:pt x="11034" y="2446"/>
                </a:lnTo>
                <a:lnTo>
                  <a:pt x="11034" y="2330"/>
                </a:lnTo>
                <a:lnTo>
                  <a:pt x="11193" y="2330"/>
                </a:lnTo>
                <a:lnTo>
                  <a:pt x="11193" y="2446"/>
                </a:lnTo>
                <a:moveTo>
                  <a:pt x="10929" y="2446"/>
                </a:moveTo>
                <a:lnTo>
                  <a:pt x="10770" y="2446"/>
                </a:lnTo>
                <a:lnTo>
                  <a:pt x="10770" y="2330"/>
                </a:lnTo>
                <a:lnTo>
                  <a:pt x="10929" y="2330"/>
                </a:lnTo>
                <a:lnTo>
                  <a:pt x="10929" y="2446"/>
                </a:lnTo>
                <a:moveTo>
                  <a:pt x="10665" y="2446"/>
                </a:moveTo>
                <a:lnTo>
                  <a:pt x="10506" y="2446"/>
                </a:lnTo>
                <a:lnTo>
                  <a:pt x="10506" y="2330"/>
                </a:lnTo>
                <a:lnTo>
                  <a:pt x="10665" y="2330"/>
                </a:lnTo>
                <a:lnTo>
                  <a:pt x="10665" y="2446"/>
                </a:lnTo>
                <a:moveTo>
                  <a:pt x="10401" y="2446"/>
                </a:moveTo>
                <a:lnTo>
                  <a:pt x="10242" y="2446"/>
                </a:lnTo>
                <a:lnTo>
                  <a:pt x="10242" y="2330"/>
                </a:lnTo>
                <a:lnTo>
                  <a:pt x="10401" y="2330"/>
                </a:lnTo>
                <a:lnTo>
                  <a:pt x="10401" y="2446"/>
                </a:lnTo>
                <a:moveTo>
                  <a:pt x="10137" y="2446"/>
                </a:moveTo>
                <a:lnTo>
                  <a:pt x="9978" y="2446"/>
                </a:lnTo>
                <a:lnTo>
                  <a:pt x="9978" y="2330"/>
                </a:lnTo>
                <a:lnTo>
                  <a:pt x="10137" y="2330"/>
                </a:lnTo>
                <a:lnTo>
                  <a:pt x="10137" y="2446"/>
                </a:lnTo>
                <a:moveTo>
                  <a:pt x="9873" y="2446"/>
                </a:moveTo>
                <a:lnTo>
                  <a:pt x="9714" y="2446"/>
                </a:lnTo>
                <a:lnTo>
                  <a:pt x="9714" y="2330"/>
                </a:lnTo>
                <a:lnTo>
                  <a:pt x="9873" y="2330"/>
                </a:lnTo>
                <a:lnTo>
                  <a:pt x="9873" y="2446"/>
                </a:lnTo>
                <a:moveTo>
                  <a:pt x="9609" y="2446"/>
                </a:moveTo>
                <a:lnTo>
                  <a:pt x="9450" y="2446"/>
                </a:lnTo>
                <a:lnTo>
                  <a:pt x="9450" y="2330"/>
                </a:lnTo>
                <a:lnTo>
                  <a:pt x="9609" y="2330"/>
                </a:lnTo>
                <a:lnTo>
                  <a:pt x="9609" y="2446"/>
                </a:lnTo>
                <a:moveTo>
                  <a:pt x="9345" y="2446"/>
                </a:moveTo>
                <a:lnTo>
                  <a:pt x="9186" y="2446"/>
                </a:lnTo>
                <a:lnTo>
                  <a:pt x="9186" y="2330"/>
                </a:lnTo>
                <a:lnTo>
                  <a:pt x="9345" y="2330"/>
                </a:lnTo>
                <a:lnTo>
                  <a:pt x="9345" y="2446"/>
                </a:lnTo>
                <a:moveTo>
                  <a:pt x="9081" y="2446"/>
                </a:moveTo>
                <a:lnTo>
                  <a:pt x="8922" y="2446"/>
                </a:lnTo>
                <a:lnTo>
                  <a:pt x="8922" y="2330"/>
                </a:lnTo>
                <a:lnTo>
                  <a:pt x="9081" y="2330"/>
                </a:lnTo>
                <a:lnTo>
                  <a:pt x="9081" y="2446"/>
                </a:lnTo>
                <a:moveTo>
                  <a:pt x="8817" y="2446"/>
                </a:moveTo>
                <a:lnTo>
                  <a:pt x="8658" y="2446"/>
                </a:lnTo>
                <a:lnTo>
                  <a:pt x="8658" y="2330"/>
                </a:lnTo>
                <a:lnTo>
                  <a:pt x="8817" y="2330"/>
                </a:lnTo>
                <a:lnTo>
                  <a:pt x="8817" y="2446"/>
                </a:lnTo>
                <a:moveTo>
                  <a:pt x="8553" y="2446"/>
                </a:moveTo>
                <a:lnTo>
                  <a:pt x="8394" y="2446"/>
                </a:lnTo>
                <a:lnTo>
                  <a:pt x="8394" y="2330"/>
                </a:lnTo>
                <a:lnTo>
                  <a:pt x="8553" y="2330"/>
                </a:lnTo>
                <a:lnTo>
                  <a:pt x="8553" y="2446"/>
                </a:lnTo>
                <a:moveTo>
                  <a:pt x="8288" y="2446"/>
                </a:moveTo>
                <a:lnTo>
                  <a:pt x="8130" y="2446"/>
                </a:lnTo>
                <a:lnTo>
                  <a:pt x="8130" y="2330"/>
                </a:lnTo>
                <a:lnTo>
                  <a:pt x="8288" y="2330"/>
                </a:lnTo>
                <a:lnTo>
                  <a:pt x="8288" y="2446"/>
                </a:lnTo>
                <a:moveTo>
                  <a:pt x="8024" y="2446"/>
                </a:moveTo>
                <a:lnTo>
                  <a:pt x="7866" y="2446"/>
                </a:lnTo>
                <a:lnTo>
                  <a:pt x="7866" y="2330"/>
                </a:lnTo>
                <a:lnTo>
                  <a:pt x="8024" y="2330"/>
                </a:lnTo>
                <a:lnTo>
                  <a:pt x="8024" y="2446"/>
                </a:lnTo>
                <a:moveTo>
                  <a:pt x="7760" y="2446"/>
                </a:moveTo>
                <a:lnTo>
                  <a:pt x="7602" y="2446"/>
                </a:lnTo>
                <a:lnTo>
                  <a:pt x="7602" y="2330"/>
                </a:lnTo>
                <a:lnTo>
                  <a:pt x="7760" y="2330"/>
                </a:lnTo>
                <a:lnTo>
                  <a:pt x="7760" y="2446"/>
                </a:lnTo>
                <a:moveTo>
                  <a:pt x="7496" y="2446"/>
                </a:moveTo>
                <a:lnTo>
                  <a:pt x="7338" y="2446"/>
                </a:lnTo>
                <a:lnTo>
                  <a:pt x="7338" y="2330"/>
                </a:lnTo>
                <a:lnTo>
                  <a:pt x="7496" y="2330"/>
                </a:lnTo>
                <a:lnTo>
                  <a:pt x="7496" y="2446"/>
                </a:lnTo>
                <a:moveTo>
                  <a:pt x="7232" y="2446"/>
                </a:moveTo>
                <a:lnTo>
                  <a:pt x="7074" y="2446"/>
                </a:lnTo>
                <a:lnTo>
                  <a:pt x="7074" y="2330"/>
                </a:lnTo>
                <a:lnTo>
                  <a:pt x="7232" y="2330"/>
                </a:lnTo>
                <a:lnTo>
                  <a:pt x="7232" y="2446"/>
                </a:lnTo>
                <a:moveTo>
                  <a:pt x="6968" y="2446"/>
                </a:moveTo>
                <a:lnTo>
                  <a:pt x="6809" y="2446"/>
                </a:lnTo>
                <a:lnTo>
                  <a:pt x="6809" y="2330"/>
                </a:lnTo>
                <a:lnTo>
                  <a:pt x="6968" y="2330"/>
                </a:lnTo>
                <a:lnTo>
                  <a:pt x="6968" y="2446"/>
                </a:lnTo>
                <a:moveTo>
                  <a:pt x="6704" y="2446"/>
                </a:moveTo>
                <a:lnTo>
                  <a:pt x="6545" y="2446"/>
                </a:lnTo>
                <a:lnTo>
                  <a:pt x="6545" y="2330"/>
                </a:lnTo>
                <a:lnTo>
                  <a:pt x="6704" y="2330"/>
                </a:lnTo>
                <a:lnTo>
                  <a:pt x="6704" y="2446"/>
                </a:lnTo>
                <a:moveTo>
                  <a:pt x="6440" y="2446"/>
                </a:moveTo>
                <a:lnTo>
                  <a:pt x="6281" y="2446"/>
                </a:lnTo>
                <a:lnTo>
                  <a:pt x="6281" y="2330"/>
                </a:lnTo>
                <a:lnTo>
                  <a:pt x="6440" y="2330"/>
                </a:lnTo>
                <a:lnTo>
                  <a:pt x="6440" y="2446"/>
                </a:lnTo>
                <a:moveTo>
                  <a:pt x="6176" y="2446"/>
                </a:moveTo>
                <a:lnTo>
                  <a:pt x="6017" y="2446"/>
                </a:lnTo>
                <a:lnTo>
                  <a:pt x="6017" y="2330"/>
                </a:lnTo>
                <a:lnTo>
                  <a:pt x="6176" y="2330"/>
                </a:lnTo>
                <a:lnTo>
                  <a:pt x="6176" y="2446"/>
                </a:lnTo>
                <a:moveTo>
                  <a:pt x="5912" y="2446"/>
                </a:moveTo>
                <a:lnTo>
                  <a:pt x="5753" y="2446"/>
                </a:lnTo>
                <a:lnTo>
                  <a:pt x="5753" y="2330"/>
                </a:lnTo>
                <a:lnTo>
                  <a:pt x="5912" y="2330"/>
                </a:lnTo>
                <a:lnTo>
                  <a:pt x="5912" y="2446"/>
                </a:lnTo>
                <a:moveTo>
                  <a:pt x="5648" y="2446"/>
                </a:moveTo>
                <a:lnTo>
                  <a:pt x="5489" y="2446"/>
                </a:lnTo>
                <a:lnTo>
                  <a:pt x="5489" y="2330"/>
                </a:lnTo>
                <a:lnTo>
                  <a:pt x="5648" y="2330"/>
                </a:lnTo>
                <a:lnTo>
                  <a:pt x="5648" y="2446"/>
                </a:lnTo>
                <a:moveTo>
                  <a:pt x="5384" y="2446"/>
                </a:moveTo>
                <a:lnTo>
                  <a:pt x="5225" y="2446"/>
                </a:lnTo>
                <a:lnTo>
                  <a:pt x="5225" y="2330"/>
                </a:lnTo>
                <a:lnTo>
                  <a:pt x="5384" y="2330"/>
                </a:lnTo>
                <a:lnTo>
                  <a:pt x="5384" y="2446"/>
                </a:lnTo>
                <a:moveTo>
                  <a:pt x="5120" y="2446"/>
                </a:moveTo>
                <a:lnTo>
                  <a:pt x="4961" y="2446"/>
                </a:lnTo>
                <a:lnTo>
                  <a:pt x="4961" y="2330"/>
                </a:lnTo>
                <a:lnTo>
                  <a:pt x="5120" y="2330"/>
                </a:lnTo>
                <a:lnTo>
                  <a:pt x="5120" y="2446"/>
                </a:lnTo>
                <a:moveTo>
                  <a:pt x="4856" y="2446"/>
                </a:moveTo>
                <a:lnTo>
                  <a:pt x="4697" y="2446"/>
                </a:lnTo>
                <a:lnTo>
                  <a:pt x="4697" y="2330"/>
                </a:lnTo>
                <a:lnTo>
                  <a:pt x="4856" y="2330"/>
                </a:lnTo>
                <a:lnTo>
                  <a:pt x="4856" y="2446"/>
                </a:lnTo>
                <a:moveTo>
                  <a:pt x="4592" y="2446"/>
                </a:moveTo>
                <a:lnTo>
                  <a:pt x="4433" y="2446"/>
                </a:lnTo>
                <a:lnTo>
                  <a:pt x="4433" y="2330"/>
                </a:lnTo>
                <a:lnTo>
                  <a:pt x="4592" y="2330"/>
                </a:lnTo>
                <a:lnTo>
                  <a:pt x="4592" y="2446"/>
                </a:lnTo>
                <a:moveTo>
                  <a:pt x="4328" y="2446"/>
                </a:moveTo>
                <a:lnTo>
                  <a:pt x="4169" y="2446"/>
                </a:lnTo>
                <a:lnTo>
                  <a:pt x="4169" y="2330"/>
                </a:lnTo>
                <a:lnTo>
                  <a:pt x="4328" y="2330"/>
                </a:lnTo>
                <a:lnTo>
                  <a:pt x="4328" y="2446"/>
                </a:lnTo>
                <a:moveTo>
                  <a:pt x="4064" y="2446"/>
                </a:moveTo>
                <a:lnTo>
                  <a:pt x="3905" y="2446"/>
                </a:lnTo>
                <a:lnTo>
                  <a:pt x="3905" y="2330"/>
                </a:lnTo>
                <a:lnTo>
                  <a:pt x="4064" y="2330"/>
                </a:lnTo>
                <a:lnTo>
                  <a:pt x="4064" y="2446"/>
                </a:lnTo>
                <a:moveTo>
                  <a:pt x="3800" y="2446"/>
                </a:moveTo>
                <a:lnTo>
                  <a:pt x="3641" y="2446"/>
                </a:lnTo>
                <a:lnTo>
                  <a:pt x="3641" y="2330"/>
                </a:lnTo>
                <a:lnTo>
                  <a:pt x="3800" y="2330"/>
                </a:lnTo>
                <a:lnTo>
                  <a:pt x="3800" y="2446"/>
                </a:lnTo>
                <a:moveTo>
                  <a:pt x="3536" y="2446"/>
                </a:moveTo>
                <a:lnTo>
                  <a:pt x="3377" y="2446"/>
                </a:lnTo>
                <a:lnTo>
                  <a:pt x="3377" y="2330"/>
                </a:lnTo>
                <a:lnTo>
                  <a:pt x="3536" y="2330"/>
                </a:lnTo>
                <a:lnTo>
                  <a:pt x="3536" y="2446"/>
                </a:lnTo>
                <a:moveTo>
                  <a:pt x="3271" y="2446"/>
                </a:moveTo>
                <a:lnTo>
                  <a:pt x="3113" y="2446"/>
                </a:lnTo>
                <a:lnTo>
                  <a:pt x="3113" y="2330"/>
                </a:lnTo>
                <a:lnTo>
                  <a:pt x="3271" y="2330"/>
                </a:lnTo>
                <a:lnTo>
                  <a:pt x="3271" y="2446"/>
                </a:lnTo>
                <a:moveTo>
                  <a:pt x="3007" y="2446"/>
                </a:moveTo>
                <a:lnTo>
                  <a:pt x="2849" y="2446"/>
                </a:lnTo>
                <a:lnTo>
                  <a:pt x="2849" y="2330"/>
                </a:lnTo>
                <a:lnTo>
                  <a:pt x="3007" y="2330"/>
                </a:lnTo>
                <a:lnTo>
                  <a:pt x="3007" y="2446"/>
                </a:lnTo>
                <a:moveTo>
                  <a:pt x="2743" y="2446"/>
                </a:moveTo>
                <a:lnTo>
                  <a:pt x="2585" y="2446"/>
                </a:lnTo>
                <a:lnTo>
                  <a:pt x="2585" y="2330"/>
                </a:lnTo>
                <a:lnTo>
                  <a:pt x="2743" y="2330"/>
                </a:lnTo>
                <a:lnTo>
                  <a:pt x="2743" y="2446"/>
                </a:lnTo>
                <a:moveTo>
                  <a:pt x="2479" y="2446"/>
                </a:moveTo>
                <a:lnTo>
                  <a:pt x="2321" y="2446"/>
                </a:lnTo>
                <a:lnTo>
                  <a:pt x="2321" y="2330"/>
                </a:lnTo>
                <a:lnTo>
                  <a:pt x="2479" y="2330"/>
                </a:lnTo>
                <a:lnTo>
                  <a:pt x="2479" y="2446"/>
                </a:lnTo>
                <a:moveTo>
                  <a:pt x="2215" y="2446"/>
                </a:moveTo>
                <a:lnTo>
                  <a:pt x="2056" y="2446"/>
                </a:lnTo>
                <a:lnTo>
                  <a:pt x="2056" y="2330"/>
                </a:lnTo>
                <a:lnTo>
                  <a:pt x="2215" y="2330"/>
                </a:lnTo>
                <a:lnTo>
                  <a:pt x="2215" y="2446"/>
                </a:lnTo>
                <a:moveTo>
                  <a:pt x="1951" y="2446"/>
                </a:moveTo>
                <a:lnTo>
                  <a:pt x="1792" y="2446"/>
                </a:lnTo>
                <a:lnTo>
                  <a:pt x="1792" y="2330"/>
                </a:lnTo>
                <a:lnTo>
                  <a:pt x="1951" y="2330"/>
                </a:lnTo>
                <a:lnTo>
                  <a:pt x="1951" y="2446"/>
                </a:lnTo>
                <a:moveTo>
                  <a:pt x="1687" y="2446"/>
                </a:moveTo>
                <a:lnTo>
                  <a:pt x="1528" y="2446"/>
                </a:lnTo>
                <a:lnTo>
                  <a:pt x="1528" y="2330"/>
                </a:lnTo>
                <a:lnTo>
                  <a:pt x="1687" y="2330"/>
                </a:lnTo>
                <a:lnTo>
                  <a:pt x="1687" y="2446"/>
                </a:lnTo>
                <a:moveTo>
                  <a:pt x="1423" y="2446"/>
                </a:moveTo>
                <a:lnTo>
                  <a:pt x="1264" y="2446"/>
                </a:lnTo>
                <a:lnTo>
                  <a:pt x="1264" y="2330"/>
                </a:lnTo>
                <a:lnTo>
                  <a:pt x="1423" y="2330"/>
                </a:lnTo>
                <a:lnTo>
                  <a:pt x="1423" y="2446"/>
                </a:lnTo>
                <a:moveTo>
                  <a:pt x="1159" y="2446"/>
                </a:moveTo>
                <a:lnTo>
                  <a:pt x="1000" y="2446"/>
                </a:lnTo>
                <a:lnTo>
                  <a:pt x="1000" y="2330"/>
                </a:lnTo>
                <a:lnTo>
                  <a:pt x="1159" y="2330"/>
                </a:lnTo>
                <a:lnTo>
                  <a:pt x="1159" y="2446"/>
                </a:lnTo>
                <a:moveTo>
                  <a:pt x="895" y="2446"/>
                </a:moveTo>
                <a:lnTo>
                  <a:pt x="736" y="2446"/>
                </a:lnTo>
                <a:lnTo>
                  <a:pt x="736" y="2330"/>
                </a:lnTo>
                <a:lnTo>
                  <a:pt x="895" y="2330"/>
                </a:lnTo>
                <a:lnTo>
                  <a:pt x="895" y="2446"/>
                </a:lnTo>
                <a:moveTo>
                  <a:pt x="631" y="2446"/>
                </a:moveTo>
                <a:lnTo>
                  <a:pt x="472" y="2446"/>
                </a:lnTo>
                <a:lnTo>
                  <a:pt x="472" y="2330"/>
                </a:lnTo>
                <a:lnTo>
                  <a:pt x="631" y="2330"/>
                </a:lnTo>
                <a:lnTo>
                  <a:pt x="631" y="2446"/>
                </a:lnTo>
                <a:moveTo>
                  <a:pt x="367" y="2446"/>
                </a:moveTo>
                <a:lnTo>
                  <a:pt x="244" y="2446"/>
                </a:lnTo>
                <a:cubicBezTo>
                  <a:pt x="228" y="2446"/>
                  <a:pt x="213" y="2445"/>
                  <a:pt x="198" y="2442"/>
                </a:cubicBezTo>
                <a:lnTo>
                  <a:pt x="220" y="2327"/>
                </a:lnTo>
                <a:cubicBezTo>
                  <a:pt x="228" y="2329"/>
                  <a:pt x="236" y="2330"/>
                  <a:pt x="244" y="2330"/>
                </a:cubicBezTo>
                <a:lnTo>
                  <a:pt x="367" y="2330"/>
                </a:lnTo>
                <a:lnTo>
                  <a:pt x="367" y="2446"/>
                </a:lnTo>
                <a:moveTo>
                  <a:pt x="75" y="2378"/>
                </a:moveTo>
                <a:cubicBezTo>
                  <a:pt x="25" y="2330"/>
                  <a:pt x="0" y="2272"/>
                  <a:pt x="0" y="2203"/>
                </a:cubicBezTo>
                <a:lnTo>
                  <a:pt x="0" y="2192"/>
                </a:lnTo>
                <a:lnTo>
                  <a:pt x="117" y="2192"/>
                </a:lnTo>
                <a:lnTo>
                  <a:pt x="117" y="2203"/>
                </a:lnTo>
                <a:cubicBezTo>
                  <a:pt x="117" y="2239"/>
                  <a:pt x="130" y="2269"/>
                  <a:pt x="156" y="2294"/>
                </a:cubicBezTo>
                <a:lnTo>
                  <a:pt x="75" y="2378"/>
                </a:lnTo>
                <a:moveTo>
                  <a:pt x="0" y="2087"/>
                </a:moveTo>
                <a:lnTo>
                  <a:pt x="0" y="1928"/>
                </a:lnTo>
                <a:lnTo>
                  <a:pt x="117" y="1928"/>
                </a:lnTo>
                <a:lnTo>
                  <a:pt x="117" y="2087"/>
                </a:lnTo>
                <a:lnTo>
                  <a:pt x="0" y="2087"/>
                </a:lnTo>
                <a:moveTo>
                  <a:pt x="0" y="1823"/>
                </a:moveTo>
                <a:lnTo>
                  <a:pt x="0" y="1664"/>
                </a:lnTo>
                <a:lnTo>
                  <a:pt x="117" y="1664"/>
                </a:lnTo>
                <a:lnTo>
                  <a:pt x="117" y="1823"/>
                </a:lnTo>
                <a:lnTo>
                  <a:pt x="0" y="1823"/>
                </a:lnTo>
                <a:moveTo>
                  <a:pt x="0" y="1559"/>
                </a:moveTo>
                <a:lnTo>
                  <a:pt x="0" y="1400"/>
                </a:lnTo>
                <a:lnTo>
                  <a:pt x="117" y="1400"/>
                </a:lnTo>
                <a:lnTo>
                  <a:pt x="117" y="1559"/>
                </a:lnTo>
                <a:lnTo>
                  <a:pt x="0" y="1559"/>
                </a:lnTo>
                <a:moveTo>
                  <a:pt x="0" y="1295"/>
                </a:moveTo>
                <a:lnTo>
                  <a:pt x="0" y="1136"/>
                </a:lnTo>
                <a:lnTo>
                  <a:pt x="117" y="1136"/>
                </a:lnTo>
                <a:lnTo>
                  <a:pt x="117" y="1295"/>
                </a:lnTo>
                <a:lnTo>
                  <a:pt x="0" y="1295"/>
                </a:lnTo>
                <a:moveTo>
                  <a:pt x="0" y="1030"/>
                </a:moveTo>
                <a:lnTo>
                  <a:pt x="0" y="872"/>
                </a:lnTo>
                <a:lnTo>
                  <a:pt x="117" y="872"/>
                </a:lnTo>
                <a:lnTo>
                  <a:pt x="117" y="1030"/>
                </a:lnTo>
                <a:lnTo>
                  <a:pt x="0" y="1030"/>
                </a:lnTo>
                <a:moveTo>
                  <a:pt x="0" y="766"/>
                </a:moveTo>
                <a:lnTo>
                  <a:pt x="0" y="608"/>
                </a:lnTo>
                <a:lnTo>
                  <a:pt x="117" y="608"/>
                </a:lnTo>
                <a:lnTo>
                  <a:pt x="117" y="766"/>
                </a:lnTo>
                <a:lnTo>
                  <a:pt x="0" y="766"/>
                </a:lnTo>
                <a:moveTo>
                  <a:pt x="0" y="502"/>
                </a:moveTo>
                <a:lnTo>
                  <a:pt x="0" y="344"/>
                </a:lnTo>
                <a:lnTo>
                  <a:pt x="117" y="344"/>
                </a:lnTo>
                <a:lnTo>
                  <a:pt x="117" y="502"/>
                </a:lnTo>
                <a:lnTo>
                  <a:pt x="0" y="502"/>
                </a:lnTo>
                <a:moveTo>
                  <a:pt x="1" y="237"/>
                </a:moveTo>
                <a:cubicBezTo>
                  <a:pt x="3" y="162"/>
                  <a:pt x="34" y="101"/>
                  <a:pt x="92" y="54"/>
                </a:cubicBezTo>
                <a:lnTo>
                  <a:pt x="165" y="145"/>
                </a:lnTo>
                <a:cubicBezTo>
                  <a:pt x="134" y="170"/>
                  <a:pt x="118" y="201"/>
                  <a:pt x="117" y="241"/>
                </a:cubicBezTo>
                <a:lnTo>
                  <a:pt x="1" y="237"/>
                </a:lnTo>
                <a:moveTo>
                  <a:pt x="221" y="2"/>
                </a:moveTo>
                <a:cubicBezTo>
                  <a:pt x="228" y="1"/>
                  <a:pt x="236" y="0"/>
                  <a:pt x="244" y="0"/>
                </a:cubicBezTo>
                <a:lnTo>
                  <a:pt x="403" y="0"/>
                </a:lnTo>
                <a:lnTo>
                  <a:pt x="403" y="118"/>
                </a:lnTo>
                <a:lnTo>
                  <a:pt x="244" y="118"/>
                </a:lnTo>
                <a:cubicBezTo>
                  <a:pt x="240" y="118"/>
                  <a:pt x="236" y="118"/>
                  <a:pt x="232" y="118"/>
                </a:cubicBezTo>
                <a:lnTo>
                  <a:pt x="221" y="2"/>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218" name=""/>
          <p:cNvSpPr/>
          <p:nvPr/>
        </p:nvSpPr>
        <p:spPr>
          <a:xfrm>
            <a:off x="521640" y="3950640"/>
            <a:ext cx="11148480" cy="880560"/>
          </a:xfrm>
          <a:custGeom>
            <a:avLst/>
            <a:gdLst/>
            <a:ahLst/>
            <a:rect l="0" t="0" r="r" b="b"/>
            <a:pathLst>
              <a:path w="30968" h="2446">
                <a:moveTo>
                  <a:pt x="508" y="0"/>
                </a:moveTo>
                <a:lnTo>
                  <a:pt x="667" y="0"/>
                </a:lnTo>
                <a:lnTo>
                  <a:pt x="667" y="118"/>
                </a:lnTo>
                <a:lnTo>
                  <a:pt x="508" y="118"/>
                </a:lnTo>
                <a:lnTo>
                  <a:pt x="508" y="0"/>
                </a:lnTo>
                <a:moveTo>
                  <a:pt x="772" y="0"/>
                </a:moveTo>
                <a:lnTo>
                  <a:pt x="931" y="0"/>
                </a:lnTo>
                <a:lnTo>
                  <a:pt x="931" y="118"/>
                </a:lnTo>
                <a:lnTo>
                  <a:pt x="772" y="118"/>
                </a:lnTo>
                <a:lnTo>
                  <a:pt x="772" y="0"/>
                </a:lnTo>
                <a:moveTo>
                  <a:pt x="1036" y="0"/>
                </a:moveTo>
                <a:lnTo>
                  <a:pt x="1195" y="0"/>
                </a:lnTo>
                <a:lnTo>
                  <a:pt x="1195" y="118"/>
                </a:lnTo>
                <a:lnTo>
                  <a:pt x="1036" y="118"/>
                </a:lnTo>
                <a:lnTo>
                  <a:pt x="1036" y="0"/>
                </a:lnTo>
                <a:moveTo>
                  <a:pt x="1300" y="0"/>
                </a:moveTo>
                <a:lnTo>
                  <a:pt x="1459" y="0"/>
                </a:lnTo>
                <a:lnTo>
                  <a:pt x="1459" y="118"/>
                </a:lnTo>
                <a:lnTo>
                  <a:pt x="1300" y="118"/>
                </a:lnTo>
                <a:lnTo>
                  <a:pt x="1300" y="0"/>
                </a:lnTo>
                <a:moveTo>
                  <a:pt x="1564" y="0"/>
                </a:moveTo>
                <a:lnTo>
                  <a:pt x="1723" y="0"/>
                </a:lnTo>
                <a:lnTo>
                  <a:pt x="1723" y="118"/>
                </a:lnTo>
                <a:lnTo>
                  <a:pt x="1564" y="118"/>
                </a:lnTo>
                <a:lnTo>
                  <a:pt x="1564" y="0"/>
                </a:lnTo>
                <a:moveTo>
                  <a:pt x="1828" y="0"/>
                </a:moveTo>
                <a:lnTo>
                  <a:pt x="1987" y="0"/>
                </a:lnTo>
                <a:lnTo>
                  <a:pt x="1987" y="118"/>
                </a:lnTo>
                <a:lnTo>
                  <a:pt x="1828" y="118"/>
                </a:lnTo>
                <a:lnTo>
                  <a:pt x="1828" y="0"/>
                </a:lnTo>
                <a:moveTo>
                  <a:pt x="2092" y="0"/>
                </a:moveTo>
                <a:lnTo>
                  <a:pt x="2251" y="0"/>
                </a:lnTo>
                <a:lnTo>
                  <a:pt x="2251" y="118"/>
                </a:lnTo>
                <a:lnTo>
                  <a:pt x="2092" y="118"/>
                </a:lnTo>
                <a:lnTo>
                  <a:pt x="2092" y="0"/>
                </a:lnTo>
                <a:moveTo>
                  <a:pt x="2356" y="0"/>
                </a:moveTo>
                <a:lnTo>
                  <a:pt x="2515" y="0"/>
                </a:lnTo>
                <a:lnTo>
                  <a:pt x="2515" y="118"/>
                </a:lnTo>
                <a:lnTo>
                  <a:pt x="2356" y="118"/>
                </a:lnTo>
                <a:lnTo>
                  <a:pt x="2356" y="0"/>
                </a:lnTo>
                <a:moveTo>
                  <a:pt x="2620" y="0"/>
                </a:moveTo>
                <a:lnTo>
                  <a:pt x="2779" y="0"/>
                </a:lnTo>
                <a:lnTo>
                  <a:pt x="2779" y="118"/>
                </a:lnTo>
                <a:lnTo>
                  <a:pt x="2620" y="118"/>
                </a:lnTo>
                <a:lnTo>
                  <a:pt x="2620" y="0"/>
                </a:lnTo>
                <a:moveTo>
                  <a:pt x="2884" y="0"/>
                </a:moveTo>
                <a:lnTo>
                  <a:pt x="3043" y="0"/>
                </a:lnTo>
                <a:lnTo>
                  <a:pt x="3043" y="118"/>
                </a:lnTo>
                <a:lnTo>
                  <a:pt x="2884" y="118"/>
                </a:lnTo>
                <a:lnTo>
                  <a:pt x="2884" y="0"/>
                </a:lnTo>
                <a:moveTo>
                  <a:pt x="3148" y="0"/>
                </a:moveTo>
                <a:lnTo>
                  <a:pt x="3307" y="0"/>
                </a:lnTo>
                <a:lnTo>
                  <a:pt x="3307" y="118"/>
                </a:lnTo>
                <a:lnTo>
                  <a:pt x="3148" y="118"/>
                </a:lnTo>
                <a:lnTo>
                  <a:pt x="3148" y="0"/>
                </a:lnTo>
                <a:moveTo>
                  <a:pt x="3412" y="0"/>
                </a:moveTo>
                <a:lnTo>
                  <a:pt x="3571" y="0"/>
                </a:lnTo>
                <a:lnTo>
                  <a:pt x="3571" y="118"/>
                </a:lnTo>
                <a:lnTo>
                  <a:pt x="3412" y="118"/>
                </a:lnTo>
                <a:lnTo>
                  <a:pt x="3412" y="0"/>
                </a:lnTo>
                <a:moveTo>
                  <a:pt x="3677" y="0"/>
                </a:moveTo>
                <a:lnTo>
                  <a:pt x="3835" y="0"/>
                </a:lnTo>
                <a:lnTo>
                  <a:pt x="3835" y="118"/>
                </a:lnTo>
                <a:lnTo>
                  <a:pt x="3677" y="118"/>
                </a:lnTo>
                <a:lnTo>
                  <a:pt x="3677" y="0"/>
                </a:lnTo>
                <a:moveTo>
                  <a:pt x="3941" y="0"/>
                </a:moveTo>
                <a:lnTo>
                  <a:pt x="4099" y="0"/>
                </a:lnTo>
                <a:lnTo>
                  <a:pt x="4099" y="118"/>
                </a:lnTo>
                <a:lnTo>
                  <a:pt x="3941" y="118"/>
                </a:lnTo>
                <a:lnTo>
                  <a:pt x="3941" y="0"/>
                </a:lnTo>
                <a:moveTo>
                  <a:pt x="4205" y="0"/>
                </a:moveTo>
                <a:lnTo>
                  <a:pt x="4363" y="0"/>
                </a:lnTo>
                <a:lnTo>
                  <a:pt x="4363" y="118"/>
                </a:lnTo>
                <a:lnTo>
                  <a:pt x="4205" y="118"/>
                </a:lnTo>
                <a:lnTo>
                  <a:pt x="4205" y="0"/>
                </a:lnTo>
                <a:moveTo>
                  <a:pt x="4469" y="0"/>
                </a:moveTo>
                <a:lnTo>
                  <a:pt x="4627" y="0"/>
                </a:lnTo>
                <a:lnTo>
                  <a:pt x="4627" y="118"/>
                </a:lnTo>
                <a:lnTo>
                  <a:pt x="4469" y="118"/>
                </a:lnTo>
                <a:lnTo>
                  <a:pt x="4469" y="0"/>
                </a:lnTo>
                <a:moveTo>
                  <a:pt x="4733" y="0"/>
                </a:moveTo>
                <a:lnTo>
                  <a:pt x="4892" y="0"/>
                </a:lnTo>
                <a:lnTo>
                  <a:pt x="4892" y="118"/>
                </a:lnTo>
                <a:lnTo>
                  <a:pt x="4733" y="118"/>
                </a:lnTo>
                <a:lnTo>
                  <a:pt x="4733" y="0"/>
                </a:lnTo>
                <a:moveTo>
                  <a:pt x="4997" y="0"/>
                </a:moveTo>
                <a:lnTo>
                  <a:pt x="5156" y="0"/>
                </a:lnTo>
                <a:lnTo>
                  <a:pt x="5156" y="118"/>
                </a:lnTo>
                <a:lnTo>
                  <a:pt x="4997" y="118"/>
                </a:lnTo>
                <a:lnTo>
                  <a:pt x="4997" y="0"/>
                </a:lnTo>
                <a:moveTo>
                  <a:pt x="5261" y="0"/>
                </a:moveTo>
                <a:lnTo>
                  <a:pt x="5420" y="0"/>
                </a:lnTo>
                <a:lnTo>
                  <a:pt x="5420" y="118"/>
                </a:lnTo>
                <a:lnTo>
                  <a:pt x="5261" y="118"/>
                </a:lnTo>
                <a:lnTo>
                  <a:pt x="5261" y="0"/>
                </a:lnTo>
                <a:moveTo>
                  <a:pt x="5525" y="0"/>
                </a:moveTo>
                <a:lnTo>
                  <a:pt x="5684" y="0"/>
                </a:lnTo>
                <a:lnTo>
                  <a:pt x="5684" y="118"/>
                </a:lnTo>
                <a:lnTo>
                  <a:pt x="5525" y="118"/>
                </a:lnTo>
                <a:lnTo>
                  <a:pt x="5525" y="0"/>
                </a:lnTo>
                <a:moveTo>
                  <a:pt x="5789" y="0"/>
                </a:moveTo>
                <a:lnTo>
                  <a:pt x="5948" y="0"/>
                </a:lnTo>
                <a:lnTo>
                  <a:pt x="5948" y="118"/>
                </a:lnTo>
                <a:lnTo>
                  <a:pt x="5789" y="118"/>
                </a:lnTo>
                <a:lnTo>
                  <a:pt x="5789" y="0"/>
                </a:lnTo>
                <a:moveTo>
                  <a:pt x="6053" y="0"/>
                </a:moveTo>
                <a:lnTo>
                  <a:pt x="6212" y="0"/>
                </a:lnTo>
                <a:lnTo>
                  <a:pt x="6212" y="118"/>
                </a:lnTo>
                <a:lnTo>
                  <a:pt x="6053" y="118"/>
                </a:lnTo>
                <a:lnTo>
                  <a:pt x="6053" y="0"/>
                </a:lnTo>
                <a:moveTo>
                  <a:pt x="6317" y="0"/>
                </a:moveTo>
                <a:lnTo>
                  <a:pt x="6476" y="0"/>
                </a:lnTo>
                <a:lnTo>
                  <a:pt x="6476" y="118"/>
                </a:lnTo>
                <a:lnTo>
                  <a:pt x="6317" y="118"/>
                </a:lnTo>
                <a:lnTo>
                  <a:pt x="6317" y="0"/>
                </a:lnTo>
                <a:moveTo>
                  <a:pt x="6581" y="0"/>
                </a:moveTo>
                <a:lnTo>
                  <a:pt x="6740" y="0"/>
                </a:lnTo>
                <a:lnTo>
                  <a:pt x="6740" y="118"/>
                </a:lnTo>
                <a:lnTo>
                  <a:pt x="6581" y="118"/>
                </a:lnTo>
                <a:lnTo>
                  <a:pt x="6581" y="0"/>
                </a:lnTo>
                <a:moveTo>
                  <a:pt x="6845" y="0"/>
                </a:moveTo>
                <a:lnTo>
                  <a:pt x="7004" y="0"/>
                </a:lnTo>
                <a:lnTo>
                  <a:pt x="7004" y="118"/>
                </a:lnTo>
                <a:lnTo>
                  <a:pt x="6845" y="118"/>
                </a:lnTo>
                <a:lnTo>
                  <a:pt x="6845" y="0"/>
                </a:lnTo>
                <a:moveTo>
                  <a:pt x="7109" y="0"/>
                </a:moveTo>
                <a:lnTo>
                  <a:pt x="7268" y="0"/>
                </a:lnTo>
                <a:lnTo>
                  <a:pt x="7268" y="118"/>
                </a:lnTo>
                <a:lnTo>
                  <a:pt x="7109" y="118"/>
                </a:lnTo>
                <a:lnTo>
                  <a:pt x="7109" y="0"/>
                </a:lnTo>
                <a:moveTo>
                  <a:pt x="7373" y="0"/>
                </a:moveTo>
                <a:lnTo>
                  <a:pt x="7532" y="0"/>
                </a:lnTo>
                <a:lnTo>
                  <a:pt x="7532" y="118"/>
                </a:lnTo>
                <a:lnTo>
                  <a:pt x="7373" y="118"/>
                </a:lnTo>
                <a:lnTo>
                  <a:pt x="7373" y="0"/>
                </a:lnTo>
                <a:moveTo>
                  <a:pt x="7637" y="0"/>
                </a:moveTo>
                <a:lnTo>
                  <a:pt x="7796" y="0"/>
                </a:lnTo>
                <a:lnTo>
                  <a:pt x="7796" y="118"/>
                </a:lnTo>
                <a:lnTo>
                  <a:pt x="7637" y="118"/>
                </a:lnTo>
                <a:lnTo>
                  <a:pt x="7637" y="0"/>
                </a:lnTo>
                <a:moveTo>
                  <a:pt x="7901" y="0"/>
                </a:moveTo>
                <a:lnTo>
                  <a:pt x="8060" y="0"/>
                </a:lnTo>
                <a:lnTo>
                  <a:pt x="8060" y="118"/>
                </a:lnTo>
                <a:lnTo>
                  <a:pt x="7901" y="118"/>
                </a:lnTo>
                <a:lnTo>
                  <a:pt x="7901" y="0"/>
                </a:lnTo>
                <a:moveTo>
                  <a:pt x="8165" y="0"/>
                </a:moveTo>
                <a:lnTo>
                  <a:pt x="8324" y="0"/>
                </a:lnTo>
                <a:lnTo>
                  <a:pt x="8324" y="118"/>
                </a:lnTo>
                <a:lnTo>
                  <a:pt x="8165" y="118"/>
                </a:lnTo>
                <a:lnTo>
                  <a:pt x="8165" y="0"/>
                </a:lnTo>
                <a:moveTo>
                  <a:pt x="8430" y="0"/>
                </a:moveTo>
                <a:lnTo>
                  <a:pt x="8588" y="0"/>
                </a:lnTo>
                <a:lnTo>
                  <a:pt x="8588" y="118"/>
                </a:lnTo>
                <a:lnTo>
                  <a:pt x="8430" y="118"/>
                </a:lnTo>
                <a:lnTo>
                  <a:pt x="8430" y="0"/>
                </a:lnTo>
                <a:moveTo>
                  <a:pt x="8694" y="0"/>
                </a:moveTo>
                <a:lnTo>
                  <a:pt x="8852" y="0"/>
                </a:lnTo>
                <a:lnTo>
                  <a:pt x="8852" y="118"/>
                </a:lnTo>
                <a:lnTo>
                  <a:pt x="8694" y="118"/>
                </a:lnTo>
                <a:lnTo>
                  <a:pt x="8694" y="0"/>
                </a:lnTo>
                <a:moveTo>
                  <a:pt x="8958" y="0"/>
                </a:moveTo>
                <a:lnTo>
                  <a:pt x="9116" y="0"/>
                </a:lnTo>
                <a:lnTo>
                  <a:pt x="9116" y="118"/>
                </a:lnTo>
                <a:lnTo>
                  <a:pt x="8958" y="118"/>
                </a:lnTo>
                <a:lnTo>
                  <a:pt x="8958" y="0"/>
                </a:lnTo>
                <a:moveTo>
                  <a:pt x="9222" y="0"/>
                </a:moveTo>
                <a:lnTo>
                  <a:pt x="9380" y="0"/>
                </a:lnTo>
                <a:lnTo>
                  <a:pt x="9380" y="118"/>
                </a:lnTo>
                <a:lnTo>
                  <a:pt x="9222" y="118"/>
                </a:lnTo>
                <a:lnTo>
                  <a:pt x="9222" y="0"/>
                </a:lnTo>
                <a:moveTo>
                  <a:pt x="9486" y="0"/>
                </a:moveTo>
                <a:lnTo>
                  <a:pt x="9644" y="0"/>
                </a:lnTo>
                <a:lnTo>
                  <a:pt x="9644" y="118"/>
                </a:lnTo>
                <a:lnTo>
                  <a:pt x="9486" y="118"/>
                </a:lnTo>
                <a:lnTo>
                  <a:pt x="9486" y="0"/>
                </a:lnTo>
                <a:moveTo>
                  <a:pt x="9750" y="0"/>
                </a:moveTo>
                <a:lnTo>
                  <a:pt x="9909" y="0"/>
                </a:lnTo>
                <a:lnTo>
                  <a:pt x="9909" y="118"/>
                </a:lnTo>
                <a:lnTo>
                  <a:pt x="9750" y="118"/>
                </a:lnTo>
                <a:lnTo>
                  <a:pt x="9750" y="0"/>
                </a:lnTo>
                <a:moveTo>
                  <a:pt x="10014" y="0"/>
                </a:moveTo>
                <a:lnTo>
                  <a:pt x="10173" y="0"/>
                </a:lnTo>
                <a:lnTo>
                  <a:pt x="10173" y="118"/>
                </a:lnTo>
                <a:lnTo>
                  <a:pt x="10014" y="118"/>
                </a:lnTo>
                <a:lnTo>
                  <a:pt x="10014" y="0"/>
                </a:lnTo>
                <a:moveTo>
                  <a:pt x="10278" y="0"/>
                </a:moveTo>
                <a:lnTo>
                  <a:pt x="10437" y="0"/>
                </a:lnTo>
                <a:lnTo>
                  <a:pt x="10437" y="118"/>
                </a:lnTo>
                <a:lnTo>
                  <a:pt x="10278" y="118"/>
                </a:lnTo>
                <a:lnTo>
                  <a:pt x="10278" y="0"/>
                </a:lnTo>
                <a:moveTo>
                  <a:pt x="10542" y="0"/>
                </a:moveTo>
                <a:lnTo>
                  <a:pt x="10701" y="0"/>
                </a:lnTo>
                <a:lnTo>
                  <a:pt x="10701" y="118"/>
                </a:lnTo>
                <a:lnTo>
                  <a:pt x="10542" y="118"/>
                </a:lnTo>
                <a:lnTo>
                  <a:pt x="10542" y="0"/>
                </a:lnTo>
                <a:moveTo>
                  <a:pt x="10806" y="0"/>
                </a:moveTo>
                <a:lnTo>
                  <a:pt x="10965" y="0"/>
                </a:lnTo>
                <a:lnTo>
                  <a:pt x="10965" y="118"/>
                </a:lnTo>
                <a:lnTo>
                  <a:pt x="10806" y="118"/>
                </a:lnTo>
                <a:lnTo>
                  <a:pt x="10806" y="0"/>
                </a:lnTo>
                <a:moveTo>
                  <a:pt x="11070" y="0"/>
                </a:moveTo>
                <a:lnTo>
                  <a:pt x="11229" y="0"/>
                </a:lnTo>
                <a:lnTo>
                  <a:pt x="11229" y="118"/>
                </a:lnTo>
                <a:lnTo>
                  <a:pt x="11070" y="118"/>
                </a:lnTo>
                <a:lnTo>
                  <a:pt x="11070" y="0"/>
                </a:lnTo>
                <a:moveTo>
                  <a:pt x="11334" y="0"/>
                </a:moveTo>
                <a:lnTo>
                  <a:pt x="11493" y="0"/>
                </a:lnTo>
                <a:lnTo>
                  <a:pt x="11493" y="118"/>
                </a:lnTo>
                <a:lnTo>
                  <a:pt x="11334" y="118"/>
                </a:lnTo>
                <a:lnTo>
                  <a:pt x="11334" y="0"/>
                </a:lnTo>
                <a:moveTo>
                  <a:pt x="11598" y="0"/>
                </a:moveTo>
                <a:lnTo>
                  <a:pt x="11757" y="0"/>
                </a:lnTo>
                <a:lnTo>
                  <a:pt x="11757" y="118"/>
                </a:lnTo>
                <a:lnTo>
                  <a:pt x="11598" y="118"/>
                </a:lnTo>
                <a:lnTo>
                  <a:pt x="11598" y="0"/>
                </a:lnTo>
                <a:moveTo>
                  <a:pt x="11862" y="0"/>
                </a:moveTo>
                <a:lnTo>
                  <a:pt x="12021" y="0"/>
                </a:lnTo>
                <a:lnTo>
                  <a:pt x="12021" y="118"/>
                </a:lnTo>
                <a:lnTo>
                  <a:pt x="11862" y="118"/>
                </a:lnTo>
                <a:lnTo>
                  <a:pt x="11862" y="0"/>
                </a:lnTo>
                <a:moveTo>
                  <a:pt x="12126" y="0"/>
                </a:moveTo>
                <a:lnTo>
                  <a:pt x="12285" y="0"/>
                </a:lnTo>
                <a:lnTo>
                  <a:pt x="12285" y="118"/>
                </a:lnTo>
                <a:lnTo>
                  <a:pt x="12126" y="118"/>
                </a:lnTo>
                <a:lnTo>
                  <a:pt x="12126" y="0"/>
                </a:lnTo>
                <a:moveTo>
                  <a:pt x="12390" y="0"/>
                </a:moveTo>
                <a:lnTo>
                  <a:pt x="12549" y="0"/>
                </a:lnTo>
                <a:lnTo>
                  <a:pt x="12549" y="118"/>
                </a:lnTo>
                <a:lnTo>
                  <a:pt x="12390" y="118"/>
                </a:lnTo>
                <a:lnTo>
                  <a:pt x="12390" y="0"/>
                </a:lnTo>
                <a:moveTo>
                  <a:pt x="12654" y="0"/>
                </a:moveTo>
                <a:lnTo>
                  <a:pt x="12813" y="0"/>
                </a:lnTo>
                <a:lnTo>
                  <a:pt x="12813" y="118"/>
                </a:lnTo>
                <a:lnTo>
                  <a:pt x="12654" y="118"/>
                </a:lnTo>
                <a:lnTo>
                  <a:pt x="12654" y="0"/>
                </a:lnTo>
                <a:moveTo>
                  <a:pt x="12918" y="0"/>
                </a:moveTo>
                <a:lnTo>
                  <a:pt x="13077" y="0"/>
                </a:lnTo>
                <a:lnTo>
                  <a:pt x="13077" y="118"/>
                </a:lnTo>
                <a:lnTo>
                  <a:pt x="12918" y="118"/>
                </a:lnTo>
                <a:lnTo>
                  <a:pt x="12918" y="0"/>
                </a:lnTo>
                <a:moveTo>
                  <a:pt x="13182" y="0"/>
                </a:moveTo>
                <a:lnTo>
                  <a:pt x="13341" y="0"/>
                </a:lnTo>
                <a:lnTo>
                  <a:pt x="13341" y="118"/>
                </a:lnTo>
                <a:lnTo>
                  <a:pt x="13182" y="118"/>
                </a:lnTo>
                <a:lnTo>
                  <a:pt x="13182" y="0"/>
                </a:lnTo>
                <a:moveTo>
                  <a:pt x="13447" y="0"/>
                </a:moveTo>
                <a:lnTo>
                  <a:pt x="13605" y="0"/>
                </a:lnTo>
                <a:lnTo>
                  <a:pt x="13605" y="118"/>
                </a:lnTo>
                <a:lnTo>
                  <a:pt x="13447" y="118"/>
                </a:lnTo>
                <a:lnTo>
                  <a:pt x="13447" y="0"/>
                </a:lnTo>
                <a:moveTo>
                  <a:pt x="13711" y="0"/>
                </a:moveTo>
                <a:lnTo>
                  <a:pt x="13869" y="0"/>
                </a:lnTo>
                <a:lnTo>
                  <a:pt x="13869" y="118"/>
                </a:lnTo>
                <a:lnTo>
                  <a:pt x="13711" y="118"/>
                </a:lnTo>
                <a:lnTo>
                  <a:pt x="13711" y="0"/>
                </a:lnTo>
                <a:moveTo>
                  <a:pt x="13975" y="0"/>
                </a:moveTo>
                <a:lnTo>
                  <a:pt x="14134" y="0"/>
                </a:lnTo>
                <a:lnTo>
                  <a:pt x="14134" y="118"/>
                </a:lnTo>
                <a:lnTo>
                  <a:pt x="13975" y="118"/>
                </a:lnTo>
                <a:lnTo>
                  <a:pt x="13975" y="0"/>
                </a:lnTo>
                <a:moveTo>
                  <a:pt x="14240" y="0"/>
                </a:moveTo>
                <a:lnTo>
                  <a:pt x="14398" y="0"/>
                </a:lnTo>
                <a:lnTo>
                  <a:pt x="14398" y="118"/>
                </a:lnTo>
                <a:lnTo>
                  <a:pt x="14240" y="118"/>
                </a:lnTo>
                <a:lnTo>
                  <a:pt x="14240" y="0"/>
                </a:lnTo>
                <a:moveTo>
                  <a:pt x="14504" y="0"/>
                </a:moveTo>
                <a:lnTo>
                  <a:pt x="14663" y="0"/>
                </a:lnTo>
                <a:lnTo>
                  <a:pt x="14663" y="118"/>
                </a:lnTo>
                <a:lnTo>
                  <a:pt x="14504" y="118"/>
                </a:lnTo>
                <a:lnTo>
                  <a:pt x="14504" y="0"/>
                </a:lnTo>
                <a:moveTo>
                  <a:pt x="14768" y="0"/>
                </a:moveTo>
                <a:lnTo>
                  <a:pt x="14927" y="0"/>
                </a:lnTo>
                <a:lnTo>
                  <a:pt x="14927" y="118"/>
                </a:lnTo>
                <a:lnTo>
                  <a:pt x="14768" y="118"/>
                </a:lnTo>
                <a:lnTo>
                  <a:pt x="14768" y="0"/>
                </a:lnTo>
                <a:moveTo>
                  <a:pt x="15032" y="0"/>
                </a:moveTo>
                <a:lnTo>
                  <a:pt x="15191" y="0"/>
                </a:lnTo>
                <a:lnTo>
                  <a:pt x="15191" y="118"/>
                </a:lnTo>
                <a:lnTo>
                  <a:pt x="15032" y="118"/>
                </a:lnTo>
                <a:lnTo>
                  <a:pt x="15032" y="0"/>
                </a:lnTo>
                <a:moveTo>
                  <a:pt x="15296" y="0"/>
                </a:moveTo>
                <a:lnTo>
                  <a:pt x="15455" y="0"/>
                </a:lnTo>
                <a:lnTo>
                  <a:pt x="15455" y="118"/>
                </a:lnTo>
                <a:lnTo>
                  <a:pt x="15296" y="118"/>
                </a:lnTo>
                <a:lnTo>
                  <a:pt x="15296" y="0"/>
                </a:lnTo>
                <a:moveTo>
                  <a:pt x="15560" y="0"/>
                </a:moveTo>
                <a:lnTo>
                  <a:pt x="15719" y="0"/>
                </a:lnTo>
                <a:lnTo>
                  <a:pt x="15719" y="118"/>
                </a:lnTo>
                <a:lnTo>
                  <a:pt x="15560" y="118"/>
                </a:lnTo>
                <a:lnTo>
                  <a:pt x="15560" y="0"/>
                </a:lnTo>
                <a:moveTo>
                  <a:pt x="15824" y="0"/>
                </a:moveTo>
                <a:lnTo>
                  <a:pt x="15983" y="0"/>
                </a:lnTo>
                <a:lnTo>
                  <a:pt x="15983" y="118"/>
                </a:lnTo>
                <a:lnTo>
                  <a:pt x="15824" y="118"/>
                </a:lnTo>
                <a:lnTo>
                  <a:pt x="15824" y="0"/>
                </a:lnTo>
                <a:moveTo>
                  <a:pt x="16088" y="0"/>
                </a:moveTo>
                <a:lnTo>
                  <a:pt x="16247" y="0"/>
                </a:lnTo>
                <a:lnTo>
                  <a:pt x="16247" y="118"/>
                </a:lnTo>
                <a:lnTo>
                  <a:pt x="16088" y="118"/>
                </a:lnTo>
                <a:lnTo>
                  <a:pt x="16088" y="0"/>
                </a:lnTo>
                <a:moveTo>
                  <a:pt x="16352" y="0"/>
                </a:moveTo>
                <a:lnTo>
                  <a:pt x="16511" y="0"/>
                </a:lnTo>
                <a:lnTo>
                  <a:pt x="16511" y="118"/>
                </a:lnTo>
                <a:lnTo>
                  <a:pt x="16352" y="118"/>
                </a:lnTo>
                <a:lnTo>
                  <a:pt x="16352" y="0"/>
                </a:lnTo>
                <a:moveTo>
                  <a:pt x="16616" y="0"/>
                </a:moveTo>
                <a:lnTo>
                  <a:pt x="16775" y="0"/>
                </a:lnTo>
                <a:lnTo>
                  <a:pt x="16775" y="118"/>
                </a:lnTo>
                <a:lnTo>
                  <a:pt x="16616" y="118"/>
                </a:lnTo>
                <a:lnTo>
                  <a:pt x="16616" y="0"/>
                </a:lnTo>
                <a:moveTo>
                  <a:pt x="16880" y="0"/>
                </a:moveTo>
                <a:lnTo>
                  <a:pt x="17039" y="0"/>
                </a:lnTo>
                <a:lnTo>
                  <a:pt x="17039" y="118"/>
                </a:lnTo>
                <a:lnTo>
                  <a:pt x="16880" y="118"/>
                </a:lnTo>
                <a:lnTo>
                  <a:pt x="16880" y="0"/>
                </a:lnTo>
                <a:moveTo>
                  <a:pt x="17144" y="0"/>
                </a:moveTo>
                <a:lnTo>
                  <a:pt x="17303" y="0"/>
                </a:lnTo>
                <a:lnTo>
                  <a:pt x="17303" y="118"/>
                </a:lnTo>
                <a:lnTo>
                  <a:pt x="17144" y="118"/>
                </a:lnTo>
                <a:lnTo>
                  <a:pt x="17144" y="0"/>
                </a:lnTo>
                <a:moveTo>
                  <a:pt x="17408" y="0"/>
                </a:moveTo>
                <a:lnTo>
                  <a:pt x="17567" y="0"/>
                </a:lnTo>
                <a:lnTo>
                  <a:pt x="17567" y="118"/>
                </a:lnTo>
                <a:lnTo>
                  <a:pt x="17408" y="118"/>
                </a:lnTo>
                <a:lnTo>
                  <a:pt x="17408" y="0"/>
                </a:lnTo>
                <a:moveTo>
                  <a:pt x="17672" y="0"/>
                </a:moveTo>
                <a:lnTo>
                  <a:pt x="17831" y="0"/>
                </a:lnTo>
                <a:lnTo>
                  <a:pt x="17831" y="118"/>
                </a:lnTo>
                <a:lnTo>
                  <a:pt x="17672" y="118"/>
                </a:lnTo>
                <a:lnTo>
                  <a:pt x="17672" y="0"/>
                </a:lnTo>
                <a:moveTo>
                  <a:pt x="17936" y="0"/>
                </a:moveTo>
                <a:lnTo>
                  <a:pt x="18095" y="0"/>
                </a:lnTo>
                <a:lnTo>
                  <a:pt x="18095" y="118"/>
                </a:lnTo>
                <a:lnTo>
                  <a:pt x="17936" y="118"/>
                </a:lnTo>
                <a:lnTo>
                  <a:pt x="17936" y="0"/>
                </a:lnTo>
                <a:moveTo>
                  <a:pt x="18201" y="0"/>
                </a:moveTo>
                <a:lnTo>
                  <a:pt x="18359" y="0"/>
                </a:lnTo>
                <a:lnTo>
                  <a:pt x="18359" y="118"/>
                </a:lnTo>
                <a:lnTo>
                  <a:pt x="18201" y="118"/>
                </a:lnTo>
                <a:lnTo>
                  <a:pt x="18201" y="0"/>
                </a:lnTo>
                <a:moveTo>
                  <a:pt x="18465" y="0"/>
                </a:moveTo>
                <a:lnTo>
                  <a:pt x="18623" y="0"/>
                </a:lnTo>
                <a:lnTo>
                  <a:pt x="18623" y="118"/>
                </a:lnTo>
                <a:lnTo>
                  <a:pt x="18465" y="118"/>
                </a:lnTo>
                <a:lnTo>
                  <a:pt x="18465" y="0"/>
                </a:lnTo>
                <a:moveTo>
                  <a:pt x="18729" y="0"/>
                </a:moveTo>
                <a:lnTo>
                  <a:pt x="18887" y="0"/>
                </a:lnTo>
                <a:lnTo>
                  <a:pt x="18887" y="118"/>
                </a:lnTo>
                <a:lnTo>
                  <a:pt x="18729" y="118"/>
                </a:lnTo>
                <a:lnTo>
                  <a:pt x="18729" y="0"/>
                </a:lnTo>
                <a:moveTo>
                  <a:pt x="18993" y="0"/>
                </a:moveTo>
                <a:lnTo>
                  <a:pt x="19151" y="0"/>
                </a:lnTo>
                <a:lnTo>
                  <a:pt x="19151" y="118"/>
                </a:lnTo>
                <a:lnTo>
                  <a:pt x="18993" y="118"/>
                </a:lnTo>
                <a:lnTo>
                  <a:pt x="18993" y="0"/>
                </a:lnTo>
                <a:moveTo>
                  <a:pt x="19257" y="0"/>
                </a:moveTo>
                <a:lnTo>
                  <a:pt x="19415" y="0"/>
                </a:lnTo>
                <a:lnTo>
                  <a:pt x="19415" y="118"/>
                </a:lnTo>
                <a:lnTo>
                  <a:pt x="19257" y="118"/>
                </a:lnTo>
                <a:lnTo>
                  <a:pt x="19257" y="0"/>
                </a:lnTo>
                <a:moveTo>
                  <a:pt x="19521" y="0"/>
                </a:moveTo>
                <a:lnTo>
                  <a:pt x="19680" y="0"/>
                </a:lnTo>
                <a:lnTo>
                  <a:pt x="19680" y="118"/>
                </a:lnTo>
                <a:lnTo>
                  <a:pt x="19521" y="118"/>
                </a:lnTo>
                <a:lnTo>
                  <a:pt x="19521" y="0"/>
                </a:lnTo>
                <a:moveTo>
                  <a:pt x="19785" y="0"/>
                </a:moveTo>
                <a:lnTo>
                  <a:pt x="19944" y="0"/>
                </a:lnTo>
                <a:lnTo>
                  <a:pt x="19944" y="118"/>
                </a:lnTo>
                <a:lnTo>
                  <a:pt x="19785" y="118"/>
                </a:lnTo>
                <a:lnTo>
                  <a:pt x="19785" y="0"/>
                </a:lnTo>
                <a:moveTo>
                  <a:pt x="20049" y="0"/>
                </a:moveTo>
                <a:lnTo>
                  <a:pt x="20208" y="0"/>
                </a:lnTo>
                <a:lnTo>
                  <a:pt x="20208" y="118"/>
                </a:lnTo>
                <a:lnTo>
                  <a:pt x="20049" y="118"/>
                </a:lnTo>
                <a:lnTo>
                  <a:pt x="20049" y="0"/>
                </a:lnTo>
                <a:moveTo>
                  <a:pt x="20313" y="0"/>
                </a:moveTo>
                <a:lnTo>
                  <a:pt x="20472" y="0"/>
                </a:lnTo>
                <a:lnTo>
                  <a:pt x="20472" y="118"/>
                </a:lnTo>
                <a:lnTo>
                  <a:pt x="20313" y="118"/>
                </a:lnTo>
                <a:lnTo>
                  <a:pt x="20313" y="0"/>
                </a:lnTo>
                <a:moveTo>
                  <a:pt x="20577" y="0"/>
                </a:moveTo>
                <a:lnTo>
                  <a:pt x="20736" y="0"/>
                </a:lnTo>
                <a:lnTo>
                  <a:pt x="20736" y="118"/>
                </a:lnTo>
                <a:lnTo>
                  <a:pt x="20577" y="118"/>
                </a:lnTo>
                <a:lnTo>
                  <a:pt x="20577" y="0"/>
                </a:lnTo>
                <a:moveTo>
                  <a:pt x="20841" y="0"/>
                </a:moveTo>
                <a:lnTo>
                  <a:pt x="21000" y="0"/>
                </a:lnTo>
                <a:lnTo>
                  <a:pt x="21000" y="118"/>
                </a:lnTo>
                <a:lnTo>
                  <a:pt x="20841" y="118"/>
                </a:lnTo>
                <a:lnTo>
                  <a:pt x="20841" y="0"/>
                </a:lnTo>
                <a:moveTo>
                  <a:pt x="21105" y="0"/>
                </a:moveTo>
                <a:lnTo>
                  <a:pt x="21264" y="0"/>
                </a:lnTo>
                <a:lnTo>
                  <a:pt x="21264" y="118"/>
                </a:lnTo>
                <a:lnTo>
                  <a:pt x="21105" y="118"/>
                </a:lnTo>
                <a:lnTo>
                  <a:pt x="21105" y="0"/>
                </a:lnTo>
                <a:moveTo>
                  <a:pt x="21369" y="0"/>
                </a:moveTo>
                <a:lnTo>
                  <a:pt x="21528" y="0"/>
                </a:lnTo>
                <a:lnTo>
                  <a:pt x="21528" y="118"/>
                </a:lnTo>
                <a:lnTo>
                  <a:pt x="21369" y="118"/>
                </a:lnTo>
                <a:lnTo>
                  <a:pt x="21369" y="0"/>
                </a:lnTo>
                <a:moveTo>
                  <a:pt x="21633" y="0"/>
                </a:moveTo>
                <a:lnTo>
                  <a:pt x="21792" y="0"/>
                </a:lnTo>
                <a:lnTo>
                  <a:pt x="21792" y="118"/>
                </a:lnTo>
                <a:lnTo>
                  <a:pt x="21633" y="118"/>
                </a:lnTo>
                <a:lnTo>
                  <a:pt x="21633" y="0"/>
                </a:lnTo>
                <a:moveTo>
                  <a:pt x="21897" y="0"/>
                </a:moveTo>
                <a:lnTo>
                  <a:pt x="22056" y="0"/>
                </a:lnTo>
                <a:lnTo>
                  <a:pt x="22056" y="118"/>
                </a:lnTo>
                <a:lnTo>
                  <a:pt x="21897" y="118"/>
                </a:lnTo>
                <a:lnTo>
                  <a:pt x="21897" y="0"/>
                </a:lnTo>
                <a:moveTo>
                  <a:pt x="22161" y="0"/>
                </a:moveTo>
                <a:lnTo>
                  <a:pt x="22320" y="0"/>
                </a:lnTo>
                <a:lnTo>
                  <a:pt x="22320" y="118"/>
                </a:lnTo>
                <a:lnTo>
                  <a:pt x="22161" y="118"/>
                </a:lnTo>
                <a:lnTo>
                  <a:pt x="22161" y="0"/>
                </a:lnTo>
                <a:moveTo>
                  <a:pt x="22425" y="0"/>
                </a:moveTo>
                <a:lnTo>
                  <a:pt x="22584" y="0"/>
                </a:lnTo>
                <a:lnTo>
                  <a:pt x="22584" y="118"/>
                </a:lnTo>
                <a:lnTo>
                  <a:pt x="22425" y="118"/>
                </a:lnTo>
                <a:lnTo>
                  <a:pt x="22425" y="0"/>
                </a:lnTo>
                <a:moveTo>
                  <a:pt x="22689" y="0"/>
                </a:moveTo>
                <a:lnTo>
                  <a:pt x="22848" y="0"/>
                </a:lnTo>
                <a:lnTo>
                  <a:pt x="22848" y="118"/>
                </a:lnTo>
                <a:lnTo>
                  <a:pt x="22689" y="118"/>
                </a:lnTo>
                <a:lnTo>
                  <a:pt x="22689" y="0"/>
                </a:lnTo>
                <a:moveTo>
                  <a:pt x="22953" y="0"/>
                </a:moveTo>
                <a:lnTo>
                  <a:pt x="23112" y="0"/>
                </a:lnTo>
                <a:lnTo>
                  <a:pt x="23112" y="118"/>
                </a:lnTo>
                <a:lnTo>
                  <a:pt x="22953" y="118"/>
                </a:lnTo>
                <a:lnTo>
                  <a:pt x="22953" y="0"/>
                </a:lnTo>
                <a:moveTo>
                  <a:pt x="23218" y="0"/>
                </a:moveTo>
                <a:lnTo>
                  <a:pt x="23376" y="0"/>
                </a:lnTo>
                <a:lnTo>
                  <a:pt x="23376" y="118"/>
                </a:lnTo>
                <a:lnTo>
                  <a:pt x="23218" y="118"/>
                </a:lnTo>
                <a:lnTo>
                  <a:pt x="23218" y="0"/>
                </a:lnTo>
                <a:moveTo>
                  <a:pt x="23482" y="0"/>
                </a:moveTo>
                <a:lnTo>
                  <a:pt x="23640" y="0"/>
                </a:lnTo>
                <a:lnTo>
                  <a:pt x="23640" y="118"/>
                </a:lnTo>
                <a:lnTo>
                  <a:pt x="23482" y="118"/>
                </a:lnTo>
                <a:lnTo>
                  <a:pt x="23482" y="0"/>
                </a:lnTo>
                <a:moveTo>
                  <a:pt x="23746" y="0"/>
                </a:moveTo>
                <a:lnTo>
                  <a:pt x="23904" y="0"/>
                </a:lnTo>
                <a:lnTo>
                  <a:pt x="23904" y="118"/>
                </a:lnTo>
                <a:lnTo>
                  <a:pt x="23746" y="118"/>
                </a:lnTo>
                <a:lnTo>
                  <a:pt x="23746" y="0"/>
                </a:lnTo>
                <a:moveTo>
                  <a:pt x="24010" y="0"/>
                </a:moveTo>
                <a:lnTo>
                  <a:pt x="24168" y="0"/>
                </a:lnTo>
                <a:lnTo>
                  <a:pt x="24168" y="118"/>
                </a:lnTo>
                <a:lnTo>
                  <a:pt x="24010" y="118"/>
                </a:lnTo>
                <a:lnTo>
                  <a:pt x="24010" y="0"/>
                </a:lnTo>
                <a:moveTo>
                  <a:pt x="24274" y="0"/>
                </a:moveTo>
                <a:lnTo>
                  <a:pt x="24433" y="0"/>
                </a:lnTo>
                <a:lnTo>
                  <a:pt x="24433" y="118"/>
                </a:lnTo>
                <a:lnTo>
                  <a:pt x="24274" y="118"/>
                </a:lnTo>
                <a:lnTo>
                  <a:pt x="24274" y="0"/>
                </a:lnTo>
                <a:moveTo>
                  <a:pt x="24538" y="0"/>
                </a:moveTo>
                <a:lnTo>
                  <a:pt x="24697" y="0"/>
                </a:lnTo>
                <a:lnTo>
                  <a:pt x="24697" y="118"/>
                </a:lnTo>
                <a:lnTo>
                  <a:pt x="24538" y="118"/>
                </a:lnTo>
                <a:lnTo>
                  <a:pt x="24538" y="0"/>
                </a:lnTo>
                <a:moveTo>
                  <a:pt x="24802" y="0"/>
                </a:moveTo>
                <a:lnTo>
                  <a:pt x="24961" y="0"/>
                </a:lnTo>
                <a:lnTo>
                  <a:pt x="24961" y="118"/>
                </a:lnTo>
                <a:lnTo>
                  <a:pt x="24802" y="118"/>
                </a:lnTo>
                <a:lnTo>
                  <a:pt x="24802" y="0"/>
                </a:lnTo>
                <a:moveTo>
                  <a:pt x="25066" y="0"/>
                </a:moveTo>
                <a:lnTo>
                  <a:pt x="25225" y="0"/>
                </a:lnTo>
                <a:lnTo>
                  <a:pt x="25225" y="118"/>
                </a:lnTo>
                <a:lnTo>
                  <a:pt x="25066" y="118"/>
                </a:lnTo>
                <a:lnTo>
                  <a:pt x="25066" y="0"/>
                </a:lnTo>
                <a:moveTo>
                  <a:pt x="25330" y="0"/>
                </a:moveTo>
                <a:lnTo>
                  <a:pt x="25489" y="0"/>
                </a:lnTo>
                <a:lnTo>
                  <a:pt x="25489" y="118"/>
                </a:lnTo>
                <a:lnTo>
                  <a:pt x="25330" y="118"/>
                </a:lnTo>
                <a:lnTo>
                  <a:pt x="25330" y="0"/>
                </a:lnTo>
                <a:moveTo>
                  <a:pt x="25594" y="0"/>
                </a:moveTo>
                <a:lnTo>
                  <a:pt x="25753" y="0"/>
                </a:lnTo>
                <a:lnTo>
                  <a:pt x="25753" y="118"/>
                </a:lnTo>
                <a:lnTo>
                  <a:pt x="25594" y="118"/>
                </a:lnTo>
                <a:lnTo>
                  <a:pt x="25594" y="0"/>
                </a:lnTo>
                <a:moveTo>
                  <a:pt x="25858" y="0"/>
                </a:moveTo>
                <a:lnTo>
                  <a:pt x="26017" y="0"/>
                </a:lnTo>
                <a:lnTo>
                  <a:pt x="26017" y="118"/>
                </a:lnTo>
                <a:lnTo>
                  <a:pt x="25858" y="118"/>
                </a:lnTo>
                <a:lnTo>
                  <a:pt x="25858" y="0"/>
                </a:lnTo>
                <a:moveTo>
                  <a:pt x="26122" y="0"/>
                </a:moveTo>
                <a:lnTo>
                  <a:pt x="26281" y="0"/>
                </a:lnTo>
                <a:lnTo>
                  <a:pt x="26281" y="118"/>
                </a:lnTo>
                <a:lnTo>
                  <a:pt x="26122" y="118"/>
                </a:lnTo>
                <a:lnTo>
                  <a:pt x="26122" y="0"/>
                </a:lnTo>
                <a:moveTo>
                  <a:pt x="26386" y="0"/>
                </a:moveTo>
                <a:lnTo>
                  <a:pt x="26545" y="0"/>
                </a:lnTo>
                <a:lnTo>
                  <a:pt x="26545" y="118"/>
                </a:lnTo>
                <a:lnTo>
                  <a:pt x="26386" y="118"/>
                </a:lnTo>
                <a:lnTo>
                  <a:pt x="26386" y="0"/>
                </a:lnTo>
                <a:moveTo>
                  <a:pt x="26650" y="0"/>
                </a:moveTo>
                <a:lnTo>
                  <a:pt x="26809" y="0"/>
                </a:lnTo>
                <a:lnTo>
                  <a:pt x="26809" y="118"/>
                </a:lnTo>
                <a:lnTo>
                  <a:pt x="26650" y="118"/>
                </a:lnTo>
                <a:lnTo>
                  <a:pt x="26650" y="0"/>
                </a:lnTo>
                <a:moveTo>
                  <a:pt x="26914" y="0"/>
                </a:moveTo>
                <a:lnTo>
                  <a:pt x="27073" y="0"/>
                </a:lnTo>
                <a:lnTo>
                  <a:pt x="27073" y="118"/>
                </a:lnTo>
                <a:lnTo>
                  <a:pt x="26914" y="118"/>
                </a:lnTo>
                <a:lnTo>
                  <a:pt x="26914" y="0"/>
                </a:lnTo>
                <a:moveTo>
                  <a:pt x="27178" y="0"/>
                </a:moveTo>
                <a:lnTo>
                  <a:pt x="27337" y="0"/>
                </a:lnTo>
                <a:lnTo>
                  <a:pt x="27337" y="118"/>
                </a:lnTo>
                <a:lnTo>
                  <a:pt x="27178" y="118"/>
                </a:lnTo>
                <a:lnTo>
                  <a:pt x="27178" y="0"/>
                </a:lnTo>
                <a:moveTo>
                  <a:pt x="27442" y="0"/>
                </a:moveTo>
                <a:lnTo>
                  <a:pt x="27601" y="0"/>
                </a:lnTo>
                <a:lnTo>
                  <a:pt x="27601" y="118"/>
                </a:lnTo>
                <a:lnTo>
                  <a:pt x="27442" y="118"/>
                </a:lnTo>
                <a:lnTo>
                  <a:pt x="27442" y="0"/>
                </a:lnTo>
                <a:moveTo>
                  <a:pt x="27706" y="0"/>
                </a:moveTo>
                <a:lnTo>
                  <a:pt x="27865" y="0"/>
                </a:lnTo>
                <a:lnTo>
                  <a:pt x="27865" y="118"/>
                </a:lnTo>
                <a:lnTo>
                  <a:pt x="27706" y="118"/>
                </a:lnTo>
                <a:lnTo>
                  <a:pt x="27706" y="0"/>
                </a:lnTo>
                <a:moveTo>
                  <a:pt x="27971" y="0"/>
                </a:moveTo>
                <a:lnTo>
                  <a:pt x="28129" y="0"/>
                </a:lnTo>
                <a:lnTo>
                  <a:pt x="28129" y="118"/>
                </a:lnTo>
                <a:lnTo>
                  <a:pt x="27971" y="118"/>
                </a:lnTo>
                <a:lnTo>
                  <a:pt x="27971" y="0"/>
                </a:lnTo>
                <a:moveTo>
                  <a:pt x="28235" y="0"/>
                </a:moveTo>
                <a:lnTo>
                  <a:pt x="28393" y="0"/>
                </a:lnTo>
                <a:lnTo>
                  <a:pt x="28393" y="118"/>
                </a:lnTo>
                <a:lnTo>
                  <a:pt x="28235" y="118"/>
                </a:lnTo>
                <a:lnTo>
                  <a:pt x="28235" y="0"/>
                </a:lnTo>
                <a:moveTo>
                  <a:pt x="28499" y="0"/>
                </a:moveTo>
                <a:lnTo>
                  <a:pt x="28657" y="0"/>
                </a:lnTo>
                <a:lnTo>
                  <a:pt x="28657" y="118"/>
                </a:lnTo>
                <a:lnTo>
                  <a:pt x="28499" y="118"/>
                </a:lnTo>
                <a:lnTo>
                  <a:pt x="28499" y="0"/>
                </a:lnTo>
                <a:moveTo>
                  <a:pt x="28763" y="0"/>
                </a:moveTo>
                <a:lnTo>
                  <a:pt x="28921" y="0"/>
                </a:lnTo>
                <a:lnTo>
                  <a:pt x="28921" y="118"/>
                </a:lnTo>
                <a:lnTo>
                  <a:pt x="28763" y="118"/>
                </a:lnTo>
                <a:lnTo>
                  <a:pt x="28763" y="0"/>
                </a:lnTo>
                <a:moveTo>
                  <a:pt x="29027" y="0"/>
                </a:moveTo>
                <a:lnTo>
                  <a:pt x="29185" y="0"/>
                </a:lnTo>
                <a:lnTo>
                  <a:pt x="29185" y="118"/>
                </a:lnTo>
                <a:lnTo>
                  <a:pt x="29027" y="118"/>
                </a:lnTo>
                <a:lnTo>
                  <a:pt x="29027" y="0"/>
                </a:lnTo>
                <a:moveTo>
                  <a:pt x="29291" y="0"/>
                </a:moveTo>
                <a:lnTo>
                  <a:pt x="29450" y="0"/>
                </a:lnTo>
                <a:lnTo>
                  <a:pt x="29450" y="118"/>
                </a:lnTo>
                <a:lnTo>
                  <a:pt x="29291" y="118"/>
                </a:lnTo>
                <a:lnTo>
                  <a:pt x="29291" y="0"/>
                </a:lnTo>
                <a:moveTo>
                  <a:pt x="29555" y="0"/>
                </a:moveTo>
                <a:lnTo>
                  <a:pt x="29714" y="0"/>
                </a:lnTo>
                <a:lnTo>
                  <a:pt x="29714" y="118"/>
                </a:lnTo>
                <a:lnTo>
                  <a:pt x="29555" y="118"/>
                </a:lnTo>
                <a:lnTo>
                  <a:pt x="29555" y="0"/>
                </a:lnTo>
                <a:moveTo>
                  <a:pt x="29819" y="0"/>
                </a:moveTo>
                <a:lnTo>
                  <a:pt x="29978" y="0"/>
                </a:lnTo>
                <a:lnTo>
                  <a:pt x="29978" y="118"/>
                </a:lnTo>
                <a:lnTo>
                  <a:pt x="29819" y="118"/>
                </a:lnTo>
                <a:lnTo>
                  <a:pt x="29819" y="0"/>
                </a:lnTo>
                <a:moveTo>
                  <a:pt x="30083" y="0"/>
                </a:moveTo>
                <a:lnTo>
                  <a:pt x="30242" y="0"/>
                </a:lnTo>
                <a:lnTo>
                  <a:pt x="30242" y="118"/>
                </a:lnTo>
                <a:lnTo>
                  <a:pt x="30083" y="118"/>
                </a:lnTo>
                <a:lnTo>
                  <a:pt x="30083" y="0"/>
                </a:lnTo>
                <a:moveTo>
                  <a:pt x="30347" y="0"/>
                </a:moveTo>
                <a:lnTo>
                  <a:pt x="30506" y="0"/>
                </a:lnTo>
                <a:lnTo>
                  <a:pt x="30506" y="118"/>
                </a:lnTo>
                <a:lnTo>
                  <a:pt x="30347" y="118"/>
                </a:lnTo>
                <a:lnTo>
                  <a:pt x="30347" y="0"/>
                </a:lnTo>
                <a:moveTo>
                  <a:pt x="30611" y="0"/>
                </a:moveTo>
                <a:lnTo>
                  <a:pt x="30725" y="0"/>
                </a:lnTo>
                <a:cubicBezTo>
                  <a:pt x="30744" y="0"/>
                  <a:pt x="30764" y="3"/>
                  <a:pt x="30783" y="7"/>
                </a:cubicBezTo>
                <a:lnTo>
                  <a:pt x="30755" y="121"/>
                </a:lnTo>
                <a:cubicBezTo>
                  <a:pt x="30745" y="119"/>
                  <a:pt x="30735" y="118"/>
                  <a:pt x="30725" y="118"/>
                </a:cubicBezTo>
                <a:lnTo>
                  <a:pt x="30611" y="118"/>
                </a:lnTo>
                <a:lnTo>
                  <a:pt x="30611" y="0"/>
                </a:lnTo>
                <a:moveTo>
                  <a:pt x="30902" y="78"/>
                </a:moveTo>
                <a:cubicBezTo>
                  <a:pt x="30946" y="125"/>
                  <a:pt x="30968" y="181"/>
                  <a:pt x="30968" y="245"/>
                </a:cubicBezTo>
                <a:lnTo>
                  <a:pt x="30968" y="265"/>
                </a:lnTo>
                <a:lnTo>
                  <a:pt x="30852" y="265"/>
                </a:lnTo>
                <a:lnTo>
                  <a:pt x="30852" y="245"/>
                </a:lnTo>
                <a:cubicBezTo>
                  <a:pt x="30852" y="211"/>
                  <a:pt x="30840" y="182"/>
                  <a:pt x="30817" y="158"/>
                </a:cubicBezTo>
                <a:lnTo>
                  <a:pt x="30902" y="78"/>
                </a:lnTo>
                <a:moveTo>
                  <a:pt x="30968" y="370"/>
                </a:moveTo>
                <a:lnTo>
                  <a:pt x="30968" y="529"/>
                </a:lnTo>
                <a:lnTo>
                  <a:pt x="30852" y="529"/>
                </a:lnTo>
                <a:lnTo>
                  <a:pt x="30852" y="370"/>
                </a:lnTo>
                <a:lnTo>
                  <a:pt x="30968" y="370"/>
                </a:lnTo>
                <a:moveTo>
                  <a:pt x="30968" y="634"/>
                </a:moveTo>
                <a:lnTo>
                  <a:pt x="30968" y="793"/>
                </a:lnTo>
                <a:lnTo>
                  <a:pt x="30852" y="793"/>
                </a:lnTo>
                <a:lnTo>
                  <a:pt x="30852" y="634"/>
                </a:lnTo>
                <a:lnTo>
                  <a:pt x="30968" y="634"/>
                </a:lnTo>
                <a:moveTo>
                  <a:pt x="30968" y="898"/>
                </a:moveTo>
                <a:lnTo>
                  <a:pt x="30968" y="1057"/>
                </a:lnTo>
                <a:lnTo>
                  <a:pt x="30852" y="1057"/>
                </a:lnTo>
                <a:lnTo>
                  <a:pt x="30852" y="898"/>
                </a:lnTo>
                <a:lnTo>
                  <a:pt x="30968" y="898"/>
                </a:lnTo>
                <a:moveTo>
                  <a:pt x="30968" y="1162"/>
                </a:moveTo>
                <a:lnTo>
                  <a:pt x="30968" y="1321"/>
                </a:lnTo>
                <a:lnTo>
                  <a:pt x="30852" y="1321"/>
                </a:lnTo>
                <a:lnTo>
                  <a:pt x="30852" y="1162"/>
                </a:lnTo>
                <a:lnTo>
                  <a:pt x="30968" y="1162"/>
                </a:lnTo>
                <a:moveTo>
                  <a:pt x="30968" y="1426"/>
                </a:moveTo>
                <a:lnTo>
                  <a:pt x="30968" y="1585"/>
                </a:lnTo>
                <a:lnTo>
                  <a:pt x="30852" y="1585"/>
                </a:lnTo>
                <a:lnTo>
                  <a:pt x="30852" y="1426"/>
                </a:lnTo>
                <a:lnTo>
                  <a:pt x="30968" y="1426"/>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3"/>
                </a:moveTo>
                <a:cubicBezTo>
                  <a:pt x="30961" y="2298"/>
                  <a:pt x="30928" y="2357"/>
                  <a:pt x="30866" y="2401"/>
                </a:cubicBezTo>
                <a:lnTo>
                  <a:pt x="30799" y="2306"/>
                </a:lnTo>
                <a:cubicBezTo>
                  <a:pt x="30831" y="2283"/>
                  <a:pt x="30848" y="2252"/>
                  <a:pt x="30851" y="2213"/>
                </a:cubicBezTo>
                <a:lnTo>
                  <a:pt x="30967" y="2223"/>
                </a:lnTo>
                <a:moveTo>
                  <a:pt x="30736" y="2446"/>
                </a:moveTo>
                <a:cubicBezTo>
                  <a:pt x="30733" y="2446"/>
                  <a:pt x="30729" y="2446"/>
                  <a:pt x="30725" y="2446"/>
                </a:cubicBezTo>
                <a:lnTo>
                  <a:pt x="30575" y="2446"/>
                </a:lnTo>
                <a:lnTo>
                  <a:pt x="30575" y="2330"/>
                </a:lnTo>
                <a:lnTo>
                  <a:pt x="30725" y="2330"/>
                </a:lnTo>
                <a:cubicBezTo>
                  <a:pt x="30727" y="2330"/>
                  <a:pt x="30729" y="2330"/>
                  <a:pt x="30731" y="2330"/>
                </a:cubicBezTo>
                <a:lnTo>
                  <a:pt x="30736" y="2446"/>
                </a:lnTo>
                <a:moveTo>
                  <a:pt x="30470" y="2446"/>
                </a:moveTo>
                <a:lnTo>
                  <a:pt x="30311" y="2446"/>
                </a:lnTo>
                <a:lnTo>
                  <a:pt x="30311" y="2330"/>
                </a:lnTo>
                <a:lnTo>
                  <a:pt x="30470" y="2330"/>
                </a:lnTo>
                <a:lnTo>
                  <a:pt x="30470" y="2446"/>
                </a:lnTo>
                <a:moveTo>
                  <a:pt x="30206" y="2446"/>
                </a:moveTo>
                <a:lnTo>
                  <a:pt x="30047" y="2446"/>
                </a:lnTo>
                <a:lnTo>
                  <a:pt x="30047" y="2330"/>
                </a:lnTo>
                <a:lnTo>
                  <a:pt x="30206" y="2330"/>
                </a:lnTo>
                <a:lnTo>
                  <a:pt x="30206" y="2446"/>
                </a:lnTo>
                <a:moveTo>
                  <a:pt x="29942" y="2446"/>
                </a:moveTo>
                <a:lnTo>
                  <a:pt x="29783" y="2446"/>
                </a:lnTo>
                <a:lnTo>
                  <a:pt x="29783" y="2330"/>
                </a:lnTo>
                <a:lnTo>
                  <a:pt x="29942" y="2330"/>
                </a:lnTo>
                <a:lnTo>
                  <a:pt x="29942" y="2446"/>
                </a:lnTo>
                <a:moveTo>
                  <a:pt x="29678" y="2446"/>
                </a:moveTo>
                <a:lnTo>
                  <a:pt x="29519" y="2446"/>
                </a:lnTo>
                <a:lnTo>
                  <a:pt x="29519" y="2330"/>
                </a:lnTo>
                <a:lnTo>
                  <a:pt x="29678" y="2330"/>
                </a:lnTo>
                <a:lnTo>
                  <a:pt x="29678" y="2446"/>
                </a:lnTo>
                <a:moveTo>
                  <a:pt x="29414" y="2446"/>
                </a:moveTo>
                <a:lnTo>
                  <a:pt x="29255" y="2446"/>
                </a:lnTo>
                <a:lnTo>
                  <a:pt x="29255" y="2330"/>
                </a:lnTo>
                <a:lnTo>
                  <a:pt x="29414" y="2330"/>
                </a:lnTo>
                <a:lnTo>
                  <a:pt x="29414" y="2446"/>
                </a:lnTo>
                <a:moveTo>
                  <a:pt x="29150" y="2446"/>
                </a:moveTo>
                <a:lnTo>
                  <a:pt x="28991" y="2446"/>
                </a:lnTo>
                <a:lnTo>
                  <a:pt x="28991" y="2330"/>
                </a:lnTo>
                <a:lnTo>
                  <a:pt x="29150" y="2330"/>
                </a:lnTo>
                <a:lnTo>
                  <a:pt x="29150" y="2446"/>
                </a:lnTo>
                <a:moveTo>
                  <a:pt x="28886" y="2446"/>
                </a:moveTo>
                <a:lnTo>
                  <a:pt x="28727" y="2446"/>
                </a:lnTo>
                <a:lnTo>
                  <a:pt x="28727" y="2330"/>
                </a:lnTo>
                <a:lnTo>
                  <a:pt x="28886" y="2330"/>
                </a:lnTo>
                <a:lnTo>
                  <a:pt x="28886" y="2446"/>
                </a:lnTo>
                <a:moveTo>
                  <a:pt x="28622" y="2446"/>
                </a:moveTo>
                <a:lnTo>
                  <a:pt x="28463" y="2446"/>
                </a:lnTo>
                <a:lnTo>
                  <a:pt x="28463" y="2330"/>
                </a:lnTo>
                <a:lnTo>
                  <a:pt x="28622" y="2330"/>
                </a:lnTo>
                <a:lnTo>
                  <a:pt x="28622" y="2446"/>
                </a:lnTo>
                <a:moveTo>
                  <a:pt x="28358" y="2446"/>
                </a:moveTo>
                <a:lnTo>
                  <a:pt x="28199" y="2446"/>
                </a:lnTo>
                <a:lnTo>
                  <a:pt x="28199" y="2330"/>
                </a:lnTo>
                <a:lnTo>
                  <a:pt x="28358" y="2330"/>
                </a:lnTo>
                <a:lnTo>
                  <a:pt x="28358" y="2446"/>
                </a:lnTo>
                <a:moveTo>
                  <a:pt x="28094" y="2446"/>
                </a:moveTo>
                <a:lnTo>
                  <a:pt x="27935" y="2446"/>
                </a:lnTo>
                <a:lnTo>
                  <a:pt x="27935" y="2330"/>
                </a:lnTo>
                <a:lnTo>
                  <a:pt x="28094" y="2330"/>
                </a:lnTo>
                <a:lnTo>
                  <a:pt x="28094" y="2446"/>
                </a:lnTo>
                <a:moveTo>
                  <a:pt x="27829" y="2446"/>
                </a:moveTo>
                <a:lnTo>
                  <a:pt x="27671" y="2446"/>
                </a:lnTo>
                <a:lnTo>
                  <a:pt x="27671" y="2330"/>
                </a:lnTo>
                <a:lnTo>
                  <a:pt x="27829" y="2330"/>
                </a:lnTo>
                <a:lnTo>
                  <a:pt x="27829" y="2446"/>
                </a:lnTo>
                <a:moveTo>
                  <a:pt x="27565" y="2446"/>
                </a:moveTo>
                <a:lnTo>
                  <a:pt x="27407" y="2446"/>
                </a:lnTo>
                <a:lnTo>
                  <a:pt x="27407" y="2330"/>
                </a:lnTo>
                <a:lnTo>
                  <a:pt x="27565" y="2330"/>
                </a:lnTo>
                <a:lnTo>
                  <a:pt x="27565" y="2446"/>
                </a:lnTo>
                <a:moveTo>
                  <a:pt x="27301" y="2446"/>
                </a:moveTo>
                <a:lnTo>
                  <a:pt x="27143" y="2446"/>
                </a:lnTo>
                <a:lnTo>
                  <a:pt x="27143" y="2330"/>
                </a:lnTo>
                <a:lnTo>
                  <a:pt x="27301" y="2330"/>
                </a:lnTo>
                <a:lnTo>
                  <a:pt x="27301" y="2446"/>
                </a:lnTo>
                <a:moveTo>
                  <a:pt x="27037" y="2446"/>
                </a:moveTo>
                <a:lnTo>
                  <a:pt x="26879" y="2446"/>
                </a:lnTo>
                <a:lnTo>
                  <a:pt x="26879" y="2330"/>
                </a:lnTo>
                <a:lnTo>
                  <a:pt x="27037" y="2330"/>
                </a:lnTo>
                <a:lnTo>
                  <a:pt x="27037" y="2446"/>
                </a:lnTo>
                <a:moveTo>
                  <a:pt x="26773" y="2446"/>
                </a:moveTo>
                <a:lnTo>
                  <a:pt x="26615" y="2446"/>
                </a:lnTo>
                <a:lnTo>
                  <a:pt x="26615" y="2330"/>
                </a:lnTo>
                <a:lnTo>
                  <a:pt x="26773" y="2330"/>
                </a:lnTo>
                <a:lnTo>
                  <a:pt x="26773" y="2446"/>
                </a:lnTo>
                <a:moveTo>
                  <a:pt x="26509" y="2446"/>
                </a:moveTo>
                <a:lnTo>
                  <a:pt x="26350" y="2446"/>
                </a:lnTo>
                <a:lnTo>
                  <a:pt x="26350" y="2330"/>
                </a:lnTo>
                <a:lnTo>
                  <a:pt x="26509" y="2330"/>
                </a:lnTo>
                <a:lnTo>
                  <a:pt x="26509" y="2446"/>
                </a:lnTo>
                <a:moveTo>
                  <a:pt x="26245" y="2446"/>
                </a:moveTo>
                <a:lnTo>
                  <a:pt x="26086" y="2446"/>
                </a:lnTo>
                <a:lnTo>
                  <a:pt x="26086" y="2330"/>
                </a:lnTo>
                <a:lnTo>
                  <a:pt x="26245" y="2330"/>
                </a:lnTo>
                <a:lnTo>
                  <a:pt x="26245" y="2446"/>
                </a:lnTo>
                <a:moveTo>
                  <a:pt x="25981" y="2446"/>
                </a:moveTo>
                <a:lnTo>
                  <a:pt x="25822" y="2446"/>
                </a:lnTo>
                <a:lnTo>
                  <a:pt x="25822" y="2330"/>
                </a:lnTo>
                <a:lnTo>
                  <a:pt x="25981" y="2330"/>
                </a:lnTo>
                <a:lnTo>
                  <a:pt x="25981" y="2446"/>
                </a:lnTo>
                <a:moveTo>
                  <a:pt x="25717" y="2446"/>
                </a:moveTo>
                <a:lnTo>
                  <a:pt x="25558" y="2446"/>
                </a:lnTo>
                <a:lnTo>
                  <a:pt x="25558" y="2330"/>
                </a:lnTo>
                <a:lnTo>
                  <a:pt x="25717" y="2330"/>
                </a:lnTo>
                <a:lnTo>
                  <a:pt x="25717" y="2446"/>
                </a:lnTo>
                <a:moveTo>
                  <a:pt x="25453" y="2446"/>
                </a:moveTo>
                <a:lnTo>
                  <a:pt x="25294" y="2446"/>
                </a:lnTo>
                <a:lnTo>
                  <a:pt x="25294" y="2330"/>
                </a:lnTo>
                <a:lnTo>
                  <a:pt x="25453" y="2330"/>
                </a:lnTo>
                <a:lnTo>
                  <a:pt x="25453" y="2446"/>
                </a:lnTo>
                <a:moveTo>
                  <a:pt x="25189" y="2446"/>
                </a:moveTo>
                <a:lnTo>
                  <a:pt x="25030" y="2446"/>
                </a:lnTo>
                <a:lnTo>
                  <a:pt x="25030" y="2330"/>
                </a:lnTo>
                <a:lnTo>
                  <a:pt x="25189" y="2330"/>
                </a:lnTo>
                <a:lnTo>
                  <a:pt x="25189" y="2446"/>
                </a:lnTo>
                <a:moveTo>
                  <a:pt x="24925" y="2446"/>
                </a:moveTo>
                <a:lnTo>
                  <a:pt x="24766" y="2446"/>
                </a:lnTo>
                <a:lnTo>
                  <a:pt x="24766" y="2330"/>
                </a:lnTo>
                <a:lnTo>
                  <a:pt x="24925" y="2330"/>
                </a:lnTo>
                <a:lnTo>
                  <a:pt x="24925" y="2446"/>
                </a:lnTo>
                <a:moveTo>
                  <a:pt x="24661" y="2446"/>
                </a:moveTo>
                <a:lnTo>
                  <a:pt x="24502" y="2446"/>
                </a:lnTo>
                <a:lnTo>
                  <a:pt x="24502" y="2330"/>
                </a:lnTo>
                <a:lnTo>
                  <a:pt x="24661" y="2330"/>
                </a:lnTo>
                <a:lnTo>
                  <a:pt x="24661" y="2446"/>
                </a:lnTo>
                <a:moveTo>
                  <a:pt x="24397" y="2446"/>
                </a:moveTo>
                <a:lnTo>
                  <a:pt x="24238" y="2446"/>
                </a:lnTo>
                <a:lnTo>
                  <a:pt x="24238" y="2330"/>
                </a:lnTo>
                <a:lnTo>
                  <a:pt x="24397" y="2330"/>
                </a:lnTo>
                <a:lnTo>
                  <a:pt x="24397" y="2446"/>
                </a:lnTo>
                <a:moveTo>
                  <a:pt x="24133" y="2446"/>
                </a:moveTo>
                <a:lnTo>
                  <a:pt x="23974" y="2446"/>
                </a:lnTo>
                <a:lnTo>
                  <a:pt x="23974" y="2330"/>
                </a:lnTo>
                <a:lnTo>
                  <a:pt x="24133" y="2330"/>
                </a:lnTo>
                <a:lnTo>
                  <a:pt x="24133" y="2446"/>
                </a:lnTo>
                <a:moveTo>
                  <a:pt x="23869" y="2446"/>
                </a:moveTo>
                <a:lnTo>
                  <a:pt x="23710" y="2446"/>
                </a:lnTo>
                <a:lnTo>
                  <a:pt x="23710" y="2330"/>
                </a:lnTo>
                <a:lnTo>
                  <a:pt x="23869" y="2330"/>
                </a:lnTo>
                <a:lnTo>
                  <a:pt x="23869" y="2446"/>
                </a:lnTo>
                <a:moveTo>
                  <a:pt x="23605" y="2446"/>
                </a:moveTo>
                <a:lnTo>
                  <a:pt x="23446" y="2446"/>
                </a:lnTo>
                <a:lnTo>
                  <a:pt x="23446" y="2330"/>
                </a:lnTo>
                <a:lnTo>
                  <a:pt x="23605" y="2330"/>
                </a:lnTo>
                <a:lnTo>
                  <a:pt x="23605" y="2446"/>
                </a:lnTo>
                <a:moveTo>
                  <a:pt x="23341" y="2446"/>
                </a:moveTo>
                <a:lnTo>
                  <a:pt x="23182" y="2446"/>
                </a:lnTo>
                <a:lnTo>
                  <a:pt x="23182" y="2330"/>
                </a:lnTo>
                <a:lnTo>
                  <a:pt x="23341" y="2330"/>
                </a:lnTo>
                <a:lnTo>
                  <a:pt x="23341" y="2446"/>
                </a:lnTo>
                <a:moveTo>
                  <a:pt x="23077" y="2446"/>
                </a:moveTo>
                <a:lnTo>
                  <a:pt x="22918" y="2446"/>
                </a:lnTo>
                <a:lnTo>
                  <a:pt x="22918" y="2330"/>
                </a:lnTo>
                <a:lnTo>
                  <a:pt x="23077" y="2330"/>
                </a:lnTo>
                <a:lnTo>
                  <a:pt x="23077" y="2446"/>
                </a:lnTo>
                <a:moveTo>
                  <a:pt x="22812" y="2446"/>
                </a:moveTo>
                <a:lnTo>
                  <a:pt x="22654" y="2446"/>
                </a:lnTo>
                <a:lnTo>
                  <a:pt x="22654" y="2330"/>
                </a:lnTo>
                <a:lnTo>
                  <a:pt x="22812" y="2330"/>
                </a:lnTo>
                <a:lnTo>
                  <a:pt x="22812" y="2446"/>
                </a:lnTo>
                <a:moveTo>
                  <a:pt x="22548" y="2446"/>
                </a:moveTo>
                <a:lnTo>
                  <a:pt x="22390" y="2446"/>
                </a:lnTo>
                <a:lnTo>
                  <a:pt x="22390" y="2330"/>
                </a:lnTo>
                <a:lnTo>
                  <a:pt x="22548" y="2330"/>
                </a:lnTo>
                <a:lnTo>
                  <a:pt x="22548" y="2446"/>
                </a:lnTo>
                <a:moveTo>
                  <a:pt x="22284" y="2446"/>
                </a:moveTo>
                <a:lnTo>
                  <a:pt x="22126" y="2446"/>
                </a:lnTo>
                <a:lnTo>
                  <a:pt x="22126" y="2330"/>
                </a:lnTo>
                <a:lnTo>
                  <a:pt x="22284" y="2330"/>
                </a:lnTo>
                <a:lnTo>
                  <a:pt x="22284" y="2446"/>
                </a:lnTo>
                <a:moveTo>
                  <a:pt x="22020" y="2446"/>
                </a:moveTo>
                <a:lnTo>
                  <a:pt x="21862" y="2446"/>
                </a:lnTo>
                <a:lnTo>
                  <a:pt x="21862" y="2330"/>
                </a:lnTo>
                <a:lnTo>
                  <a:pt x="22020" y="2330"/>
                </a:lnTo>
                <a:lnTo>
                  <a:pt x="22020" y="2446"/>
                </a:lnTo>
                <a:moveTo>
                  <a:pt x="21756" y="2446"/>
                </a:moveTo>
                <a:lnTo>
                  <a:pt x="21597" y="2446"/>
                </a:lnTo>
                <a:lnTo>
                  <a:pt x="21597" y="2330"/>
                </a:lnTo>
                <a:lnTo>
                  <a:pt x="21756" y="2330"/>
                </a:lnTo>
                <a:lnTo>
                  <a:pt x="21756" y="2446"/>
                </a:lnTo>
                <a:moveTo>
                  <a:pt x="21492" y="2446"/>
                </a:moveTo>
                <a:lnTo>
                  <a:pt x="21333" y="2446"/>
                </a:lnTo>
                <a:lnTo>
                  <a:pt x="21333" y="2330"/>
                </a:lnTo>
                <a:lnTo>
                  <a:pt x="21492" y="2330"/>
                </a:lnTo>
                <a:lnTo>
                  <a:pt x="21492" y="2446"/>
                </a:lnTo>
                <a:moveTo>
                  <a:pt x="21228" y="2446"/>
                </a:moveTo>
                <a:lnTo>
                  <a:pt x="21069" y="2446"/>
                </a:lnTo>
                <a:lnTo>
                  <a:pt x="21069" y="2330"/>
                </a:lnTo>
                <a:lnTo>
                  <a:pt x="21228" y="2330"/>
                </a:lnTo>
                <a:lnTo>
                  <a:pt x="21228" y="2446"/>
                </a:lnTo>
                <a:moveTo>
                  <a:pt x="20964" y="2446"/>
                </a:moveTo>
                <a:lnTo>
                  <a:pt x="20805" y="2446"/>
                </a:lnTo>
                <a:lnTo>
                  <a:pt x="20805" y="2330"/>
                </a:lnTo>
                <a:lnTo>
                  <a:pt x="20964" y="2330"/>
                </a:lnTo>
                <a:lnTo>
                  <a:pt x="20964" y="2446"/>
                </a:lnTo>
                <a:moveTo>
                  <a:pt x="20700" y="2446"/>
                </a:moveTo>
                <a:lnTo>
                  <a:pt x="20541" y="2446"/>
                </a:lnTo>
                <a:lnTo>
                  <a:pt x="20541" y="2330"/>
                </a:lnTo>
                <a:lnTo>
                  <a:pt x="20700" y="2330"/>
                </a:lnTo>
                <a:lnTo>
                  <a:pt x="20700" y="2446"/>
                </a:lnTo>
                <a:moveTo>
                  <a:pt x="20436" y="2446"/>
                </a:moveTo>
                <a:lnTo>
                  <a:pt x="20277" y="2446"/>
                </a:lnTo>
                <a:lnTo>
                  <a:pt x="20277" y="2330"/>
                </a:lnTo>
                <a:lnTo>
                  <a:pt x="20436" y="2330"/>
                </a:lnTo>
                <a:lnTo>
                  <a:pt x="20436" y="2446"/>
                </a:lnTo>
                <a:moveTo>
                  <a:pt x="20172" y="2446"/>
                </a:moveTo>
                <a:lnTo>
                  <a:pt x="20013" y="2446"/>
                </a:lnTo>
                <a:lnTo>
                  <a:pt x="20013" y="2330"/>
                </a:lnTo>
                <a:lnTo>
                  <a:pt x="20172" y="2330"/>
                </a:lnTo>
                <a:lnTo>
                  <a:pt x="20172" y="2446"/>
                </a:lnTo>
                <a:moveTo>
                  <a:pt x="19908" y="2446"/>
                </a:moveTo>
                <a:lnTo>
                  <a:pt x="19749" y="2446"/>
                </a:lnTo>
                <a:lnTo>
                  <a:pt x="19749" y="2330"/>
                </a:lnTo>
                <a:lnTo>
                  <a:pt x="19908" y="2330"/>
                </a:lnTo>
                <a:lnTo>
                  <a:pt x="19908" y="2446"/>
                </a:lnTo>
                <a:moveTo>
                  <a:pt x="19644" y="2446"/>
                </a:moveTo>
                <a:lnTo>
                  <a:pt x="19485" y="2446"/>
                </a:lnTo>
                <a:lnTo>
                  <a:pt x="19485" y="2330"/>
                </a:lnTo>
                <a:lnTo>
                  <a:pt x="19644" y="2330"/>
                </a:lnTo>
                <a:lnTo>
                  <a:pt x="19644" y="2446"/>
                </a:lnTo>
                <a:moveTo>
                  <a:pt x="19380" y="2446"/>
                </a:moveTo>
                <a:lnTo>
                  <a:pt x="19221" y="2446"/>
                </a:lnTo>
                <a:lnTo>
                  <a:pt x="19221" y="2330"/>
                </a:lnTo>
                <a:lnTo>
                  <a:pt x="19380" y="2330"/>
                </a:lnTo>
                <a:lnTo>
                  <a:pt x="19380" y="2446"/>
                </a:lnTo>
                <a:moveTo>
                  <a:pt x="19116" y="2446"/>
                </a:moveTo>
                <a:lnTo>
                  <a:pt x="18957" y="2446"/>
                </a:lnTo>
                <a:lnTo>
                  <a:pt x="18957" y="2330"/>
                </a:lnTo>
                <a:lnTo>
                  <a:pt x="19116" y="2330"/>
                </a:lnTo>
                <a:lnTo>
                  <a:pt x="19116" y="2446"/>
                </a:lnTo>
                <a:moveTo>
                  <a:pt x="18852" y="2446"/>
                </a:moveTo>
                <a:lnTo>
                  <a:pt x="18693" y="2446"/>
                </a:lnTo>
                <a:lnTo>
                  <a:pt x="18693" y="2330"/>
                </a:lnTo>
                <a:lnTo>
                  <a:pt x="18852" y="2330"/>
                </a:lnTo>
                <a:lnTo>
                  <a:pt x="18852" y="2446"/>
                </a:lnTo>
                <a:moveTo>
                  <a:pt x="18588" y="2446"/>
                </a:moveTo>
                <a:lnTo>
                  <a:pt x="18429" y="2446"/>
                </a:lnTo>
                <a:lnTo>
                  <a:pt x="18429" y="2330"/>
                </a:lnTo>
                <a:lnTo>
                  <a:pt x="18588" y="2330"/>
                </a:lnTo>
                <a:lnTo>
                  <a:pt x="18588" y="2446"/>
                </a:lnTo>
                <a:moveTo>
                  <a:pt x="18324" y="2446"/>
                </a:moveTo>
                <a:lnTo>
                  <a:pt x="18165" y="2446"/>
                </a:lnTo>
                <a:lnTo>
                  <a:pt x="18165" y="2330"/>
                </a:lnTo>
                <a:lnTo>
                  <a:pt x="18324" y="2330"/>
                </a:lnTo>
                <a:lnTo>
                  <a:pt x="18324" y="2446"/>
                </a:lnTo>
                <a:moveTo>
                  <a:pt x="18059" y="2446"/>
                </a:moveTo>
                <a:lnTo>
                  <a:pt x="17901" y="2446"/>
                </a:lnTo>
                <a:lnTo>
                  <a:pt x="17901" y="2330"/>
                </a:lnTo>
                <a:lnTo>
                  <a:pt x="18059" y="2330"/>
                </a:lnTo>
                <a:lnTo>
                  <a:pt x="18059" y="2446"/>
                </a:lnTo>
                <a:moveTo>
                  <a:pt x="17795" y="2446"/>
                </a:moveTo>
                <a:lnTo>
                  <a:pt x="17637" y="2446"/>
                </a:lnTo>
                <a:lnTo>
                  <a:pt x="17637" y="2330"/>
                </a:lnTo>
                <a:lnTo>
                  <a:pt x="17795" y="2330"/>
                </a:lnTo>
                <a:lnTo>
                  <a:pt x="17795" y="2446"/>
                </a:lnTo>
                <a:moveTo>
                  <a:pt x="17531" y="2446"/>
                </a:moveTo>
                <a:lnTo>
                  <a:pt x="17373" y="2446"/>
                </a:lnTo>
                <a:lnTo>
                  <a:pt x="17373" y="2330"/>
                </a:lnTo>
                <a:lnTo>
                  <a:pt x="17531" y="2330"/>
                </a:lnTo>
                <a:lnTo>
                  <a:pt x="17531" y="2446"/>
                </a:lnTo>
                <a:moveTo>
                  <a:pt x="17267" y="2446"/>
                </a:moveTo>
                <a:lnTo>
                  <a:pt x="17109" y="2446"/>
                </a:lnTo>
                <a:lnTo>
                  <a:pt x="17109" y="2330"/>
                </a:lnTo>
                <a:lnTo>
                  <a:pt x="17267" y="2330"/>
                </a:lnTo>
                <a:lnTo>
                  <a:pt x="17267" y="2446"/>
                </a:lnTo>
                <a:moveTo>
                  <a:pt x="17003" y="2446"/>
                </a:moveTo>
                <a:lnTo>
                  <a:pt x="16845" y="2446"/>
                </a:lnTo>
                <a:lnTo>
                  <a:pt x="16845" y="2330"/>
                </a:lnTo>
                <a:lnTo>
                  <a:pt x="17003" y="2330"/>
                </a:lnTo>
                <a:lnTo>
                  <a:pt x="17003" y="2446"/>
                </a:lnTo>
                <a:moveTo>
                  <a:pt x="16739" y="2446"/>
                </a:moveTo>
                <a:lnTo>
                  <a:pt x="16580" y="2446"/>
                </a:lnTo>
                <a:lnTo>
                  <a:pt x="16580" y="2330"/>
                </a:lnTo>
                <a:lnTo>
                  <a:pt x="16739" y="2330"/>
                </a:lnTo>
                <a:lnTo>
                  <a:pt x="16739" y="2446"/>
                </a:lnTo>
                <a:moveTo>
                  <a:pt x="16475" y="2446"/>
                </a:moveTo>
                <a:lnTo>
                  <a:pt x="16316" y="2446"/>
                </a:lnTo>
                <a:lnTo>
                  <a:pt x="16316" y="2330"/>
                </a:lnTo>
                <a:lnTo>
                  <a:pt x="16475" y="2330"/>
                </a:lnTo>
                <a:lnTo>
                  <a:pt x="16475" y="2446"/>
                </a:lnTo>
                <a:moveTo>
                  <a:pt x="16211" y="2446"/>
                </a:moveTo>
                <a:lnTo>
                  <a:pt x="16052" y="2446"/>
                </a:lnTo>
                <a:lnTo>
                  <a:pt x="16052" y="2330"/>
                </a:lnTo>
                <a:lnTo>
                  <a:pt x="16211" y="2330"/>
                </a:lnTo>
                <a:lnTo>
                  <a:pt x="16211" y="2446"/>
                </a:lnTo>
                <a:moveTo>
                  <a:pt x="15947" y="2446"/>
                </a:moveTo>
                <a:lnTo>
                  <a:pt x="15788" y="2446"/>
                </a:lnTo>
                <a:lnTo>
                  <a:pt x="15788" y="2330"/>
                </a:lnTo>
                <a:lnTo>
                  <a:pt x="15947" y="2330"/>
                </a:lnTo>
                <a:lnTo>
                  <a:pt x="15947" y="2446"/>
                </a:lnTo>
                <a:moveTo>
                  <a:pt x="15683" y="2446"/>
                </a:moveTo>
                <a:lnTo>
                  <a:pt x="15524" y="2446"/>
                </a:lnTo>
                <a:lnTo>
                  <a:pt x="15524" y="2330"/>
                </a:lnTo>
                <a:lnTo>
                  <a:pt x="15683" y="2330"/>
                </a:lnTo>
                <a:lnTo>
                  <a:pt x="15683" y="2446"/>
                </a:lnTo>
                <a:moveTo>
                  <a:pt x="15419" y="2446"/>
                </a:moveTo>
                <a:lnTo>
                  <a:pt x="15260" y="2446"/>
                </a:lnTo>
                <a:lnTo>
                  <a:pt x="15260" y="2330"/>
                </a:lnTo>
                <a:lnTo>
                  <a:pt x="15419" y="2330"/>
                </a:lnTo>
                <a:lnTo>
                  <a:pt x="15419" y="2446"/>
                </a:lnTo>
                <a:moveTo>
                  <a:pt x="15155" y="2446"/>
                </a:moveTo>
                <a:lnTo>
                  <a:pt x="14996" y="2446"/>
                </a:lnTo>
                <a:lnTo>
                  <a:pt x="14996" y="2330"/>
                </a:lnTo>
                <a:lnTo>
                  <a:pt x="15155" y="2330"/>
                </a:lnTo>
                <a:lnTo>
                  <a:pt x="15155" y="2446"/>
                </a:lnTo>
                <a:moveTo>
                  <a:pt x="14891" y="2446"/>
                </a:moveTo>
                <a:lnTo>
                  <a:pt x="14732" y="2446"/>
                </a:lnTo>
                <a:lnTo>
                  <a:pt x="14732" y="2330"/>
                </a:lnTo>
                <a:lnTo>
                  <a:pt x="14891" y="2330"/>
                </a:lnTo>
                <a:lnTo>
                  <a:pt x="14891" y="2446"/>
                </a:lnTo>
                <a:moveTo>
                  <a:pt x="14627" y="2446"/>
                </a:moveTo>
                <a:lnTo>
                  <a:pt x="14468" y="2446"/>
                </a:lnTo>
                <a:lnTo>
                  <a:pt x="14468" y="2330"/>
                </a:lnTo>
                <a:lnTo>
                  <a:pt x="14627" y="2330"/>
                </a:lnTo>
                <a:lnTo>
                  <a:pt x="14627" y="2446"/>
                </a:lnTo>
                <a:moveTo>
                  <a:pt x="14363" y="2446"/>
                </a:moveTo>
                <a:lnTo>
                  <a:pt x="14204" y="2446"/>
                </a:lnTo>
                <a:lnTo>
                  <a:pt x="14204" y="2330"/>
                </a:lnTo>
                <a:lnTo>
                  <a:pt x="14363" y="2330"/>
                </a:lnTo>
                <a:lnTo>
                  <a:pt x="14363" y="2446"/>
                </a:lnTo>
                <a:moveTo>
                  <a:pt x="14099" y="2446"/>
                </a:moveTo>
                <a:lnTo>
                  <a:pt x="13939" y="2446"/>
                </a:lnTo>
                <a:lnTo>
                  <a:pt x="13939" y="2330"/>
                </a:lnTo>
                <a:lnTo>
                  <a:pt x="14099" y="2330"/>
                </a:lnTo>
                <a:lnTo>
                  <a:pt x="14099" y="2446"/>
                </a:lnTo>
                <a:moveTo>
                  <a:pt x="13834" y="2446"/>
                </a:moveTo>
                <a:lnTo>
                  <a:pt x="13675" y="2446"/>
                </a:lnTo>
                <a:lnTo>
                  <a:pt x="13675" y="2330"/>
                </a:lnTo>
                <a:lnTo>
                  <a:pt x="13834" y="2330"/>
                </a:lnTo>
                <a:lnTo>
                  <a:pt x="13834" y="2446"/>
                </a:lnTo>
                <a:moveTo>
                  <a:pt x="13570" y="2446"/>
                </a:moveTo>
                <a:lnTo>
                  <a:pt x="13411" y="2446"/>
                </a:lnTo>
                <a:lnTo>
                  <a:pt x="13411" y="2330"/>
                </a:lnTo>
                <a:lnTo>
                  <a:pt x="13570" y="2330"/>
                </a:lnTo>
                <a:lnTo>
                  <a:pt x="13570" y="2446"/>
                </a:lnTo>
                <a:moveTo>
                  <a:pt x="13306" y="2446"/>
                </a:moveTo>
                <a:lnTo>
                  <a:pt x="13147" y="2446"/>
                </a:lnTo>
                <a:lnTo>
                  <a:pt x="13147" y="2330"/>
                </a:lnTo>
                <a:lnTo>
                  <a:pt x="13306" y="2330"/>
                </a:lnTo>
                <a:lnTo>
                  <a:pt x="13306" y="2446"/>
                </a:lnTo>
                <a:moveTo>
                  <a:pt x="13041" y="2446"/>
                </a:moveTo>
                <a:lnTo>
                  <a:pt x="12883" y="2446"/>
                </a:lnTo>
                <a:lnTo>
                  <a:pt x="12883" y="2330"/>
                </a:lnTo>
                <a:lnTo>
                  <a:pt x="13041" y="2330"/>
                </a:lnTo>
                <a:lnTo>
                  <a:pt x="13041" y="2446"/>
                </a:lnTo>
                <a:moveTo>
                  <a:pt x="12777" y="2446"/>
                </a:moveTo>
                <a:lnTo>
                  <a:pt x="12619" y="2446"/>
                </a:lnTo>
                <a:lnTo>
                  <a:pt x="12619" y="2330"/>
                </a:lnTo>
                <a:lnTo>
                  <a:pt x="12777" y="2330"/>
                </a:lnTo>
                <a:lnTo>
                  <a:pt x="12777" y="2446"/>
                </a:lnTo>
                <a:moveTo>
                  <a:pt x="12513" y="2446"/>
                </a:moveTo>
                <a:lnTo>
                  <a:pt x="12355" y="2446"/>
                </a:lnTo>
                <a:lnTo>
                  <a:pt x="12355" y="2330"/>
                </a:lnTo>
                <a:lnTo>
                  <a:pt x="12513" y="2330"/>
                </a:lnTo>
                <a:lnTo>
                  <a:pt x="12513" y="2446"/>
                </a:lnTo>
                <a:moveTo>
                  <a:pt x="12249" y="2446"/>
                </a:moveTo>
                <a:lnTo>
                  <a:pt x="12091" y="2446"/>
                </a:lnTo>
                <a:lnTo>
                  <a:pt x="12091" y="2330"/>
                </a:lnTo>
                <a:lnTo>
                  <a:pt x="12249" y="2330"/>
                </a:lnTo>
                <a:lnTo>
                  <a:pt x="12249" y="2446"/>
                </a:lnTo>
                <a:moveTo>
                  <a:pt x="11985" y="2446"/>
                </a:moveTo>
                <a:lnTo>
                  <a:pt x="11826" y="2446"/>
                </a:lnTo>
                <a:lnTo>
                  <a:pt x="11826" y="2330"/>
                </a:lnTo>
                <a:lnTo>
                  <a:pt x="11985" y="2330"/>
                </a:lnTo>
                <a:lnTo>
                  <a:pt x="11985" y="2446"/>
                </a:lnTo>
                <a:moveTo>
                  <a:pt x="11721" y="2446"/>
                </a:moveTo>
                <a:lnTo>
                  <a:pt x="11562" y="2446"/>
                </a:lnTo>
                <a:lnTo>
                  <a:pt x="11562" y="2330"/>
                </a:lnTo>
                <a:lnTo>
                  <a:pt x="11721" y="2330"/>
                </a:lnTo>
                <a:lnTo>
                  <a:pt x="11721" y="2446"/>
                </a:lnTo>
                <a:moveTo>
                  <a:pt x="11457" y="2446"/>
                </a:moveTo>
                <a:lnTo>
                  <a:pt x="11298" y="2446"/>
                </a:lnTo>
                <a:lnTo>
                  <a:pt x="11298" y="2330"/>
                </a:lnTo>
                <a:lnTo>
                  <a:pt x="11457" y="2330"/>
                </a:lnTo>
                <a:lnTo>
                  <a:pt x="11457" y="2446"/>
                </a:lnTo>
                <a:moveTo>
                  <a:pt x="11193" y="2446"/>
                </a:moveTo>
                <a:lnTo>
                  <a:pt x="11034" y="2446"/>
                </a:lnTo>
                <a:lnTo>
                  <a:pt x="11034" y="2330"/>
                </a:lnTo>
                <a:lnTo>
                  <a:pt x="11193" y="2330"/>
                </a:lnTo>
                <a:lnTo>
                  <a:pt x="11193" y="2446"/>
                </a:lnTo>
                <a:moveTo>
                  <a:pt x="10929" y="2446"/>
                </a:moveTo>
                <a:lnTo>
                  <a:pt x="10770" y="2446"/>
                </a:lnTo>
                <a:lnTo>
                  <a:pt x="10770" y="2330"/>
                </a:lnTo>
                <a:lnTo>
                  <a:pt x="10929" y="2330"/>
                </a:lnTo>
                <a:lnTo>
                  <a:pt x="10929" y="2446"/>
                </a:lnTo>
                <a:moveTo>
                  <a:pt x="10665" y="2446"/>
                </a:moveTo>
                <a:lnTo>
                  <a:pt x="10506" y="2446"/>
                </a:lnTo>
                <a:lnTo>
                  <a:pt x="10506" y="2330"/>
                </a:lnTo>
                <a:lnTo>
                  <a:pt x="10665" y="2330"/>
                </a:lnTo>
                <a:lnTo>
                  <a:pt x="10665" y="2446"/>
                </a:lnTo>
                <a:moveTo>
                  <a:pt x="10401" y="2446"/>
                </a:moveTo>
                <a:lnTo>
                  <a:pt x="10242" y="2446"/>
                </a:lnTo>
                <a:lnTo>
                  <a:pt x="10242" y="2330"/>
                </a:lnTo>
                <a:lnTo>
                  <a:pt x="10401" y="2330"/>
                </a:lnTo>
                <a:lnTo>
                  <a:pt x="10401" y="2446"/>
                </a:lnTo>
                <a:moveTo>
                  <a:pt x="10137" y="2446"/>
                </a:moveTo>
                <a:lnTo>
                  <a:pt x="9978" y="2446"/>
                </a:lnTo>
                <a:lnTo>
                  <a:pt x="9978" y="2330"/>
                </a:lnTo>
                <a:lnTo>
                  <a:pt x="10137" y="2330"/>
                </a:lnTo>
                <a:lnTo>
                  <a:pt x="10137" y="2446"/>
                </a:lnTo>
                <a:moveTo>
                  <a:pt x="9873" y="2446"/>
                </a:moveTo>
                <a:lnTo>
                  <a:pt x="9714" y="2446"/>
                </a:lnTo>
                <a:lnTo>
                  <a:pt x="9714" y="2330"/>
                </a:lnTo>
                <a:lnTo>
                  <a:pt x="9873" y="2330"/>
                </a:lnTo>
                <a:lnTo>
                  <a:pt x="9873" y="2446"/>
                </a:lnTo>
                <a:moveTo>
                  <a:pt x="9609" y="2446"/>
                </a:moveTo>
                <a:lnTo>
                  <a:pt x="9450" y="2446"/>
                </a:lnTo>
                <a:lnTo>
                  <a:pt x="9450" y="2330"/>
                </a:lnTo>
                <a:lnTo>
                  <a:pt x="9609" y="2330"/>
                </a:lnTo>
                <a:lnTo>
                  <a:pt x="9609" y="2446"/>
                </a:lnTo>
                <a:moveTo>
                  <a:pt x="9345" y="2446"/>
                </a:moveTo>
                <a:lnTo>
                  <a:pt x="9186" y="2446"/>
                </a:lnTo>
                <a:lnTo>
                  <a:pt x="9186" y="2330"/>
                </a:lnTo>
                <a:lnTo>
                  <a:pt x="9345" y="2330"/>
                </a:lnTo>
                <a:lnTo>
                  <a:pt x="9345" y="2446"/>
                </a:lnTo>
                <a:moveTo>
                  <a:pt x="9081" y="2446"/>
                </a:moveTo>
                <a:lnTo>
                  <a:pt x="8922" y="2446"/>
                </a:lnTo>
                <a:lnTo>
                  <a:pt x="8922" y="2330"/>
                </a:lnTo>
                <a:lnTo>
                  <a:pt x="9081" y="2330"/>
                </a:lnTo>
                <a:lnTo>
                  <a:pt x="9081" y="2446"/>
                </a:lnTo>
                <a:moveTo>
                  <a:pt x="8817" y="2446"/>
                </a:moveTo>
                <a:lnTo>
                  <a:pt x="8658" y="2446"/>
                </a:lnTo>
                <a:lnTo>
                  <a:pt x="8658" y="2330"/>
                </a:lnTo>
                <a:lnTo>
                  <a:pt x="8817" y="2330"/>
                </a:lnTo>
                <a:lnTo>
                  <a:pt x="8817" y="2446"/>
                </a:lnTo>
                <a:moveTo>
                  <a:pt x="8553" y="2446"/>
                </a:moveTo>
                <a:lnTo>
                  <a:pt x="8394" y="2446"/>
                </a:lnTo>
                <a:lnTo>
                  <a:pt x="8394" y="2330"/>
                </a:lnTo>
                <a:lnTo>
                  <a:pt x="8553" y="2330"/>
                </a:lnTo>
                <a:lnTo>
                  <a:pt x="8553" y="2446"/>
                </a:lnTo>
                <a:moveTo>
                  <a:pt x="8288" y="2446"/>
                </a:moveTo>
                <a:lnTo>
                  <a:pt x="8130" y="2446"/>
                </a:lnTo>
                <a:lnTo>
                  <a:pt x="8130" y="2330"/>
                </a:lnTo>
                <a:lnTo>
                  <a:pt x="8288" y="2330"/>
                </a:lnTo>
                <a:lnTo>
                  <a:pt x="8288" y="2446"/>
                </a:lnTo>
                <a:moveTo>
                  <a:pt x="8024" y="2446"/>
                </a:moveTo>
                <a:lnTo>
                  <a:pt x="7866" y="2446"/>
                </a:lnTo>
                <a:lnTo>
                  <a:pt x="7866" y="2330"/>
                </a:lnTo>
                <a:lnTo>
                  <a:pt x="8024" y="2330"/>
                </a:lnTo>
                <a:lnTo>
                  <a:pt x="8024" y="2446"/>
                </a:lnTo>
                <a:moveTo>
                  <a:pt x="7760" y="2446"/>
                </a:moveTo>
                <a:lnTo>
                  <a:pt x="7602" y="2446"/>
                </a:lnTo>
                <a:lnTo>
                  <a:pt x="7602" y="2330"/>
                </a:lnTo>
                <a:lnTo>
                  <a:pt x="7760" y="2330"/>
                </a:lnTo>
                <a:lnTo>
                  <a:pt x="7760" y="2446"/>
                </a:lnTo>
                <a:moveTo>
                  <a:pt x="7496" y="2446"/>
                </a:moveTo>
                <a:lnTo>
                  <a:pt x="7338" y="2446"/>
                </a:lnTo>
                <a:lnTo>
                  <a:pt x="7338" y="2330"/>
                </a:lnTo>
                <a:lnTo>
                  <a:pt x="7496" y="2330"/>
                </a:lnTo>
                <a:lnTo>
                  <a:pt x="7496" y="2446"/>
                </a:lnTo>
                <a:moveTo>
                  <a:pt x="7232" y="2446"/>
                </a:moveTo>
                <a:lnTo>
                  <a:pt x="7074" y="2446"/>
                </a:lnTo>
                <a:lnTo>
                  <a:pt x="7074" y="2330"/>
                </a:lnTo>
                <a:lnTo>
                  <a:pt x="7232" y="2330"/>
                </a:lnTo>
                <a:lnTo>
                  <a:pt x="7232" y="2446"/>
                </a:lnTo>
                <a:moveTo>
                  <a:pt x="6968" y="2446"/>
                </a:moveTo>
                <a:lnTo>
                  <a:pt x="6809" y="2446"/>
                </a:lnTo>
                <a:lnTo>
                  <a:pt x="6809" y="2330"/>
                </a:lnTo>
                <a:lnTo>
                  <a:pt x="6968" y="2330"/>
                </a:lnTo>
                <a:lnTo>
                  <a:pt x="6968" y="2446"/>
                </a:lnTo>
                <a:moveTo>
                  <a:pt x="6704" y="2446"/>
                </a:moveTo>
                <a:lnTo>
                  <a:pt x="6545" y="2446"/>
                </a:lnTo>
                <a:lnTo>
                  <a:pt x="6545" y="2330"/>
                </a:lnTo>
                <a:lnTo>
                  <a:pt x="6704" y="2330"/>
                </a:lnTo>
                <a:lnTo>
                  <a:pt x="6704" y="2446"/>
                </a:lnTo>
                <a:moveTo>
                  <a:pt x="6440" y="2446"/>
                </a:moveTo>
                <a:lnTo>
                  <a:pt x="6281" y="2446"/>
                </a:lnTo>
                <a:lnTo>
                  <a:pt x="6281" y="2330"/>
                </a:lnTo>
                <a:lnTo>
                  <a:pt x="6440" y="2330"/>
                </a:lnTo>
                <a:lnTo>
                  <a:pt x="6440" y="2446"/>
                </a:lnTo>
                <a:moveTo>
                  <a:pt x="6176" y="2446"/>
                </a:moveTo>
                <a:lnTo>
                  <a:pt x="6017" y="2446"/>
                </a:lnTo>
                <a:lnTo>
                  <a:pt x="6017" y="2330"/>
                </a:lnTo>
                <a:lnTo>
                  <a:pt x="6176" y="2330"/>
                </a:lnTo>
                <a:lnTo>
                  <a:pt x="6176" y="2446"/>
                </a:lnTo>
                <a:moveTo>
                  <a:pt x="5912" y="2446"/>
                </a:moveTo>
                <a:lnTo>
                  <a:pt x="5753" y="2446"/>
                </a:lnTo>
                <a:lnTo>
                  <a:pt x="5753" y="2330"/>
                </a:lnTo>
                <a:lnTo>
                  <a:pt x="5912" y="2330"/>
                </a:lnTo>
                <a:lnTo>
                  <a:pt x="5912" y="2446"/>
                </a:lnTo>
                <a:moveTo>
                  <a:pt x="5648" y="2446"/>
                </a:moveTo>
                <a:lnTo>
                  <a:pt x="5489" y="2446"/>
                </a:lnTo>
                <a:lnTo>
                  <a:pt x="5489" y="2330"/>
                </a:lnTo>
                <a:lnTo>
                  <a:pt x="5648" y="2330"/>
                </a:lnTo>
                <a:lnTo>
                  <a:pt x="5648" y="2446"/>
                </a:lnTo>
                <a:moveTo>
                  <a:pt x="5384" y="2446"/>
                </a:moveTo>
                <a:lnTo>
                  <a:pt x="5225" y="2446"/>
                </a:lnTo>
                <a:lnTo>
                  <a:pt x="5225" y="2330"/>
                </a:lnTo>
                <a:lnTo>
                  <a:pt x="5384" y="2330"/>
                </a:lnTo>
                <a:lnTo>
                  <a:pt x="5384" y="2446"/>
                </a:lnTo>
                <a:moveTo>
                  <a:pt x="5120" y="2446"/>
                </a:moveTo>
                <a:lnTo>
                  <a:pt x="4961" y="2446"/>
                </a:lnTo>
                <a:lnTo>
                  <a:pt x="4961" y="2330"/>
                </a:lnTo>
                <a:lnTo>
                  <a:pt x="5120" y="2330"/>
                </a:lnTo>
                <a:lnTo>
                  <a:pt x="5120" y="2446"/>
                </a:lnTo>
                <a:moveTo>
                  <a:pt x="4856" y="2446"/>
                </a:moveTo>
                <a:lnTo>
                  <a:pt x="4697" y="2446"/>
                </a:lnTo>
                <a:lnTo>
                  <a:pt x="4697" y="2330"/>
                </a:lnTo>
                <a:lnTo>
                  <a:pt x="4856" y="2330"/>
                </a:lnTo>
                <a:lnTo>
                  <a:pt x="4856" y="2446"/>
                </a:lnTo>
                <a:moveTo>
                  <a:pt x="4592" y="2446"/>
                </a:moveTo>
                <a:lnTo>
                  <a:pt x="4433" y="2446"/>
                </a:lnTo>
                <a:lnTo>
                  <a:pt x="4433" y="2330"/>
                </a:lnTo>
                <a:lnTo>
                  <a:pt x="4592" y="2330"/>
                </a:lnTo>
                <a:lnTo>
                  <a:pt x="4592" y="2446"/>
                </a:lnTo>
                <a:moveTo>
                  <a:pt x="4328" y="2446"/>
                </a:moveTo>
                <a:lnTo>
                  <a:pt x="4169" y="2446"/>
                </a:lnTo>
                <a:lnTo>
                  <a:pt x="4169" y="2330"/>
                </a:lnTo>
                <a:lnTo>
                  <a:pt x="4328" y="2330"/>
                </a:lnTo>
                <a:lnTo>
                  <a:pt x="4328" y="2446"/>
                </a:lnTo>
                <a:moveTo>
                  <a:pt x="4064" y="2446"/>
                </a:moveTo>
                <a:lnTo>
                  <a:pt x="3905" y="2446"/>
                </a:lnTo>
                <a:lnTo>
                  <a:pt x="3905" y="2330"/>
                </a:lnTo>
                <a:lnTo>
                  <a:pt x="4064" y="2330"/>
                </a:lnTo>
                <a:lnTo>
                  <a:pt x="4064" y="2446"/>
                </a:lnTo>
                <a:moveTo>
                  <a:pt x="3800" y="2446"/>
                </a:moveTo>
                <a:lnTo>
                  <a:pt x="3641" y="2446"/>
                </a:lnTo>
                <a:lnTo>
                  <a:pt x="3641" y="2330"/>
                </a:lnTo>
                <a:lnTo>
                  <a:pt x="3800" y="2330"/>
                </a:lnTo>
                <a:lnTo>
                  <a:pt x="3800" y="2446"/>
                </a:lnTo>
                <a:moveTo>
                  <a:pt x="3536" y="2446"/>
                </a:moveTo>
                <a:lnTo>
                  <a:pt x="3377" y="2446"/>
                </a:lnTo>
                <a:lnTo>
                  <a:pt x="3377" y="2330"/>
                </a:lnTo>
                <a:lnTo>
                  <a:pt x="3536" y="2330"/>
                </a:lnTo>
                <a:lnTo>
                  <a:pt x="3536" y="2446"/>
                </a:lnTo>
                <a:moveTo>
                  <a:pt x="3271" y="2446"/>
                </a:moveTo>
                <a:lnTo>
                  <a:pt x="3113" y="2446"/>
                </a:lnTo>
                <a:lnTo>
                  <a:pt x="3113" y="2330"/>
                </a:lnTo>
                <a:lnTo>
                  <a:pt x="3271" y="2330"/>
                </a:lnTo>
                <a:lnTo>
                  <a:pt x="3271" y="2446"/>
                </a:lnTo>
                <a:moveTo>
                  <a:pt x="3007" y="2446"/>
                </a:moveTo>
                <a:lnTo>
                  <a:pt x="2849" y="2446"/>
                </a:lnTo>
                <a:lnTo>
                  <a:pt x="2849" y="2330"/>
                </a:lnTo>
                <a:lnTo>
                  <a:pt x="3007" y="2330"/>
                </a:lnTo>
                <a:lnTo>
                  <a:pt x="3007" y="2446"/>
                </a:lnTo>
                <a:moveTo>
                  <a:pt x="2743" y="2446"/>
                </a:moveTo>
                <a:lnTo>
                  <a:pt x="2585" y="2446"/>
                </a:lnTo>
                <a:lnTo>
                  <a:pt x="2585" y="2330"/>
                </a:lnTo>
                <a:lnTo>
                  <a:pt x="2743" y="2330"/>
                </a:lnTo>
                <a:lnTo>
                  <a:pt x="2743" y="2446"/>
                </a:lnTo>
                <a:moveTo>
                  <a:pt x="2479" y="2446"/>
                </a:moveTo>
                <a:lnTo>
                  <a:pt x="2321" y="2446"/>
                </a:lnTo>
                <a:lnTo>
                  <a:pt x="2321" y="2330"/>
                </a:lnTo>
                <a:lnTo>
                  <a:pt x="2479" y="2330"/>
                </a:lnTo>
                <a:lnTo>
                  <a:pt x="2479" y="2446"/>
                </a:lnTo>
                <a:moveTo>
                  <a:pt x="2215" y="2446"/>
                </a:moveTo>
                <a:lnTo>
                  <a:pt x="2056" y="2446"/>
                </a:lnTo>
                <a:lnTo>
                  <a:pt x="2056" y="2330"/>
                </a:lnTo>
                <a:lnTo>
                  <a:pt x="2215" y="2330"/>
                </a:lnTo>
                <a:lnTo>
                  <a:pt x="2215" y="2446"/>
                </a:lnTo>
                <a:moveTo>
                  <a:pt x="1951" y="2446"/>
                </a:moveTo>
                <a:lnTo>
                  <a:pt x="1792" y="2446"/>
                </a:lnTo>
                <a:lnTo>
                  <a:pt x="1792" y="2330"/>
                </a:lnTo>
                <a:lnTo>
                  <a:pt x="1951" y="2330"/>
                </a:lnTo>
                <a:lnTo>
                  <a:pt x="1951" y="2446"/>
                </a:lnTo>
                <a:moveTo>
                  <a:pt x="1687" y="2446"/>
                </a:moveTo>
                <a:lnTo>
                  <a:pt x="1528" y="2446"/>
                </a:lnTo>
                <a:lnTo>
                  <a:pt x="1528" y="2330"/>
                </a:lnTo>
                <a:lnTo>
                  <a:pt x="1687" y="2330"/>
                </a:lnTo>
                <a:lnTo>
                  <a:pt x="1687" y="2446"/>
                </a:lnTo>
                <a:moveTo>
                  <a:pt x="1423" y="2446"/>
                </a:moveTo>
                <a:lnTo>
                  <a:pt x="1264" y="2446"/>
                </a:lnTo>
                <a:lnTo>
                  <a:pt x="1264" y="2330"/>
                </a:lnTo>
                <a:lnTo>
                  <a:pt x="1423" y="2330"/>
                </a:lnTo>
                <a:lnTo>
                  <a:pt x="1423" y="2446"/>
                </a:lnTo>
                <a:moveTo>
                  <a:pt x="1159" y="2446"/>
                </a:moveTo>
                <a:lnTo>
                  <a:pt x="1000" y="2446"/>
                </a:lnTo>
                <a:lnTo>
                  <a:pt x="1000" y="2330"/>
                </a:lnTo>
                <a:lnTo>
                  <a:pt x="1159" y="2330"/>
                </a:lnTo>
                <a:lnTo>
                  <a:pt x="1159" y="2446"/>
                </a:lnTo>
                <a:moveTo>
                  <a:pt x="895" y="2446"/>
                </a:moveTo>
                <a:lnTo>
                  <a:pt x="736" y="2446"/>
                </a:lnTo>
                <a:lnTo>
                  <a:pt x="736" y="2330"/>
                </a:lnTo>
                <a:lnTo>
                  <a:pt x="895" y="2330"/>
                </a:lnTo>
                <a:lnTo>
                  <a:pt x="895" y="2446"/>
                </a:lnTo>
                <a:moveTo>
                  <a:pt x="631" y="2446"/>
                </a:moveTo>
                <a:lnTo>
                  <a:pt x="472" y="2446"/>
                </a:lnTo>
                <a:lnTo>
                  <a:pt x="472" y="2330"/>
                </a:lnTo>
                <a:lnTo>
                  <a:pt x="631" y="2330"/>
                </a:lnTo>
                <a:lnTo>
                  <a:pt x="631" y="2446"/>
                </a:lnTo>
                <a:moveTo>
                  <a:pt x="367" y="2446"/>
                </a:moveTo>
                <a:lnTo>
                  <a:pt x="244" y="2446"/>
                </a:lnTo>
                <a:cubicBezTo>
                  <a:pt x="228" y="2446"/>
                  <a:pt x="213" y="2445"/>
                  <a:pt x="198" y="2442"/>
                </a:cubicBezTo>
                <a:lnTo>
                  <a:pt x="220" y="2327"/>
                </a:lnTo>
                <a:cubicBezTo>
                  <a:pt x="228" y="2329"/>
                  <a:pt x="236" y="2330"/>
                  <a:pt x="244" y="2330"/>
                </a:cubicBezTo>
                <a:lnTo>
                  <a:pt x="367" y="2330"/>
                </a:lnTo>
                <a:lnTo>
                  <a:pt x="367" y="2446"/>
                </a:lnTo>
                <a:moveTo>
                  <a:pt x="75" y="2378"/>
                </a:moveTo>
                <a:cubicBezTo>
                  <a:pt x="25" y="2330"/>
                  <a:pt x="0" y="2272"/>
                  <a:pt x="0" y="2203"/>
                </a:cubicBezTo>
                <a:lnTo>
                  <a:pt x="0" y="2192"/>
                </a:lnTo>
                <a:lnTo>
                  <a:pt x="117" y="2192"/>
                </a:lnTo>
                <a:lnTo>
                  <a:pt x="117" y="2203"/>
                </a:lnTo>
                <a:cubicBezTo>
                  <a:pt x="117" y="2239"/>
                  <a:pt x="130" y="2269"/>
                  <a:pt x="156" y="2294"/>
                </a:cubicBezTo>
                <a:lnTo>
                  <a:pt x="75" y="2378"/>
                </a:lnTo>
                <a:moveTo>
                  <a:pt x="0" y="2087"/>
                </a:moveTo>
                <a:lnTo>
                  <a:pt x="0" y="1928"/>
                </a:lnTo>
                <a:lnTo>
                  <a:pt x="117" y="1928"/>
                </a:lnTo>
                <a:lnTo>
                  <a:pt x="117" y="2087"/>
                </a:lnTo>
                <a:lnTo>
                  <a:pt x="0" y="2087"/>
                </a:lnTo>
                <a:moveTo>
                  <a:pt x="0" y="1823"/>
                </a:moveTo>
                <a:lnTo>
                  <a:pt x="0" y="1664"/>
                </a:lnTo>
                <a:lnTo>
                  <a:pt x="117" y="1664"/>
                </a:lnTo>
                <a:lnTo>
                  <a:pt x="117" y="1823"/>
                </a:lnTo>
                <a:lnTo>
                  <a:pt x="0" y="1823"/>
                </a:lnTo>
                <a:moveTo>
                  <a:pt x="0" y="1559"/>
                </a:moveTo>
                <a:lnTo>
                  <a:pt x="0" y="1400"/>
                </a:lnTo>
                <a:lnTo>
                  <a:pt x="117" y="1400"/>
                </a:lnTo>
                <a:lnTo>
                  <a:pt x="117" y="1559"/>
                </a:lnTo>
                <a:lnTo>
                  <a:pt x="0" y="1559"/>
                </a:lnTo>
                <a:moveTo>
                  <a:pt x="0" y="1295"/>
                </a:moveTo>
                <a:lnTo>
                  <a:pt x="0" y="1136"/>
                </a:lnTo>
                <a:lnTo>
                  <a:pt x="117" y="1136"/>
                </a:lnTo>
                <a:lnTo>
                  <a:pt x="117" y="1295"/>
                </a:lnTo>
                <a:lnTo>
                  <a:pt x="0" y="1295"/>
                </a:lnTo>
                <a:moveTo>
                  <a:pt x="0" y="1030"/>
                </a:moveTo>
                <a:lnTo>
                  <a:pt x="0" y="872"/>
                </a:lnTo>
                <a:lnTo>
                  <a:pt x="117" y="872"/>
                </a:lnTo>
                <a:lnTo>
                  <a:pt x="117" y="1030"/>
                </a:lnTo>
                <a:lnTo>
                  <a:pt x="0" y="1030"/>
                </a:lnTo>
                <a:moveTo>
                  <a:pt x="0" y="766"/>
                </a:moveTo>
                <a:lnTo>
                  <a:pt x="0" y="608"/>
                </a:lnTo>
                <a:lnTo>
                  <a:pt x="117" y="608"/>
                </a:lnTo>
                <a:lnTo>
                  <a:pt x="117" y="766"/>
                </a:lnTo>
                <a:lnTo>
                  <a:pt x="0" y="766"/>
                </a:lnTo>
                <a:moveTo>
                  <a:pt x="0" y="502"/>
                </a:moveTo>
                <a:lnTo>
                  <a:pt x="0" y="344"/>
                </a:lnTo>
                <a:lnTo>
                  <a:pt x="117" y="344"/>
                </a:lnTo>
                <a:lnTo>
                  <a:pt x="117" y="502"/>
                </a:lnTo>
                <a:lnTo>
                  <a:pt x="0" y="502"/>
                </a:lnTo>
                <a:moveTo>
                  <a:pt x="1" y="237"/>
                </a:moveTo>
                <a:cubicBezTo>
                  <a:pt x="3" y="162"/>
                  <a:pt x="34" y="101"/>
                  <a:pt x="92" y="54"/>
                </a:cubicBezTo>
                <a:lnTo>
                  <a:pt x="165" y="145"/>
                </a:lnTo>
                <a:cubicBezTo>
                  <a:pt x="134" y="170"/>
                  <a:pt x="118" y="201"/>
                  <a:pt x="117" y="241"/>
                </a:cubicBezTo>
                <a:lnTo>
                  <a:pt x="1" y="237"/>
                </a:lnTo>
                <a:moveTo>
                  <a:pt x="221" y="2"/>
                </a:moveTo>
                <a:cubicBezTo>
                  <a:pt x="228" y="1"/>
                  <a:pt x="236" y="0"/>
                  <a:pt x="244" y="0"/>
                </a:cubicBezTo>
                <a:lnTo>
                  <a:pt x="403" y="0"/>
                </a:lnTo>
                <a:lnTo>
                  <a:pt x="403" y="118"/>
                </a:lnTo>
                <a:lnTo>
                  <a:pt x="244" y="118"/>
                </a:lnTo>
                <a:cubicBezTo>
                  <a:pt x="240" y="118"/>
                  <a:pt x="236" y="118"/>
                  <a:pt x="232" y="118"/>
                </a:cubicBezTo>
                <a:lnTo>
                  <a:pt x="221" y="2"/>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219" name=""/>
          <p:cNvSpPr/>
          <p:nvPr/>
        </p:nvSpPr>
        <p:spPr>
          <a:xfrm>
            <a:off x="521640" y="3950640"/>
            <a:ext cx="11148480" cy="880560"/>
          </a:xfrm>
          <a:custGeom>
            <a:avLst/>
            <a:gdLst/>
            <a:ahLst/>
            <a:rect l="0" t="0" r="r" b="b"/>
            <a:pathLst>
              <a:path w="30968" h="2446">
                <a:moveTo>
                  <a:pt x="508" y="0"/>
                </a:moveTo>
                <a:lnTo>
                  <a:pt x="667" y="0"/>
                </a:lnTo>
                <a:lnTo>
                  <a:pt x="667" y="118"/>
                </a:lnTo>
                <a:lnTo>
                  <a:pt x="508" y="118"/>
                </a:lnTo>
                <a:lnTo>
                  <a:pt x="508" y="0"/>
                </a:lnTo>
                <a:moveTo>
                  <a:pt x="772" y="0"/>
                </a:moveTo>
                <a:lnTo>
                  <a:pt x="931" y="0"/>
                </a:lnTo>
                <a:lnTo>
                  <a:pt x="931" y="118"/>
                </a:lnTo>
                <a:lnTo>
                  <a:pt x="772" y="118"/>
                </a:lnTo>
                <a:lnTo>
                  <a:pt x="772" y="0"/>
                </a:lnTo>
                <a:moveTo>
                  <a:pt x="1036" y="0"/>
                </a:moveTo>
                <a:lnTo>
                  <a:pt x="1195" y="0"/>
                </a:lnTo>
                <a:lnTo>
                  <a:pt x="1195" y="118"/>
                </a:lnTo>
                <a:lnTo>
                  <a:pt x="1036" y="118"/>
                </a:lnTo>
                <a:lnTo>
                  <a:pt x="1036" y="0"/>
                </a:lnTo>
                <a:moveTo>
                  <a:pt x="1300" y="0"/>
                </a:moveTo>
                <a:lnTo>
                  <a:pt x="1459" y="0"/>
                </a:lnTo>
                <a:lnTo>
                  <a:pt x="1459" y="118"/>
                </a:lnTo>
                <a:lnTo>
                  <a:pt x="1300" y="118"/>
                </a:lnTo>
                <a:lnTo>
                  <a:pt x="1300" y="0"/>
                </a:lnTo>
                <a:moveTo>
                  <a:pt x="1564" y="0"/>
                </a:moveTo>
                <a:lnTo>
                  <a:pt x="1723" y="0"/>
                </a:lnTo>
                <a:lnTo>
                  <a:pt x="1723" y="118"/>
                </a:lnTo>
                <a:lnTo>
                  <a:pt x="1564" y="118"/>
                </a:lnTo>
                <a:lnTo>
                  <a:pt x="1564" y="0"/>
                </a:lnTo>
                <a:moveTo>
                  <a:pt x="1828" y="0"/>
                </a:moveTo>
                <a:lnTo>
                  <a:pt x="1987" y="0"/>
                </a:lnTo>
                <a:lnTo>
                  <a:pt x="1987" y="118"/>
                </a:lnTo>
                <a:lnTo>
                  <a:pt x="1828" y="118"/>
                </a:lnTo>
                <a:lnTo>
                  <a:pt x="1828" y="0"/>
                </a:lnTo>
                <a:moveTo>
                  <a:pt x="2092" y="0"/>
                </a:moveTo>
                <a:lnTo>
                  <a:pt x="2251" y="0"/>
                </a:lnTo>
                <a:lnTo>
                  <a:pt x="2251" y="118"/>
                </a:lnTo>
                <a:lnTo>
                  <a:pt x="2092" y="118"/>
                </a:lnTo>
                <a:lnTo>
                  <a:pt x="2092" y="0"/>
                </a:lnTo>
                <a:moveTo>
                  <a:pt x="2356" y="0"/>
                </a:moveTo>
                <a:lnTo>
                  <a:pt x="2515" y="0"/>
                </a:lnTo>
                <a:lnTo>
                  <a:pt x="2515" y="118"/>
                </a:lnTo>
                <a:lnTo>
                  <a:pt x="2356" y="118"/>
                </a:lnTo>
                <a:lnTo>
                  <a:pt x="2356" y="0"/>
                </a:lnTo>
                <a:moveTo>
                  <a:pt x="2620" y="0"/>
                </a:moveTo>
                <a:lnTo>
                  <a:pt x="2779" y="0"/>
                </a:lnTo>
                <a:lnTo>
                  <a:pt x="2779" y="118"/>
                </a:lnTo>
                <a:lnTo>
                  <a:pt x="2620" y="118"/>
                </a:lnTo>
                <a:lnTo>
                  <a:pt x="2620" y="0"/>
                </a:lnTo>
                <a:moveTo>
                  <a:pt x="2884" y="0"/>
                </a:moveTo>
                <a:lnTo>
                  <a:pt x="3043" y="0"/>
                </a:lnTo>
                <a:lnTo>
                  <a:pt x="3043" y="118"/>
                </a:lnTo>
                <a:lnTo>
                  <a:pt x="2884" y="118"/>
                </a:lnTo>
                <a:lnTo>
                  <a:pt x="2884" y="0"/>
                </a:lnTo>
                <a:moveTo>
                  <a:pt x="3148" y="0"/>
                </a:moveTo>
                <a:lnTo>
                  <a:pt x="3307" y="0"/>
                </a:lnTo>
                <a:lnTo>
                  <a:pt x="3307" y="118"/>
                </a:lnTo>
                <a:lnTo>
                  <a:pt x="3148" y="118"/>
                </a:lnTo>
                <a:lnTo>
                  <a:pt x="3148" y="0"/>
                </a:lnTo>
                <a:moveTo>
                  <a:pt x="3412" y="0"/>
                </a:moveTo>
                <a:lnTo>
                  <a:pt x="3571" y="0"/>
                </a:lnTo>
                <a:lnTo>
                  <a:pt x="3571" y="118"/>
                </a:lnTo>
                <a:lnTo>
                  <a:pt x="3412" y="118"/>
                </a:lnTo>
                <a:lnTo>
                  <a:pt x="3412" y="0"/>
                </a:lnTo>
                <a:moveTo>
                  <a:pt x="3677" y="0"/>
                </a:moveTo>
                <a:lnTo>
                  <a:pt x="3835" y="0"/>
                </a:lnTo>
                <a:lnTo>
                  <a:pt x="3835" y="118"/>
                </a:lnTo>
                <a:lnTo>
                  <a:pt x="3677" y="118"/>
                </a:lnTo>
                <a:lnTo>
                  <a:pt x="3677" y="0"/>
                </a:lnTo>
                <a:moveTo>
                  <a:pt x="3941" y="0"/>
                </a:moveTo>
                <a:lnTo>
                  <a:pt x="4099" y="0"/>
                </a:lnTo>
                <a:lnTo>
                  <a:pt x="4099" y="118"/>
                </a:lnTo>
                <a:lnTo>
                  <a:pt x="3941" y="118"/>
                </a:lnTo>
                <a:lnTo>
                  <a:pt x="3941" y="0"/>
                </a:lnTo>
                <a:moveTo>
                  <a:pt x="4205" y="0"/>
                </a:moveTo>
                <a:lnTo>
                  <a:pt x="4363" y="0"/>
                </a:lnTo>
                <a:lnTo>
                  <a:pt x="4363" y="118"/>
                </a:lnTo>
                <a:lnTo>
                  <a:pt x="4205" y="118"/>
                </a:lnTo>
                <a:lnTo>
                  <a:pt x="4205" y="0"/>
                </a:lnTo>
                <a:moveTo>
                  <a:pt x="4469" y="0"/>
                </a:moveTo>
                <a:lnTo>
                  <a:pt x="4627" y="0"/>
                </a:lnTo>
                <a:lnTo>
                  <a:pt x="4627" y="118"/>
                </a:lnTo>
                <a:lnTo>
                  <a:pt x="4469" y="118"/>
                </a:lnTo>
                <a:lnTo>
                  <a:pt x="4469" y="0"/>
                </a:lnTo>
                <a:moveTo>
                  <a:pt x="4733" y="0"/>
                </a:moveTo>
                <a:lnTo>
                  <a:pt x="4892" y="0"/>
                </a:lnTo>
                <a:lnTo>
                  <a:pt x="4892" y="118"/>
                </a:lnTo>
                <a:lnTo>
                  <a:pt x="4733" y="118"/>
                </a:lnTo>
                <a:lnTo>
                  <a:pt x="4733" y="0"/>
                </a:lnTo>
                <a:moveTo>
                  <a:pt x="4997" y="0"/>
                </a:moveTo>
                <a:lnTo>
                  <a:pt x="5156" y="0"/>
                </a:lnTo>
                <a:lnTo>
                  <a:pt x="5156" y="118"/>
                </a:lnTo>
                <a:lnTo>
                  <a:pt x="4997" y="118"/>
                </a:lnTo>
                <a:lnTo>
                  <a:pt x="4997" y="0"/>
                </a:lnTo>
                <a:moveTo>
                  <a:pt x="5261" y="0"/>
                </a:moveTo>
                <a:lnTo>
                  <a:pt x="5420" y="0"/>
                </a:lnTo>
                <a:lnTo>
                  <a:pt x="5420" y="118"/>
                </a:lnTo>
                <a:lnTo>
                  <a:pt x="5261" y="118"/>
                </a:lnTo>
                <a:lnTo>
                  <a:pt x="5261" y="0"/>
                </a:lnTo>
                <a:moveTo>
                  <a:pt x="5525" y="0"/>
                </a:moveTo>
                <a:lnTo>
                  <a:pt x="5684" y="0"/>
                </a:lnTo>
                <a:lnTo>
                  <a:pt x="5684" y="118"/>
                </a:lnTo>
                <a:lnTo>
                  <a:pt x="5525" y="118"/>
                </a:lnTo>
                <a:lnTo>
                  <a:pt x="5525" y="0"/>
                </a:lnTo>
                <a:moveTo>
                  <a:pt x="5789" y="0"/>
                </a:moveTo>
                <a:lnTo>
                  <a:pt x="5948" y="0"/>
                </a:lnTo>
                <a:lnTo>
                  <a:pt x="5948" y="118"/>
                </a:lnTo>
                <a:lnTo>
                  <a:pt x="5789" y="118"/>
                </a:lnTo>
                <a:lnTo>
                  <a:pt x="5789" y="0"/>
                </a:lnTo>
                <a:moveTo>
                  <a:pt x="6053" y="0"/>
                </a:moveTo>
                <a:lnTo>
                  <a:pt x="6212" y="0"/>
                </a:lnTo>
                <a:lnTo>
                  <a:pt x="6212" y="118"/>
                </a:lnTo>
                <a:lnTo>
                  <a:pt x="6053" y="118"/>
                </a:lnTo>
                <a:lnTo>
                  <a:pt x="6053" y="0"/>
                </a:lnTo>
                <a:moveTo>
                  <a:pt x="6317" y="0"/>
                </a:moveTo>
                <a:lnTo>
                  <a:pt x="6476" y="0"/>
                </a:lnTo>
                <a:lnTo>
                  <a:pt x="6476" y="118"/>
                </a:lnTo>
                <a:lnTo>
                  <a:pt x="6317" y="118"/>
                </a:lnTo>
                <a:lnTo>
                  <a:pt x="6317" y="0"/>
                </a:lnTo>
                <a:moveTo>
                  <a:pt x="6581" y="0"/>
                </a:moveTo>
                <a:lnTo>
                  <a:pt x="6740" y="0"/>
                </a:lnTo>
                <a:lnTo>
                  <a:pt x="6740" y="118"/>
                </a:lnTo>
                <a:lnTo>
                  <a:pt x="6581" y="118"/>
                </a:lnTo>
                <a:lnTo>
                  <a:pt x="6581" y="0"/>
                </a:lnTo>
                <a:moveTo>
                  <a:pt x="6845" y="0"/>
                </a:moveTo>
                <a:lnTo>
                  <a:pt x="7004" y="0"/>
                </a:lnTo>
                <a:lnTo>
                  <a:pt x="7004" y="118"/>
                </a:lnTo>
                <a:lnTo>
                  <a:pt x="6845" y="118"/>
                </a:lnTo>
                <a:lnTo>
                  <a:pt x="6845" y="0"/>
                </a:lnTo>
                <a:moveTo>
                  <a:pt x="7109" y="0"/>
                </a:moveTo>
                <a:lnTo>
                  <a:pt x="7268" y="0"/>
                </a:lnTo>
                <a:lnTo>
                  <a:pt x="7268" y="118"/>
                </a:lnTo>
                <a:lnTo>
                  <a:pt x="7109" y="118"/>
                </a:lnTo>
                <a:lnTo>
                  <a:pt x="7109" y="0"/>
                </a:lnTo>
                <a:moveTo>
                  <a:pt x="7373" y="0"/>
                </a:moveTo>
                <a:lnTo>
                  <a:pt x="7532" y="0"/>
                </a:lnTo>
                <a:lnTo>
                  <a:pt x="7532" y="118"/>
                </a:lnTo>
                <a:lnTo>
                  <a:pt x="7373" y="118"/>
                </a:lnTo>
                <a:lnTo>
                  <a:pt x="7373" y="0"/>
                </a:lnTo>
                <a:moveTo>
                  <a:pt x="7637" y="0"/>
                </a:moveTo>
                <a:lnTo>
                  <a:pt x="7796" y="0"/>
                </a:lnTo>
                <a:lnTo>
                  <a:pt x="7796" y="118"/>
                </a:lnTo>
                <a:lnTo>
                  <a:pt x="7637" y="118"/>
                </a:lnTo>
                <a:lnTo>
                  <a:pt x="7637" y="0"/>
                </a:lnTo>
                <a:moveTo>
                  <a:pt x="7901" y="0"/>
                </a:moveTo>
                <a:lnTo>
                  <a:pt x="8060" y="0"/>
                </a:lnTo>
                <a:lnTo>
                  <a:pt x="8060" y="118"/>
                </a:lnTo>
                <a:lnTo>
                  <a:pt x="7901" y="118"/>
                </a:lnTo>
                <a:lnTo>
                  <a:pt x="7901" y="0"/>
                </a:lnTo>
                <a:moveTo>
                  <a:pt x="8165" y="0"/>
                </a:moveTo>
                <a:lnTo>
                  <a:pt x="8324" y="0"/>
                </a:lnTo>
                <a:lnTo>
                  <a:pt x="8324" y="118"/>
                </a:lnTo>
                <a:lnTo>
                  <a:pt x="8165" y="118"/>
                </a:lnTo>
                <a:lnTo>
                  <a:pt x="8165" y="0"/>
                </a:lnTo>
                <a:moveTo>
                  <a:pt x="8430" y="0"/>
                </a:moveTo>
                <a:lnTo>
                  <a:pt x="8588" y="0"/>
                </a:lnTo>
                <a:lnTo>
                  <a:pt x="8588" y="118"/>
                </a:lnTo>
                <a:lnTo>
                  <a:pt x="8430" y="118"/>
                </a:lnTo>
                <a:lnTo>
                  <a:pt x="8430" y="0"/>
                </a:lnTo>
                <a:moveTo>
                  <a:pt x="8694" y="0"/>
                </a:moveTo>
                <a:lnTo>
                  <a:pt x="8852" y="0"/>
                </a:lnTo>
                <a:lnTo>
                  <a:pt x="8852" y="118"/>
                </a:lnTo>
                <a:lnTo>
                  <a:pt x="8694" y="118"/>
                </a:lnTo>
                <a:lnTo>
                  <a:pt x="8694" y="0"/>
                </a:lnTo>
                <a:moveTo>
                  <a:pt x="8958" y="0"/>
                </a:moveTo>
                <a:lnTo>
                  <a:pt x="9116" y="0"/>
                </a:lnTo>
                <a:lnTo>
                  <a:pt x="9116" y="118"/>
                </a:lnTo>
                <a:lnTo>
                  <a:pt x="8958" y="118"/>
                </a:lnTo>
                <a:lnTo>
                  <a:pt x="8958" y="0"/>
                </a:lnTo>
                <a:moveTo>
                  <a:pt x="9222" y="0"/>
                </a:moveTo>
                <a:lnTo>
                  <a:pt x="9380" y="0"/>
                </a:lnTo>
                <a:lnTo>
                  <a:pt x="9380" y="118"/>
                </a:lnTo>
                <a:lnTo>
                  <a:pt x="9222" y="118"/>
                </a:lnTo>
                <a:lnTo>
                  <a:pt x="9222" y="0"/>
                </a:lnTo>
                <a:moveTo>
                  <a:pt x="9486" y="0"/>
                </a:moveTo>
                <a:lnTo>
                  <a:pt x="9644" y="0"/>
                </a:lnTo>
                <a:lnTo>
                  <a:pt x="9644" y="118"/>
                </a:lnTo>
                <a:lnTo>
                  <a:pt x="9486" y="118"/>
                </a:lnTo>
                <a:lnTo>
                  <a:pt x="9486" y="0"/>
                </a:lnTo>
                <a:moveTo>
                  <a:pt x="9750" y="0"/>
                </a:moveTo>
                <a:lnTo>
                  <a:pt x="9909" y="0"/>
                </a:lnTo>
                <a:lnTo>
                  <a:pt x="9909" y="118"/>
                </a:lnTo>
                <a:lnTo>
                  <a:pt x="9750" y="118"/>
                </a:lnTo>
                <a:lnTo>
                  <a:pt x="9750" y="0"/>
                </a:lnTo>
                <a:moveTo>
                  <a:pt x="10014" y="0"/>
                </a:moveTo>
                <a:lnTo>
                  <a:pt x="10173" y="0"/>
                </a:lnTo>
                <a:lnTo>
                  <a:pt x="10173" y="118"/>
                </a:lnTo>
                <a:lnTo>
                  <a:pt x="10014" y="118"/>
                </a:lnTo>
                <a:lnTo>
                  <a:pt x="10014" y="0"/>
                </a:lnTo>
                <a:moveTo>
                  <a:pt x="10278" y="0"/>
                </a:moveTo>
                <a:lnTo>
                  <a:pt x="10437" y="0"/>
                </a:lnTo>
                <a:lnTo>
                  <a:pt x="10437" y="118"/>
                </a:lnTo>
                <a:lnTo>
                  <a:pt x="10278" y="118"/>
                </a:lnTo>
                <a:lnTo>
                  <a:pt x="10278" y="0"/>
                </a:lnTo>
                <a:moveTo>
                  <a:pt x="10542" y="0"/>
                </a:moveTo>
                <a:lnTo>
                  <a:pt x="10701" y="0"/>
                </a:lnTo>
                <a:lnTo>
                  <a:pt x="10701" y="118"/>
                </a:lnTo>
                <a:lnTo>
                  <a:pt x="10542" y="118"/>
                </a:lnTo>
                <a:lnTo>
                  <a:pt x="10542" y="0"/>
                </a:lnTo>
                <a:moveTo>
                  <a:pt x="10806" y="0"/>
                </a:moveTo>
                <a:lnTo>
                  <a:pt x="10965" y="0"/>
                </a:lnTo>
                <a:lnTo>
                  <a:pt x="10965" y="118"/>
                </a:lnTo>
                <a:lnTo>
                  <a:pt x="10806" y="118"/>
                </a:lnTo>
                <a:lnTo>
                  <a:pt x="10806" y="0"/>
                </a:lnTo>
                <a:moveTo>
                  <a:pt x="11070" y="0"/>
                </a:moveTo>
                <a:lnTo>
                  <a:pt x="11229" y="0"/>
                </a:lnTo>
                <a:lnTo>
                  <a:pt x="11229" y="118"/>
                </a:lnTo>
                <a:lnTo>
                  <a:pt x="11070" y="118"/>
                </a:lnTo>
                <a:lnTo>
                  <a:pt x="11070" y="0"/>
                </a:lnTo>
                <a:moveTo>
                  <a:pt x="11334" y="0"/>
                </a:moveTo>
                <a:lnTo>
                  <a:pt x="11493" y="0"/>
                </a:lnTo>
                <a:lnTo>
                  <a:pt x="11493" y="118"/>
                </a:lnTo>
                <a:lnTo>
                  <a:pt x="11334" y="118"/>
                </a:lnTo>
                <a:lnTo>
                  <a:pt x="11334" y="0"/>
                </a:lnTo>
                <a:moveTo>
                  <a:pt x="11598" y="0"/>
                </a:moveTo>
                <a:lnTo>
                  <a:pt x="11757" y="0"/>
                </a:lnTo>
                <a:lnTo>
                  <a:pt x="11757" y="118"/>
                </a:lnTo>
                <a:lnTo>
                  <a:pt x="11598" y="118"/>
                </a:lnTo>
                <a:lnTo>
                  <a:pt x="11598" y="0"/>
                </a:lnTo>
                <a:moveTo>
                  <a:pt x="11862" y="0"/>
                </a:moveTo>
                <a:lnTo>
                  <a:pt x="12021" y="0"/>
                </a:lnTo>
                <a:lnTo>
                  <a:pt x="12021" y="118"/>
                </a:lnTo>
                <a:lnTo>
                  <a:pt x="11862" y="118"/>
                </a:lnTo>
                <a:lnTo>
                  <a:pt x="11862" y="0"/>
                </a:lnTo>
                <a:moveTo>
                  <a:pt x="12126" y="0"/>
                </a:moveTo>
                <a:lnTo>
                  <a:pt x="12285" y="0"/>
                </a:lnTo>
                <a:lnTo>
                  <a:pt x="12285" y="118"/>
                </a:lnTo>
                <a:lnTo>
                  <a:pt x="12126" y="118"/>
                </a:lnTo>
                <a:lnTo>
                  <a:pt x="12126" y="0"/>
                </a:lnTo>
                <a:moveTo>
                  <a:pt x="12390" y="0"/>
                </a:moveTo>
                <a:lnTo>
                  <a:pt x="12549" y="0"/>
                </a:lnTo>
                <a:lnTo>
                  <a:pt x="12549" y="118"/>
                </a:lnTo>
                <a:lnTo>
                  <a:pt x="12390" y="118"/>
                </a:lnTo>
                <a:lnTo>
                  <a:pt x="12390" y="0"/>
                </a:lnTo>
                <a:moveTo>
                  <a:pt x="12654" y="0"/>
                </a:moveTo>
                <a:lnTo>
                  <a:pt x="12813" y="0"/>
                </a:lnTo>
                <a:lnTo>
                  <a:pt x="12813" y="118"/>
                </a:lnTo>
                <a:lnTo>
                  <a:pt x="12654" y="118"/>
                </a:lnTo>
                <a:lnTo>
                  <a:pt x="12654" y="0"/>
                </a:lnTo>
                <a:moveTo>
                  <a:pt x="12918" y="0"/>
                </a:moveTo>
                <a:lnTo>
                  <a:pt x="13077" y="0"/>
                </a:lnTo>
                <a:lnTo>
                  <a:pt x="13077" y="118"/>
                </a:lnTo>
                <a:lnTo>
                  <a:pt x="12918" y="118"/>
                </a:lnTo>
                <a:lnTo>
                  <a:pt x="12918" y="0"/>
                </a:lnTo>
                <a:moveTo>
                  <a:pt x="13182" y="0"/>
                </a:moveTo>
                <a:lnTo>
                  <a:pt x="13341" y="0"/>
                </a:lnTo>
                <a:lnTo>
                  <a:pt x="13341" y="118"/>
                </a:lnTo>
                <a:lnTo>
                  <a:pt x="13182" y="118"/>
                </a:lnTo>
                <a:lnTo>
                  <a:pt x="13182" y="0"/>
                </a:lnTo>
                <a:moveTo>
                  <a:pt x="13447" y="0"/>
                </a:moveTo>
                <a:lnTo>
                  <a:pt x="13605" y="0"/>
                </a:lnTo>
                <a:lnTo>
                  <a:pt x="13605" y="118"/>
                </a:lnTo>
                <a:lnTo>
                  <a:pt x="13447" y="118"/>
                </a:lnTo>
                <a:lnTo>
                  <a:pt x="13447" y="0"/>
                </a:lnTo>
                <a:moveTo>
                  <a:pt x="13711" y="0"/>
                </a:moveTo>
                <a:lnTo>
                  <a:pt x="13869" y="0"/>
                </a:lnTo>
                <a:lnTo>
                  <a:pt x="13869" y="118"/>
                </a:lnTo>
                <a:lnTo>
                  <a:pt x="13711" y="118"/>
                </a:lnTo>
                <a:lnTo>
                  <a:pt x="13711" y="0"/>
                </a:lnTo>
                <a:moveTo>
                  <a:pt x="13975" y="0"/>
                </a:moveTo>
                <a:lnTo>
                  <a:pt x="14134" y="0"/>
                </a:lnTo>
                <a:lnTo>
                  <a:pt x="14134" y="118"/>
                </a:lnTo>
                <a:lnTo>
                  <a:pt x="13975" y="118"/>
                </a:lnTo>
                <a:lnTo>
                  <a:pt x="13975" y="0"/>
                </a:lnTo>
                <a:moveTo>
                  <a:pt x="14240" y="0"/>
                </a:moveTo>
                <a:lnTo>
                  <a:pt x="14398" y="0"/>
                </a:lnTo>
                <a:lnTo>
                  <a:pt x="14398" y="118"/>
                </a:lnTo>
                <a:lnTo>
                  <a:pt x="14240" y="118"/>
                </a:lnTo>
                <a:lnTo>
                  <a:pt x="14240" y="0"/>
                </a:lnTo>
                <a:moveTo>
                  <a:pt x="14504" y="0"/>
                </a:moveTo>
                <a:lnTo>
                  <a:pt x="14663" y="0"/>
                </a:lnTo>
                <a:lnTo>
                  <a:pt x="14663" y="118"/>
                </a:lnTo>
                <a:lnTo>
                  <a:pt x="14504" y="118"/>
                </a:lnTo>
                <a:lnTo>
                  <a:pt x="14504" y="0"/>
                </a:lnTo>
                <a:moveTo>
                  <a:pt x="14768" y="0"/>
                </a:moveTo>
                <a:lnTo>
                  <a:pt x="14927" y="0"/>
                </a:lnTo>
                <a:lnTo>
                  <a:pt x="14927" y="118"/>
                </a:lnTo>
                <a:lnTo>
                  <a:pt x="14768" y="118"/>
                </a:lnTo>
                <a:lnTo>
                  <a:pt x="14768" y="0"/>
                </a:lnTo>
                <a:moveTo>
                  <a:pt x="15032" y="0"/>
                </a:moveTo>
                <a:lnTo>
                  <a:pt x="15191" y="0"/>
                </a:lnTo>
                <a:lnTo>
                  <a:pt x="15191" y="118"/>
                </a:lnTo>
                <a:lnTo>
                  <a:pt x="15032" y="118"/>
                </a:lnTo>
                <a:lnTo>
                  <a:pt x="15032" y="0"/>
                </a:lnTo>
                <a:moveTo>
                  <a:pt x="15296" y="0"/>
                </a:moveTo>
                <a:lnTo>
                  <a:pt x="15455" y="0"/>
                </a:lnTo>
                <a:lnTo>
                  <a:pt x="15455" y="118"/>
                </a:lnTo>
                <a:lnTo>
                  <a:pt x="15296" y="118"/>
                </a:lnTo>
                <a:lnTo>
                  <a:pt x="15296" y="0"/>
                </a:lnTo>
                <a:moveTo>
                  <a:pt x="15560" y="0"/>
                </a:moveTo>
                <a:lnTo>
                  <a:pt x="15719" y="0"/>
                </a:lnTo>
                <a:lnTo>
                  <a:pt x="15719" y="118"/>
                </a:lnTo>
                <a:lnTo>
                  <a:pt x="15560" y="118"/>
                </a:lnTo>
                <a:lnTo>
                  <a:pt x="15560" y="0"/>
                </a:lnTo>
                <a:moveTo>
                  <a:pt x="15824" y="0"/>
                </a:moveTo>
                <a:lnTo>
                  <a:pt x="15983" y="0"/>
                </a:lnTo>
                <a:lnTo>
                  <a:pt x="15983" y="118"/>
                </a:lnTo>
                <a:lnTo>
                  <a:pt x="15824" y="118"/>
                </a:lnTo>
                <a:lnTo>
                  <a:pt x="15824" y="0"/>
                </a:lnTo>
                <a:moveTo>
                  <a:pt x="16088" y="0"/>
                </a:moveTo>
                <a:lnTo>
                  <a:pt x="16247" y="0"/>
                </a:lnTo>
                <a:lnTo>
                  <a:pt x="16247" y="118"/>
                </a:lnTo>
                <a:lnTo>
                  <a:pt x="16088" y="118"/>
                </a:lnTo>
                <a:lnTo>
                  <a:pt x="16088" y="0"/>
                </a:lnTo>
                <a:moveTo>
                  <a:pt x="16352" y="0"/>
                </a:moveTo>
                <a:lnTo>
                  <a:pt x="16511" y="0"/>
                </a:lnTo>
                <a:lnTo>
                  <a:pt x="16511" y="118"/>
                </a:lnTo>
                <a:lnTo>
                  <a:pt x="16352" y="118"/>
                </a:lnTo>
                <a:lnTo>
                  <a:pt x="16352" y="0"/>
                </a:lnTo>
                <a:moveTo>
                  <a:pt x="16616" y="0"/>
                </a:moveTo>
                <a:lnTo>
                  <a:pt x="16775" y="0"/>
                </a:lnTo>
                <a:lnTo>
                  <a:pt x="16775" y="118"/>
                </a:lnTo>
                <a:lnTo>
                  <a:pt x="16616" y="118"/>
                </a:lnTo>
                <a:lnTo>
                  <a:pt x="16616" y="0"/>
                </a:lnTo>
                <a:moveTo>
                  <a:pt x="16880" y="0"/>
                </a:moveTo>
                <a:lnTo>
                  <a:pt x="17039" y="0"/>
                </a:lnTo>
                <a:lnTo>
                  <a:pt x="17039" y="118"/>
                </a:lnTo>
                <a:lnTo>
                  <a:pt x="16880" y="118"/>
                </a:lnTo>
                <a:lnTo>
                  <a:pt x="16880" y="0"/>
                </a:lnTo>
                <a:moveTo>
                  <a:pt x="17144" y="0"/>
                </a:moveTo>
                <a:lnTo>
                  <a:pt x="17303" y="0"/>
                </a:lnTo>
                <a:lnTo>
                  <a:pt x="17303" y="118"/>
                </a:lnTo>
                <a:lnTo>
                  <a:pt x="17144" y="118"/>
                </a:lnTo>
                <a:lnTo>
                  <a:pt x="17144" y="0"/>
                </a:lnTo>
                <a:moveTo>
                  <a:pt x="17408" y="0"/>
                </a:moveTo>
                <a:lnTo>
                  <a:pt x="17567" y="0"/>
                </a:lnTo>
                <a:lnTo>
                  <a:pt x="17567" y="118"/>
                </a:lnTo>
                <a:lnTo>
                  <a:pt x="17408" y="118"/>
                </a:lnTo>
                <a:lnTo>
                  <a:pt x="17408" y="0"/>
                </a:lnTo>
                <a:moveTo>
                  <a:pt x="17672" y="0"/>
                </a:moveTo>
                <a:lnTo>
                  <a:pt x="17831" y="0"/>
                </a:lnTo>
                <a:lnTo>
                  <a:pt x="17831" y="118"/>
                </a:lnTo>
                <a:lnTo>
                  <a:pt x="17672" y="118"/>
                </a:lnTo>
                <a:lnTo>
                  <a:pt x="17672" y="0"/>
                </a:lnTo>
                <a:moveTo>
                  <a:pt x="17936" y="0"/>
                </a:moveTo>
                <a:lnTo>
                  <a:pt x="18095" y="0"/>
                </a:lnTo>
                <a:lnTo>
                  <a:pt x="18095" y="118"/>
                </a:lnTo>
                <a:lnTo>
                  <a:pt x="17936" y="118"/>
                </a:lnTo>
                <a:lnTo>
                  <a:pt x="17936" y="0"/>
                </a:lnTo>
                <a:moveTo>
                  <a:pt x="18201" y="0"/>
                </a:moveTo>
                <a:lnTo>
                  <a:pt x="18359" y="0"/>
                </a:lnTo>
                <a:lnTo>
                  <a:pt x="18359" y="118"/>
                </a:lnTo>
                <a:lnTo>
                  <a:pt x="18201" y="118"/>
                </a:lnTo>
                <a:lnTo>
                  <a:pt x="18201" y="0"/>
                </a:lnTo>
                <a:moveTo>
                  <a:pt x="18465" y="0"/>
                </a:moveTo>
                <a:lnTo>
                  <a:pt x="18623" y="0"/>
                </a:lnTo>
                <a:lnTo>
                  <a:pt x="18623" y="118"/>
                </a:lnTo>
                <a:lnTo>
                  <a:pt x="18465" y="118"/>
                </a:lnTo>
                <a:lnTo>
                  <a:pt x="18465" y="0"/>
                </a:lnTo>
                <a:moveTo>
                  <a:pt x="18729" y="0"/>
                </a:moveTo>
                <a:lnTo>
                  <a:pt x="18887" y="0"/>
                </a:lnTo>
                <a:lnTo>
                  <a:pt x="18887" y="118"/>
                </a:lnTo>
                <a:lnTo>
                  <a:pt x="18729" y="118"/>
                </a:lnTo>
                <a:lnTo>
                  <a:pt x="18729" y="0"/>
                </a:lnTo>
                <a:moveTo>
                  <a:pt x="18993" y="0"/>
                </a:moveTo>
                <a:lnTo>
                  <a:pt x="19151" y="0"/>
                </a:lnTo>
                <a:lnTo>
                  <a:pt x="19151" y="118"/>
                </a:lnTo>
                <a:lnTo>
                  <a:pt x="18993" y="118"/>
                </a:lnTo>
                <a:lnTo>
                  <a:pt x="18993" y="0"/>
                </a:lnTo>
                <a:moveTo>
                  <a:pt x="19257" y="0"/>
                </a:moveTo>
                <a:lnTo>
                  <a:pt x="19415" y="0"/>
                </a:lnTo>
                <a:lnTo>
                  <a:pt x="19415" y="118"/>
                </a:lnTo>
                <a:lnTo>
                  <a:pt x="19257" y="118"/>
                </a:lnTo>
                <a:lnTo>
                  <a:pt x="19257" y="0"/>
                </a:lnTo>
                <a:moveTo>
                  <a:pt x="19521" y="0"/>
                </a:moveTo>
                <a:lnTo>
                  <a:pt x="19680" y="0"/>
                </a:lnTo>
                <a:lnTo>
                  <a:pt x="19680" y="118"/>
                </a:lnTo>
                <a:lnTo>
                  <a:pt x="19521" y="118"/>
                </a:lnTo>
                <a:lnTo>
                  <a:pt x="19521" y="0"/>
                </a:lnTo>
                <a:moveTo>
                  <a:pt x="19785" y="0"/>
                </a:moveTo>
                <a:lnTo>
                  <a:pt x="19944" y="0"/>
                </a:lnTo>
                <a:lnTo>
                  <a:pt x="19944" y="118"/>
                </a:lnTo>
                <a:lnTo>
                  <a:pt x="19785" y="118"/>
                </a:lnTo>
                <a:lnTo>
                  <a:pt x="19785" y="0"/>
                </a:lnTo>
                <a:moveTo>
                  <a:pt x="20049" y="0"/>
                </a:moveTo>
                <a:lnTo>
                  <a:pt x="20208" y="0"/>
                </a:lnTo>
                <a:lnTo>
                  <a:pt x="20208" y="118"/>
                </a:lnTo>
                <a:lnTo>
                  <a:pt x="20049" y="118"/>
                </a:lnTo>
                <a:lnTo>
                  <a:pt x="20049" y="0"/>
                </a:lnTo>
                <a:moveTo>
                  <a:pt x="20313" y="0"/>
                </a:moveTo>
                <a:lnTo>
                  <a:pt x="20472" y="0"/>
                </a:lnTo>
                <a:lnTo>
                  <a:pt x="20472" y="118"/>
                </a:lnTo>
                <a:lnTo>
                  <a:pt x="20313" y="118"/>
                </a:lnTo>
                <a:lnTo>
                  <a:pt x="20313" y="0"/>
                </a:lnTo>
                <a:moveTo>
                  <a:pt x="20577" y="0"/>
                </a:moveTo>
                <a:lnTo>
                  <a:pt x="20736" y="0"/>
                </a:lnTo>
                <a:lnTo>
                  <a:pt x="20736" y="118"/>
                </a:lnTo>
                <a:lnTo>
                  <a:pt x="20577" y="118"/>
                </a:lnTo>
                <a:lnTo>
                  <a:pt x="20577" y="0"/>
                </a:lnTo>
                <a:moveTo>
                  <a:pt x="20841" y="0"/>
                </a:moveTo>
                <a:lnTo>
                  <a:pt x="21000" y="0"/>
                </a:lnTo>
                <a:lnTo>
                  <a:pt x="21000" y="118"/>
                </a:lnTo>
                <a:lnTo>
                  <a:pt x="20841" y="118"/>
                </a:lnTo>
                <a:lnTo>
                  <a:pt x="20841" y="0"/>
                </a:lnTo>
                <a:moveTo>
                  <a:pt x="21105" y="0"/>
                </a:moveTo>
                <a:lnTo>
                  <a:pt x="21264" y="0"/>
                </a:lnTo>
                <a:lnTo>
                  <a:pt x="21264" y="118"/>
                </a:lnTo>
                <a:lnTo>
                  <a:pt x="21105" y="118"/>
                </a:lnTo>
                <a:lnTo>
                  <a:pt x="21105" y="0"/>
                </a:lnTo>
                <a:moveTo>
                  <a:pt x="21369" y="0"/>
                </a:moveTo>
                <a:lnTo>
                  <a:pt x="21528" y="0"/>
                </a:lnTo>
                <a:lnTo>
                  <a:pt x="21528" y="118"/>
                </a:lnTo>
                <a:lnTo>
                  <a:pt x="21369" y="118"/>
                </a:lnTo>
                <a:lnTo>
                  <a:pt x="21369" y="0"/>
                </a:lnTo>
                <a:moveTo>
                  <a:pt x="21633" y="0"/>
                </a:moveTo>
                <a:lnTo>
                  <a:pt x="21792" y="0"/>
                </a:lnTo>
                <a:lnTo>
                  <a:pt x="21792" y="118"/>
                </a:lnTo>
                <a:lnTo>
                  <a:pt x="21633" y="118"/>
                </a:lnTo>
                <a:lnTo>
                  <a:pt x="21633" y="0"/>
                </a:lnTo>
                <a:moveTo>
                  <a:pt x="21897" y="0"/>
                </a:moveTo>
                <a:lnTo>
                  <a:pt x="22056" y="0"/>
                </a:lnTo>
                <a:lnTo>
                  <a:pt x="22056" y="118"/>
                </a:lnTo>
                <a:lnTo>
                  <a:pt x="21897" y="118"/>
                </a:lnTo>
                <a:lnTo>
                  <a:pt x="21897" y="0"/>
                </a:lnTo>
                <a:moveTo>
                  <a:pt x="22161" y="0"/>
                </a:moveTo>
                <a:lnTo>
                  <a:pt x="22320" y="0"/>
                </a:lnTo>
                <a:lnTo>
                  <a:pt x="22320" y="118"/>
                </a:lnTo>
                <a:lnTo>
                  <a:pt x="22161" y="118"/>
                </a:lnTo>
                <a:lnTo>
                  <a:pt x="22161" y="0"/>
                </a:lnTo>
                <a:moveTo>
                  <a:pt x="22425" y="0"/>
                </a:moveTo>
                <a:lnTo>
                  <a:pt x="22584" y="0"/>
                </a:lnTo>
                <a:lnTo>
                  <a:pt x="22584" y="118"/>
                </a:lnTo>
                <a:lnTo>
                  <a:pt x="22425" y="118"/>
                </a:lnTo>
                <a:lnTo>
                  <a:pt x="22425" y="0"/>
                </a:lnTo>
                <a:moveTo>
                  <a:pt x="22689" y="0"/>
                </a:moveTo>
                <a:lnTo>
                  <a:pt x="22848" y="0"/>
                </a:lnTo>
                <a:lnTo>
                  <a:pt x="22848" y="118"/>
                </a:lnTo>
                <a:lnTo>
                  <a:pt x="22689" y="118"/>
                </a:lnTo>
                <a:lnTo>
                  <a:pt x="22689" y="0"/>
                </a:lnTo>
                <a:moveTo>
                  <a:pt x="22953" y="0"/>
                </a:moveTo>
                <a:lnTo>
                  <a:pt x="23112" y="0"/>
                </a:lnTo>
                <a:lnTo>
                  <a:pt x="23112" y="118"/>
                </a:lnTo>
                <a:lnTo>
                  <a:pt x="22953" y="118"/>
                </a:lnTo>
                <a:lnTo>
                  <a:pt x="22953" y="0"/>
                </a:lnTo>
                <a:moveTo>
                  <a:pt x="23218" y="0"/>
                </a:moveTo>
                <a:lnTo>
                  <a:pt x="23376" y="0"/>
                </a:lnTo>
                <a:lnTo>
                  <a:pt x="23376" y="118"/>
                </a:lnTo>
                <a:lnTo>
                  <a:pt x="23218" y="118"/>
                </a:lnTo>
                <a:lnTo>
                  <a:pt x="23218" y="0"/>
                </a:lnTo>
                <a:moveTo>
                  <a:pt x="23482" y="0"/>
                </a:moveTo>
                <a:lnTo>
                  <a:pt x="23640" y="0"/>
                </a:lnTo>
                <a:lnTo>
                  <a:pt x="23640" y="118"/>
                </a:lnTo>
                <a:lnTo>
                  <a:pt x="23482" y="118"/>
                </a:lnTo>
                <a:lnTo>
                  <a:pt x="23482" y="0"/>
                </a:lnTo>
                <a:moveTo>
                  <a:pt x="23746" y="0"/>
                </a:moveTo>
                <a:lnTo>
                  <a:pt x="23904" y="0"/>
                </a:lnTo>
                <a:lnTo>
                  <a:pt x="23904" y="118"/>
                </a:lnTo>
                <a:lnTo>
                  <a:pt x="23746" y="118"/>
                </a:lnTo>
                <a:lnTo>
                  <a:pt x="23746" y="0"/>
                </a:lnTo>
                <a:moveTo>
                  <a:pt x="24010" y="0"/>
                </a:moveTo>
                <a:lnTo>
                  <a:pt x="24168" y="0"/>
                </a:lnTo>
                <a:lnTo>
                  <a:pt x="24168" y="118"/>
                </a:lnTo>
                <a:lnTo>
                  <a:pt x="24010" y="118"/>
                </a:lnTo>
                <a:lnTo>
                  <a:pt x="24010" y="0"/>
                </a:lnTo>
                <a:moveTo>
                  <a:pt x="24274" y="0"/>
                </a:moveTo>
                <a:lnTo>
                  <a:pt x="24433" y="0"/>
                </a:lnTo>
                <a:lnTo>
                  <a:pt x="24433" y="118"/>
                </a:lnTo>
                <a:lnTo>
                  <a:pt x="24274" y="118"/>
                </a:lnTo>
                <a:lnTo>
                  <a:pt x="24274" y="0"/>
                </a:lnTo>
                <a:moveTo>
                  <a:pt x="24538" y="0"/>
                </a:moveTo>
                <a:lnTo>
                  <a:pt x="24697" y="0"/>
                </a:lnTo>
                <a:lnTo>
                  <a:pt x="24697" y="118"/>
                </a:lnTo>
                <a:lnTo>
                  <a:pt x="24538" y="118"/>
                </a:lnTo>
                <a:lnTo>
                  <a:pt x="24538" y="0"/>
                </a:lnTo>
                <a:moveTo>
                  <a:pt x="24802" y="0"/>
                </a:moveTo>
                <a:lnTo>
                  <a:pt x="24961" y="0"/>
                </a:lnTo>
                <a:lnTo>
                  <a:pt x="24961" y="118"/>
                </a:lnTo>
                <a:lnTo>
                  <a:pt x="24802" y="118"/>
                </a:lnTo>
                <a:lnTo>
                  <a:pt x="24802" y="0"/>
                </a:lnTo>
                <a:moveTo>
                  <a:pt x="25066" y="0"/>
                </a:moveTo>
                <a:lnTo>
                  <a:pt x="25225" y="0"/>
                </a:lnTo>
                <a:lnTo>
                  <a:pt x="25225" y="118"/>
                </a:lnTo>
                <a:lnTo>
                  <a:pt x="25066" y="118"/>
                </a:lnTo>
                <a:lnTo>
                  <a:pt x="25066" y="0"/>
                </a:lnTo>
                <a:moveTo>
                  <a:pt x="25330" y="0"/>
                </a:moveTo>
                <a:lnTo>
                  <a:pt x="25489" y="0"/>
                </a:lnTo>
                <a:lnTo>
                  <a:pt x="25489" y="118"/>
                </a:lnTo>
                <a:lnTo>
                  <a:pt x="25330" y="118"/>
                </a:lnTo>
                <a:lnTo>
                  <a:pt x="25330" y="0"/>
                </a:lnTo>
                <a:moveTo>
                  <a:pt x="25594" y="0"/>
                </a:moveTo>
                <a:lnTo>
                  <a:pt x="25753" y="0"/>
                </a:lnTo>
                <a:lnTo>
                  <a:pt x="25753" y="118"/>
                </a:lnTo>
                <a:lnTo>
                  <a:pt x="25594" y="118"/>
                </a:lnTo>
                <a:lnTo>
                  <a:pt x="25594" y="0"/>
                </a:lnTo>
                <a:moveTo>
                  <a:pt x="25858" y="0"/>
                </a:moveTo>
                <a:lnTo>
                  <a:pt x="26017" y="0"/>
                </a:lnTo>
                <a:lnTo>
                  <a:pt x="26017" y="118"/>
                </a:lnTo>
                <a:lnTo>
                  <a:pt x="25858" y="118"/>
                </a:lnTo>
                <a:lnTo>
                  <a:pt x="25858" y="0"/>
                </a:lnTo>
                <a:moveTo>
                  <a:pt x="26122" y="0"/>
                </a:moveTo>
                <a:lnTo>
                  <a:pt x="26281" y="0"/>
                </a:lnTo>
                <a:lnTo>
                  <a:pt x="26281" y="118"/>
                </a:lnTo>
                <a:lnTo>
                  <a:pt x="26122" y="118"/>
                </a:lnTo>
                <a:lnTo>
                  <a:pt x="26122" y="0"/>
                </a:lnTo>
                <a:moveTo>
                  <a:pt x="26386" y="0"/>
                </a:moveTo>
                <a:lnTo>
                  <a:pt x="26545" y="0"/>
                </a:lnTo>
                <a:lnTo>
                  <a:pt x="26545" y="118"/>
                </a:lnTo>
                <a:lnTo>
                  <a:pt x="26386" y="118"/>
                </a:lnTo>
                <a:lnTo>
                  <a:pt x="26386" y="0"/>
                </a:lnTo>
                <a:moveTo>
                  <a:pt x="26650" y="0"/>
                </a:moveTo>
                <a:lnTo>
                  <a:pt x="26809" y="0"/>
                </a:lnTo>
                <a:lnTo>
                  <a:pt x="26809" y="118"/>
                </a:lnTo>
                <a:lnTo>
                  <a:pt x="26650" y="118"/>
                </a:lnTo>
                <a:lnTo>
                  <a:pt x="26650" y="0"/>
                </a:lnTo>
                <a:moveTo>
                  <a:pt x="26914" y="0"/>
                </a:moveTo>
                <a:lnTo>
                  <a:pt x="27073" y="0"/>
                </a:lnTo>
                <a:lnTo>
                  <a:pt x="27073" y="118"/>
                </a:lnTo>
                <a:lnTo>
                  <a:pt x="26914" y="118"/>
                </a:lnTo>
                <a:lnTo>
                  <a:pt x="26914" y="0"/>
                </a:lnTo>
                <a:moveTo>
                  <a:pt x="27178" y="0"/>
                </a:moveTo>
                <a:lnTo>
                  <a:pt x="27337" y="0"/>
                </a:lnTo>
                <a:lnTo>
                  <a:pt x="27337" y="118"/>
                </a:lnTo>
                <a:lnTo>
                  <a:pt x="27178" y="118"/>
                </a:lnTo>
                <a:lnTo>
                  <a:pt x="27178" y="0"/>
                </a:lnTo>
                <a:moveTo>
                  <a:pt x="27442" y="0"/>
                </a:moveTo>
                <a:lnTo>
                  <a:pt x="27601" y="0"/>
                </a:lnTo>
                <a:lnTo>
                  <a:pt x="27601" y="118"/>
                </a:lnTo>
                <a:lnTo>
                  <a:pt x="27442" y="118"/>
                </a:lnTo>
                <a:lnTo>
                  <a:pt x="27442" y="0"/>
                </a:lnTo>
                <a:moveTo>
                  <a:pt x="27706" y="0"/>
                </a:moveTo>
                <a:lnTo>
                  <a:pt x="27865" y="0"/>
                </a:lnTo>
                <a:lnTo>
                  <a:pt x="27865" y="118"/>
                </a:lnTo>
                <a:lnTo>
                  <a:pt x="27706" y="118"/>
                </a:lnTo>
                <a:lnTo>
                  <a:pt x="27706" y="0"/>
                </a:lnTo>
                <a:moveTo>
                  <a:pt x="27971" y="0"/>
                </a:moveTo>
                <a:lnTo>
                  <a:pt x="28129" y="0"/>
                </a:lnTo>
                <a:lnTo>
                  <a:pt x="28129" y="118"/>
                </a:lnTo>
                <a:lnTo>
                  <a:pt x="27971" y="118"/>
                </a:lnTo>
                <a:lnTo>
                  <a:pt x="27971" y="0"/>
                </a:lnTo>
                <a:moveTo>
                  <a:pt x="28235" y="0"/>
                </a:moveTo>
                <a:lnTo>
                  <a:pt x="28393" y="0"/>
                </a:lnTo>
                <a:lnTo>
                  <a:pt x="28393" y="118"/>
                </a:lnTo>
                <a:lnTo>
                  <a:pt x="28235" y="118"/>
                </a:lnTo>
                <a:lnTo>
                  <a:pt x="28235" y="0"/>
                </a:lnTo>
                <a:moveTo>
                  <a:pt x="28499" y="0"/>
                </a:moveTo>
                <a:lnTo>
                  <a:pt x="28657" y="0"/>
                </a:lnTo>
                <a:lnTo>
                  <a:pt x="28657" y="118"/>
                </a:lnTo>
                <a:lnTo>
                  <a:pt x="28499" y="118"/>
                </a:lnTo>
                <a:lnTo>
                  <a:pt x="28499" y="0"/>
                </a:lnTo>
                <a:moveTo>
                  <a:pt x="28763" y="0"/>
                </a:moveTo>
                <a:lnTo>
                  <a:pt x="28921" y="0"/>
                </a:lnTo>
                <a:lnTo>
                  <a:pt x="28921" y="118"/>
                </a:lnTo>
                <a:lnTo>
                  <a:pt x="28763" y="118"/>
                </a:lnTo>
                <a:lnTo>
                  <a:pt x="28763" y="0"/>
                </a:lnTo>
                <a:moveTo>
                  <a:pt x="29027" y="0"/>
                </a:moveTo>
                <a:lnTo>
                  <a:pt x="29185" y="0"/>
                </a:lnTo>
                <a:lnTo>
                  <a:pt x="29185" y="118"/>
                </a:lnTo>
                <a:lnTo>
                  <a:pt x="29027" y="118"/>
                </a:lnTo>
                <a:lnTo>
                  <a:pt x="29027" y="0"/>
                </a:lnTo>
                <a:moveTo>
                  <a:pt x="29291" y="0"/>
                </a:moveTo>
                <a:lnTo>
                  <a:pt x="29450" y="0"/>
                </a:lnTo>
                <a:lnTo>
                  <a:pt x="29450" y="118"/>
                </a:lnTo>
                <a:lnTo>
                  <a:pt x="29291" y="118"/>
                </a:lnTo>
                <a:lnTo>
                  <a:pt x="29291" y="0"/>
                </a:lnTo>
                <a:moveTo>
                  <a:pt x="29555" y="0"/>
                </a:moveTo>
                <a:lnTo>
                  <a:pt x="29714" y="0"/>
                </a:lnTo>
                <a:lnTo>
                  <a:pt x="29714" y="118"/>
                </a:lnTo>
                <a:lnTo>
                  <a:pt x="29555" y="118"/>
                </a:lnTo>
                <a:lnTo>
                  <a:pt x="29555" y="0"/>
                </a:lnTo>
                <a:moveTo>
                  <a:pt x="29819" y="0"/>
                </a:moveTo>
                <a:lnTo>
                  <a:pt x="29978" y="0"/>
                </a:lnTo>
                <a:lnTo>
                  <a:pt x="29978" y="118"/>
                </a:lnTo>
                <a:lnTo>
                  <a:pt x="29819" y="118"/>
                </a:lnTo>
                <a:lnTo>
                  <a:pt x="29819" y="0"/>
                </a:lnTo>
                <a:moveTo>
                  <a:pt x="30083" y="0"/>
                </a:moveTo>
                <a:lnTo>
                  <a:pt x="30242" y="0"/>
                </a:lnTo>
                <a:lnTo>
                  <a:pt x="30242" y="118"/>
                </a:lnTo>
                <a:lnTo>
                  <a:pt x="30083" y="118"/>
                </a:lnTo>
                <a:lnTo>
                  <a:pt x="30083" y="0"/>
                </a:lnTo>
                <a:moveTo>
                  <a:pt x="30347" y="0"/>
                </a:moveTo>
                <a:lnTo>
                  <a:pt x="30506" y="0"/>
                </a:lnTo>
                <a:lnTo>
                  <a:pt x="30506" y="118"/>
                </a:lnTo>
                <a:lnTo>
                  <a:pt x="30347" y="118"/>
                </a:lnTo>
                <a:lnTo>
                  <a:pt x="30347" y="0"/>
                </a:lnTo>
                <a:moveTo>
                  <a:pt x="30611" y="0"/>
                </a:moveTo>
                <a:lnTo>
                  <a:pt x="30725" y="0"/>
                </a:lnTo>
                <a:cubicBezTo>
                  <a:pt x="30744" y="0"/>
                  <a:pt x="30764" y="3"/>
                  <a:pt x="30783" y="7"/>
                </a:cubicBezTo>
                <a:lnTo>
                  <a:pt x="30755" y="121"/>
                </a:lnTo>
                <a:cubicBezTo>
                  <a:pt x="30745" y="119"/>
                  <a:pt x="30735" y="118"/>
                  <a:pt x="30725" y="118"/>
                </a:cubicBezTo>
                <a:lnTo>
                  <a:pt x="30611" y="118"/>
                </a:lnTo>
                <a:lnTo>
                  <a:pt x="30611" y="0"/>
                </a:lnTo>
                <a:moveTo>
                  <a:pt x="30902" y="78"/>
                </a:moveTo>
                <a:cubicBezTo>
                  <a:pt x="30946" y="125"/>
                  <a:pt x="30968" y="181"/>
                  <a:pt x="30968" y="245"/>
                </a:cubicBezTo>
                <a:lnTo>
                  <a:pt x="30968" y="265"/>
                </a:lnTo>
                <a:lnTo>
                  <a:pt x="30852" y="265"/>
                </a:lnTo>
                <a:lnTo>
                  <a:pt x="30852" y="245"/>
                </a:lnTo>
                <a:cubicBezTo>
                  <a:pt x="30852" y="211"/>
                  <a:pt x="30840" y="182"/>
                  <a:pt x="30817" y="158"/>
                </a:cubicBezTo>
                <a:lnTo>
                  <a:pt x="30902" y="78"/>
                </a:lnTo>
                <a:moveTo>
                  <a:pt x="30968" y="370"/>
                </a:moveTo>
                <a:lnTo>
                  <a:pt x="30968" y="529"/>
                </a:lnTo>
                <a:lnTo>
                  <a:pt x="30852" y="529"/>
                </a:lnTo>
                <a:lnTo>
                  <a:pt x="30852" y="370"/>
                </a:lnTo>
                <a:lnTo>
                  <a:pt x="30968" y="370"/>
                </a:lnTo>
                <a:moveTo>
                  <a:pt x="30968" y="634"/>
                </a:moveTo>
                <a:lnTo>
                  <a:pt x="30968" y="793"/>
                </a:lnTo>
                <a:lnTo>
                  <a:pt x="30852" y="793"/>
                </a:lnTo>
                <a:lnTo>
                  <a:pt x="30852" y="634"/>
                </a:lnTo>
                <a:lnTo>
                  <a:pt x="30968" y="634"/>
                </a:lnTo>
                <a:moveTo>
                  <a:pt x="30968" y="898"/>
                </a:moveTo>
                <a:lnTo>
                  <a:pt x="30968" y="1057"/>
                </a:lnTo>
                <a:lnTo>
                  <a:pt x="30852" y="1057"/>
                </a:lnTo>
                <a:lnTo>
                  <a:pt x="30852" y="898"/>
                </a:lnTo>
                <a:lnTo>
                  <a:pt x="30968" y="898"/>
                </a:lnTo>
                <a:moveTo>
                  <a:pt x="30968" y="1162"/>
                </a:moveTo>
                <a:lnTo>
                  <a:pt x="30968" y="1321"/>
                </a:lnTo>
                <a:lnTo>
                  <a:pt x="30852" y="1321"/>
                </a:lnTo>
                <a:lnTo>
                  <a:pt x="30852" y="1162"/>
                </a:lnTo>
                <a:lnTo>
                  <a:pt x="30968" y="1162"/>
                </a:lnTo>
                <a:moveTo>
                  <a:pt x="30968" y="1426"/>
                </a:moveTo>
                <a:lnTo>
                  <a:pt x="30968" y="1585"/>
                </a:lnTo>
                <a:lnTo>
                  <a:pt x="30852" y="1585"/>
                </a:lnTo>
                <a:lnTo>
                  <a:pt x="30852" y="1426"/>
                </a:lnTo>
                <a:lnTo>
                  <a:pt x="30968" y="1426"/>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3"/>
                </a:moveTo>
                <a:cubicBezTo>
                  <a:pt x="30961" y="2298"/>
                  <a:pt x="30928" y="2357"/>
                  <a:pt x="30866" y="2401"/>
                </a:cubicBezTo>
                <a:lnTo>
                  <a:pt x="30799" y="2306"/>
                </a:lnTo>
                <a:cubicBezTo>
                  <a:pt x="30831" y="2283"/>
                  <a:pt x="30848" y="2252"/>
                  <a:pt x="30851" y="2213"/>
                </a:cubicBezTo>
                <a:lnTo>
                  <a:pt x="30967" y="2223"/>
                </a:lnTo>
                <a:moveTo>
                  <a:pt x="30736" y="2446"/>
                </a:moveTo>
                <a:cubicBezTo>
                  <a:pt x="30733" y="2446"/>
                  <a:pt x="30729" y="2446"/>
                  <a:pt x="30725" y="2446"/>
                </a:cubicBezTo>
                <a:lnTo>
                  <a:pt x="30575" y="2446"/>
                </a:lnTo>
                <a:lnTo>
                  <a:pt x="30575" y="2330"/>
                </a:lnTo>
                <a:lnTo>
                  <a:pt x="30725" y="2330"/>
                </a:lnTo>
                <a:cubicBezTo>
                  <a:pt x="30727" y="2330"/>
                  <a:pt x="30729" y="2330"/>
                  <a:pt x="30731" y="2330"/>
                </a:cubicBezTo>
                <a:lnTo>
                  <a:pt x="30736" y="2446"/>
                </a:lnTo>
                <a:moveTo>
                  <a:pt x="30470" y="2446"/>
                </a:moveTo>
                <a:lnTo>
                  <a:pt x="30311" y="2446"/>
                </a:lnTo>
                <a:lnTo>
                  <a:pt x="30311" y="2330"/>
                </a:lnTo>
                <a:lnTo>
                  <a:pt x="30470" y="2330"/>
                </a:lnTo>
                <a:lnTo>
                  <a:pt x="30470" y="2446"/>
                </a:lnTo>
                <a:moveTo>
                  <a:pt x="30206" y="2446"/>
                </a:moveTo>
                <a:lnTo>
                  <a:pt x="30047" y="2446"/>
                </a:lnTo>
                <a:lnTo>
                  <a:pt x="30047" y="2330"/>
                </a:lnTo>
                <a:lnTo>
                  <a:pt x="30206" y="2330"/>
                </a:lnTo>
                <a:lnTo>
                  <a:pt x="30206" y="2446"/>
                </a:lnTo>
                <a:moveTo>
                  <a:pt x="29942" y="2446"/>
                </a:moveTo>
                <a:lnTo>
                  <a:pt x="29783" y="2446"/>
                </a:lnTo>
                <a:lnTo>
                  <a:pt x="29783" y="2330"/>
                </a:lnTo>
                <a:lnTo>
                  <a:pt x="29942" y="2330"/>
                </a:lnTo>
                <a:lnTo>
                  <a:pt x="29942" y="2446"/>
                </a:lnTo>
                <a:moveTo>
                  <a:pt x="29678" y="2446"/>
                </a:moveTo>
                <a:lnTo>
                  <a:pt x="29519" y="2446"/>
                </a:lnTo>
                <a:lnTo>
                  <a:pt x="29519" y="2330"/>
                </a:lnTo>
                <a:lnTo>
                  <a:pt x="29678" y="2330"/>
                </a:lnTo>
                <a:lnTo>
                  <a:pt x="29678" y="2446"/>
                </a:lnTo>
                <a:moveTo>
                  <a:pt x="29414" y="2446"/>
                </a:moveTo>
                <a:lnTo>
                  <a:pt x="29255" y="2446"/>
                </a:lnTo>
                <a:lnTo>
                  <a:pt x="29255" y="2330"/>
                </a:lnTo>
                <a:lnTo>
                  <a:pt x="29414" y="2330"/>
                </a:lnTo>
                <a:lnTo>
                  <a:pt x="29414" y="2446"/>
                </a:lnTo>
                <a:moveTo>
                  <a:pt x="29150" y="2446"/>
                </a:moveTo>
                <a:lnTo>
                  <a:pt x="28991" y="2446"/>
                </a:lnTo>
                <a:lnTo>
                  <a:pt x="28991" y="2330"/>
                </a:lnTo>
                <a:lnTo>
                  <a:pt x="29150" y="2330"/>
                </a:lnTo>
                <a:lnTo>
                  <a:pt x="29150" y="2446"/>
                </a:lnTo>
                <a:moveTo>
                  <a:pt x="28886" y="2446"/>
                </a:moveTo>
                <a:lnTo>
                  <a:pt x="28727" y="2446"/>
                </a:lnTo>
                <a:lnTo>
                  <a:pt x="28727" y="2330"/>
                </a:lnTo>
                <a:lnTo>
                  <a:pt x="28886" y="2330"/>
                </a:lnTo>
                <a:lnTo>
                  <a:pt x="28886" y="2446"/>
                </a:lnTo>
                <a:moveTo>
                  <a:pt x="28622" y="2446"/>
                </a:moveTo>
                <a:lnTo>
                  <a:pt x="28463" y="2446"/>
                </a:lnTo>
                <a:lnTo>
                  <a:pt x="28463" y="2330"/>
                </a:lnTo>
                <a:lnTo>
                  <a:pt x="28622" y="2330"/>
                </a:lnTo>
                <a:lnTo>
                  <a:pt x="28622" y="2446"/>
                </a:lnTo>
                <a:moveTo>
                  <a:pt x="28358" y="2446"/>
                </a:moveTo>
                <a:lnTo>
                  <a:pt x="28199" y="2446"/>
                </a:lnTo>
                <a:lnTo>
                  <a:pt x="28199" y="2330"/>
                </a:lnTo>
                <a:lnTo>
                  <a:pt x="28358" y="2330"/>
                </a:lnTo>
                <a:lnTo>
                  <a:pt x="28358" y="2446"/>
                </a:lnTo>
                <a:moveTo>
                  <a:pt x="28094" y="2446"/>
                </a:moveTo>
                <a:lnTo>
                  <a:pt x="27935" y="2446"/>
                </a:lnTo>
                <a:lnTo>
                  <a:pt x="27935" y="2330"/>
                </a:lnTo>
                <a:lnTo>
                  <a:pt x="28094" y="2330"/>
                </a:lnTo>
                <a:lnTo>
                  <a:pt x="28094" y="2446"/>
                </a:lnTo>
                <a:moveTo>
                  <a:pt x="27829" y="2446"/>
                </a:moveTo>
                <a:lnTo>
                  <a:pt x="27671" y="2446"/>
                </a:lnTo>
                <a:lnTo>
                  <a:pt x="27671" y="2330"/>
                </a:lnTo>
                <a:lnTo>
                  <a:pt x="27829" y="2330"/>
                </a:lnTo>
                <a:lnTo>
                  <a:pt x="27829" y="2446"/>
                </a:lnTo>
                <a:moveTo>
                  <a:pt x="27565" y="2446"/>
                </a:moveTo>
                <a:lnTo>
                  <a:pt x="27407" y="2446"/>
                </a:lnTo>
                <a:lnTo>
                  <a:pt x="27407" y="2330"/>
                </a:lnTo>
                <a:lnTo>
                  <a:pt x="27565" y="2330"/>
                </a:lnTo>
                <a:lnTo>
                  <a:pt x="27565" y="2446"/>
                </a:lnTo>
                <a:moveTo>
                  <a:pt x="27301" y="2446"/>
                </a:moveTo>
                <a:lnTo>
                  <a:pt x="27143" y="2446"/>
                </a:lnTo>
                <a:lnTo>
                  <a:pt x="27143" y="2330"/>
                </a:lnTo>
                <a:lnTo>
                  <a:pt x="27301" y="2330"/>
                </a:lnTo>
                <a:lnTo>
                  <a:pt x="27301" y="2446"/>
                </a:lnTo>
                <a:moveTo>
                  <a:pt x="27037" y="2446"/>
                </a:moveTo>
                <a:lnTo>
                  <a:pt x="26879" y="2446"/>
                </a:lnTo>
                <a:lnTo>
                  <a:pt x="26879" y="2330"/>
                </a:lnTo>
                <a:lnTo>
                  <a:pt x="27037" y="2330"/>
                </a:lnTo>
                <a:lnTo>
                  <a:pt x="27037" y="2446"/>
                </a:lnTo>
                <a:moveTo>
                  <a:pt x="26773" y="2446"/>
                </a:moveTo>
                <a:lnTo>
                  <a:pt x="26615" y="2446"/>
                </a:lnTo>
                <a:lnTo>
                  <a:pt x="26615" y="2330"/>
                </a:lnTo>
                <a:lnTo>
                  <a:pt x="26773" y="2330"/>
                </a:lnTo>
                <a:lnTo>
                  <a:pt x="26773" y="2446"/>
                </a:lnTo>
                <a:moveTo>
                  <a:pt x="26509" y="2446"/>
                </a:moveTo>
                <a:lnTo>
                  <a:pt x="26350" y="2446"/>
                </a:lnTo>
                <a:lnTo>
                  <a:pt x="26350" y="2330"/>
                </a:lnTo>
                <a:lnTo>
                  <a:pt x="26509" y="2330"/>
                </a:lnTo>
                <a:lnTo>
                  <a:pt x="26509" y="2446"/>
                </a:lnTo>
                <a:moveTo>
                  <a:pt x="26245" y="2446"/>
                </a:moveTo>
                <a:lnTo>
                  <a:pt x="26086" y="2446"/>
                </a:lnTo>
                <a:lnTo>
                  <a:pt x="26086" y="2330"/>
                </a:lnTo>
                <a:lnTo>
                  <a:pt x="26245" y="2330"/>
                </a:lnTo>
                <a:lnTo>
                  <a:pt x="26245" y="2446"/>
                </a:lnTo>
                <a:moveTo>
                  <a:pt x="25981" y="2446"/>
                </a:moveTo>
                <a:lnTo>
                  <a:pt x="25822" y="2446"/>
                </a:lnTo>
                <a:lnTo>
                  <a:pt x="25822" y="2330"/>
                </a:lnTo>
                <a:lnTo>
                  <a:pt x="25981" y="2330"/>
                </a:lnTo>
                <a:lnTo>
                  <a:pt x="25981" y="2446"/>
                </a:lnTo>
                <a:moveTo>
                  <a:pt x="25717" y="2446"/>
                </a:moveTo>
                <a:lnTo>
                  <a:pt x="25558" y="2446"/>
                </a:lnTo>
                <a:lnTo>
                  <a:pt x="25558" y="2330"/>
                </a:lnTo>
                <a:lnTo>
                  <a:pt x="25717" y="2330"/>
                </a:lnTo>
                <a:lnTo>
                  <a:pt x="25717" y="2446"/>
                </a:lnTo>
                <a:moveTo>
                  <a:pt x="25453" y="2446"/>
                </a:moveTo>
                <a:lnTo>
                  <a:pt x="25294" y="2446"/>
                </a:lnTo>
                <a:lnTo>
                  <a:pt x="25294" y="2330"/>
                </a:lnTo>
                <a:lnTo>
                  <a:pt x="25453" y="2330"/>
                </a:lnTo>
                <a:lnTo>
                  <a:pt x="25453" y="2446"/>
                </a:lnTo>
                <a:moveTo>
                  <a:pt x="25189" y="2446"/>
                </a:moveTo>
                <a:lnTo>
                  <a:pt x="25030" y="2446"/>
                </a:lnTo>
                <a:lnTo>
                  <a:pt x="25030" y="2330"/>
                </a:lnTo>
                <a:lnTo>
                  <a:pt x="25189" y="2330"/>
                </a:lnTo>
                <a:lnTo>
                  <a:pt x="25189" y="2446"/>
                </a:lnTo>
                <a:moveTo>
                  <a:pt x="24925" y="2446"/>
                </a:moveTo>
                <a:lnTo>
                  <a:pt x="24766" y="2446"/>
                </a:lnTo>
                <a:lnTo>
                  <a:pt x="24766" y="2330"/>
                </a:lnTo>
                <a:lnTo>
                  <a:pt x="24925" y="2330"/>
                </a:lnTo>
                <a:lnTo>
                  <a:pt x="24925" y="2446"/>
                </a:lnTo>
                <a:moveTo>
                  <a:pt x="24661" y="2446"/>
                </a:moveTo>
                <a:lnTo>
                  <a:pt x="24502" y="2446"/>
                </a:lnTo>
                <a:lnTo>
                  <a:pt x="24502" y="2330"/>
                </a:lnTo>
                <a:lnTo>
                  <a:pt x="24661" y="2330"/>
                </a:lnTo>
                <a:lnTo>
                  <a:pt x="24661" y="2446"/>
                </a:lnTo>
                <a:moveTo>
                  <a:pt x="24397" y="2446"/>
                </a:moveTo>
                <a:lnTo>
                  <a:pt x="24238" y="2446"/>
                </a:lnTo>
                <a:lnTo>
                  <a:pt x="24238" y="2330"/>
                </a:lnTo>
                <a:lnTo>
                  <a:pt x="24397" y="2330"/>
                </a:lnTo>
                <a:lnTo>
                  <a:pt x="24397" y="2446"/>
                </a:lnTo>
                <a:moveTo>
                  <a:pt x="24133" y="2446"/>
                </a:moveTo>
                <a:lnTo>
                  <a:pt x="23974" y="2446"/>
                </a:lnTo>
                <a:lnTo>
                  <a:pt x="23974" y="2330"/>
                </a:lnTo>
                <a:lnTo>
                  <a:pt x="24133" y="2330"/>
                </a:lnTo>
                <a:lnTo>
                  <a:pt x="24133" y="2446"/>
                </a:lnTo>
                <a:moveTo>
                  <a:pt x="23869" y="2446"/>
                </a:moveTo>
                <a:lnTo>
                  <a:pt x="23710" y="2446"/>
                </a:lnTo>
                <a:lnTo>
                  <a:pt x="23710" y="2330"/>
                </a:lnTo>
                <a:lnTo>
                  <a:pt x="23869" y="2330"/>
                </a:lnTo>
                <a:lnTo>
                  <a:pt x="23869" y="2446"/>
                </a:lnTo>
                <a:moveTo>
                  <a:pt x="23605" y="2446"/>
                </a:moveTo>
                <a:lnTo>
                  <a:pt x="23446" y="2446"/>
                </a:lnTo>
                <a:lnTo>
                  <a:pt x="23446" y="2330"/>
                </a:lnTo>
                <a:lnTo>
                  <a:pt x="23605" y="2330"/>
                </a:lnTo>
                <a:lnTo>
                  <a:pt x="23605" y="2446"/>
                </a:lnTo>
                <a:moveTo>
                  <a:pt x="23341" y="2446"/>
                </a:moveTo>
                <a:lnTo>
                  <a:pt x="23182" y="2446"/>
                </a:lnTo>
                <a:lnTo>
                  <a:pt x="23182" y="2330"/>
                </a:lnTo>
                <a:lnTo>
                  <a:pt x="23341" y="2330"/>
                </a:lnTo>
                <a:lnTo>
                  <a:pt x="23341" y="2446"/>
                </a:lnTo>
                <a:moveTo>
                  <a:pt x="23077" y="2446"/>
                </a:moveTo>
                <a:lnTo>
                  <a:pt x="22918" y="2446"/>
                </a:lnTo>
                <a:lnTo>
                  <a:pt x="22918" y="2330"/>
                </a:lnTo>
                <a:lnTo>
                  <a:pt x="23077" y="2330"/>
                </a:lnTo>
                <a:lnTo>
                  <a:pt x="23077" y="2446"/>
                </a:lnTo>
                <a:moveTo>
                  <a:pt x="22812" y="2446"/>
                </a:moveTo>
                <a:lnTo>
                  <a:pt x="22654" y="2446"/>
                </a:lnTo>
                <a:lnTo>
                  <a:pt x="22654" y="2330"/>
                </a:lnTo>
                <a:lnTo>
                  <a:pt x="22812" y="2330"/>
                </a:lnTo>
                <a:lnTo>
                  <a:pt x="22812" y="2446"/>
                </a:lnTo>
                <a:moveTo>
                  <a:pt x="22548" y="2446"/>
                </a:moveTo>
                <a:lnTo>
                  <a:pt x="22390" y="2446"/>
                </a:lnTo>
                <a:lnTo>
                  <a:pt x="22390" y="2330"/>
                </a:lnTo>
                <a:lnTo>
                  <a:pt x="22548" y="2330"/>
                </a:lnTo>
                <a:lnTo>
                  <a:pt x="22548" y="2446"/>
                </a:lnTo>
                <a:moveTo>
                  <a:pt x="22284" y="2446"/>
                </a:moveTo>
                <a:lnTo>
                  <a:pt x="22126" y="2446"/>
                </a:lnTo>
                <a:lnTo>
                  <a:pt x="22126" y="2330"/>
                </a:lnTo>
                <a:lnTo>
                  <a:pt x="22284" y="2330"/>
                </a:lnTo>
                <a:lnTo>
                  <a:pt x="22284" y="2446"/>
                </a:lnTo>
                <a:moveTo>
                  <a:pt x="22020" y="2446"/>
                </a:moveTo>
                <a:lnTo>
                  <a:pt x="21862" y="2446"/>
                </a:lnTo>
                <a:lnTo>
                  <a:pt x="21862" y="2330"/>
                </a:lnTo>
                <a:lnTo>
                  <a:pt x="22020" y="2330"/>
                </a:lnTo>
                <a:lnTo>
                  <a:pt x="22020" y="2446"/>
                </a:lnTo>
                <a:moveTo>
                  <a:pt x="21756" y="2446"/>
                </a:moveTo>
                <a:lnTo>
                  <a:pt x="21597" y="2446"/>
                </a:lnTo>
                <a:lnTo>
                  <a:pt x="21597" y="2330"/>
                </a:lnTo>
                <a:lnTo>
                  <a:pt x="21756" y="2330"/>
                </a:lnTo>
                <a:lnTo>
                  <a:pt x="21756" y="2446"/>
                </a:lnTo>
                <a:moveTo>
                  <a:pt x="21492" y="2446"/>
                </a:moveTo>
                <a:lnTo>
                  <a:pt x="21333" y="2446"/>
                </a:lnTo>
                <a:lnTo>
                  <a:pt x="21333" y="2330"/>
                </a:lnTo>
                <a:lnTo>
                  <a:pt x="21492" y="2330"/>
                </a:lnTo>
                <a:lnTo>
                  <a:pt x="21492" y="2446"/>
                </a:lnTo>
                <a:moveTo>
                  <a:pt x="21228" y="2446"/>
                </a:moveTo>
                <a:lnTo>
                  <a:pt x="21069" y="2446"/>
                </a:lnTo>
                <a:lnTo>
                  <a:pt x="21069" y="2330"/>
                </a:lnTo>
                <a:lnTo>
                  <a:pt x="21228" y="2330"/>
                </a:lnTo>
                <a:lnTo>
                  <a:pt x="21228" y="2446"/>
                </a:lnTo>
                <a:moveTo>
                  <a:pt x="20964" y="2446"/>
                </a:moveTo>
                <a:lnTo>
                  <a:pt x="20805" y="2446"/>
                </a:lnTo>
                <a:lnTo>
                  <a:pt x="20805" y="2330"/>
                </a:lnTo>
                <a:lnTo>
                  <a:pt x="20964" y="2330"/>
                </a:lnTo>
                <a:lnTo>
                  <a:pt x="20964" y="2446"/>
                </a:lnTo>
                <a:moveTo>
                  <a:pt x="20700" y="2446"/>
                </a:moveTo>
                <a:lnTo>
                  <a:pt x="20541" y="2446"/>
                </a:lnTo>
                <a:lnTo>
                  <a:pt x="20541" y="2330"/>
                </a:lnTo>
                <a:lnTo>
                  <a:pt x="20700" y="2330"/>
                </a:lnTo>
                <a:lnTo>
                  <a:pt x="20700" y="2446"/>
                </a:lnTo>
                <a:moveTo>
                  <a:pt x="20436" y="2446"/>
                </a:moveTo>
                <a:lnTo>
                  <a:pt x="20277" y="2446"/>
                </a:lnTo>
                <a:lnTo>
                  <a:pt x="20277" y="2330"/>
                </a:lnTo>
                <a:lnTo>
                  <a:pt x="20436" y="2330"/>
                </a:lnTo>
                <a:lnTo>
                  <a:pt x="20436" y="2446"/>
                </a:lnTo>
                <a:moveTo>
                  <a:pt x="20172" y="2446"/>
                </a:moveTo>
                <a:lnTo>
                  <a:pt x="20013" y="2446"/>
                </a:lnTo>
                <a:lnTo>
                  <a:pt x="20013" y="2330"/>
                </a:lnTo>
                <a:lnTo>
                  <a:pt x="20172" y="2330"/>
                </a:lnTo>
                <a:lnTo>
                  <a:pt x="20172" y="2446"/>
                </a:lnTo>
                <a:moveTo>
                  <a:pt x="19908" y="2446"/>
                </a:moveTo>
                <a:lnTo>
                  <a:pt x="19749" y="2446"/>
                </a:lnTo>
                <a:lnTo>
                  <a:pt x="19749" y="2330"/>
                </a:lnTo>
                <a:lnTo>
                  <a:pt x="19908" y="2330"/>
                </a:lnTo>
                <a:lnTo>
                  <a:pt x="19908" y="2446"/>
                </a:lnTo>
                <a:moveTo>
                  <a:pt x="19644" y="2446"/>
                </a:moveTo>
                <a:lnTo>
                  <a:pt x="19485" y="2446"/>
                </a:lnTo>
                <a:lnTo>
                  <a:pt x="19485" y="2330"/>
                </a:lnTo>
                <a:lnTo>
                  <a:pt x="19644" y="2330"/>
                </a:lnTo>
                <a:lnTo>
                  <a:pt x="19644" y="2446"/>
                </a:lnTo>
                <a:moveTo>
                  <a:pt x="19380" y="2446"/>
                </a:moveTo>
                <a:lnTo>
                  <a:pt x="19221" y="2446"/>
                </a:lnTo>
                <a:lnTo>
                  <a:pt x="19221" y="2330"/>
                </a:lnTo>
                <a:lnTo>
                  <a:pt x="19380" y="2330"/>
                </a:lnTo>
                <a:lnTo>
                  <a:pt x="19380" y="2446"/>
                </a:lnTo>
                <a:moveTo>
                  <a:pt x="19116" y="2446"/>
                </a:moveTo>
                <a:lnTo>
                  <a:pt x="18957" y="2446"/>
                </a:lnTo>
                <a:lnTo>
                  <a:pt x="18957" y="2330"/>
                </a:lnTo>
                <a:lnTo>
                  <a:pt x="19116" y="2330"/>
                </a:lnTo>
                <a:lnTo>
                  <a:pt x="19116" y="2446"/>
                </a:lnTo>
                <a:moveTo>
                  <a:pt x="18852" y="2446"/>
                </a:moveTo>
                <a:lnTo>
                  <a:pt x="18693" y="2446"/>
                </a:lnTo>
                <a:lnTo>
                  <a:pt x="18693" y="2330"/>
                </a:lnTo>
                <a:lnTo>
                  <a:pt x="18852" y="2330"/>
                </a:lnTo>
                <a:lnTo>
                  <a:pt x="18852" y="2446"/>
                </a:lnTo>
                <a:moveTo>
                  <a:pt x="18588" y="2446"/>
                </a:moveTo>
                <a:lnTo>
                  <a:pt x="18429" y="2446"/>
                </a:lnTo>
                <a:lnTo>
                  <a:pt x="18429" y="2330"/>
                </a:lnTo>
                <a:lnTo>
                  <a:pt x="18588" y="2330"/>
                </a:lnTo>
                <a:lnTo>
                  <a:pt x="18588" y="2446"/>
                </a:lnTo>
                <a:moveTo>
                  <a:pt x="18324" y="2446"/>
                </a:moveTo>
                <a:lnTo>
                  <a:pt x="18165" y="2446"/>
                </a:lnTo>
                <a:lnTo>
                  <a:pt x="18165" y="2330"/>
                </a:lnTo>
                <a:lnTo>
                  <a:pt x="18324" y="2330"/>
                </a:lnTo>
                <a:lnTo>
                  <a:pt x="18324" y="2446"/>
                </a:lnTo>
                <a:moveTo>
                  <a:pt x="18059" y="2446"/>
                </a:moveTo>
                <a:lnTo>
                  <a:pt x="17901" y="2446"/>
                </a:lnTo>
                <a:lnTo>
                  <a:pt x="17901" y="2330"/>
                </a:lnTo>
                <a:lnTo>
                  <a:pt x="18059" y="2330"/>
                </a:lnTo>
                <a:lnTo>
                  <a:pt x="18059" y="2446"/>
                </a:lnTo>
                <a:moveTo>
                  <a:pt x="17795" y="2446"/>
                </a:moveTo>
                <a:lnTo>
                  <a:pt x="17637" y="2446"/>
                </a:lnTo>
                <a:lnTo>
                  <a:pt x="17637" y="2330"/>
                </a:lnTo>
                <a:lnTo>
                  <a:pt x="17795" y="2330"/>
                </a:lnTo>
                <a:lnTo>
                  <a:pt x="17795" y="2446"/>
                </a:lnTo>
                <a:moveTo>
                  <a:pt x="17531" y="2446"/>
                </a:moveTo>
                <a:lnTo>
                  <a:pt x="17373" y="2446"/>
                </a:lnTo>
                <a:lnTo>
                  <a:pt x="17373" y="2330"/>
                </a:lnTo>
                <a:lnTo>
                  <a:pt x="17531" y="2330"/>
                </a:lnTo>
                <a:lnTo>
                  <a:pt x="17531" y="2446"/>
                </a:lnTo>
                <a:moveTo>
                  <a:pt x="17267" y="2446"/>
                </a:moveTo>
                <a:lnTo>
                  <a:pt x="17109" y="2446"/>
                </a:lnTo>
                <a:lnTo>
                  <a:pt x="17109" y="2330"/>
                </a:lnTo>
                <a:lnTo>
                  <a:pt x="17267" y="2330"/>
                </a:lnTo>
                <a:lnTo>
                  <a:pt x="17267" y="2446"/>
                </a:lnTo>
                <a:moveTo>
                  <a:pt x="17003" y="2446"/>
                </a:moveTo>
                <a:lnTo>
                  <a:pt x="16845" y="2446"/>
                </a:lnTo>
                <a:lnTo>
                  <a:pt x="16845" y="2330"/>
                </a:lnTo>
                <a:lnTo>
                  <a:pt x="17003" y="2330"/>
                </a:lnTo>
                <a:lnTo>
                  <a:pt x="17003" y="2446"/>
                </a:lnTo>
                <a:moveTo>
                  <a:pt x="16739" y="2446"/>
                </a:moveTo>
                <a:lnTo>
                  <a:pt x="16580" y="2446"/>
                </a:lnTo>
                <a:lnTo>
                  <a:pt x="16580" y="2330"/>
                </a:lnTo>
                <a:lnTo>
                  <a:pt x="16739" y="2330"/>
                </a:lnTo>
                <a:lnTo>
                  <a:pt x="16739" y="2446"/>
                </a:lnTo>
                <a:moveTo>
                  <a:pt x="16475" y="2446"/>
                </a:moveTo>
                <a:lnTo>
                  <a:pt x="16316" y="2446"/>
                </a:lnTo>
                <a:lnTo>
                  <a:pt x="16316" y="2330"/>
                </a:lnTo>
                <a:lnTo>
                  <a:pt x="16475" y="2330"/>
                </a:lnTo>
                <a:lnTo>
                  <a:pt x="16475" y="2446"/>
                </a:lnTo>
                <a:moveTo>
                  <a:pt x="16211" y="2446"/>
                </a:moveTo>
                <a:lnTo>
                  <a:pt x="16052" y="2446"/>
                </a:lnTo>
                <a:lnTo>
                  <a:pt x="16052" y="2330"/>
                </a:lnTo>
                <a:lnTo>
                  <a:pt x="16211" y="2330"/>
                </a:lnTo>
                <a:lnTo>
                  <a:pt x="16211" y="2446"/>
                </a:lnTo>
                <a:moveTo>
                  <a:pt x="15947" y="2446"/>
                </a:moveTo>
                <a:lnTo>
                  <a:pt x="15788" y="2446"/>
                </a:lnTo>
                <a:lnTo>
                  <a:pt x="15788" y="2330"/>
                </a:lnTo>
                <a:lnTo>
                  <a:pt x="15947" y="2330"/>
                </a:lnTo>
                <a:lnTo>
                  <a:pt x="15947" y="2446"/>
                </a:lnTo>
                <a:moveTo>
                  <a:pt x="15683" y="2446"/>
                </a:moveTo>
                <a:lnTo>
                  <a:pt x="15524" y="2446"/>
                </a:lnTo>
                <a:lnTo>
                  <a:pt x="15524" y="2330"/>
                </a:lnTo>
                <a:lnTo>
                  <a:pt x="15683" y="2330"/>
                </a:lnTo>
                <a:lnTo>
                  <a:pt x="15683" y="2446"/>
                </a:lnTo>
                <a:moveTo>
                  <a:pt x="15419" y="2446"/>
                </a:moveTo>
                <a:lnTo>
                  <a:pt x="15260" y="2446"/>
                </a:lnTo>
                <a:lnTo>
                  <a:pt x="15260" y="2330"/>
                </a:lnTo>
                <a:lnTo>
                  <a:pt x="15419" y="2330"/>
                </a:lnTo>
                <a:lnTo>
                  <a:pt x="15419" y="2446"/>
                </a:lnTo>
                <a:moveTo>
                  <a:pt x="15155" y="2446"/>
                </a:moveTo>
                <a:lnTo>
                  <a:pt x="14996" y="2446"/>
                </a:lnTo>
                <a:lnTo>
                  <a:pt x="14996" y="2330"/>
                </a:lnTo>
                <a:lnTo>
                  <a:pt x="15155" y="2330"/>
                </a:lnTo>
                <a:lnTo>
                  <a:pt x="15155" y="2446"/>
                </a:lnTo>
                <a:moveTo>
                  <a:pt x="14891" y="2446"/>
                </a:moveTo>
                <a:lnTo>
                  <a:pt x="14732" y="2446"/>
                </a:lnTo>
                <a:lnTo>
                  <a:pt x="14732" y="2330"/>
                </a:lnTo>
                <a:lnTo>
                  <a:pt x="14891" y="2330"/>
                </a:lnTo>
                <a:lnTo>
                  <a:pt x="14891" y="2446"/>
                </a:lnTo>
                <a:moveTo>
                  <a:pt x="14627" y="2446"/>
                </a:moveTo>
                <a:lnTo>
                  <a:pt x="14468" y="2446"/>
                </a:lnTo>
                <a:lnTo>
                  <a:pt x="14468" y="2330"/>
                </a:lnTo>
                <a:lnTo>
                  <a:pt x="14627" y="2330"/>
                </a:lnTo>
                <a:lnTo>
                  <a:pt x="14627" y="2446"/>
                </a:lnTo>
                <a:moveTo>
                  <a:pt x="14363" y="2446"/>
                </a:moveTo>
                <a:lnTo>
                  <a:pt x="14204" y="2446"/>
                </a:lnTo>
                <a:lnTo>
                  <a:pt x="14204" y="2330"/>
                </a:lnTo>
                <a:lnTo>
                  <a:pt x="14363" y="2330"/>
                </a:lnTo>
                <a:lnTo>
                  <a:pt x="14363" y="2446"/>
                </a:lnTo>
                <a:moveTo>
                  <a:pt x="14099" y="2446"/>
                </a:moveTo>
                <a:lnTo>
                  <a:pt x="13939" y="2446"/>
                </a:lnTo>
                <a:lnTo>
                  <a:pt x="13939" y="2330"/>
                </a:lnTo>
                <a:lnTo>
                  <a:pt x="14099" y="2330"/>
                </a:lnTo>
                <a:lnTo>
                  <a:pt x="14099" y="2446"/>
                </a:lnTo>
                <a:moveTo>
                  <a:pt x="13834" y="2446"/>
                </a:moveTo>
                <a:lnTo>
                  <a:pt x="13675" y="2446"/>
                </a:lnTo>
                <a:lnTo>
                  <a:pt x="13675" y="2330"/>
                </a:lnTo>
                <a:lnTo>
                  <a:pt x="13834" y="2330"/>
                </a:lnTo>
                <a:lnTo>
                  <a:pt x="13834" y="2446"/>
                </a:lnTo>
                <a:moveTo>
                  <a:pt x="13570" y="2446"/>
                </a:moveTo>
                <a:lnTo>
                  <a:pt x="13411" y="2446"/>
                </a:lnTo>
                <a:lnTo>
                  <a:pt x="13411" y="2330"/>
                </a:lnTo>
                <a:lnTo>
                  <a:pt x="13570" y="2330"/>
                </a:lnTo>
                <a:lnTo>
                  <a:pt x="13570" y="2446"/>
                </a:lnTo>
                <a:moveTo>
                  <a:pt x="13306" y="2446"/>
                </a:moveTo>
                <a:lnTo>
                  <a:pt x="13147" y="2446"/>
                </a:lnTo>
                <a:lnTo>
                  <a:pt x="13147" y="2330"/>
                </a:lnTo>
                <a:lnTo>
                  <a:pt x="13306" y="2330"/>
                </a:lnTo>
                <a:lnTo>
                  <a:pt x="13306" y="2446"/>
                </a:lnTo>
                <a:moveTo>
                  <a:pt x="13041" y="2446"/>
                </a:moveTo>
                <a:lnTo>
                  <a:pt x="12883" y="2446"/>
                </a:lnTo>
                <a:lnTo>
                  <a:pt x="12883" y="2330"/>
                </a:lnTo>
                <a:lnTo>
                  <a:pt x="13041" y="2330"/>
                </a:lnTo>
                <a:lnTo>
                  <a:pt x="13041" y="2446"/>
                </a:lnTo>
                <a:moveTo>
                  <a:pt x="12777" y="2446"/>
                </a:moveTo>
                <a:lnTo>
                  <a:pt x="12619" y="2446"/>
                </a:lnTo>
                <a:lnTo>
                  <a:pt x="12619" y="2330"/>
                </a:lnTo>
                <a:lnTo>
                  <a:pt x="12777" y="2330"/>
                </a:lnTo>
                <a:lnTo>
                  <a:pt x="12777" y="2446"/>
                </a:lnTo>
                <a:moveTo>
                  <a:pt x="12513" y="2446"/>
                </a:moveTo>
                <a:lnTo>
                  <a:pt x="12355" y="2446"/>
                </a:lnTo>
                <a:lnTo>
                  <a:pt x="12355" y="2330"/>
                </a:lnTo>
                <a:lnTo>
                  <a:pt x="12513" y="2330"/>
                </a:lnTo>
                <a:lnTo>
                  <a:pt x="12513" y="2446"/>
                </a:lnTo>
                <a:moveTo>
                  <a:pt x="12249" y="2446"/>
                </a:moveTo>
                <a:lnTo>
                  <a:pt x="12091" y="2446"/>
                </a:lnTo>
                <a:lnTo>
                  <a:pt x="12091" y="2330"/>
                </a:lnTo>
                <a:lnTo>
                  <a:pt x="12249" y="2330"/>
                </a:lnTo>
                <a:lnTo>
                  <a:pt x="12249" y="2446"/>
                </a:lnTo>
                <a:moveTo>
                  <a:pt x="11985" y="2446"/>
                </a:moveTo>
                <a:lnTo>
                  <a:pt x="11826" y="2446"/>
                </a:lnTo>
                <a:lnTo>
                  <a:pt x="11826" y="2330"/>
                </a:lnTo>
                <a:lnTo>
                  <a:pt x="11985" y="2330"/>
                </a:lnTo>
                <a:lnTo>
                  <a:pt x="11985" y="2446"/>
                </a:lnTo>
                <a:moveTo>
                  <a:pt x="11721" y="2446"/>
                </a:moveTo>
                <a:lnTo>
                  <a:pt x="11562" y="2446"/>
                </a:lnTo>
                <a:lnTo>
                  <a:pt x="11562" y="2330"/>
                </a:lnTo>
                <a:lnTo>
                  <a:pt x="11721" y="2330"/>
                </a:lnTo>
                <a:lnTo>
                  <a:pt x="11721" y="2446"/>
                </a:lnTo>
                <a:moveTo>
                  <a:pt x="11457" y="2446"/>
                </a:moveTo>
                <a:lnTo>
                  <a:pt x="11298" y="2446"/>
                </a:lnTo>
                <a:lnTo>
                  <a:pt x="11298" y="2330"/>
                </a:lnTo>
                <a:lnTo>
                  <a:pt x="11457" y="2330"/>
                </a:lnTo>
                <a:lnTo>
                  <a:pt x="11457" y="2446"/>
                </a:lnTo>
                <a:moveTo>
                  <a:pt x="11193" y="2446"/>
                </a:moveTo>
                <a:lnTo>
                  <a:pt x="11034" y="2446"/>
                </a:lnTo>
                <a:lnTo>
                  <a:pt x="11034" y="2330"/>
                </a:lnTo>
                <a:lnTo>
                  <a:pt x="11193" y="2330"/>
                </a:lnTo>
                <a:lnTo>
                  <a:pt x="11193" y="2446"/>
                </a:lnTo>
                <a:moveTo>
                  <a:pt x="10929" y="2446"/>
                </a:moveTo>
                <a:lnTo>
                  <a:pt x="10770" y="2446"/>
                </a:lnTo>
                <a:lnTo>
                  <a:pt x="10770" y="2330"/>
                </a:lnTo>
                <a:lnTo>
                  <a:pt x="10929" y="2330"/>
                </a:lnTo>
                <a:lnTo>
                  <a:pt x="10929" y="2446"/>
                </a:lnTo>
                <a:moveTo>
                  <a:pt x="10665" y="2446"/>
                </a:moveTo>
                <a:lnTo>
                  <a:pt x="10506" y="2446"/>
                </a:lnTo>
                <a:lnTo>
                  <a:pt x="10506" y="2330"/>
                </a:lnTo>
                <a:lnTo>
                  <a:pt x="10665" y="2330"/>
                </a:lnTo>
                <a:lnTo>
                  <a:pt x="10665" y="2446"/>
                </a:lnTo>
                <a:moveTo>
                  <a:pt x="10401" y="2446"/>
                </a:moveTo>
                <a:lnTo>
                  <a:pt x="10242" y="2446"/>
                </a:lnTo>
                <a:lnTo>
                  <a:pt x="10242" y="2330"/>
                </a:lnTo>
                <a:lnTo>
                  <a:pt x="10401" y="2330"/>
                </a:lnTo>
                <a:lnTo>
                  <a:pt x="10401" y="2446"/>
                </a:lnTo>
                <a:moveTo>
                  <a:pt x="10137" y="2446"/>
                </a:moveTo>
                <a:lnTo>
                  <a:pt x="9978" y="2446"/>
                </a:lnTo>
                <a:lnTo>
                  <a:pt x="9978" y="2330"/>
                </a:lnTo>
                <a:lnTo>
                  <a:pt x="10137" y="2330"/>
                </a:lnTo>
                <a:lnTo>
                  <a:pt x="10137" y="2446"/>
                </a:lnTo>
                <a:moveTo>
                  <a:pt x="9873" y="2446"/>
                </a:moveTo>
                <a:lnTo>
                  <a:pt x="9714" y="2446"/>
                </a:lnTo>
                <a:lnTo>
                  <a:pt x="9714" y="2330"/>
                </a:lnTo>
                <a:lnTo>
                  <a:pt x="9873" y="2330"/>
                </a:lnTo>
                <a:lnTo>
                  <a:pt x="9873" y="2446"/>
                </a:lnTo>
                <a:moveTo>
                  <a:pt x="9609" y="2446"/>
                </a:moveTo>
                <a:lnTo>
                  <a:pt x="9450" y="2446"/>
                </a:lnTo>
                <a:lnTo>
                  <a:pt x="9450" y="2330"/>
                </a:lnTo>
                <a:lnTo>
                  <a:pt x="9609" y="2330"/>
                </a:lnTo>
                <a:lnTo>
                  <a:pt x="9609" y="2446"/>
                </a:lnTo>
                <a:moveTo>
                  <a:pt x="9345" y="2446"/>
                </a:moveTo>
                <a:lnTo>
                  <a:pt x="9186" y="2446"/>
                </a:lnTo>
                <a:lnTo>
                  <a:pt x="9186" y="2330"/>
                </a:lnTo>
                <a:lnTo>
                  <a:pt x="9345" y="2330"/>
                </a:lnTo>
                <a:lnTo>
                  <a:pt x="9345" y="2446"/>
                </a:lnTo>
                <a:moveTo>
                  <a:pt x="9081" y="2446"/>
                </a:moveTo>
                <a:lnTo>
                  <a:pt x="8922" y="2446"/>
                </a:lnTo>
                <a:lnTo>
                  <a:pt x="8922" y="2330"/>
                </a:lnTo>
                <a:lnTo>
                  <a:pt x="9081" y="2330"/>
                </a:lnTo>
                <a:lnTo>
                  <a:pt x="9081" y="2446"/>
                </a:lnTo>
                <a:moveTo>
                  <a:pt x="8817" y="2446"/>
                </a:moveTo>
                <a:lnTo>
                  <a:pt x="8658" y="2446"/>
                </a:lnTo>
                <a:lnTo>
                  <a:pt x="8658" y="2330"/>
                </a:lnTo>
                <a:lnTo>
                  <a:pt x="8817" y="2330"/>
                </a:lnTo>
                <a:lnTo>
                  <a:pt x="8817" y="2446"/>
                </a:lnTo>
                <a:moveTo>
                  <a:pt x="8553" y="2446"/>
                </a:moveTo>
                <a:lnTo>
                  <a:pt x="8394" y="2446"/>
                </a:lnTo>
                <a:lnTo>
                  <a:pt x="8394" y="2330"/>
                </a:lnTo>
                <a:lnTo>
                  <a:pt x="8553" y="2330"/>
                </a:lnTo>
                <a:lnTo>
                  <a:pt x="8553" y="2446"/>
                </a:lnTo>
                <a:moveTo>
                  <a:pt x="8288" y="2446"/>
                </a:moveTo>
                <a:lnTo>
                  <a:pt x="8130" y="2446"/>
                </a:lnTo>
                <a:lnTo>
                  <a:pt x="8130" y="2330"/>
                </a:lnTo>
                <a:lnTo>
                  <a:pt x="8288" y="2330"/>
                </a:lnTo>
                <a:lnTo>
                  <a:pt x="8288" y="2446"/>
                </a:lnTo>
                <a:moveTo>
                  <a:pt x="8024" y="2446"/>
                </a:moveTo>
                <a:lnTo>
                  <a:pt x="7866" y="2446"/>
                </a:lnTo>
                <a:lnTo>
                  <a:pt x="7866" y="2330"/>
                </a:lnTo>
                <a:lnTo>
                  <a:pt x="8024" y="2330"/>
                </a:lnTo>
                <a:lnTo>
                  <a:pt x="8024" y="2446"/>
                </a:lnTo>
                <a:moveTo>
                  <a:pt x="7760" y="2446"/>
                </a:moveTo>
                <a:lnTo>
                  <a:pt x="7602" y="2446"/>
                </a:lnTo>
                <a:lnTo>
                  <a:pt x="7602" y="2330"/>
                </a:lnTo>
                <a:lnTo>
                  <a:pt x="7760" y="2330"/>
                </a:lnTo>
                <a:lnTo>
                  <a:pt x="7760" y="2446"/>
                </a:lnTo>
                <a:moveTo>
                  <a:pt x="7496" y="2446"/>
                </a:moveTo>
                <a:lnTo>
                  <a:pt x="7338" y="2446"/>
                </a:lnTo>
                <a:lnTo>
                  <a:pt x="7338" y="2330"/>
                </a:lnTo>
                <a:lnTo>
                  <a:pt x="7496" y="2330"/>
                </a:lnTo>
                <a:lnTo>
                  <a:pt x="7496" y="2446"/>
                </a:lnTo>
                <a:moveTo>
                  <a:pt x="7232" y="2446"/>
                </a:moveTo>
                <a:lnTo>
                  <a:pt x="7074" y="2446"/>
                </a:lnTo>
                <a:lnTo>
                  <a:pt x="7074" y="2330"/>
                </a:lnTo>
                <a:lnTo>
                  <a:pt x="7232" y="2330"/>
                </a:lnTo>
                <a:lnTo>
                  <a:pt x="7232" y="2446"/>
                </a:lnTo>
                <a:moveTo>
                  <a:pt x="6968" y="2446"/>
                </a:moveTo>
                <a:lnTo>
                  <a:pt x="6809" y="2446"/>
                </a:lnTo>
                <a:lnTo>
                  <a:pt x="6809" y="2330"/>
                </a:lnTo>
                <a:lnTo>
                  <a:pt x="6968" y="2330"/>
                </a:lnTo>
                <a:lnTo>
                  <a:pt x="6968" y="2446"/>
                </a:lnTo>
                <a:moveTo>
                  <a:pt x="6704" y="2446"/>
                </a:moveTo>
                <a:lnTo>
                  <a:pt x="6545" y="2446"/>
                </a:lnTo>
                <a:lnTo>
                  <a:pt x="6545" y="2330"/>
                </a:lnTo>
                <a:lnTo>
                  <a:pt x="6704" y="2330"/>
                </a:lnTo>
                <a:lnTo>
                  <a:pt x="6704" y="2446"/>
                </a:lnTo>
                <a:moveTo>
                  <a:pt x="6440" y="2446"/>
                </a:moveTo>
                <a:lnTo>
                  <a:pt x="6281" y="2446"/>
                </a:lnTo>
                <a:lnTo>
                  <a:pt x="6281" y="2330"/>
                </a:lnTo>
                <a:lnTo>
                  <a:pt x="6440" y="2330"/>
                </a:lnTo>
                <a:lnTo>
                  <a:pt x="6440" y="2446"/>
                </a:lnTo>
                <a:moveTo>
                  <a:pt x="6176" y="2446"/>
                </a:moveTo>
                <a:lnTo>
                  <a:pt x="6017" y="2446"/>
                </a:lnTo>
                <a:lnTo>
                  <a:pt x="6017" y="2330"/>
                </a:lnTo>
                <a:lnTo>
                  <a:pt x="6176" y="2330"/>
                </a:lnTo>
                <a:lnTo>
                  <a:pt x="6176" y="2446"/>
                </a:lnTo>
                <a:moveTo>
                  <a:pt x="5912" y="2446"/>
                </a:moveTo>
                <a:lnTo>
                  <a:pt x="5753" y="2446"/>
                </a:lnTo>
                <a:lnTo>
                  <a:pt x="5753" y="2330"/>
                </a:lnTo>
                <a:lnTo>
                  <a:pt x="5912" y="2330"/>
                </a:lnTo>
                <a:lnTo>
                  <a:pt x="5912" y="2446"/>
                </a:lnTo>
                <a:moveTo>
                  <a:pt x="5648" y="2446"/>
                </a:moveTo>
                <a:lnTo>
                  <a:pt x="5489" y="2446"/>
                </a:lnTo>
                <a:lnTo>
                  <a:pt x="5489" y="2330"/>
                </a:lnTo>
                <a:lnTo>
                  <a:pt x="5648" y="2330"/>
                </a:lnTo>
                <a:lnTo>
                  <a:pt x="5648" y="2446"/>
                </a:lnTo>
                <a:moveTo>
                  <a:pt x="5384" y="2446"/>
                </a:moveTo>
                <a:lnTo>
                  <a:pt x="5225" y="2446"/>
                </a:lnTo>
                <a:lnTo>
                  <a:pt x="5225" y="2330"/>
                </a:lnTo>
                <a:lnTo>
                  <a:pt x="5384" y="2330"/>
                </a:lnTo>
                <a:lnTo>
                  <a:pt x="5384" y="2446"/>
                </a:lnTo>
                <a:moveTo>
                  <a:pt x="5120" y="2446"/>
                </a:moveTo>
                <a:lnTo>
                  <a:pt x="4961" y="2446"/>
                </a:lnTo>
                <a:lnTo>
                  <a:pt x="4961" y="2330"/>
                </a:lnTo>
                <a:lnTo>
                  <a:pt x="5120" y="2330"/>
                </a:lnTo>
                <a:lnTo>
                  <a:pt x="5120" y="2446"/>
                </a:lnTo>
                <a:moveTo>
                  <a:pt x="4856" y="2446"/>
                </a:moveTo>
                <a:lnTo>
                  <a:pt x="4697" y="2446"/>
                </a:lnTo>
                <a:lnTo>
                  <a:pt x="4697" y="2330"/>
                </a:lnTo>
                <a:lnTo>
                  <a:pt x="4856" y="2330"/>
                </a:lnTo>
                <a:lnTo>
                  <a:pt x="4856" y="2446"/>
                </a:lnTo>
                <a:moveTo>
                  <a:pt x="4592" y="2446"/>
                </a:moveTo>
                <a:lnTo>
                  <a:pt x="4433" y="2446"/>
                </a:lnTo>
                <a:lnTo>
                  <a:pt x="4433" y="2330"/>
                </a:lnTo>
                <a:lnTo>
                  <a:pt x="4592" y="2330"/>
                </a:lnTo>
                <a:lnTo>
                  <a:pt x="4592" y="2446"/>
                </a:lnTo>
                <a:moveTo>
                  <a:pt x="4328" y="2446"/>
                </a:moveTo>
                <a:lnTo>
                  <a:pt x="4169" y="2446"/>
                </a:lnTo>
                <a:lnTo>
                  <a:pt x="4169" y="2330"/>
                </a:lnTo>
                <a:lnTo>
                  <a:pt x="4328" y="2330"/>
                </a:lnTo>
                <a:lnTo>
                  <a:pt x="4328" y="2446"/>
                </a:lnTo>
                <a:moveTo>
                  <a:pt x="4064" y="2446"/>
                </a:moveTo>
                <a:lnTo>
                  <a:pt x="3905" y="2446"/>
                </a:lnTo>
                <a:lnTo>
                  <a:pt x="3905" y="2330"/>
                </a:lnTo>
                <a:lnTo>
                  <a:pt x="4064" y="2330"/>
                </a:lnTo>
                <a:lnTo>
                  <a:pt x="4064" y="2446"/>
                </a:lnTo>
                <a:moveTo>
                  <a:pt x="3800" y="2446"/>
                </a:moveTo>
                <a:lnTo>
                  <a:pt x="3641" y="2446"/>
                </a:lnTo>
                <a:lnTo>
                  <a:pt x="3641" y="2330"/>
                </a:lnTo>
                <a:lnTo>
                  <a:pt x="3800" y="2330"/>
                </a:lnTo>
                <a:lnTo>
                  <a:pt x="3800" y="2446"/>
                </a:lnTo>
                <a:moveTo>
                  <a:pt x="3536" y="2446"/>
                </a:moveTo>
                <a:lnTo>
                  <a:pt x="3377" y="2446"/>
                </a:lnTo>
                <a:lnTo>
                  <a:pt x="3377" y="2330"/>
                </a:lnTo>
                <a:lnTo>
                  <a:pt x="3536" y="2330"/>
                </a:lnTo>
                <a:lnTo>
                  <a:pt x="3536" y="2446"/>
                </a:lnTo>
                <a:moveTo>
                  <a:pt x="3271" y="2446"/>
                </a:moveTo>
                <a:lnTo>
                  <a:pt x="3113" y="2446"/>
                </a:lnTo>
                <a:lnTo>
                  <a:pt x="3113" y="2330"/>
                </a:lnTo>
                <a:lnTo>
                  <a:pt x="3271" y="2330"/>
                </a:lnTo>
                <a:lnTo>
                  <a:pt x="3271" y="2446"/>
                </a:lnTo>
                <a:moveTo>
                  <a:pt x="3007" y="2446"/>
                </a:moveTo>
                <a:lnTo>
                  <a:pt x="2849" y="2446"/>
                </a:lnTo>
                <a:lnTo>
                  <a:pt x="2849" y="2330"/>
                </a:lnTo>
                <a:lnTo>
                  <a:pt x="3007" y="2330"/>
                </a:lnTo>
                <a:lnTo>
                  <a:pt x="3007" y="2446"/>
                </a:lnTo>
                <a:moveTo>
                  <a:pt x="2743" y="2446"/>
                </a:moveTo>
                <a:lnTo>
                  <a:pt x="2585" y="2446"/>
                </a:lnTo>
                <a:lnTo>
                  <a:pt x="2585" y="2330"/>
                </a:lnTo>
                <a:lnTo>
                  <a:pt x="2743" y="2330"/>
                </a:lnTo>
                <a:lnTo>
                  <a:pt x="2743" y="2446"/>
                </a:lnTo>
                <a:moveTo>
                  <a:pt x="2479" y="2446"/>
                </a:moveTo>
                <a:lnTo>
                  <a:pt x="2321" y="2446"/>
                </a:lnTo>
                <a:lnTo>
                  <a:pt x="2321" y="2330"/>
                </a:lnTo>
                <a:lnTo>
                  <a:pt x="2479" y="2330"/>
                </a:lnTo>
                <a:lnTo>
                  <a:pt x="2479" y="2446"/>
                </a:lnTo>
                <a:moveTo>
                  <a:pt x="2215" y="2446"/>
                </a:moveTo>
                <a:lnTo>
                  <a:pt x="2056" y="2446"/>
                </a:lnTo>
                <a:lnTo>
                  <a:pt x="2056" y="2330"/>
                </a:lnTo>
                <a:lnTo>
                  <a:pt x="2215" y="2330"/>
                </a:lnTo>
                <a:lnTo>
                  <a:pt x="2215" y="2446"/>
                </a:lnTo>
                <a:moveTo>
                  <a:pt x="1951" y="2446"/>
                </a:moveTo>
                <a:lnTo>
                  <a:pt x="1792" y="2446"/>
                </a:lnTo>
                <a:lnTo>
                  <a:pt x="1792" y="2330"/>
                </a:lnTo>
                <a:lnTo>
                  <a:pt x="1951" y="2330"/>
                </a:lnTo>
                <a:lnTo>
                  <a:pt x="1951" y="2446"/>
                </a:lnTo>
                <a:moveTo>
                  <a:pt x="1687" y="2446"/>
                </a:moveTo>
                <a:lnTo>
                  <a:pt x="1528" y="2446"/>
                </a:lnTo>
                <a:lnTo>
                  <a:pt x="1528" y="2330"/>
                </a:lnTo>
                <a:lnTo>
                  <a:pt x="1687" y="2330"/>
                </a:lnTo>
                <a:lnTo>
                  <a:pt x="1687" y="2446"/>
                </a:lnTo>
                <a:moveTo>
                  <a:pt x="1423" y="2446"/>
                </a:moveTo>
                <a:lnTo>
                  <a:pt x="1264" y="2446"/>
                </a:lnTo>
                <a:lnTo>
                  <a:pt x="1264" y="2330"/>
                </a:lnTo>
                <a:lnTo>
                  <a:pt x="1423" y="2330"/>
                </a:lnTo>
                <a:lnTo>
                  <a:pt x="1423" y="2446"/>
                </a:lnTo>
                <a:moveTo>
                  <a:pt x="1159" y="2446"/>
                </a:moveTo>
                <a:lnTo>
                  <a:pt x="1000" y="2446"/>
                </a:lnTo>
                <a:lnTo>
                  <a:pt x="1000" y="2330"/>
                </a:lnTo>
                <a:lnTo>
                  <a:pt x="1159" y="2330"/>
                </a:lnTo>
                <a:lnTo>
                  <a:pt x="1159" y="2446"/>
                </a:lnTo>
                <a:moveTo>
                  <a:pt x="895" y="2446"/>
                </a:moveTo>
                <a:lnTo>
                  <a:pt x="736" y="2446"/>
                </a:lnTo>
                <a:lnTo>
                  <a:pt x="736" y="2330"/>
                </a:lnTo>
                <a:lnTo>
                  <a:pt x="895" y="2330"/>
                </a:lnTo>
                <a:lnTo>
                  <a:pt x="895" y="2446"/>
                </a:lnTo>
                <a:moveTo>
                  <a:pt x="631" y="2446"/>
                </a:moveTo>
                <a:lnTo>
                  <a:pt x="472" y="2446"/>
                </a:lnTo>
                <a:lnTo>
                  <a:pt x="472" y="2330"/>
                </a:lnTo>
                <a:lnTo>
                  <a:pt x="631" y="2330"/>
                </a:lnTo>
                <a:lnTo>
                  <a:pt x="631" y="2446"/>
                </a:lnTo>
                <a:moveTo>
                  <a:pt x="367" y="2446"/>
                </a:moveTo>
                <a:lnTo>
                  <a:pt x="244" y="2446"/>
                </a:lnTo>
                <a:cubicBezTo>
                  <a:pt x="228" y="2446"/>
                  <a:pt x="213" y="2445"/>
                  <a:pt x="198" y="2442"/>
                </a:cubicBezTo>
                <a:lnTo>
                  <a:pt x="220" y="2327"/>
                </a:lnTo>
                <a:cubicBezTo>
                  <a:pt x="228" y="2329"/>
                  <a:pt x="236" y="2330"/>
                  <a:pt x="244" y="2330"/>
                </a:cubicBezTo>
                <a:lnTo>
                  <a:pt x="367" y="2330"/>
                </a:lnTo>
                <a:lnTo>
                  <a:pt x="367" y="2446"/>
                </a:lnTo>
                <a:moveTo>
                  <a:pt x="75" y="2378"/>
                </a:moveTo>
                <a:cubicBezTo>
                  <a:pt x="25" y="2330"/>
                  <a:pt x="0" y="2272"/>
                  <a:pt x="0" y="2203"/>
                </a:cubicBezTo>
                <a:lnTo>
                  <a:pt x="0" y="2192"/>
                </a:lnTo>
                <a:lnTo>
                  <a:pt x="117" y="2192"/>
                </a:lnTo>
                <a:lnTo>
                  <a:pt x="117" y="2203"/>
                </a:lnTo>
                <a:cubicBezTo>
                  <a:pt x="117" y="2239"/>
                  <a:pt x="130" y="2269"/>
                  <a:pt x="156" y="2294"/>
                </a:cubicBezTo>
                <a:lnTo>
                  <a:pt x="75" y="2378"/>
                </a:lnTo>
                <a:moveTo>
                  <a:pt x="0" y="2087"/>
                </a:moveTo>
                <a:lnTo>
                  <a:pt x="0" y="1928"/>
                </a:lnTo>
                <a:lnTo>
                  <a:pt x="117" y="1928"/>
                </a:lnTo>
                <a:lnTo>
                  <a:pt x="117" y="2087"/>
                </a:lnTo>
                <a:lnTo>
                  <a:pt x="0" y="2087"/>
                </a:lnTo>
                <a:moveTo>
                  <a:pt x="0" y="1823"/>
                </a:moveTo>
                <a:lnTo>
                  <a:pt x="0" y="1664"/>
                </a:lnTo>
                <a:lnTo>
                  <a:pt x="117" y="1664"/>
                </a:lnTo>
                <a:lnTo>
                  <a:pt x="117" y="1823"/>
                </a:lnTo>
                <a:lnTo>
                  <a:pt x="0" y="1823"/>
                </a:lnTo>
                <a:moveTo>
                  <a:pt x="0" y="1559"/>
                </a:moveTo>
                <a:lnTo>
                  <a:pt x="0" y="1400"/>
                </a:lnTo>
                <a:lnTo>
                  <a:pt x="117" y="1400"/>
                </a:lnTo>
                <a:lnTo>
                  <a:pt x="117" y="1559"/>
                </a:lnTo>
                <a:lnTo>
                  <a:pt x="0" y="1559"/>
                </a:lnTo>
                <a:moveTo>
                  <a:pt x="0" y="1295"/>
                </a:moveTo>
                <a:lnTo>
                  <a:pt x="0" y="1136"/>
                </a:lnTo>
                <a:lnTo>
                  <a:pt x="117" y="1136"/>
                </a:lnTo>
                <a:lnTo>
                  <a:pt x="117" y="1295"/>
                </a:lnTo>
                <a:lnTo>
                  <a:pt x="0" y="1295"/>
                </a:lnTo>
                <a:moveTo>
                  <a:pt x="0" y="1030"/>
                </a:moveTo>
                <a:lnTo>
                  <a:pt x="0" y="872"/>
                </a:lnTo>
                <a:lnTo>
                  <a:pt x="117" y="872"/>
                </a:lnTo>
                <a:lnTo>
                  <a:pt x="117" y="1030"/>
                </a:lnTo>
                <a:lnTo>
                  <a:pt x="0" y="1030"/>
                </a:lnTo>
                <a:moveTo>
                  <a:pt x="0" y="766"/>
                </a:moveTo>
                <a:lnTo>
                  <a:pt x="0" y="608"/>
                </a:lnTo>
                <a:lnTo>
                  <a:pt x="117" y="608"/>
                </a:lnTo>
                <a:lnTo>
                  <a:pt x="117" y="766"/>
                </a:lnTo>
                <a:lnTo>
                  <a:pt x="0" y="766"/>
                </a:lnTo>
                <a:moveTo>
                  <a:pt x="0" y="502"/>
                </a:moveTo>
                <a:lnTo>
                  <a:pt x="0" y="344"/>
                </a:lnTo>
                <a:lnTo>
                  <a:pt x="117" y="344"/>
                </a:lnTo>
                <a:lnTo>
                  <a:pt x="117" y="502"/>
                </a:lnTo>
                <a:lnTo>
                  <a:pt x="0" y="502"/>
                </a:lnTo>
                <a:moveTo>
                  <a:pt x="1" y="237"/>
                </a:moveTo>
                <a:cubicBezTo>
                  <a:pt x="3" y="162"/>
                  <a:pt x="34" y="101"/>
                  <a:pt x="92" y="54"/>
                </a:cubicBezTo>
                <a:lnTo>
                  <a:pt x="165" y="145"/>
                </a:lnTo>
                <a:cubicBezTo>
                  <a:pt x="134" y="170"/>
                  <a:pt x="118" y="201"/>
                  <a:pt x="117" y="241"/>
                </a:cubicBezTo>
                <a:lnTo>
                  <a:pt x="1" y="237"/>
                </a:lnTo>
                <a:moveTo>
                  <a:pt x="221" y="2"/>
                </a:moveTo>
                <a:cubicBezTo>
                  <a:pt x="228" y="1"/>
                  <a:pt x="236" y="0"/>
                  <a:pt x="244" y="0"/>
                </a:cubicBezTo>
                <a:lnTo>
                  <a:pt x="403" y="0"/>
                </a:lnTo>
                <a:lnTo>
                  <a:pt x="403" y="118"/>
                </a:lnTo>
                <a:lnTo>
                  <a:pt x="244" y="118"/>
                </a:lnTo>
                <a:cubicBezTo>
                  <a:pt x="240" y="118"/>
                  <a:pt x="236" y="118"/>
                  <a:pt x="232" y="118"/>
                </a:cubicBezTo>
                <a:lnTo>
                  <a:pt x="221" y="2"/>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220" name=""/>
          <p:cNvSpPr/>
          <p:nvPr/>
        </p:nvSpPr>
        <p:spPr>
          <a:xfrm>
            <a:off x="521640" y="3950640"/>
            <a:ext cx="11148480" cy="880560"/>
          </a:xfrm>
          <a:custGeom>
            <a:avLst/>
            <a:gdLst/>
            <a:ahLst/>
            <a:rect l="0" t="0" r="r" b="b"/>
            <a:pathLst>
              <a:path w="30968" h="2446">
                <a:moveTo>
                  <a:pt x="508" y="0"/>
                </a:moveTo>
                <a:lnTo>
                  <a:pt x="667" y="0"/>
                </a:lnTo>
                <a:lnTo>
                  <a:pt x="667" y="118"/>
                </a:lnTo>
                <a:lnTo>
                  <a:pt x="508" y="118"/>
                </a:lnTo>
                <a:lnTo>
                  <a:pt x="508" y="0"/>
                </a:lnTo>
                <a:moveTo>
                  <a:pt x="772" y="0"/>
                </a:moveTo>
                <a:lnTo>
                  <a:pt x="931" y="0"/>
                </a:lnTo>
                <a:lnTo>
                  <a:pt x="931" y="118"/>
                </a:lnTo>
                <a:lnTo>
                  <a:pt x="772" y="118"/>
                </a:lnTo>
                <a:lnTo>
                  <a:pt x="772" y="0"/>
                </a:lnTo>
                <a:moveTo>
                  <a:pt x="1036" y="0"/>
                </a:moveTo>
                <a:lnTo>
                  <a:pt x="1195" y="0"/>
                </a:lnTo>
                <a:lnTo>
                  <a:pt x="1195" y="118"/>
                </a:lnTo>
                <a:lnTo>
                  <a:pt x="1036" y="118"/>
                </a:lnTo>
                <a:lnTo>
                  <a:pt x="1036" y="0"/>
                </a:lnTo>
                <a:moveTo>
                  <a:pt x="1300" y="0"/>
                </a:moveTo>
                <a:lnTo>
                  <a:pt x="1459" y="0"/>
                </a:lnTo>
                <a:lnTo>
                  <a:pt x="1459" y="118"/>
                </a:lnTo>
                <a:lnTo>
                  <a:pt x="1300" y="118"/>
                </a:lnTo>
                <a:lnTo>
                  <a:pt x="1300" y="0"/>
                </a:lnTo>
                <a:moveTo>
                  <a:pt x="1564" y="0"/>
                </a:moveTo>
                <a:lnTo>
                  <a:pt x="1723" y="0"/>
                </a:lnTo>
                <a:lnTo>
                  <a:pt x="1723" y="118"/>
                </a:lnTo>
                <a:lnTo>
                  <a:pt x="1564" y="118"/>
                </a:lnTo>
                <a:lnTo>
                  <a:pt x="1564" y="0"/>
                </a:lnTo>
                <a:moveTo>
                  <a:pt x="1828" y="0"/>
                </a:moveTo>
                <a:lnTo>
                  <a:pt x="1987" y="0"/>
                </a:lnTo>
                <a:lnTo>
                  <a:pt x="1987" y="118"/>
                </a:lnTo>
                <a:lnTo>
                  <a:pt x="1828" y="118"/>
                </a:lnTo>
                <a:lnTo>
                  <a:pt x="1828" y="0"/>
                </a:lnTo>
                <a:moveTo>
                  <a:pt x="2092" y="0"/>
                </a:moveTo>
                <a:lnTo>
                  <a:pt x="2251" y="0"/>
                </a:lnTo>
                <a:lnTo>
                  <a:pt x="2251" y="118"/>
                </a:lnTo>
                <a:lnTo>
                  <a:pt x="2092" y="118"/>
                </a:lnTo>
                <a:lnTo>
                  <a:pt x="2092" y="0"/>
                </a:lnTo>
                <a:moveTo>
                  <a:pt x="2356" y="0"/>
                </a:moveTo>
                <a:lnTo>
                  <a:pt x="2515" y="0"/>
                </a:lnTo>
                <a:lnTo>
                  <a:pt x="2515" y="118"/>
                </a:lnTo>
                <a:lnTo>
                  <a:pt x="2356" y="118"/>
                </a:lnTo>
                <a:lnTo>
                  <a:pt x="2356" y="0"/>
                </a:lnTo>
                <a:moveTo>
                  <a:pt x="2620" y="0"/>
                </a:moveTo>
                <a:lnTo>
                  <a:pt x="2779" y="0"/>
                </a:lnTo>
                <a:lnTo>
                  <a:pt x="2779" y="118"/>
                </a:lnTo>
                <a:lnTo>
                  <a:pt x="2620" y="118"/>
                </a:lnTo>
                <a:lnTo>
                  <a:pt x="2620" y="0"/>
                </a:lnTo>
                <a:moveTo>
                  <a:pt x="2884" y="0"/>
                </a:moveTo>
                <a:lnTo>
                  <a:pt x="3043" y="0"/>
                </a:lnTo>
                <a:lnTo>
                  <a:pt x="3043" y="118"/>
                </a:lnTo>
                <a:lnTo>
                  <a:pt x="2884" y="118"/>
                </a:lnTo>
                <a:lnTo>
                  <a:pt x="2884" y="0"/>
                </a:lnTo>
                <a:moveTo>
                  <a:pt x="3148" y="0"/>
                </a:moveTo>
                <a:lnTo>
                  <a:pt x="3307" y="0"/>
                </a:lnTo>
                <a:lnTo>
                  <a:pt x="3307" y="118"/>
                </a:lnTo>
                <a:lnTo>
                  <a:pt x="3148" y="118"/>
                </a:lnTo>
                <a:lnTo>
                  <a:pt x="3148" y="0"/>
                </a:lnTo>
                <a:moveTo>
                  <a:pt x="3412" y="0"/>
                </a:moveTo>
                <a:lnTo>
                  <a:pt x="3571" y="0"/>
                </a:lnTo>
                <a:lnTo>
                  <a:pt x="3571" y="118"/>
                </a:lnTo>
                <a:lnTo>
                  <a:pt x="3412" y="118"/>
                </a:lnTo>
                <a:lnTo>
                  <a:pt x="3412" y="0"/>
                </a:lnTo>
                <a:moveTo>
                  <a:pt x="3677" y="0"/>
                </a:moveTo>
                <a:lnTo>
                  <a:pt x="3835" y="0"/>
                </a:lnTo>
                <a:lnTo>
                  <a:pt x="3835" y="118"/>
                </a:lnTo>
                <a:lnTo>
                  <a:pt x="3677" y="118"/>
                </a:lnTo>
                <a:lnTo>
                  <a:pt x="3677" y="0"/>
                </a:lnTo>
                <a:moveTo>
                  <a:pt x="3941" y="0"/>
                </a:moveTo>
                <a:lnTo>
                  <a:pt x="4099" y="0"/>
                </a:lnTo>
                <a:lnTo>
                  <a:pt x="4099" y="118"/>
                </a:lnTo>
                <a:lnTo>
                  <a:pt x="3941" y="118"/>
                </a:lnTo>
                <a:lnTo>
                  <a:pt x="3941" y="0"/>
                </a:lnTo>
                <a:moveTo>
                  <a:pt x="4205" y="0"/>
                </a:moveTo>
                <a:lnTo>
                  <a:pt x="4363" y="0"/>
                </a:lnTo>
                <a:lnTo>
                  <a:pt x="4363" y="118"/>
                </a:lnTo>
                <a:lnTo>
                  <a:pt x="4205" y="118"/>
                </a:lnTo>
                <a:lnTo>
                  <a:pt x="4205" y="0"/>
                </a:lnTo>
                <a:moveTo>
                  <a:pt x="4469" y="0"/>
                </a:moveTo>
                <a:lnTo>
                  <a:pt x="4627" y="0"/>
                </a:lnTo>
                <a:lnTo>
                  <a:pt x="4627" y="118"/>
                </a:lnTo>
                <a:lnTo>
                  <a:pt x="4469" y="118"/>
                </a:lnTo>
                <a:lnTo>
                  <a:pt x="4469" y="0"/>
                </a:lnTo>
                <a:moveTo>
                  <a:pt x="4733" y="0"/>
                </a:moveTo>
                <a:lnTo>
                  <a:pt x="4892" y="0"/>
                </a:lnTo>
                <a:lnTo>
                  <a:pt x="4892" y="118"/>
                </a:lnTo>
                <a:lnTo>
                  <a:pt x="4733" y="118"/>
                </a:lnTo>
                <a:lnTo>
                  <a:pt x="4733" y="0"/>
                </a:lnTo>
                <a:moveTo>
                  <a:pt x="4997" y="0"/>
                </a:moveTo>
                <a:lnTo>
                  <a:pt x="5156" y="0"/>
                </a:lnTo>
                <a:lnTo>
                  <a:pt x="5156" y="118"/>
                </a:lnTo>
                <a:lnTo>
                  <a:pt x="4997" y="118"/>
                </a:lnTo>
                <a:lnTo>
                  <a:pt x="4997" y="0"/>
                </a:lnTo>
                <a:moveTo>
                  <a:pt x="5261" y="0"/>
                </a:moveTo>
                <a:lnTo>
                  <a:pt x="5420" y="0"/>
                </a:lnTo>
                <a:lnTo>
                  <a:pt x="5420" y="118"/>
                </a:lnTo>
                <a:lnTo>
                  <a:pt x="5261" y="118"/>
                </a:lnTo>
                <a:lnTo>
                  <a:pt x="5261" y="0"/>
                </a:lnTo>
                <a:moveTo>
                  <a:pt x="5525" y="0"/>
                </a:moveTo>
                <a:lnTo>
                  <a:pt x="5684" y="0"/>
                </a:lnTo>
                <a:lnTo>
                  <a:pt x="5684" y="118"/>
                </a:lnTo>
                <a:lnTo>
                  <a:pt x="5525" y="118"/>
                </a:lnTo>
                <a:lnTo>
                  <a:pt x="5525" y="0"/>
                </a:lnTo>
                <a:moveTo>
                  <a:pt x="5789" y="0"/>
                </a:moveTo>
                <a:lnTo>
                  <a:pt x="5948" y="0"/>
                </a:lnTo>
                <a:lnTo>
                  <a:pt x="5948" y="118"/>
                </a:lnTo>
                <a:lnTo>
                  <a:pt x="5789" y="118"/>
                </a:lnTo>
                <a:lnTo>
                  <a:pt x="5789" y="0"/>
                </a:lnTo>
                <a:moveTo>
                  <a:pt x="6053" y="0"/>
                </a:moveTo>
                <a:lnTo>
                  <a:pt x="6212" y="0"/>
                </a:lnTo>
                <a:lnTo>
                  <a:pt x="6212" y="118"/>
                </a:lnTo>
                <a:lnTo>
                  <a:pt x="6053" y="118"/>
                </a:lnTo>
                <a:lnTo>
                  <a:pt x="6053" y="0"/>
                </a:lnTo>
                <a:moveTo>
                  <a:pt x="6317" y="0"/>
                </a:moveTo>
                <a:lnTo>
                  <a:pt x="6476" y="0"/>
                </a:lnTo>
                <a:lnTo>
                  <a:pt x="6476" y="118"/>
                </a:lnTo>
                <a:lnTo>
                  <a:pt x="6317" y="118"/>
                </a:lnTo>
                <a:lnTo>
                  <a:pt x="6317" y="0"/>
                </a:lnTo>
                <a:moveTo>
                  <a:pt x="6581" y="0"/>
                </a:moveTo>
                <a:lnTo>
                  <a:pt x="6740" y="0"/>
                </a:lnTo>
                <a:lnTo>
                  <a:pt x="6740" y="118"/>
                </a:lnTo>
                <a:lnTo>
                  <a:pt x="6581" y="118"/>
                </a:lnTo>
                <a:lnTo>
                  <a:pt x="6581" y="0"/>
                </a:lnTo>
                <a:moveTo>
                  <a:pt x="6845" y="0"/>
                </a:moveTo>
                <a:lnTo>
                  <a:pt x="7004" y="0"/>
                </a:lnTo>
                <a:lnTo>
                  <a:pt x="7004" y="118"/>
                </a:lnTo>
                <a:lnTo>
                  <a:pt x="6845" y="118"/>
                </a:lnTo>
                <a:lnTo>
                  <a:pt x="6845" y="0"/>
                </a:lnTo>
                <a:moveTo>
                  <a:pt x="7109" y="0"/>
                </a:moveTo>
                <a:lnTo>
                  <a:pt x="7268" y="0"/>
                </a:lnTo>
                <a:lnTo>
                  <a:pt x="7268" y="118"/>
                </a:lnTo>
                <a:lnTo>
                  <a:pt x="7109" y="118"/>
                </a:lnTo>
                <a:lnTo>
                  <a:pt x="7109" y="0"/>
                </a:lnTo>
                <a:moveTo>
                  <a:pt x="7373" y="0"/>
                </a:moveTo>
                <a:lnTo>
                  <a:pt x="7532" y="0"/>
                </a:lnTo>
                <a:lnTo>
                  <a:pt x="7532" y="118"/>
                </a:lnTo>
                <a:lnTo>
                  <a:pt x="7373" y="118"/>
                </a:lnTo>
                <a:lnTo>
                  <a:pt x="7373" y="0"/>
                </a:lnTo>
                <a:moveTo>
                  <a:pt x="7637" y="0"/>
                </a:moveTo>
                <a:lnTo>
                  <a:pt x="7796" y="0"/>
                </a:lnTo>
                <a:lnTo>
                  <a:pt x="7796" y="118"/>
                </a:lnTo>
                <a:lnTo>
                  <a:pt x="7637" y="118"/>
                </a:lnTo>
                <a:lnTo>
                  <a:pt x="7637" y="0"/>
                </a:lnTo>
                <a:moveTo>
                  <a:pt x="7901" y="0"/>
                </a:moveTo>
                <a:lnTo>
                  <a:pt x="8060" y="0"/>
                </a:lnTo>
                <a:lnTo>
                  <a:pt x="8060" y="118"/>
                </a:lnTo>
                <a:lnTo>
                  <a:pt x="7901" y="118"/>
                </a:lnTo>
                <a:lnTo>
                  <a:pt x="7901" y="0"/>
                </a:lnTo>
                <a:moveTo>
                  <a:pt x="8165" y="0"/>
                </a:moveTo>
                <a:lnTo>
                  <a:pt x="8324" y="0"/>
                </a:lnTo>
                <a:lnTo>
                  <a:pt x="8324" y="118"/>
                </a:lnTo>
                <a:lnTo>
                  <a:pt x="8165" y="118"/>
                </a:lnTo>
                <a:lnTo>
                  <a:pt x="8165" y="0"/>
                </a:lnTo>
                <a:moveTo>
                  <a:pt x="8430" y="0"/>
                </a:moveTo>
                <a:lnTo>
                  <a:pt x="8588" y="0"/>
                </a:lnTo>
                <a:lnTo>
                  <a:pt x="8588" y="118"/>
                </a:lnTo>
                <a:lnTo>
                  <a:pt x="8430" y="118"/>
                </a:lnTo>
                <a:lnTo>
                  <a:pt x="8430" y="0"/>
                </a:lnTo>
                <a:moveTo>
                  <a:pt x="8694" y="0"/>
                </a:moveTo>
                <a:lnTo>
                  <a:pt x="8852" y="0"/>
                </a:lnTo>
                <a:lnTo>
                  <a:pt x="8852" y="118"/>
                </a:lnTo>
                <a:lnTo>
                  <a:pt x="8694" y="118"/>
                </a:lnTo>
                <a:lnTo>
                  <a:pt x="8694" y="0"/>
                </a:lnTo>
                <a:moveTo>
                  <a:pt x="8958" y="0"/>
                </a:moveTo>
                <a:lnTo>
                  <a:pt x="9116" y="0"/>
                </a:lnTo>
                <a:lnTo>
                  <a:pt x="9116" y="118"/>
                </a:lnTo>
                <a:lnTo>
                  <a:pt x="8958" y="118"/>
                </a:lnTo>
                <a:lnTo>
                  <a:pt x="8958" y="0"/>
                </a:lnTo>
                <a:moveTo>
                  <a:pt x="9222" y="0"/>
                </a:moveTo>
                <a:lnTo>
                  <a:pt x="9380" y="0"/>
                </a:lnTo>
                <a:lnTo>
                  <a:pt x="9380" y="118"/>
                </a:lnTo>
                <a:lnTo>
                  <a:pt x="9222" y="118"/>
                </a:lnTo>
                <a:lnTo>
                  <a:pt x="9222" y="0"/>
                </a:lnTo>
                <a:moveTo>
                  <a:pt x="9486" y="0"/>
                </a:moveTo>
                <a:lnTo>
                  <a:pt x="9644" y="0"/>
                </a:lnTo>
                <a:lnTo>
                  <a:pt x="9644" y="118"/>
                </a:lnTo>
                <a:lnTo>
                  <a:pt x="9486" y="118"/>
                </a:lnTo>
                <a:lnTo>
                  <a:pt x="9486" y="0"/>
                </a:lnTo>
                <a:moveTo>
                  <a:pt x="9750" y="0"/>
                </a:moveTo>
                <a:lnTo>
                  <a:pt x="9909" y="0"/>
                </a:lnTo>
                <a:lnTo>
                  <a:pt x="9909" y="118"/>
                </a:lnTo>
                <a:lnTo>
                  <a:pt x="9750" y="118"/>
                </a:lnTo>
                <a:lnTo>
                  <a:pt x="9750" y="0"/>
                </a:lnTo>
                <a:moveTo>
                  <a:pt x="10014" y="0"/>
                </a:moveTo>
                <a:lnTo>
                  <a:pt x="10173" y="0"/>
                </a:lnTo>
                <a:lnTo>
                  <a:pt x="10173" y="118"/>
                </a:lnTo>
                <a:lnTo>
                  <a:pt x="10014" y="118"/>
                </a:lnTo>
                <a:lnTo>
                  <a:pt x="10014" y="0"/>
                </a:lnTo>
                <a:moveTo>
                  <a:pt x="10278" y="0"/>
                </a:moveTo>
                <a:lnTo>
                  <a:pt x="10437" y="0"/>
                </a:lnTo>
                <a:lnTo>
                  <a:pt x="10437" y="118"/>
                </a:lnTo>
                <a:lnTo>
                  <a:pt x="10278" y="118"/>
                </a:lnTo>
                <a:lnTo>
                  <a:pt x="10278" y="0"/>
                </a:lnTo>
                <a:moveTo>
                  <a:pt x="10542" y="0"/>
                </a:moveTo>
                <a:lnTo>
                  <a:pt x="10701" y="0"/>
                </a:lnTo>
                <a:lnTo>
                  <a:pt x="10701" y="118"/>
                </a:lnTo>
                <a:lnTo>
                  <a:pt x="10542" y="118"/>
                </a:lnTo>
                <a:lnTo>
                  <a:pt x="10542" y="0"/>
                </a:lnTo>
                <a:moveTo>
                  <a:pt x="10806" y="0"/>
                </a:moveTo>
                <a:lnTo>
                  <a:pt x="10965" y="0"/>
                </a:lnTo>
                <a:lnTo>
                  <a:pt x="10965" y="118"/>
                </a:lnTo>
                <a:lnTo>
                  <a:pt x="10806" y="118"/>
                </a:lnTo>
                <a:lnTo>
                  <a:pt x="10806" y="0"/>
                </a:lnTo>
                <a:moveTo>
                  <a:pt x="11070" y="0"/>
                </a:moveTo>
                <a:lnTo>
                  <a:pt x="11229" y="0"/>
                </a:lnTo>
                <a:lnTo>
                  <a:pt x="11229" y="118"/>
                </a:lnTo>
                <a:lnTo>
                  <a:pt x="11070" y="118"/>
                </a:lnTo>
                <a:lnTo>
                  <a:pt x="11070" y="0"/>
                </a:lnTo>
                <a:moveTo>
                  <a:pt x="11334" y="0"/>
                </a:moveTo>
                <a:lnTo>
                  <a:pt x="11493" y="0"/>
                </a:lnTo>
                <a:lnTo>
                  <a:pt x="11493" y="118"/>
                </a:lnTo>
                <a:lnTo>
                  <a:pt x="11334" y="118"/>
                </a:lnTo>
                <a:lnTo>
                  <a:pt x="11334" y="0"/>
                </a:lnTo>
                <a:moveTo>
                  <a:pt x="11598" y="0"/>
                </a:moveTo>
                <a:lnTo>
                  <a:pt x="11757" y="0"/>
                </a:lnTo>
                <a:lnTo>
                  <a:pt x="11757" y="118"/>
                </a:lnTo>
                <a:lnTo>
                  <a:pt x="11598" y="118"/>
                </a:lnTo>
                <a:lnTo>
                  <a:pt x="11598" y="0"/>
                </a:lnTo>
                <a:moveTo>
                  <a:pt x="11862" y="0"/>
                </a:moveTo>
                <a:lnTo>
                  <a:pt x="12021" y="0"/>
                </a:lnTo>
                <a:lnTo>
                  <a:pt x="12021" y="118"/>
                </a:lnTo>
                <a:lnTo>
                  <a:pt x="11862" y="118"/>
                </a:lnTo>
                <a:lnTo>
                  <a:pt x="11862" y="0"/>
                </a:lnTo>
                <a:moveTo>
                  <a:pt x="12126" y="0"/>
                </a:moveTo>
                <a:lnTo>
                  <a:pt x="12285" y="0"/>
                </a:lnTo>
                <a:lnTo>
                  <a:pt x="12285" y="118"/>
                </a:lnTo>
                <a:lnTo>
                  <a:pt x="12126" y="118"/>
                </a:lnTo>
                <a:lnTo>
                  <a:pt x="12126" y="0"/>
                </a:lnTo>
                <a:moveTo>
                  <a:pt x="12390" y="0"/>
                </a:moveTo>
                <a:lnTo>
                  <a:pt x="12549" y="0"/>
                </a:lnTo>
                <a:lnTo>
                  <a:pt x="12549" y="118"/>
                </a:lnTo>
                <a:lnTo>
                  <a:pt x="12390" y="118"/>
                </a:lnTo>
                <a:lnTo>
                  <a:pt x="12390" y="0"/>
                </a:lnTo>
                <a:moveTo>
                  <a:pt x="12654" y="0"/>
                </a:moveTo>
                <a:lnTo>
                  <a:pt x="12813" y="0"/>
                </a:lnTo>
                <a:lnTo>
                  <a:pt x="12813" y="118"/>
                </a:lnTo>
                <a:lnTo>
                  <a:pt x="12654" y="118"/>
                </a:lnTo>
                <a:lnTo>
                  <a:pt x="12654" y="0"/>
                </a:lnTo>
                <a:moveTo>
                  <a:pt x="12918" y="0"/>
                </a:moveTo>
                <a:lnTo>
                  <a:pt x="13077" y="0"/>
                </a:lnTo>
                <a:lnTo>
                  <a:pt x="13077" y="118"/>
                </a:lnTo>
                <a:lnTo>
                  <a:pt x="12918" y="118"/>
                </a:lnTo>
                <a:lnTo>
                  <a:pt x="12918" y="0"/>
                </a:lnTo>
                <a:moveTo>
                  <a:pt x="13182" y="0"/>
                </a:moveTo>
                <a:lnTo>
                  <a:pt x="13341" y="0"/>
                </a:lnTo>
                <a:lnTo>
                  <a:pt x="13341" y="118"/>
                </a:lnTo>
                <a:lnTo>
                  <a:pt x="13182" y="118"/>
                </a:lnTo>
                <a:lnTo>
                  <a:pt x="13182" y="0"/>
                </a:lnTo>
                <a:moveTo>
                  <a:pt x="13447" y="0"/>
                </a:moveTo>
                <a:lnTo>
                  <a:pt x="13605" y="0"/>
                </a:lnTo>
                <a:lnTo>
                  <a:pt x="13605" y="118"/>
                </a:lnTo>
                <a:lnTo>
                  <a:pt x="13447" y="118"/>
                </a:lnTo>
                <a:lnTo>
                  <a:pt x="13447" y="0"/>
                </a:lnTo>
                <a:moveTo>
                  <a:pt x="13711" y="0"/>
                </a:moveTo>
                <a:lnTo>
                  <a:pt x="13869" y="0"/>
                </a:lnTo>
                <a:lnTo>
                  <a:pt x="13869" y="118"/>
                </a:lnTo>
                <a:lnTo>
                  <a:pt x="13711" y="118"/>
                </a:lnTo>
                <a:lnTo>
                  <a:pt x="13711" y="0"/>
                </a:lnTo>
                <a:moveTo>
                  <a:pt x="13975" y="0"/>
                </a:moveTo>
                <a:lnTo>
                  <a:pt x="14134" y="0"/>
                </a:lnTo>
                <a:lnTo>
                  <a:pt x="14134" y="118"/>
                </a:lnTo>
                <a:lnTo>
                  <a:pt x="13975" y="118"/>
                </a:lnTo>
                <a:lnTo>
                  <a:pt x="13975" y="0"/>
                </a:lnTo>
                <a:moveTo>
                  <a:pt x="14240" y="0"/>
                </a:moveTo>
                <a:lnTo>
                  <a:pt x="14398" y="0"/>
                </a:lnTo>
                <a:lnTo>
                  <a:pt x="14398" y="118"/>
                </a:lnTo>
                <a:lnTo>
                  <a:pt x="14240" y="118"/>
                </a:lnTo>
                <a:lnTo>
                  <a:pt x="14240" y="0"/>
                </a:lnTo>
                <a:moveTo>
                  <a:pt x="14504" y="0"/>
                </a:moveTo>
                <a:lnTo>
                  <a:pt x="14663" y="0"/>
                </a:lnTo>
                <a:lnTo>
                  <a:pt x="14663" y="118"/>
                </a:lnTo>
                <a:lnTo>
                  <a:pt x="14504" y="118"/>
                </a:lnTo>
                <a:lnTo>
                  <a:pt x="14504" y="0"/>
                </a:lnTo>
                <a:moveTo>
                  <a:pt x="14768" y="0"/>
                </a:moveTo>
                <a:lnTo>
                  <a:pt x="14927" y="0"/>
                </a:lnTo>
                <a:lnTo>
                  <a:pt x="14927" y="118"/>
                </a:lnTo>
                <a:lnTo>
                  <a:pt x="14768" y="118"/>
                </a:lnTo>
                <a:lnTo>
                  <a:pt x="14768" y="0"/>
                </a:lnTo>
                <a:moveTo>
                  <a:pt x="15032" y="0"/>
                </a:moveTo>
                <a:lnTo>
                  <a:pt x="15191" y="0"/>
                </a:lnTo>
                <a:lnTo>
                  <a:pt x="15191" y="118"/>
                </a:lnTo>
                <a:lnTo>
                  <a:pt x="15032" y="118"/>
                </a:lnTo>
                <a:lnTo>
                  <a:pt x="15032" y="0"/>
                </a:lnTo>
                <a:moveTo>
                  <a:pt x="15296" y="0"/>
                </a:moveTo>
                <a:lnTo>
                  <a:pt x="15455" y="0"/>
                </a:lnTo>
                <a:lnTo>
                  <a:pt x="15455" y="118"/>
                </a:lnTo>
                <a:lnTo>
                  <a:pt x="15296" y="118"/>
                </a:lnTo>
                <a:lnTo>
                  <a:pt x="15296" y="0"/>
                </a:lnTo>
                <a:moveTo>
                  <a:pt x="15560" y="0"/>
                </a:moveTo>
                <a:lnTo>
                  <a:pt x="15719" y="0"/>
                </a:lnTo>
                <a:lnTo>
                  <a:pt x="15719" y="118"/>
                </a:lnTo>
                <a:lnTo>
                  <a:pt x="15560" y="118"/>
                </a:lnTo>
                <a:lnTo>
                  <a:pt x="15560" y="0"/>
                </a:lnTo>
                <a:moveTo>
                  <a:pt x="15824" y="0"/>
                </a:moveTo>
                <a:lnTo>
                  <a:pt x="15983" y="0"/>
                </a:lnTo>
                <a:lnTo>
                  <a:pt x="15983" y="118"/>
                </a:lnTo>
                <a:lnTo>
                  <a:pt x="15824" y="118"/>
                </a:lnTo>
                <a:lnTo>
                  <a:pt x="15824" y="0"/>
                </a:lnTo>
                <a:moveTo>
                  <a:pt x="16088" y="0"/>
                </a:moveTo>
                <a:lnTo>
                  <a:pt x="16247" y="0"/>
                </a:lnTo>
                <a:lnTo>
                  <a:pt x="16247" y="118"/>
                </a:lnTo>
                <a:lnTo>
                  <a:pt x="16088" y="118"/>
                </a:lnTo>
                <a:lnTo>
                  <a:pt x="16088" y="0"/>
                </a:lnTo>
                <a:moveTo>
                  <a:pt x="16352" y="0"/>
                </a:moveTo>
                <a:lnTo>
                  <a:pt x="16511" y="0"/>
                </a:lnTo>
                <a:lnTo>
                  <a:pt x="16511" y="118"/>
                </a:lnTo>
                <a:lnTo>
                  <a:pt x="16352" y="118"/>
                </a:lnTo>
                <a:lnTo>
                  <a:pt x="16352" y="0"/>
                </a:lnTo>
                <a:moveTo>
                  <a:pt x="16616" y="0"/>
                </a:moveTo>
                <a:lnTo>
                  <a:pt x="16775" y="0"/>
                </a:lnTo>
                <a:lnTo>
                  <a:pt x="16775" y="118"/>
                </a:lnTo>
                <a:lnTo>
                  <a:pt x="16616" y="118"/>
                </a:lnTo>
                <a:lnTo>
                  <a:pt x="16616" y="0"/>
                </a:lnTo>
                <a:moveTo>
                  <a:pt x="16880" y="0"/>
                </a:moveTo>
                <a:lnTo>
                  <a:pt x="17039" y="0"/>
                </a:lnTo>
                <a:lnTo>
                  <a:pt x="17039" y="118"/>
                </a:lnTo>
                <a:lnTo>
                  <a:pt x="16880" y="118"/>
                </a:lnTo>
                <a:lnTo>
                  <a:pt x="16880" y="0"/>
                </a:lnTo>
                <a:moveTo>
                  <a:pt x="17144" y="0"/>
                </a:moveTo>
                <a:lnTo>
                  <a:pt x="17303" y="0"/>
                </a:lnTo>
                <a:lnTo>
                  <a:pt x="17303" y="118"/>
                </a:lnTo>
                <a:lnTo>
                  <a:pt x="17144" y="118"/>
                </a:lnTo>
                <a:lnTo>
                  <a:pt x="17144" y="0"/>
                </a:lnTo>
                <a:moveTo>
                  <a:pt x="17408" y="0"/>
                </a:moveTo>
                <a:lnTo>
                  <a:pt x="17567" y="0"/>
                </a:lnTo>
                <a:lnTo>
                  <a:pt x="17567" y="118"/>
                </a:lnTo>
                <a:lnTo>
                  <a:pt x="17408" y="118"/>
                </a:lnTo>
                <a:lnTo>
                  <a:pt x="17408" y="0"/>
                </a:lnTo>
                <a:moveTo>
                  <a:pt x="17672" y="0"/>
                </a:moveTo>
                <a:lnTo>
                  <a:pt x="17831" y="0"/>
                </a:lnTo>
                <a:lnTo>
                  <a:pt x="17831" y="118"/>
                </a:lnTo>
                <a:lnTo>
                  <a:pt x="17672" y="118"/>
                </a:lnTo>
                <a:lnTo>
                  <a:pt x="17672" y="0"/>
                </a:lnTo>
                <a:moveTo>
                  <a:pt x="17936" y="0"/>
                </a:moveTo>
                <a:lnTo>
                  <a:pt x="18095" y="0"/>
                </a:lnTo>
                <a:lnTo>
                  <a:pt x="18095" y="118"/>
                </a:lnTo>
                <a:lnTo>
                  <a:pt x="17936" y="118"/>
                </a:lnTo>
                <a:lnTo>
                  <a:pt x="17936" y="0"/>
                </a:lnTo>
                <a:moveTo>
                  <a:pt x="18201" y="0"/>
                </a:moveTo>
                <a:lnTo>
                  <a:pt x="18359" y="0"/>
                </a:lnTo>
                <a:lnTo>
                  <a:pt x="18359" y="118"/>
                </a:lnTo>
                <a:lnTo>
                  <a:pt x="18201" y="118"/>
                </a:lnTo>
                <a:lnTo>
                  <a:pt x="18201" y="0"/>
                </a:lnTo>
                <a:moveTo>
                  <a:pt x="18465" y="0"/>
                </a:moveTo>
                <a:lnTo>
                  <a:pt x="18623" y="0"/>
                </a:lnTo>
                <a:lnTo>
                  <a:pt x="18623" y="118"/>
                </a:lnTo>
                <a:lnTo>
                  <a:pt x="18465" y="118"/>
                </a:lnTo>
                <a:lnTo>
                  <a:pt x="18465" y="0"/>
                </a:lnTo>
                <a:moveTo>
                  <a:pt x="18729" y="0"/>
                </a:moveTo>
                <a:lnTo>
                  <a:pt x="18887" y="0"/>
                </a:lnTo>
                <a:lnTo>
                  <a:pt x="18887" y="118"/>
                </a:lnTo>
                <a:lnTo>
                  <a:pt x="18729" y="118"/>
                </a:lnTo>
                <a:lnTo>
                  <a:pt x="18729" y="0"/>
                </a:lnTo>
                <a:moveTo>
                  <a:pt x="18993" y="0"/>
                </a:moveTo>
                <a:lnTo>
                  <a:pt x="19151" y="0"/>
                </a:lnTo>
                <a:lnTo>
                  <a:pt x="19151" y="118"/>
                </a:lnTo>
                <a:lnTo>
                  <a:pt x="18993" y="118"/>
                </a:lnTo>
                <a:lnTo>
                  <a:pt x="18993" y="0"/>
                </a:lnTo>
                <a:moveTo>
                  <a:pt x="19257" y="0"/>
                </a:moveTo>
                <a:lnTo>
                  <a:pt x="19415" y="0"/>
                </a:lnTo>
                <a:lnTo>
                  <a:pt x="19415" y="118"/>
                </a:lnTo>
                <a:lnTo>
                  <a:pt x="19257" y="118"/>
                </a:lnTo>
                <a:lnTo>
                  <a:pt x="19257" y="0"/>
                </a:lnTo>
                <a:moveTo>
                  <a:pt x="19521" y="0"/>
                </a:moveTo>
                <a:lnTo>
                  <a:pt x="19680" y="0"/>
                </a:lnTo>
                <a:lnTo>
                  <a:pt x="19680" y="118"/>
                </a:lnTo>
                <a:lnTo>
                  <a:pt x="19521" y="118"/>
                </a:lnTo>
                <a:lnTo>
                  <a:pt x="19521" y="0"/>
                </a:lnTo>
                <a:moveTo>
                  <a:pt x="19785" y="0"/>
                </a:moveTo>
                <a:lnTo>
                  <a:pt x="19944" y="0"/>
                </a:lnTo>
                <a:lnTo>
                  <a:pt x="19944" y="118"/>
                </a:lnTo>
                <a:lnTo>
                  <a:pt x="19785" y="118"/>
                </a:lnTo>
                <a:lnTo>
                  <a:pt x="19785" y="0"/>
                </a:lnTo>
                <a:moveTo>
                  <a:pt x="20049" y="0"/>
                </a:moveTo>
                <a:lnTo>
                  <a:pt x="20208" y="0"/>
                </a:lnTo>
                <a:lnTo>
                  <a:pt x="20208" y="118"/>
                </a:lnTo>
                <a:lnTo>
                  <a:pt x="20049" y="118"/>
                </a:lnTo>
                <a:lnTo>
                  <a:pt x="20049" y="0"/>
                </a:lnTo>
                <a:moveTo>
                  <a:pt x="20313" y="0"/>
                </a:moveTo>
                <a:lnTo>
                  <a:pt x="20472" y="0"/>
                </a:lnTo>
                <a:lnTo>
                  <a:pt x="20472" y="118"/>
                </a:lnTo>
                <a:lnTo>
                  <a:pt x="20313" y="118"/>
                </a:lnTo>
                <a:lnTo>
                  <a:pt x="20313" y="0"/>
                </a:lnTo>
                <a:moveTo>
                  <a:pt x="20577" y="0"/>
                </a:moveTo>
                <a:lnTo>
                  <a:pt x="20736" y="0"/>
                </a:lnTo>
                <a:lnTo>
                  <a:pt x="20736" y="118"/>
                </a:lnTo>
                <a:lnTo>
                  <a:pt x="20577" y="118"/>
                </a:lnTo>
                <a:lnTo>
                  <a:pt x="20577" y="0"/>
                </a:lnTo>
                <a:moveTo>
                  <a:pt x="20841" y="0"/>
                </a:moveTo>
                <a:lnTo>
                  <a:pt x="21000" y="0"/>
                </a:lnTo>
                <a:lnTo>
                  <a:pt x="21000" y="118"/>
                </a:lnTo>
                <a:lnTo>
                  <a:pt x="20841" y="118"/>
                </a:lnTo>
                <a:lnTo>
                  <a:pt x="20841" y="0"/>
                </a:lnTo>
                <a:moveTo>
                  <a:pt x="21105" y="0"/>
                </a:moveTo>
                <a:lnTo>
                  <a:pt x="21264" y="0"/>
                </a:lnTo>
                <a:lnTo>
                  <a:pt x="21264" y="118"/>
                </a:lnTo>
                <a:lnTo>
                  <a:pt x="21105" y="118"/>
                </a:lnTo>
                <a:lnTo>
                  <a:pt x="21105" y="0"/>
                </a:lnTo>
                <a:moveTo>
                  <a:pt x="21369" y="0"/>
                </a:moveTo>
                <a:lnTo>
                  <a:pt x="21528" y="0"/>
                </a:lnTo>
                <a:lnTo>
                  <a:pt x="21528" y="118"/>
                </a:lnTo>
                <a:lnTo>
                  <a:pt x="21369" y="118"/>
                </a:lnTo>
                <a:lnTo>
                  <a:pt x="21369" y="0"/>
                </a:lnTo>
                <a:moveTo>
                  <a:pt x="21633" y="0"/>
                </a:moveTo>
                <a:lnTo>
                  <a:pt x="21792" y="0"/>
                </a:lnTo>
                <a:lnTo>
                  <a:pt x="21792" y="118"/>
                </a:lnTo>
                <a:lnTo>
                  <a:pt x="21633" y="118"/>
                </a:lnTo>
                <a:lnTo>
                  <a:pt x="21633" y="0"/>
                </a:lnTo>
                <a:moveTo>
                  <a:pt x="21897" y="0"/>
                </a:moveTo>
                <a:lnTo>
                  <a:pt x="22056" y="0"/>
                </a:lnTo>
                <a:lnTo>
                  <a:pt x="22056" y="118"/>
                </a:lnTo>
                <a:lnTo>
                  <a:pt x="21897" y="118"/>
                </a:lnTo>
                <a:lnTo>
                  <a:pt x="21897" y="0"/>
                </a:lnTo>
                <a:moveTo>
                  <a:pt x="22161" y="0"/>
                </a:moveTo>
                <a:lnTo>
                  <a:pt x="22320" y="0"/>
                </a:lnTo>
                <a:lnTo>
                  <a:pt x="22320" y="118"/>
                </a:lnTo>
                <a:lnTo>
                  <a:pt x="22161" y="118"/>
                </a:lnTo>
                <a:lnTo>
                  <a:pt x="22161" y="0"/>
                </a:lnTo>
                <a:moveTo>
                  <a:pt x="22425" y="0"/>
                </a:moveTo>
                <a:lnTo>
                  <a:pt x="22584" y="0"/>
                </a:lnTo>
                <a:lnTo>
                  <a:pt x="22584" y="118"/>
                </a:lnTo>
                <a:lnTo>
                  <a:pt x="22425" y="118"/>
                </a:lnTo>
                <a:lnTo>
                  <a:pt x="22425" y="0"/>
                </a:lnTo>
                <a:moveTo>
                  <a:pt x="22689" y="0"/>
                </a:moveTo>
                <a:lnTo>
                  <a:pt x="22848" y="0"/>
                </a:lnTo>
                <a:lnTo>
                  <a:pt x="22848" y="118"/>
                </a:lnTo>
                <a:lnTo>
                  <a:pt x="22689" y="118"/>
                </a:lnTo>
                <a:lnTo>
                  <a:pt x="22689" y="0"/>
                </a:lnTo>
                <a:moveTo>
                  <a:pt x="22953" y="0"/>
                </a:moveTo>
                <a:lnTo>
                  <a:pt x="23112" y="0"/>
                </a:lnTo>
                <a:lnTo>
                  <a:pt x="23112" y="118"/>
                </a:lnTo>
                <a:lnTo>
                  <a:pt x="22953" y="118"/>
                </a:lnTo>
                <a:lnTo>
                  <a:pt x="22953" y="0"/>
                </a:lnTo>
                <a:moveTo>
                  <a:pt x="23218" y="0"/>
                </a:moveTo>
                <a:lnTo>
                  <a:pt x="23376" y="0"/>
                </a:lnTo>
                <a:lnTo>
                  <a:pt x="23376" y="118"/>
                </a:lnTo>
                <a:lnTo>
                  <a:pt x="23218" y="118"/>
                </a:lnTo>
                <a:lnTo>
                  <a:pt x="23218" y="0"/>
                </a:lnTo>
                <a:moveTo>
                  <a:pt x="23482" y="0"/>
                </a:moveTo>
                <a:lnTo>
                  <a:pt x="23640" y="0"/>
                </a:lnTo>
                <a:lnTo>
                  <a:pt x="23640" y="118"/>
                </a:lnTo>
                <a:lnTo>
                  <a:pt x="23482" y="118"/>
                </a:lnTo>
                <a:lnTo>
                  <a:pt x="23482" y="0"/>
                </a:lnTo>
                <a:moveTo>
                  <a:pt x="23746" y="0"/>
                </a:moveTo>
                <a:lnTo>
                  <a:pt x="23904" y="0"/>
                </a:lnTo>
                <a:lnTo>
                  <a:pt x="23904" y="118"/>
                </a:lnTo>
                <a:lnTo>
                  <a:pt x="23746" y="118"/>
                </a:lnTo>
                <a:lnTo>
                  <a:pt x="23746" y="0"/>
                </a:lnTo>
                <a:moveTo>
                  <a:pt x="24010" y="0"/>
                </a:moveTo>
                <a:lnTo>
                  <a:pt x="24168" y="0"/>
                </a:lnTo>
                <a:lnTo>
                  <a:pt x="24168" y="118"/>
                </a:lnTo>
                <a:lnTo>
                  <a:pt x="24010" y="118"/>
                </a:lnTo>
                <a:lnTo>
                  <a:pt x="24010" y="0"/>
                </a:lnTo>
                <a:moveTo>
                  <a:pt x="24274" y="0"/>
                </a:moveTo>
                <a:lnTo>
                  <a:pt x="24433" y="0"/>
                </a:lnTo>
                <a:lnTo>
                  <a:pt x="24433" y="118"/>
                </a:lnTo>
                <a:lnTo>
                  <a:pt x="24274" y="118"/>
                </a:lnTo>
                <a:lnTo>
                  <a:pt x="24274" y="0"/>
                </a:lnTo>
                <a:moveTo>
                  <a:pt x="24538" y="0"/>
                </a:moveTo>
                <a:lnTo>
                  <a:pt x="24697" y="0"/>
                </a:lnTo>
                <a:lnTo>
                  <a:pt x="24697" y="118"/>
                </a:lnTo>
                <a:lnTo>
                  <a:pt x="24538" y="118"/>
                </a:lnTo>
                <a:lnTo>
                  <a:pt x="24538" y="0"/>
                </a:lnTo>
                <a:moveTo>
                  <a:pt x="24802" y="0"/>
                </a:moveTo>
                <a:lnTo>
                  <a:pt x="24961" y="0"/>
                </a:lnTo>
                <a:lnTo>
                  <a:pt x="24961" y="118"/>
                </a:lnTo>
                <a:lnTo>
                  <a:pt x="24802" y="118"/>
                </a:lnTo>
                <a:lnTo>
                  <a:pt x="24802" y="0"/>
                </a:lnTo>
                <a:moveTo>
                  <a:pt x="25066" y="0"/>
                </a:moveTo>
                <a:lnTo>
                  <a:pt x="25225" y="0"/>
                </a:lnTo>
                <a:lnTo>
                  <a:pt x="25225" y="118"/>
                </a:lnTo>
                <a:lnTo>
                  <a:pt x="25066" y="118"/>
                </a:lnTo>
                <a:lnTo>
                  <a:pt x="25066" y="0"/>
                </a:lnTo>
                <a:moveTo>
                  <a:pt x="25330" y="0"/>
                </a:moveTo>
                <a:lnTo>
                  <a:pt x="25489" y="0"/>
                </a:lnTo>
                <a:lnTo>
                  <a:pt x="25489" y="118"/>
                </a:lnTo>
                <a:lnTo>
                  <a:pt x="25330" y="118"/>
                </a:lnTo>
                <a:lnTo>
                  <a:pt x="25330" y="0"/>
                </a:lnTo>
                <a:moveTo>
                  <a:pt x="25594" y="0"/>
                </a:moveTo>
                <a:lnTo>
                  <a:pt x="25753" y="0"/>
                </a:lnTo>
                <a:lnTo>
                  <a:pt x="25753" y="118"/>
                </a:lnTo>
                <a:lnTo>
                  <a:pt x="25594" y="118"/>
                </a:lnTo>
                <a:lnTo>
                  <a:pt x="25594" y="0"/>
                </a:lnTo>
                <a:moveTo>
                  <a:pt x="25858" y="0"/>
                </a:moveTo>
                <a:lnTo>
                  <a:pt x="26017" y="0"/>
                </a:lnTo>
                <a:lnTo>
                  <a:pt x="26017" y="118"/>
                </a:lnTo>
                <a:lnTo>
                  <a:pt x="25858" y="118"/>
                </a:lnTo>
                <a:lnTo>
                  <a:pt x="25858" y="0"/>
                </a:lnTo>
                <a:moveTo>
                  <a:pt x="26122" y="0"/>
                </a:moveTo>
                <a:lnTo>
                  <a:pt x="26281" y="0"/>
                </a:lnTo>
                <a:lnTo>
                  <a:pt x="26281" y="118"/>
                </a:lnTo>
                <a:lnTo>
                  <a:pt x="26122" y="118"/>
                </a:lnTo>
                <a:lnTo>
                  <a:pt x="26122" y="0"/>
                </a:lnTo>
                <a:moveTo>
                  <a:pt x="26386" y="0"/>
                </a:moveTo>
                <a:lnTo>
                  <a:pt x="26545" y="0"/>
                </a:lnTo>
                <a:lnTo>
                  <a:pt x="26545" y="118"/>
                </a:lnTo>
                <a:lnTo>
                  <a:pt x="26386" y="118"/>
                </a:lnTo>
                <a:lnTo>
                  <a:pt x="26386" y="0"/>
                </a:lnTo>
                <a:moveTo>
                  <a:pt x="26650" y="0"/>
                </a:moveTo>
                <a:lnTo>
                  <a:pt x="26809" y="0"/>
                </a:lnTo>
                <a:lnTo>
                  <a:pt x="26809" y="118"/>
                </a:lnTo>
                <a:lnTo>
                  <a:pt x="26650" y="118"/>
                </a:lnTo>
                <a:lnTo>
                  <a:pt x="26650" y="0"/>
                </a:lnTo>
                <a:moveTo>
                  <a:pt x="26914" y="0"/>
                </a:moveTo>
                <a:lnTo>
                  <a:pt x="27073" y="0"/>
                </a:lnTo>
                <a:lnTo>
                  <a:pt x="27073" y="118"/>
                </a:lnTo>
                <a:lnTo>
                  <a:pt x="26914" y="118"/>
                </a:lnTo>
                <a:lnTo>
                  <a:pt x="26914" y="0"/>
                </a:lnTo>
                <a:moveTo>
                  <a:pt x="27178" y="0"/>
                </a:moveTo>
                <a:lnTo>
                  <a:pt x="27337" y="0"/>
                </a:lnTo>
                <a:lnTo>
                  <a:pt x="27337" y="118"/>
                </a:lnTo>
                <a:lnTo>
                  <a:pt x="27178" y="118"/>
                </a:lnTo>
                <a:lnTo>
                  <a:pt x="27178" y="0"/>
                </a:lnTo>
                <a:moveTo>
                  <a:pt x="27442" y="0"/>
                </a:moveTo>
                <a:lnTo>
                  <a:pt x="27601" y="0"/>
                </a:lnTo>
                <a:lnTo>
                  <a:pt x="27601" y="118"/>
                </a:lnTo>
                <a:lnTo>
                  <a:pt x="27442" y="118"/>
                </a:lnTo>
                <a:lnTo>
                  <a:pt x="27442" y="0"/>
                </a:lnTo>
                <a:moveTo>
                  <a:pt x="27706" y="0"/>
                </a:moveTo>
                <a:lnTo>
                  <a:pt x="27865" y="0"/>
                </a:lnTo>
                <a:lnTo>
                  <a:pt x="27865" y="118"/>
                </a:lnTo>
                <a:lnTo>
                  <a:pt x="27706" y="118"/>
                </a:lnTo>
                <a:lnTo>
                  <a:pt x="27706" y="0"/>
                </a:lnTo>
                <a:moveTo>
                  <a:pt x="27971" y="0"/>
                </a:moveTo>
                <a:lnTo>
                  <a:pt x="28129" y="0"/>
                </a:lnTo>
                <a:lnTo>
                  <a:pt x="28129" y="118"/>
                </a:lnTo>
                <a:lnTo>
                  <a:pt x="27971" y="118"/>
                </a:lnTo>
                <a:lnTo>
                  <a:pt x="27971" y="0"/>
                </a:lnTo>
                <a:moveTo>
                  <a:pt x="28235" y="0"/>
                </a:moveTo>
                <a:lnTo>
                  <a:pt x="28393" y="0"/>
                </a:lnTo>
                <a:lnTo>
                  <a:pt x="28393" y="118"/>
                </a:lnTo>
                <a:lnTo>
                  <a:pt x="28235" y="118"/>
                </a:lnTo>
                <a:lnTo>
                  <a:pt x="28235" y="0"/>
                </a:lnTo>
                <a:moveTo>
                  <a:pt x="28499" y="0"/>
                </a:moveTo>
                <a:lnTo>
                  <a:pt x="28657" y="0"/>
                </a:lnTo>
                <a:lnTo>
                  <a:pt x="28657" y="118"/>
                </a:lnTo>
                <a:lnTo>
                  <a:pt x="28499" y="118"/>
                </a:lnTo>
                <a:lnTo>
                  <a:pt x="28499" y="0"/>
                </a:lnTo>
                <a:moveTo>
                  <a:pt x="28763" y="0"/>
                </a:moveTo>
                <a:lnTo>
                  <a:pt x="28921" y="0"/>
                </a:lnTo>
                <a:lnTo>
                  <a:pt x="28921" y="118"/>
                </a:lnTo>
                <a:lnTo>
                  <a:pt x="28763" y="118"/>
                </a:lnTo>
                <a:lnTo>
                  <a:pt x="28763" y="0"/>
                </a:lnTo>
                <a:moveTo>
                  <a:pt x="29027" y="0"/>
                </a:moveTo>
                <a:lnTo>
                  <a:pt x="29185" y="0"/>
                </a:lnTo>
                <a:lnTo>
                  <a:pt x="29185" y="118"/>
                </a:lnTo>
                <a:lnTo>
                  <a:pt x="29027" y="118"/>
                </a:lnTo>
                <a:lnTo>
                  <a:pt x="29027" y="0"/>
                </a:lnTo>
                <a:moveTo>
                  <a:pt x="29291" y="0"/>
                </a:moveTo>
                <a:lnTo>
                  <a:pt x="29450" y="0"/>
                </a:lnTo>
                <a:lnTo>
                  <a:pt x="29450" y="118"/>
                </a:lnTo>
                <a:lnTo>
                  <a:pt x="29291" y="118"/>
                </a:lnTo>
                <a:lnTo>
                  <a:pt x="29291" y="0"/>
                </a:lnTo>
                <a:moveTo>
                  <a:pt x="29555" y="0"/>
                </a:moveTo>
                <a:lnTo>
                  <a:pt x="29714" y="0"/>
                </a:lnTo>
                <a:lnTo>
                  <a:pt x="29714" y="118"/>
                </a:lnTo>
                <a:lnTo>
                  <a:pt x="29555" y="118"/>
                </a:lnTo>
                <a:lnTo>
                  <a:pt x="29555" y="0"/>
                </a:lnTo>
                <a:moveTo>
                  <a:pt x="29819" y="0"/>
                </a:moveTo>
                <a:lnTo>
                  <a:pt x="29978" y="0"/>
                </a:lnTo>
                <a:lnTo>
                  <a:pt x="29978" y="118"/>
                </a:lnTo>
                <a:lnTo>
                  <a:pt x="29819" y="118"/>
                </a:lnTo>
                <a:lnTo>
                  <a:pt x="29819" y="0"/>
                </a:lnTo>
                <a:moveTo>
                  <a:pt x="30083" y="0"/>
                </a:moveTo>
                <a:lnTo>
                  <a:pt x="30242" y="0"/>
                </a:lnTo>
                <a:lnTo>
                  <a:pt x="30242" y="118"/>
                </a:lnTo>
                <a:lnTo>
                  <a:pt x="30083" y="118"/>
                </a:lnTo>
                <a:lnTo>
                  <a:pt x="30083" y="0"/>
                </a:lnTo>
                <a:moveTo>
                  <a:pt x="30347" y="0"/>
                </a:moveTo>
                <a:lnTo>
                  <a:pt x="30506" y="0"/>
                </a:lnTo>
                <a:lnTo>
                  <a:pt x="30506" y="118"/>
                </a:lnTo>
                <a:lnTo>
                  <a:pt x="30347" y="118"/>
                </a:lnTo>
                <a:lnTo>
                  <a:pt x="30347" y="0"/>
                </a:lnTo>
                <a:moveTo>
                  <a:pt x="30611" y="0"/>
                </a:moveTo>
                <a:lnTo>
                  <a:pt x="30725" y="0"/>
                </a:lnTo>
                <a:cubicBezTo>
                  <a:pt x="30744" y="0"/>
                  <a:pt x="30764" y="3"/>
                  <a:pt x="30783" y="7"/>
                </a:cubicBezTo>
                <a:lnTo>
                  <a:pt x="30755" y="121"/>
                </a:lnTo>
                <a:cubicBezTo>
                  <a:pt x="30745" y="119"/>
                  <a:pt x="30735" y="118"/>
                  <a:pt x="30725" y="118"/>
                </a:cubicBezTo>
                <a:lnTo>
                  <a:pt x="30611" y="118"/>
                </a:lnTo>
                <a:lnTo>
                  <a:pt x="30611" y="0"/>
                </a:lnTo>
                <a:moveTo>
                  <a:pt x="30902" y="78"/>
                </a:moveTo>
                <a:cubicBezTo>
                  <a:pt x="30946" y="125"/>
                  <a:pt x="30968" y="181"/>
                  <a:pt x="30968" y="245"/>
                </a:cubicBezTo>
                <a:lnTo>
                  <a:pt x="30968" y="265"/>
                </a:lnTo>
                <a:lnTo>
                  <a:pt x="30852" y="265"/>
                </a:lnTo>
                <a:lnTo>
                  <a:pt x="30852" y="245"/>
                </a:lnTo>
                <a:cubicBezTo>
                  <a:pt x="30852" y="211"/>
                  <a:pt x="30840" y="182"/>
                  <a:pt x="30817" y="158"/>
                </a:cubicBezTo>
                <a:lnTo>
                  <a:pt x="30902" y="78"/>
                </a:lnTo>
                <a:moveTo>
                  <a:pt x="30968" y="370"/>
                </a:moveTo>
                <a:lnTo>
                  <a:pt x="30968" y="529"/>
                </a:lnTo>
                <a:lnTo>
                  <a:pt x="30852" y="529"/>
                </a:lnTo>
                <a:lnTo>
                  <a:pt x="30852" y="370"/>
                </a:lnTo>
                <a:lnTo>
                  <a:pt x="30968" y="370"/>
                </a:lnTo>
                <a:moveTo>
                  <a:pt x="30968" y="634"/>
                </a:moveTo>
                <a:lnTo>
                  <a:pt x="30968" y="793"/>
                </a:lnTo>
                <a:lnTo>
                  <a:pt x="30852" y="793"/>
                </a:lnTo>
                <a:lnTo>
                  <a:pt x="30852" y="634"/>
                </a:lnTo>
                <a:lnTo>
                  <a:pt x="30968" y="634"/>
                </a:lnTo>
                <a:moveTo>
                  <a:pt x="30968" y="898"/>
                </a:moveTo>
                <a:lnTo>
                  <a:pt x="30968" y="1057"/>
                </a:lnTo>
                <a:lnTo>
                  <a:pt x="30852" y="1057"/>
                </a:lnTo>
                <a:lnTo>
                  <a:pt x="30852" y="898"/>
                </a:lnTo>
                <a:lnTo>
                  <a:pt x="30968" y="898"/>
                </a:lnTo>
                <a:moveTo>
                  <a:pt x="30968" y="1162"/>
                </a:moveTo>
                <a:lnTo>
                  <a:pt x="30968" y="1321"/>
                </a:lnTo>
                <a:lnTo>
                  <a:pt x="30852" y="1321"/>
                </a:lnTo>
                <a:lnTo>
                  <a:pt x="30852" y="1162"/>
                </a:lnTo>
                <a:lnTo>
                  <a:pt x="30968" y="1162"/>
                </a:lnTo>
                <a:moveTo>
                  <a:pt x="30968" y="1426"/>
                </a:moveTo>
                <a:lnTo>
                  <a:pt x="30968" y="1585"/>
                </a:lnTo>
                <a:lnTo>
                  <a:pt x="30852" y="1585"/>
                </a:lnTo>
                <a:lnTo>
                  <a:pt x="30852" y="1426"/>
                </a:lnTo>
                <a:lnTo>
                  <a:pt x="30968" y="1426"/>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3"/>
                </a:moveTo>
                <a:cubicBezTo>
                  <a:pt x="30961" y="2298"/>
                  <a:pt x="30928" y="2357"/>
                  <a:pt x="30866" y="2401"/>
                </a:cubicBezTo>
                <a:lnTo>
                  <a:pt x="30799" y="2306"/>
                </a:lnTo>
                <a:cubicBezTo>
                  <a:pt x="30831" y="2283"/>
                  <a:pt x="30848" y="2252"/>
                  <a:pt x="30851" y="2213"/>
                </a:cubicBezTo>
                <a:lnTo>
                  <a:pt x="30967" y="2223"/>
                </a:lnTo>
                <a:moveTo>
                  <a:pt x="30736" y="2446"/>
                </a:moveTo>
                <a:cubicBezTo>
                  <a:pt x="30733" y="2446"/>
                  <a:pt x="30729" y="2446"/>
                  <a:pt x="30725" y="2446"/>
                </a:cubicBezTo>
                <a:lnTo>
                  <a:pt x="30575" y="2446"/>
                </a:lnTo>
                <a:lnTo>
                  <a:pt x="30575" y="2330"/>
                </a:lnTo>
                <a:lnTo>
                  <a:pt x="30725" y="2330"/>
                </a:lnTo>
                <a:cubicBezTo>
                  <a:pt x="30727" y="2330"/>
                  <a:pt x="30729" y="2330"/>
                  <a:pt x="30731" y="2330"/>
                </a:cubicBezTo>
                <a:lnTo>
                  <a:pt x="30736" y="2446"/>
                </a:lnTo>
                <a:moveTo>
                  <a:pt x="30470" y="2446"/>
                </a:moveTo>
                <a:lnTo>
                  <a:pt x="30311" y="2446"/>
                </a:lnTo>
                <a:lnTo>
                  <a:pt x="30311" y="2330"/>
                </a:lnTo>
                <a:lnTo>
                  <a:pt x="30470" y="2330"/>
                </a:lnTo>
                <a:lnTo>
                  <a:pt x="30470" y="2446"/>
                </a:lnTo>
                <a:moveTo>
                  <a:pt x="30206" y="2446"/>
                </a:moveTo>
                <a:lnTo>
                  <a:pt x="30047" y="2446"/>
                </a:lnTo>
                <a:lnTo>
                  <a:pt x="30047" y="2330"/>
                </a:lnTo>
                <a:lnTo>
                  <a:pt x="30206" y="2330"/>
                </a:lnTo>
                <a:lnTo>
                  <a:pt x="30206" y="2446"/>
                </a:lnTo>
                <a:moveTo>
                  <a:pt x="29942" y="2446"/>
                </a:moveTo>
                <a:lnTo>
                  <a:pt x="29783" y="2446"/>
                </a:lnTo>
                <a:lnTo>
                  <a:pt x="29783" y="2330"/>
                </a:lnTo>
                <a:lnTo>
                  <a:pt x="29942" y="2330"/>
                </a:lnTo>
                <a:lnTo>
                  <a:pt x="29942" y="2446"/>
                </a:lnTo>
                <a:moveTo>
                  <a:pt x="29678" y="2446"/>
                </a:moveTo>
                <a:lnTo>
                  <a:pt x="29519" y="2446"/>
                </a:lnTo>
                <a:lnTo>
                  <a:pt x="29519" y="2330"/>
                </a:lnTo>
                <a:lnTo>
                  <a:pt x="29678" y="2330"/>
                </a:lnTo>
                <a:lnTo>
                  <a:pt x="29678" y="2446"/>
                </a:lnTo>
                <a:moveTo>
                  <a:pt x="29414" y="2446"/>
                </a:moveTo>
                <a:lnTo>
                  <a:pt x="29255" y="2446"/>
                </a:lnTo>
                <a:lnTo>
                  <a:pt x="29255" y="2330"/>
                </a:lnTo>
                <a:lnTo>
                  <a:pt x="29414" y="2330"/>
                </a:lnTo>
                <a:lnTo>
                  <a:pt x="29414" y="2446"/>
                </a:lnTo>
                <a:moveTo>
                  <a:pt x="29150" y="2446"/>
                </a:moveTo>
                <a:lnTo>
                  <a:pt x="28991" y="2446"/>
                </a:lnTo>
                <a:lnTo>
                  <a:pt x="28991" y="2330"/>
                </a:lnTo>
                <a:lnTo>
                  <a:pt x="29150" y="2330"/>
                </a:lnTo>
                <a:lnTo>
                  <a:pt x="29150" y="2446"/>
                </a:lnTo>
                <a:moveTo>
                  <a:pt x="28886" y="2446"/>
                </a:moveTo>
                <a:lnTo>
                  <a:pt x="28727" y="2446"/>
                </a:lnTo>
                <a:lnTo>
                  <a:pt x="28727" y="2330"/>
                </a:lnTo>
                <a:lnTo>
                  <a:pt x="28886" y="2330"/>
                </a:lnTo>
                <a:lnTo>
                  <a:pt x="28886" y="2446"/>
                </a:lnTo>
                <a:moveTo>
                  <a:pt x="28622" y="2446"/>
                </a:moveTo>
                <a:lnTo>
                  <a:pt x="28463" y="2446"/>
                </a:lnTo>
                <a:lnTo>
                  <a:pt x="28463" y="2330"/>
                </a:lnTo>
                <a:lnTo>
                  <a:pt x="28622" y="2330"/>
                </a:lnTo>
                <a:lnTo>
                  <a:pt x="28622" y="2446"/>
                </a:lnTo>
                <a:moveTo>
                  <a:pt x="28358" y="2446"/>
                </a:moveTo>
                <a:lnTo>
                  <a:pt x="28199" y="2446"/>
                </a:lnTo>
                <a:lnTo>
                  <a:pt x="28199" y="2330"/>
                </a:lnTo>
                <a:lnTo>
                  <a:pt x="28358" y="2330"/>
                </a:lnTo>
                <a:lnTo>
                  <a:pt x="28358" y="2446"/>
                </a:lnTo>
                <a:moveTo>
                  <a:pt x="28094" y="2446"/>
                </a:moveTo>
                <a:lnTo>
                  <a:pt x="27935" y="2446"/>
                </a:lnTo>
                <a:lnTo>
                  <a:pt x="27935" y="2330"/>
                </a:lnTo>
                <a:lnTo>
                  <a:pt x="28094" y="2330"/>
                </a:lnTo>
                <a:lnTo>
                  <a:pt x="28094" y="2446"/>
                </a:lnTo>
                <a:moveTo>
                  <a:pt x="27829" y="2446"/>
                </a:moveTo>
                <a:lnTo>
                  <a:pt x="27671" y="2446"/>
                </a:lnTo>
                <a:lnTo>
                  <a:pt x="27671" y="2330"/>
                </a:lnTo>
                <a:lnTo>
                  <a:pt x="27829" y="2330"/>
                </a:lnTo>
                <a:lnTo>
                  <a:pt x="27829" y="2446"/>
                </a:lnTo>
                <a:moveTo>
                  <a:pt x="27565" y="2446"/>
                </a:moveTo>
                <a:lnTo>
                  <a:pt x="27407" y="2446"/>
                </a:lnTo>
                <a:lnTo>
                  <a:pt x="27407" y="2330"/>
                </a:lnTo>
                <a:lnTo>
                  <a:pt x="27565" y="2330"/>
                </a:lnTo>
                <a:lnTo>
                  <a:pt x="27565" y="2446"/>
                </a:lnTo>
                <a:moveTo>
                  <a:pt x="27301" y="2446"/>
                </a:moveTo>
                <a:lnTo>
                  <a:pt x="27143" y="2446"/>
                </a:lnTo>
                <a:lnTo>
                  <a:pt x="27143" y="2330"/>
                </a:lnTo>
                <a:lnTo>
                  <a:pt x="27301" y="2330"/>
                </a:lnTo>
                <a:lnTo>
                  <a:pt x="27301" y="2446"/>
                </a:lnTo>
                <a:moveTo>
                  <a:pt x="27037" y="2446"/>
                </a:moveTo>
                <a:lnTo>
                  <a:pt x="26879" y="2446"/>
                </a:lnTo>
                <a:lnTo>
                  <a:pt x="26879" y="2330"/>
                </a:lnTo>
                <a:lnTo>
                  <a:pt x="27037" y="2330"/>
                </a:lnTo>
                <a:lnTo>
                  <a:pt x="27037" y="2446"/>
                </a:lnTo>
                <a:moveTo>
                  <a:pt x="26773" y="2446"/>
                </a:moveTo>
                <a:lnTo>
                  <a:pt x="26615" y="2446"/>
                </a:lnTo>
                <a:lnTo>
                  <a:pt x="26615" y="2330"/>
                </a:lnTo>
                <a:lnTo>
                  <a:pt x="26773" y="2330"/>
                </a:lnTo>
                <a:lnTo>
                  <a:pt x="26773" y="2446"/>
                </a:lnTo>
                <a:moveTo>
                  <a:pt x="26509" y="2446"/>
                </a:moveTo>
                <a:lnTo>
                  <a:pt x="26350" y="2446"/>
                </a:lnTo>
                <a:lnTo>
                  <a:pt x="26350" y="2330"/>
                </a:lnTo>
                <a:lnTo>
                  <a:pt x="26509" y="2330"/>
                </a:lnTo>
                <a:lnTo>
                  <a:pt x="26509" y="2446"/>
                </a:lnTo>
                <a:moveTo>
                  <a:pt x="26245" y="2446"/>
                </a:moveTo>
                <a:lnTo>
                  <a:pt x="26086" y="2446"/>
                </a:lnTo>
                <a:lnTo>
                  <a:pt x="26086" y="2330"/>
                </a:lnTo>
                <a:lnTo>
                  <a:pt x="26245" y="2330"/>
                </a:lnTo>
                <a:lnTo>
                  <a:pt x="26245" y="2446"/>
                </a:lnTo>
                <a:moveTo>
                  <a:pt x="25981" y="2446"/>
                </a:moveTo>
                <a:lnTo>
                  <a:pt x="25822" y="2446"/>
                </a:lnTo>
                <a:lnTo>
                  <a:pt x="25822" y="2330"/>
                </a:lnTo>
                <a:lnTo>
                  <a:pt x="25981" y="2330"/>
                </a:lnTo>
                <a:lnTo>
                  <a:pt x="25981" y="2446"/>
                </a:lnTo>
                <a:moveTo>
                  <a:pt x="25717" y="2446"/>
                </a:moveTo>
                <a:lnTo>
                  <a:pt x="25558" y="2446"/>
                </a:lnTo>
                <a:lnTo>
                  <a:pt x="25558" y="2330"/>
                </a:lnTo>
                <a:lnTo>
                  <a:pt x="25717" y="2330"/>
                </a:lnTo>
                <a:lnTo>
                  <a:pt x="25717" y="2446"/>
                </a:lnTo>
                <a:moveTo>
                  <a:pt x="25453" y="2446"/>
                </a:moveTo>
                <a:lnTo>
                  <a:pt x="25294" y="2446"/>
                </a:lnTo>
                <a:lnTo>
                  <a:pt x="25294" y="2330"/>
                </a:lnTo>
                <a:lnTo>
                  <a:pt x="25453" y="2330"/>
                </a:lnTo>
                <a:lnTo>
                  <a:pt x="25453" y="2446"/>
                </a:lnTo>
                <a:moveTo>
                  <a:pt x="25189" y="2446"/>
                </a:moveTo>
                <a:lnTo>
                  <a:pt x="25030" y="2446"/>
                </a:lnTo>
                <a:lnTo>
                  <a:pt x="25030" y="2330"/>
                </a:lnTo>
                <a:lnTo>
                  <a:pt x="25189" y="2330"/>
                </a:lnTo>
                <a:lnTo>
                  <a:pt x="25189" y="2446"/>
                </a:lnTo>
                <a:moveTo>
                  <a:pt x="24925" y="2446"/>
                </a:moveTo>
                <a:lnTo>
                  <a:pt x="24766" y="2446"/>
                </a:lnTo>
                <a:lnTo>
                  <a:pt x="24766" y="2330"/>
                </a:lnTo>
                <a:lnTo>
                  <a:pt x="24925" y="2330"/>
                </a:lnTo>
                <a:lnTo>
                  <a:pt x="24925" y="2446"/>
                </a:lnTo>
                <a:moveTo>
                  <a:pt x="24661" y="2446"/>
                </a:moveTo>
                <a:lnTo>
                  <a:pt x="24502" y="2446"/>
                </a:lnTo>
                <a:lnTo>
                  <a:pt x="24502" y="2330"/>
                </a:lnTo>
                <a:lnTo>
                  <a:pt x="24661" y="2330"/>
                </a:lnTo>
                <a:lnTo>
                  <a:pt x="24661" y="2446"/>
                </a:lnTo>
                <a:moveTo>
                  <a:pt x="24397" y="2446"/>
                </a:moveTo>
                <a:lnTo>
                  <a:pt x="24238" y="2446"/>
                </a:lnTo>
                <a:lnTo>
                  <a:pt x="24238" y="2330"/>
                </a:lnTo>
                <a:lnTo>
                  <a:pt x="24397" y="2330"/>
                </a:lnTo>
                <a:lnTo>
                  <a:pt x="24397" y="2446"/>
                </a:lnTo>
                <a:moveTo>
                  <a:pt x="24133" y="2446"/>
                </a:moveTo>
                <a:lnTo>
                  <a:pt x="23974" y="2446"/>
                </a:lnTo>
                <a:lnTo>
                  <a:pt x="23974" y="2330"/>
                </a:lnTo>
                <a:lnTo>
                  <a:pt x="24133" y="2330"/>
                </a:lnTo>
                <a:lnTo>
                  <a:pt x="24133" y="2446"/>
                </a:lnTo>
                <a:moveTo>
                  <a:pt x="23869" y="2446"/>
                </a:moveTo>
                <a:lnTo>
                  <a:pt x="23710" y="2446"/>
                </a:lnTo>
                <a:lnTo>
                  <a:pt x="23710" y="2330"/>
                </a:lnTo>
                <a:lnTo>
                  <a:pt x="23869" y="2330"/>
                </a:lnTo>
                <a:lnTo>
                  <a:pt x="23869" y="2446"/>
                </a:lnTo>
                <a:moveTo>
                  <a:pt x="23605" y="2446"/>
                </a:moveTo>
                <a:lnTo>
                  <a:pt x="23446" y="2446"/>
                </a:lnTo>
                <a:lnTo>
                  <a:pt x="23446" y="2330"/>
                </a:lnTo>
                <a:lnTo>
                  <a:pt x="23605" y="2330"/>
                </a:lnTo>
                <a:lnTo>
                  <a:pt x="23605" y="2446"/>
                </a:lnTo>
                <a:moveTo>
                  <a:pt x="23341" y="2446"/>
                </a:moveTo>
                <a:lnTo>
                  <a:pt x="23182" y="2446"/>
                </a:lnTo>
                <a:lnTo>
                  <a:pt x="23182" y="2330"/>
                </a:lnTo>
                <a:lnTo>
                  <a:pt x="23341" y="2330"/>
                </a:lnTo>
                <a:lnTo>
                  <a:pt x="23341" y="2446"/>
                </a:lnTo>
                <a:moveTo>
                  <a:pt x="23077" y="2446"/>
                </a:moveTo>
                <a:lnTo>
                  <a:pt x="22918" y="2446"/>
                </a:lnTo>
                <a:lnTo>
                  <a:pt x="22918" y="2330"/>
                </a:lnTo>
                <a:lnTo>
                  <a:pt x="23077" y="2330"/>
                </a:lnTo>
                <a:lnTo>
                  <a:pt x="23077" y="2446"/>
                </a:lnTo>
                <a:moveTo>
                  <a:pt x="22812" y="2446"/>
                </a:moveTo>
                <a:lnTo>
                  <a:pt x="22654" y="2446"/>
                </a:lnTo>
                <a:lnTo>
                  <a:pt x="22654" y="2330"/>
                </a:lnTo>
                <a:lnTo>
                  <a:pt x="22812" y="2330"/>
                </a:lnTo>
                <a:lnTo>
                  <a:pt x="22812" y="2446"/>
                </a:lnTo>
                <a:moveTo>
                  <a:pt x="22548" y="2446"/>
                </a:moveTo>
                <a:lnTo>
                  <a:pt x="22390" y="2446"/>
                </a:lnTo>
                <a:lnTo>
                  <a:pt x="22390" y="2330"/>
                </a:lnTo>
                <a:lnTo>
                  <a:pt x="22548" y="2330"/>
                </a:lnTo>
                <a:lnTo>
                  <a:pt x="22548" y="2446"/>
                </a:lnTo>
                <a:moveTo>
                  <a:pt x="22284" y="2446"/>
                </a:moveTo>
                <a:lnTo>
                  <a:pt x="22126" y="2446"/>
                </a:lnTo>
                <a:lnTo>
                  <a:pt x="22126" y="2330"/>
                </a:lnTo>
                <a:lnTo>
                  <a:pt x="22284" y="2330"/>
                </a:lnTo>
                <a:lnTo>
                  <a:pt x="22284" y="2446"/>
                </a:lnTo>
                <a:moveTo>
                  <a:pt x="22020" y="2446"/>
                </a:moveTo>
                <a:lnTo>
                  <a:pt x="21862" y="2446"/>
                </a:lnTo>
                <a:lnTo>
                  <a:pt x="21862" y="2330"/>
                </a:lnTo>
                <a:lnTo>
                  <a:pt x="22020" y="2330"/>
                </a:lnTo>
                <a:lnTo>
                  <a:pt x="22020" y="2446"/>
                </a:lnTo>
                <a:moveTo>
                  <a:pt x="21756" y="2446"/>
                </a:moveTo>
                <a:lnTo>
                  <a:pt x="21597" y="2446"/>
                </a:lnTo>
                <a:lnTo>
                  <a:pt x="21597" y="2330"/>
                </a:lnTo>
                <a:lnTo>
                  <a:pt x="21756" y="2330"/>
                </a:lnTo>
                <a:lnTo>
                  <a:pt x="21756" y="2446"/>
                </a:lnTo>
                <a:moveTo>
                  <a:pt x="21492" y="2446"/>
                </a:moveTo>
                <a:lnTo>
                  <a:pt x="21333" y="2446"/>
                </a:lnTo>
                <a:lnTo>
                  <a:pt x="21333" y="2330"/>
                </a:lnTo>
                <a:lnTo>
                  <a:pt x="21492" y="2330"/>
                </a:lnTo>
                <a:lnTo>
                  <a:pt x="21492" y="2446"/>
                </a:lnTo>
                <a:moveTo>
                  <a:pt x="21228" y="2446"/>
                </a:moveTo>
                <a:lnTo>
                  <a:pt x="21069" y="2446"/>
                </a:lnTo>
                <a:lnTo>
                  <a:pt x="21069" y="2330"/>
                </a:lnTo>
                <a:lnTo>
                  <a:pt x="21228" y="2330"/>
                </a:lnTo>
                <a:lnTo>
                  <a:pt x="21228" y="2446"/>
                </a:lnTo>
                <a:moveTo>
                  <a:pt x="20964" y="2446"/>
                </a:moveTo>
                <a:lnTo>
                  <a:pt x="20805" y="2446"/>
                </a:lnTo>
                <a:lnTo>
                  <a:pt x="20805" y="2330"/>
                </a:lnTo>
                <a:lnTo>
                  <a:pt x="20964" y="2330"/>
                </a:lnTo>
                <a:lnTo>
                  <a:pt x="20964" y="2446"/>
                </a:lnTo>
                <a:moveTo>
                  <a:pt x="20700" y="2446"/>
                </a:moveTo>
                <a:lnTo>
                  <a:pt x="20541" y="2446"/>
                </a:lnTo>
                <a:lnTo>
                  <a:pt x="20541" y="2330"/>
                </a:lnTo>
                <a:lnTo>
                  <a:pt x="20700" y="2330"/>
                </a:lnTo>
                <a:lnTo>
                  <a:pt x="20700" y="2446"/>
                </a:lnTo>
                <a:moveTo>
                  <a:pt x="20436" y="2446"/>
                </a:moveTo>
                <a:lnTo>
                  <a:pt x="20277" y="2446"/>
                </a:lnTo>
                <a:lnTo>
                  <a:pt x="20277" y="2330"/>
                </a:lnTo>
                <a:lnTo>
                  <a:pt x="20436" y="2330"/>
                </a:lnTo>
                <a:lnTo>
                  <a:pt x="20436" y="2446"/>
                </a:lnTo>
                <a:moveTo>
                  <a:pt x="20172" y="2446"/>
                </a:moveTo>
                <a:lnTo>
                  <a:pt x="20013" y="2446"/>
                </a:lnTo>
                <a:lnTo>
                  <a:pt x="20013" y="2330"/>
                </a:lnTo>
                <a:lnTo>
                  <a:pt x="20172" y="2330"/>
                </a:lnTo>
                <a:lnTo>
                  <a:pt x="20172" y="2446"/>
                </a:lnTo>
                <a:moveTo>
                  <a:pt x="19908" y="2446"/>
                </a:moveTo>
                <a:lnTo>
                  <a:pt x="19749" y="2446"/>
                </a:lnTo>
                <a:lnTo>
                  <a:pt x="19749" y="2330"/>
                </a:lnTo>
                <a:lnTo>
                  <a:pt x="19908" y="2330"/>
                </a:lnTo>
                <a:lnTo>
                  <a:pt x="19908" y="2446"/>
                </a:lnTo>
                <a:moveTo>
                  <a:pt x="19644" y="2446"/>
                </a:moveTo>
                <a:lnTo>
                  <a:pt x="19485" y="2446"/>
                </a:lnTo>
                <a:lnTo>
                  <a:pt x="19485" y="2330"/>
                </a:lnTo>
                <a:lnTo>
                  <a:pt x="19644" y="2330"/>
                </a:lnTo>
                <a:lnTo>
                  <a:pt x="19644" y="2446"/>
                </a:lnTo>
                <a:moveTo>
                  <a:pt x="19380" y="2446"/>
                </a:moveTo>
                <a:lnTo>
                  <a:pt x="19221" y="2446"/>
                </a:lnTo>
                <a:lnTo>
                  <a:pt x="19221" y="2330"/>
                </a:lnTo>
                <a:lnTo>
                  <a:pt x="19380" y="2330"/>
                </a:lnTo>
                <a:lnTo>
                  <a:pt x="19380" y="2446"/>
                </a:lnTo>
                <a:moveTo>
                  <a:pt x="19116" y="2446"/>
                </a:moveTo>
                <a:lnTo>
                  <a:pt x="18957" y="2446"/>
                </a:lnTo>
                <a:lnTo>
                  <a:pt x="18957" y="2330"/>
                </a:lnTo>
                <a:lnTo>
                  <a:pt x="19116" y="2330"/>
                </a:lnTo>
                <a:lnTo>
                  <a:pt x="19116" y="2446"/>
                </a:lnTo>
                <a:moveTo>
                  <a:pt x="18852" y="2446"/>
                </a:moveTo>
                <a:lnTo>
                  <a:pt x="18693" y="2446"/>
                </a:lnTo>
                <a:lnTo>
                  <a:pt x="18693" y="2330"/>
                </a:lnTo>
                <a:lnTo>
                  <a:pt x="18852" y="2330"/>
                </a:lnTo>
                <a:lnTo>
                  <a:pt x="18852" y="2446"/>
                </a:lnTo>
                <a:moveTo>
                  <a:pt x="18588" y="2446"/>
                </a:moveTo>
                <a:lnTo>
                  <a:pt x="18429" y="2446"/>
                </a:lnTo>
                <a:lnTo>
                  <a:pt x="18429" y="2330"/>
                </a:lnTo>
                <a:lnTo>
                  <a:pt x="18588" y="2330"/>
                </a:lnTo>
                <a:lnTo>
                  <a:pt x="18588" y="2446"/>
                </a:lnTo>
                <a:moveTo>
                  <a:pt x="18324" y="2446"/>
                </a:moveTo>
                <a:lnTo>
                  <a:pt x="18165" y="2446"/>
                </a:lnTo>
                <a:lnTo>
                  <a:pt x="18165" y="2330"/>
                </a:lnTo>
                <a:lnTo>
                  <a:pt x="18324" y="2330"/>
                </a:lnTo>
                <a:lnTo>
                  <a:pt x="18324" y="2446"/>
                </a:lnTo>
                <a:moveTo>
                  <a:pt x="18059" y="2446"/>
                </a:moveTo>
                <a:lnTo>
                  <a:pt x="17901" y="2446"/>
                </a:lnTo>
                <a:lnTo>
                  <a:pt x="17901" y="2330"/>
                </a:lnTo>
                <a:lnTo>
                  <a:pt x="18059" y="2330"/>
                </a:lnTo>
                <a:lnTo>
                  <a:pt x="18059" y="2446"/>
                </a:lnTo>
                <a:moveTo>
                  <a:pt x="17795" y="2446"/>
                </a:moveTo>
                <a:lnTo>
                  <a:pt x="17637" y="2446"/>
                </a:lnTo>
                <a:lnTo>
                  <a:pt x="17637" y="2330"/>
                </a:lnTo>
                <a:lnTo>
                  <a:pt x="17795" y="2330"/>
                </a:lnTo>
                <a:lnTo>
                  <a:pt x="17795" y="2446"/>
                </a:lnTo>
                <a:moveTo>
                  <a:pt x="17531" y="2446"/>
                </a:moveTo>
                <a:lnTo>
                  <a:pt x="17373" y="2446"/>
                </a:lnTo>
                <a:lnTo>
                  <a:pt x="17373" y="2330"/>
                </a:lnTo>
                <a:lnTo>
                  <a:pt x="17531" y="2330"/>
                </a:lnTo>
                <a:lnTo>
                  <a:pt x="17531" y="2446"/>
                </a:lnTo>
                <a:moveTo>
                  <a:pt x="17267" y="2446"/>
                </a:moveTo>
                <a:lnTo>
                  <a:pt x="17109" y="2446"/>
                </a:lnTo>
                <a:lnTo>
                  <a:pt x="17109" y="2330"/>
                </a:lnTo>
                <a:lnTo>
                  <a:pt x="17267" y="2330"/>
                </a:lnTo>
                <a:lnTo>
                  <a:pt x="17267" y="2446"/>
                </a:lnTo>
                <a:moveTo>
                  <a:pt x="17003" y="2446"/>
                </a:moveTo>
                <a:lnTo>
                  <a:pt x="16845" y="2446"/>
                </a:lnTo>
                <a:lnTo>
                  <a:pt x="16845" y="2330"/>
                </a:lnTo>
                <a:lnTo>
                  <a:pt x="17003" y="2330"/>
                </a:lnTo>
                <a:lnTo>
                  <a:pt x="17003" y="2446"/>
                </a:lnTo>
                <a:moveTo>
                  <a:pt x="16739" y="2446"/>
                </a:moveTo>
                <a:lnTo>
                  <a:pt x="16580" y="2446"/>
                </a:lnTo>
                <a:lnTo>
                  <a:pt x="16580" y="2330"/>
                </a:lnTo>
                <a:lnTo>
                  <a:pt x="16739" y="2330"/>
                </a:lnTo>
                <a:lnTo>
                  <a:pt x="16739" y="2446"/>
                </a:lnTo>
                <a:moveTo>
                  <a:pt x="16475" y="2446"/>
                </a:moveTo>
                <a:lnTo>
                  <a:pt x="16316" y="2446"/>
                </a:lnTo>
                <a:lnTo>
                  <a:pt x="16316" y="2330"/>
                </a:lnTo>
                <a:lnTo>
                  <a:pt x="16475" y="2330"/>
                </a:lnTo>
                <a:lnTo>
                  <a:pt x="16475" y="2446"/>
                </a:lnTo>
                <a:moveTo>
                  <a:pt x="16211" y="2446"/>
                </a:moveTo>
                <a:lnTo>
                  <a:pt x="16052" y="2446"/>
                </a:lnTo>
                <a:lnTo>
                  <a:pt x="16052" y="2330"/>
                </a:lnTo>
                <a:lnTo>
                  <a:pt x="16211" y="2330"/>
                </a:lnTo>
                <a:lnTo>
                  <a:pt x="16211" y="2446"/>
                </a:lnTo>
                <a:moveTo>
                  <a:pt x="15947" y="2446"/>
                </a:moveTo>
                <a:lnTo>
                  <a:pt x="15788" y="2446"/>
                </a:lnTo>
                <a:lnTo>
                  <a:pt x="15788" y="2330"/>
                </a:lnTo>
                <a:lnTo>
                  <a:pt x="15947" y="2330"/>
                </a:lnTo>
                <a:lnTo>
                  <a:pt x="15947" y="2446"/>
                </a:lnTo>
                <a:moveTo>
                  <a:pt x="15683" y="2446"/>
                </a:moveTo>
                <a:lnTo>
                  <a:pt x="15524" y="2446"/>
                </a:lnTo>
                <a:lnTo>
                  <a:pt x="15524" y="2330"/>
                </a:lnTo>
                <a:lnTo>
                  <a:pt x="15683" y="2330"/>
                </a:lnTo>
                <a:lnTo>
                  <a:pt x="15683" y="2446"/>
                </a:lnTo>
                <a:moveTo>
                  <a:pt x="15419" y="2446"/>
                </a:moveTo>
                <a:lnTo>
                  <a:pt x="15260" y="2446"/>
                </a:lnTo>
                <a:lnTo>
                  <a:pt x="15260" y="2330"/>
                </a:lnTo>
                <a:lnTo>
                  <a:pt x="15419" y="2330"/>
                </a:lnTo>
                <a:lnTo>
                  <a:pt x="15419" y="2446"/>
                </a:lnTo>
                <a:moveTo>
                  <a:pt x="15155" y="2446"/>
                </a:moveTo>
                <a:lnTo>
                  <a:pt x="14996" y="2446"/>
                </a:lnTo>
                <a:lnTo>
                  <a:pt x="14996" y="2330"/>
                </a:lnTo>
                <a:lnTo>
                  <a:pt x="15155" y="2330"/>
                </a:lnTo>
                <a:lnTo>
                  <a:pt x="15155" y="2446"/>
                </a:lnTo>
                <a:moveTo>
                  <a:pt x="14891" y="2446"/>
                </a:moveTo>
                <a:lnTo>
                  <a:pt x="14732" y="2446"/>
                </a:lnTo>
                <a:lnTo>
                  <a:pt x="14732" y="2330"/>
                </a:lnTo>
                <a:lnTo>
                  <a:pt x="14891" y="2330"/>
                </a:lnTo>
                <a:lnTo>
                  <a:pt x="14891" y="2446"/>
                </a:lnTo>
                <a:moveTo>
                  <a:pt x="14627" y="2446"/>
                </a:moveTo>
                <a:lnTo>
                  <a:pt x="14468" y="2446"/>
                </a:lnTo>
                <a:lnTo>
                  <a:pt x="14468" y="2330"/>
                </a:lnTo>
                <a:lnTo>
                  <a:pt x="14627" y="2330"/>
                </a:lnTo>
                <a:lnTo>
                  <a:pt x="14627" y="2446"/>
                </a:lnTo>
                <a:moveTo>
                  <a:pt x="14363" y="2446"/>
                </a:moveTo>
                <a:lnTo>
                  <a:pt x="14204" y="2446"/>
                </a:lnTo>
                <a:lnTo>
                  <a:pt x="14204" y="2330"/>
                </a:lnTo>
                <a:lnTo>
                  <a:pt x="14363" y="2330"/>
                </a:lnTo>
                <a:lnTo>
                  <a:pt x="14363" y="2446"/>
                </a:lnTo>
                <a:moveTo>
                  <a:pt x="14099" y="2446"/>
                </a:moveTo>
                <a:lnTo>
                  <a:pt x="13939" y="2446"/>
                </a:lnTo>
                <a:lnTo>
                  <a:pt x="13939" y="2330"/>
                </a:lnTo>
                <a:lnTo>
                  <a:pt x="14099" y="2330"/>
                </a:lnTo>
                <a:lnTo>
                  <a:pt x="14099" y="2446"/>
                </a:lnTo>
                <a:moveTo>
                  <a:pt x="13834" y="2446"/>
                </a:moveTo>
                <a:lnTo>
                  <a:pt x="13675" y="2446"/>
                </a:lnTo>
                <a:lnTo>
                  <a:pt x="13675" y="2330"/>
                </a:lnTo>
                <a:lnTo>
                  <a:pt x="13834" y="2330"/>
                </a:lnTo>
                <a:lnTo>
                  <a:pt x="13834" y="2446"/>
                </a:lnTo>
                <a:moveTo>
                  <a:pt x="13570" y="2446"/>
                </a:moveTo>
                <a:lnTo>
                  <a:pt x="13411" y="2446"/>
                </a:lnTo>
                <a:lnTo>
                  <a:pt x="13411" y="2330"/>
                </a:lnTo>
                <a:lnTo>
                  <a:pt x="13570" y="2330"/>
                </a:lnTo>
                <a:lnTo>
                  <a:pt x="13570" y="2446"/>
                </a:lnTo>
                <a:moveTo>
                  <a:pt x="13306" y="2446"/>
                </a:moveTo>
                <a:lnTo>
                  <a:pt x="13147" y="2446"/>
                </a:lnTo>
                <a:lnTo>
                  <a:pt x="13147" y="2330"/>
                </a:lnTo>
                <a:lnTo>
                  <a:pt x="13306" y="2330"/>
                </a:lnTo>
                <a:lnTo>
                  <a:pt x="13306" y="2446"/>
                </a:lnTo>
                <a:moveTo>
                  <a:pt x="13041" y="2446"/>
                </a:moveTo>
                <a:lnTo>
                  <a:pt x="12883" y="2446"/>
                </a:lnTo>
                <a:lnTo>
                  <a:pt x="12883" y="2330"/>
                </a:lnTo>
                <a:lnTo>
                  <a:pt x="13041" y="2330"/>
                </a:lnTo>
                <a:lnTo>
                  <a:pt x="13041" y="2446"/>
                </a:lnTo>
                <a:moveTo>
                  <a:pt x="12777" y="2446"/>
                </a:moveTo>
                <a:lnTo>
                  <a:pt x="12619" y="2446"/>
                </a:lnTo>
                <a:lnTo>
                  <a:pt x="12619" y="2330"/>
                </a:lnTo>
                <a:lnTo>
                  <a:pt x="12777" y="2330"/>
                </a:lnTo>
                <a:lnTo>
                  <a:pt x="12777" y="2446"/>
                </a:lnTo>
                <a:moveTo>
                  <a:pt x="12513" y="2446"/>
                </a:moveTo>
                <a:lnTo>
                  <a:pt x="12355" y="2446"/>
                </a:lnTo>
                <a:lnTo>
                  <a:pt x="12355" y="2330"/>
                </a:lnTo>
                <a:lnTo>
                  <a:pt x="12513" y="2330"/>
                </a:lnTo>
                <a:lnTo>
                  <a:pt x="12513" y="2446"/>
                </a:lnTo>
                <a:moveTo>
                  <a:pt x="12249" y="2446"/>
                </a:moveTo>
                <a:lnTo>
                  <a:pt x="12091" y="2446"/>
                </a:lnTo>
                <a:lnTo>
                  <a:pt x="12091" y="2330"/>
                </a:lnTo>
                <a:lnTo>
                  <a:pt x="12249" y="2330"/>
                </a:lnTo>
                <a:lnTo>
                  <a:pt x="12249" y="2446"/>
                </a:lnTo>
                <a:moveTo>
                  <a:pt x="11985" y="2446"/>
                </a:moveTo>
                <a:lnTo>
                  <a:pt x="11826" y="2446"/>
                </a:lnTo>
                <a:lnTo>
                  <a:pt x="11826" y="2330"/>
                </a:lnTo>
                <a:lnTo>
                  <a:pt x="11985" y="2330"/>
                </a:lnTo>
                <a:lnTo>
                  <a:pt x="11985" y="2446"/>
                </a:lnTo>
                <a:moveTo>
                  <a:pt x="11721" y="2446"/>
                </a:moveTo>
                <a:lnTo>
                  <a:pt x="11562" y="2446"/>
                </a:lnTo>
                <a:lnTo>
                  <a:pt x="11562" y="2330"/>
                </a:lnTo>
                <a:lnTo>
                  <a:pt x="11721" y="2330"/>
                </a:lnTo>
                <a:lnTo>
                  <a:pt x="11721" y="2446"/>
                </a:lnTo>
                <a:moveTo>
                  <a:pt x="11457" y="2446"/>
                </a:moveTo>
                <a:lnTo>
                  <a:pt x="11298" y="2446"/>
                </a:lnTo>
                <a:lnTo>
                  <a:pt x="11298" y="2330"/>
                </a:lnTo>
                <a:lnTo>
                  <a:pt x="11457" y="2330"/>
                </a:lnTo>
                <a:lnTo>
                  <a:pt x="11457" y="2446"/>
                </a:lnTo>
                <a:moveTo>
                  <a:pt x="11193" y="2446"/>
                </a:moveTo>
                <a:lnTo>
                  <a:pt x="11034" y="2446"/>
                </a:lnTo>
                <a:lnTo>
                  <a:pt x="11034" y="2330"/>
                </a:lnTo>
                <a:lnTo>
                  <a:pt x="11193" y="2330"/>
                </a:lnTo>
                <a:lnTo>
                  <a:pt x="11193" y="2446"/>
                </a:lnTo>
                <a:moveTo>
                  <a:pt x="10929" y="2446"/>
                </a:moveTo>
                <a:lnTo>
                  <a:pt x="10770" y="2446"/>
                </a:lnTo>
                <a:lnTo>
                  <a:pt x="10770" y="2330"/>
                </a:lnTo>
                <a:lnTo>
                  <a:pt x="10929" y="2330"/>
                </a:lnTo>
                <a:lnTo>
                  <a:pt x="10929" y="2446"/>
                </a:lnTo>
                <a:moveTo>
                  <a:pt x="10665" y="2446"/>
                </a:moveTo>
                <a:lnTo>
                  <a:pt x="10506" y="2446"/>
                </a:lnTo>
                <a:lnTo>
                  <a:pt x="10506" y="2330"/>
                </a:lnTo>
                <a:lnTo>
                  <a:pt x="10665" y="2330"/>
                </a:lnTo>
                <a:lnTo>
                  <a:pt x="10665" y="2446"/>
                </a:lnTo>
                <a:moveTo>
                  <a:pt x="10401" y="2446"/>
                </a:moveTo>
                <a:lnTo>
                  <a:pt x="10242" y="2446"/>
                </a:lnTo>
                <a:lnTo>
                  <a:pt x="10242" y="2330"/>
                </a:lnTo>
                <a:lnTo>
                  <a:pt x="10401" y="2330"/>
                </a:lnTo>
                <a:lnTo>
                  <a:pt x="10401" y="2446"/>
                </a:lnTo>
                <a:moveTo>
                  <a:pt x="10137" y="2446"/>
                </a:moveTo>
                <a:lnTo>
                  <a:pt x="9978" y="2446"/>
                </a:lnTo>
                <a:lnTo>
                  <a:pt x="9978" y="2330"/>
                </a:lnTo>
                <a:lnTo>
                  <a:pt x="10137" y="2330"/>
                </a:lnTo>
                <a:lnTo>
                  <a:pt x="10137" y="2446"/>
                </a:lnTo>
                <a:moveTo>
                  <a:pt x="9873" y="2446"/>
                </a:moveTo>
                <a:lnTo>
                  <a:pt x="9714" y="2446"/>
                </a:lnTo>
                <a:lnTo>
                  <a:pt x="9714" y="2330"/>
                </a:lnTo>
                <a:lnTo>
                  <a:pt x="9873" y="2330"/>
                </a:lnTo>
                <a:lnTo>
                  <a:pt x="9873" y="2446"/>
                </a:lnTo>
                <a:moveTo>
                  <a:pt x="9609" y="2446"/>
                </a:moveTo>
                <a:lnTo>
                  <a:pt x="9450" y="2446"/>
                </a:lnTo>
                <a:lnTo>
                  <a:pt x="9450" y="2330"/>
                </a:lnTo>
                <a:lnTo>
                  <a:pt x="9609" y="2330"/>
                </a:lnTo>
                <a:lnTo>
                  <a:pt x="9609" y="2446"/>
                </a:lnTo>
                <a:moveTo>
                  <a:pt x="9345" y="2446"/>
                </a:moveTo>
                <a:lnTo>
                  <a:pt x="9186" y="2446"/>
                </a:lnTo>
                <a:lnTo>
                  <a:pt x="9186" y="2330"/>
                </a:lnTo>
                <a:lnTo>
                  <a:pt x="9345" y="2330"/>
                </a:lnTo>
                <a:lnTo>
                  <a:pt x="9345" y="2446"/>
                </a:lnTo>
                <a:moveTo>
                  <a:pt x="9081" y="2446"/>
                </a:moveTo>
                <a:lnTo>
                  <a:pt x="8922" y="2446"/>
                </a:lnTo>
                <a:lnTo>
                  <a:pt x="8922" y="2330"/>
                </a:lnTo>
                <a:lnTo>
                  <a:pt x="9081" y="2330"/>
                </a:lnTo>
                <a:lnTo>
                  <a:pt x="9081" y="2446"/>
                </a:lnTo>
                <a:moveTo>
                  <a:pt x="8817" y="2446"/>
                </a:moveTo>
                <a:lnTo>
                  <a:pt x="8658" y="2446"/>
                </a:lnTo>
                <a:lnTo>
                  <a:pt x="8658" y="2330"/>
                </a:lnTo>
                <a:lnTo>
                  <a:pt x="8817" y="2330"/>
                </a:lnTo>
                <a:lnTo>
                  <a:pt x="8817" y="2446"/>
                </a:lnTo>
                <a:moveTo>
                  <a:pt x="8553" y="2446"/>
                </a:moveTo>
                <a:lnTo>
                  <a:pt x="8394" y="2446"/>
                </a:lnTo>
                <a:lnTo>
                  <a:pt x="8394" y="2330"/>
                </a:lnTo>
                <a:lnTo>
                  <a:pt x="8553" y="2330"/>
                </a:lnTo>
                <a:lnTo>
                  <a:pt x="8553" y="2446"/>
                </a:lnTo>
                <a:moveTo>
                  <a:pt x="8288" y="2446"/>
                </a:moveTo>
                <a:lnTo>
                  <a:pt x="8130" y="2446"/>
                </a:lnTo>
                <a:lnTo>
                  <a:pt x="8130" y="2330"/>
                </a:lnTo>
                <a:lnTo>
                  <a:pt x="8288" y="2330"/>
                </a:lnTo>
                <a:lnTo>
                  <a:pt x="8288" y="2446"/>
                </a:lnTo>
                <a:moveTo>
                  <a:pt x="8024" y="2446"/>
                </a:moveTo>
                <a:lnTo>
                  <a:pt x="7866" y="2446"/>
                </a:lnTo>
                <a:lnTo>
                  <a:pt x="7866" y="2330"/>
                </a:lnTo>
                <a:lnTo>
                  <a:pt x="8024" y="2330"/>
                </a:lnTo>
                <a:lnTo>
                  <a:pt x="8024" y="2446"/>
                </a:lnTo>
                <a:moveTo>
                  <a:pt x="7760" y="2446"/>
                </a:moveTo>
                <a:lnTo>
                  <a:pt x="7602" y="2446"/>
                </a:lnTo>
                <a:lnTo>
                  <a:pt x="7602" y="2330"/>
                </a:lnTo>
                <a:lnTo>
                  <a:pt x="7760" y="2330"/>
                </a:lnTo>
                <a:lnTo>
                  <a:pt x="7760" y="2446"/>
                </a:lnTo>
                <a:moveTo>
                  <a:pt x="7496" y="2446"/>
                </a:moveTo>
                <a:lnTo>
                  <a:pt x="7338" y="2446"/>
                </a:lnTo>
                <a:lnTo>
                  <a:pt x="7338" y="2330"/>
                </a:lnTo>
                <a:lnTo>
                  <a:pt x="7496" y="2330"/>
                </a:lnTo>
                <a:lnTo>
                  <a:pt x="7496" y="2446"/>
                </a:lnTo>
                <a:moveTo>
                  <a:pt x="7232" y="2446"/>
                </a:moveTo>
                <a:lnTo>
                  <a:pt x="7074" y="2446"/>
                </a:lnTo>
                <a:lnTo>
                  <a:pt x="7074" y="2330"/>
                </a:lnTo>
                <a:lnTo>
                  <a:pt x="7232" y="2330"/>
                </a:lnTo>
                <a:lnTo>
                  <a:pt x="7232" y="2446"/>
                </a:lnTo>
                <a:moveTo>
                  <a:pt x="6968" y="2446"/>
                </a:moveTo>
                <a:lnTo>
                  <a:pt x="6809" y="2446"/>
                </a:lnTo>
                <a:lnTo>
                  <a:pt x="6809" y="2330"/>
                </a:lnTo>
                <a:lnTo>
                  <a:pt x="6968" y="2330"/>
                </a:lnTo>
                <a:lnTo>
                  <a:pt x="6968" y="2446"/>
                </a:lnTo>
                <a:moveTo>
                  <a:pt x="6704" y="2446"/>
                </a:moveTo>
                <a:lnTo>
                  <a:pt x="6545" y="2446"/>
                </a:lnTo>
                <a:lnTo>
                  <a:pt x="6545" y="2330"/>
                </a:lnTo>
                <a:lnTo>
                  <a:pt x="6704" y="2330"/>
                </a:lnTo>
                <a:lnTo>
                  <a:pt x="6704" y="2446"/>
                </a:lnTo>
                <a:moveTo>
                  <a:pt x="6440" y="2446"/>
                </a:moveTo>
                <a:lnTo>
                  <a:pt x="6281" y="2446"/>
                </a:lnTo>
                <a:lnTo>
                  <a:pt x="6281" y="2330"/>
                </a:lnTo>
                <a:lnTo>
                  <a:pt x="6440" y="2330"/>
                </a:lnTo>
                <a:lnTo>
                  <a:pt x="6440" y="2446"/>
                </a:lnTo>
                <a:moveTo>
                  <a:pt x="6176" y="2446"/>
                </a:moveTo>
                <a:lnTo>
                  <a:pt x="6017" y="2446"/>
                </a:lnTo>
                <a:lnTo>
                  <a:pt x="6017" y="2330"/>
                </a:lnTo>
                <a:lnTo>
                  <a:pt x="6176" y="2330"/>
                </a:lnTo>
                <a:lnTo>
                  <a:pt x="6176" y="2446"/>
                </a:lnTo>
                <a:moveTo>
                  <a:pt x="5912" y="2446"/>
                </a:moveTo>
                <a:lnTo>
                  <a:pt x="5753" y="2446"/>
                </a:lnTo>
                <a:lnTo>
                  <a:pt x="5753" y="2330"/>
                </a:lnTo>
                <a:lnTo>
                  <a:pt x="5912" y="2330"/>
                </a:lnTo>
                <a:lnTo>
                  <a:pt x="5912" y="2446"/>
                </a:lnTo>
                <a:moveTo>
                  <a:pt x="5648" y="2446"/>
                </a:moveTo>
                <a:lnTo>
                  <a:pt x="5489" y="2446"/>
                </a:lnTo>
                <a:lnTo>
                  <a:pt x="5489" y="2330"/>
                </a:lnTo>
                <a:lnTo>
                  <a:pt x="5648" y="2330"/>
                </a:lnTo>
                <a:lnTo>
                  <a:pt x="5648" y="2446"/>
                </a:lnTo>
                <a:moveTo>
                  <a:pt x="5384" y="2446"/>
                </a:moveTo>
                <a:lnTo>
                  <a:pt x="5225" y="2446"/>
                </a:lnTo>
                <a:lnTo>
                  <a:pt x="5225" y="2330"/>
                </a:lnTo>
                <a:lnTo>
                  <a:pt x="5384" y="2330"/>
                </a:lnTo>
                <a:lnTo>
                  <a:pt x="5384" y="2446"/>
                </a:lnTo>
                <a:moveTo>
                  <a:pt x="5120" y="2446"/>
                </a:moveTo>
                <a:lnTo>
                  <a:pt x="4961" y="2446"/>
                </a:lnTo>
                <a:lnTo>
                  <a:pt x="4961" y="2330"/>
                </a:lnTo>
                <a:lnTo>
                  <a:pt x="5120" y="2330"/>
                </a:lnTo>
                <a:lnTo>
                  <a:pt x="5120" y="2446"/>
                </a:lnTo>
                <a:moveTo>
                  <a:pt x="4856" y="2446"/>
                </a:moveTo>
                <a:lnTo>
                  <a:pt x="4697" y="2446"/>
                </a:lnTo>
                <a:lnTo>
                  <a:pt x="4697" y="2330"/>
                </a:lnTo>
                <a:lnTo>
                  <a:pt x="4856" y="2330"/>
                </a:lnTo>
                <a:lnTo>
                  <a:pt x="4856" y="2446"/>
                </a:lnTo>
                <a:moveTo>
                  <a:pt x="4592" y="2446"/>
                </a:moveTo>
                <a:lnTo>
                  <a:pt x="4433" y="2446"/>
                </a:lnTo>
                <a:lnTo>
                  <a:pt x="4433" y="2330"/>
                </a:lnTo>
                <a:lnTo>
                  <a:pt x="4592" y="2330"/>
                </a:lnTo>
                <a:lnTo>
                  <a:pt x="4592" y="2446"/>
                </a:lnTo>
                <a:moveTo>
                  <a:pt x="4328" y="2446"/>
                </a:moveTo>
                <a:lnTo>
                  <a:pt x="4169" y="2446"/>
                </a:lnTo>
                <a:lnTo>
                  <a:pt x="4169" y="2330"/>
                </a:lnTo>
                <a:lnTo>
                  <a:pt x="4328" y="2330"/>
                </a:lnTo>
                <a:lnTo>
                  <a:pt x="4328" y="2446"/>
                </a:lnTo>
                <a:moveTo>
                  <a:pt x="4064" y="2446"/>
                </a:moveTo>
                <a:lnTo>
                  <a:pt x="3905" y="2446"/>
                </a:lnTo>
                <a:lnTo>
                  <a:pt x="3905" y="2330"/>
                </a:lnTo>
                <a:lnTo>
                  <a:pt x="4064" y="2330"/>
                </a:lnTo>
                <a:lnTo>
                  <a:pt x="4064" y="2446"/>
                </a:lnTo>
                <a:moveTo>
                  <a:pt x="3800" y="2446"/>
                </a:moveTo>
                <a:lnTo>
                  <a:pt x="3641" y="2446"/>
                </a:lnTo>
                <a:lnTo>
                  <a:pt x="3641" y="2330"/>
                </a:lnTo>
                <a:lnTo>
                  <a:pt x="3800" y="2330"/>
                </a:lnTo>
                <a:lnTo>
                  <a:pt x="3800" y="2446"/>
                </a:lnTo>
                <a:moveTo>
                  <a:pt x="3536" y="2446"/>
                </a:moveTo>
                <a:lnTo>
                  <a:pt x="3377" y="2446"/>
                </a:lnTo>
                <a:lnTo>
                  <a:pt x="3377" y="2330"/>
                </a:lnTo>
                <a:lnTo>
                  <a:pt x="3536" y="2330"/>
                </a:lnTo>
                <a:lnTo>
                  <a:pt x="3536" y="2446"/>
                </a:lnTo>
                <a:moveTo>
                  <a:pt x="3271" y="2446"/>
                </a:moveTo>
                <a:lnTo>
                  <a:pt x="3113" y="2446"/>
                </a:lnTo>
                <a:lnTo>
                  <a:pt x="3113" y="2330"/>
                </a:lnTo>
                <a:lnTo>
                  <a:pt x="3271" y="2330"/>
                </a:lnTo>
                <a:lnTo>
                  <a:pt x="3271" y="2446"/>
                </a:lnTo>
                <a:moveTo>
                  <a:pt x="3007" y="2446"/>
                </a:moveTo>
                <a:lnTo>
                  <a:pt x="2849" y="2446"/>
                </a:lnTo>
                <a:lnTo>
                  <a:pt x="2849" y="2330"/>
                </a:lnTo>
                <a:lnTo>
                  <a:pt x="3007" y="2330"/>
                </a:lnTo>
                <a:lnTo>
                  <a:pt x="3007" y="2446"/>
                </a:lnTo>
                <a:moveTo>
                  <a:pt x="2743" y="2446"/>
                </a:moveTo>
                <a:lnTo>
                  <a:pt x="2585" y="2446"/>
                </a:lnTo>
                <a:lnTo>
                  <a:pt x="2585" y="2330"/>
                </a:lnTo>
                <a:lnTo>
                  <a:pt x="2743" y="2330"/>
                </a:lnTo>
                <a:lnTo>
                  <a:pt x="2743" y="2446"/>
                </a:lnTo>
                <a:moveTo>
                  <a:pt x="2479" y="2446"/>
                </a:moveTo>
                <a:lnTo>
                  <a:pt x="2321" y="2446"/>
                </a:lnTo>
                <a:lnTo>
                  <a:pt x="2321" y="2330"/>
                </a:lnTo>
                <a:lnTo>
                  <a:pt x="2479" y="2330"/>
                </a:lnTo>
                <a:lnTo>
                  <a:pt x="2479" y="2446"/>
                </a:lnTo>
                <a:moveTo>
                  <a:pt x="2215" y="2446"/>
                </a:moveTo>
                <a:lnTo>
                  <a:pt x="2056" y="2446"/>
                </a:lnTo>
                <a:lnTo>
                  <a:pt x="2056" y="2330"/>
                </a:lnTo>
                <a:lnTo>
                  <a:pt x="2215" y="2330"/>
                </a:lnTo>
                <a:lnTo>
                  <a:pt x="2215" y="2446"/>
                </a:lnTo>
                <a:moveTo>
                  <a:pt x="1951" y="2446"/>
                </a:moveTo>
                <a:lnTo>
                  <a:pt x="1792" y="2446"/>
                </a:lnTo>
                <a:lnTo>
                  <a:pt x="1792" y="2330"/>
                </a:lnTo>
                <a:lnTo>
                  <a:pt x="1951" y="2330"/>
                </a:lnTo>
                <a:lnTo>
                  <a:pt x="1951" y="2446"/>
                </a:lnTo>
                <a:moveTo>
                  <a:pt x="1687" y="2446"/>
                </a:moveTo>
                <a:lnTo>
                  <a:pt x="1528" y="2446"/>
                </a:lnTo>
                <a:lnTo>
                  <a:pt x="1528" y="2330"/>
                </a:lnTo>
                <a:lnTo>
                  <a:pt x="1687" y="2330"/>
                </a:lnTo>
                <a:lnTo>
                  <a:pt x="1687" y="2446"/>
                </a:lnTo>
                <a:moveTo>
                  <a:pt x="1423" y="2446"/>
                </a:moveTo>
                <a:lnTo>
                  <a:pt x="1264" y="2446"/>
                </a:lnTo>
                <a:lnTo>
                  <a:pt x="1264" y="2330"/>
                </a:lnTo>
                <a:lnTo>
                  <a:pt x="1423" y="2330"/>
                </a:lnTo>
                <a:lnTo>
                  <a:pt x="1423" y="2446"/>
                </a:lnTo>
                <a:moveTo>
                  <a:pt x="1159" y="2446"/>
                </a:moveTo>
                <a:lnTo>
                  <a:pt x="1000" y="2446"/>
                </a:lnTo>
                <a:lnTo>
                  <a:pt x="1000" y="2330"/>
                </a:lnTo>
                <a:lnTo>
                  <a:pt x="1159" y="2330"/>
                </a:lnTo>
                <a:lnTo>
                  <a:pt x="1159" y="2446"/>
                </a:lnTo>
                <a:moveTo>
                  <a:pt x="895" y="2446"/>
                </a:moveTo>
                <a:lnTo>
                  <a:pt x="736" y="2446"/>
                </a:lnTo>
                <a:lnTo>
                  <a:pt x="736" y="2330"/>
                </a:lnTo>
                <a:lnTo>
                  <a:pt x="895" y="2330"/>
                </a:lnTo>
                <a:lnTo>
                  <a:pt x="895" y="2446"/>
                </a:lnTo>
                <a:moveTo>
                  <a:pt x="631" y="2446"/>
                </a:moveTo>
                <a:lnTo>
                  <a:pt x="472" y="2446"/>
                </a:lnTo>
                <a:lnTo>
                  <a:pt x="472" y="2330"/>
                </a:lnTo>
                <a:lnTo>
                  <a:pt x="631" y="2330"/>
                </a:lnTo>
                <a:lnTo>
                  <a:pt x="631" y="2446"/>
                </a:lnTo>
                <a:moveTo>
                  <a:pt x="367" y="2446"/>
                </a:moveTo>
                <a:lnTo>
                  <a:pt x="244" y="2446"/>
                </a:lnTo>
                <a:cubicBezTo>
                  <a:pt x="228" y="2446"/>
                  <a:pt x="213" y="2445"/>
                  <a:pt x="198" y="2442"/>
                </a:cubicBezTo>
                <a:lnTo>
                  <a:pt x="220" y="2327"/>
                </a:lnTo>
                <a:cubicBezTo>
                  <a:pt x="228" y="2329"/>
                  <a:pt x="236" y="2330"/>
                  <a:pt x="244" y="2330"/>
                </a:cubicBezTo>
                <a:lnTo>
                  <a:pt x="367" y="2330"/>
                </a:lnTo>
                <a:lnTo>
                  <a:pt x="367" y="2446"/>
                </a:lnTo>
                <a:moveTo>
                  <a:pt x="75" y="2378"/>
                </a:moveTo>
                <a:cubicBezTo>
                  <a:pt x="25" y="2330"/>
                  <a:pt x="0" y="2272"/>
                  <a:pt x="0" y="2203"/>
                </a:cubicBezTo>
                <a:lnTo>
                  <a:pt x="0" y="2192"/>
                </a:lnTo>
                <a:lnTo>
                  <a:pt x="117" y="2192"/>
                </a:lnTo>
                <a:lnTo>
                  <a:pt x="117" y="2203"/>
                </a:lnTo>
                <a:cubicBezTo>
                  <a:pt x="117" y="2239"/>
                  <a:pt x="130" y="2269"/>
                  <a:pt x="156" y="2294"/>
                </a:cubicBezTo>
                <a:lnTo>
                  <a:pt x="75" y="2378"/>
                </a:lnTo>
                <a:moveTo>
                  <a:pt x="0" y="2087"/>
                </a:moveTo>
                <a:lnTo>
                  <a:pt x="0" y="1928"/>
                </a:lnTo>
                <a:lnTo>
                  <a:pt x="117" y="1928"/>
                </a:lnTo>
                <a:lnTo>
                  <a:pt x="117" y="2087"/>
                </a:lnTo>
                <a:lnTo>
                  <a:pt x="0" y="2087"/>
                </a:lnTo>
                <a:moveTo>
                  <a:pt x="0" y="1823"/>
                </a:moveTo>
                <a:lnTo>
                  <a:pt x="0" y="1664"/>
                </a:lnTo>
                <a:lnTo>
                  <a:pt x="117" y="1664"/>
                </a:lnTo>
                <a:lnTo>
                  <a:pt x="117" y="1823"/>
                </a:lnTo>
                <a:lnTo>
                  <a:pt x="0" y="1823"/>
                </a:lnTo>
                <a:moveTo>
                  <a:pt x="0" y="1559"/>
                </a:moveTo>
                <a:lnTo>
                  <a:pt x="0" y="1400"/>
                </a:lnTo>
                <a:lnTo>
                  <a:pt x="117" y="1400"/>
                </a:lnTo>
                <a:lnTo>
                  <a:pt x="117" y="1559"/>
                </a:lnTo>
                <a:lnTo>
                  <a:pt x="0" y="1559"/>
                </a:lnTo>
                <a:moveTo>
                  <a:pt x="0" y="1295"/>
                </a:moveTo>
                <a:lnTo>
                  <a:pt x="0" y="1136"/>
                </a:lnTo>
                <a:lnTo>
                  <a:pt x="117" y="1136"/>
                </a:lnTo>
                <a:lnTo>
                  <a:pt x="117" y="1295"/>
                </a:lnTo>
                <a:lnTo>
                  <a:pt x="0" y="1295"/>
                </a:lnTo>
                <a:moveTo>
                  <a:pt x="0" y="1030"/>
                </a:moveTo>
                <a:lnTo>
                  <a:pt x="0" y="872"/>
                </a:lnTo>
                <a:lnTo>
                  <a:pt x="117" y="872"/>
                </a:lnTo>
                <a:lnTo>
                  <a:pt x="117" y="1030"/>
                </a:lnTo>
                <a:lnTo>
                  <a:pt x="0" y="1030"/>
                </a:lnTo>
                <a:moveTo>
                  <a:pt x="0" y="766"/>
                </a:moveTo>
                <a:lnTo>
                  <a:pt x="0" y="608"/>
                </a:lnTo>
                <a:lnTo>
                  <a:pt x="117" y="608"/>
                </a:lnTo>
                <a:lnTo>
                  <a:pt x="117" y="766"/>
                </a:lnTo>
                <a:lnTo>
                  <a:pt x="0" y="766"/>
                </a:lnTo>
                <a:moveTo>
                  <a:pt x="0" y="502"/>
                </a:moveTo>
                <a:lnTo>
                  <a:pt x="0" y="344"/>
                </a:lnTo>
                <a:lnTo>
                  <a:pt x="117" y="344"/>
                </a:lnTo>
                <a:lnTo>
                  <a:pt x="117" y="502"/>
                </a:lnTo>
                <a:lnTo>
                  <a:pt x="0" y="502"/>
                </a:lnTo>
                <a:moveTo>
                  <a:pt x="1" y="237"/>
                </a:moveTo>
                <a:cubicBezTo>
                  <a:pt x="3" y="162"/>
                  <a:pt x="34" y="101"/>
                  <a:pt x="92" y="54"/>
                </a:cubicBezTo>
                <a:lnTo>
                  <a:pt x="165" y="145"/>
                </a:lnTo>
                <a:cubicBezTo>
                  <a:pt x="134" y="170"/>
                  <a:pt x="118" y="201"/>
                  <a:pt x="117" y="241"/>
                </a:cubicBezTo>
                <a:lnTo>
                  <a:pt x="1" y="237"/>
                </a:lnTo>
                <a:moveTo>
                  <a:pt x="221" y="2"/>
                </a:moveTo>
                <a:cubicBezTo>
                  <a:pt x="228" y="1"/>
                  <a:pt x="236" y="0"/>
                  <a:pt x="244" y="0"/>
                </a:cubicBezTo>
                <a:lnTo>
                  <a:pt x="403" y="0"/>
                </a:lnTo>
                <a:lnTo>
                  <a:pt x="403" y="118"/>
                </a:lnTo>
                <a:lnTo>
                  <a:pt x="244" y="118"/>
                </a:lnTo>
                <a:cubicBezTo>
                  <a:pt x="240" y="118"/>
                  <a:pt x="236" y="118"/>
                  <a:pt x="232" y="118"/>
                </a:cubicBezTo>
                <a:lnTo>
                  <a:pt x="221" y="2"/>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221" name=""/>
          <p:cNvSpPr txBox="1"/>
          <p:nvPr/>
        </p:nvSpPr>
        <p:spPr>
          <a:xfrm>
            <a:off x="6755760" y="3222000"/>
            <a:ext cx="309132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小さな位置ずれに強くなるか</a:t>
            </a:r>
            <a:endParaRPr b="0" lang="en-US" sz="1870" spc="-1" strike="noStrike">
              <a:solidFill>
                <a:srgbClr val="000000"/>
              </a:solidFill>
              <a:latin typeface="Times New Roman"/>
            </a:endParaRPr>
          </a:p>
        </p:txBody>
      </p:sp>
      <p:sp>
        <p:nvSpPr>
          <p:cNvPr id="222" name=""/>
          <p:cNvSpPr txBox="1"/>
          <p:nvPr/>
        </p:nvSpPr>
        <p:spPr>
          <a:xfrm>
            <a:off x="3647160" y="4220280"/>
            <a:ext cx="5277600" cy="387360"/>
          </a:xfrm>
          <a:prstGeom prst="rect">
            <a:avLst/>
          </a:prstGeom>
          <a:noFill/>
          <a:ln w="0">
            <a:noFill/>
          </a:ln>
        </p:spPr>
        <p:txBody>
          <a:bodyPr wrap="none" lIns="0" rIns="0" tIns="0" bIns="0" anchor="t">
            <a:noAutofit/>
          </a:bodyPr>
          <a:p>
            <a:r>
              <a:rPr b="0" lang="en-US" sz="2100" spc="-1" strike="noStrike">
                <a:solidFill>
                  <a:srgbClr val="0b4b78"/>
                </a:solidFill>
                <a:latin typeface="NotoSansJP"/>
                <a:ea typeface="NotoSansJP"/>
              </a:rPr>
              <a:t>[</a:t>
            </a:r>
            <a:r>
              <a:rPr b="0" lang="zh-CN" sz="2100" spc="-1" strike="noStrike">
                <a:solidFill>
                  <a:srgbClr val="0b4b78"/>
                </a:solidFill>
                <a:latin typeface="NotoSansJP"/>
                <a:ea typeface="NotoSansJP"/>
              </a:rPr>
              <a:t>図</a:t>
            </a:r>
            <a:r>
              <a:rPr b="0" lang="en-US" sz="2100" spc="-1" strike="noStrike">
                <a:solidFill>
                  <a:srgbClr val="0b4b78"/>
                </a:solidFill>
                <a:latin typeface="NotoSansJP"/>
                <a:ea typeface="NotoSansJP"/>
              </a:rPr>
              <a:t>: </a:t>
            </a:r>
            <a:r>
              <a:rPr b="0" lang="zh-CN" sz="2100" spc="-1" strike="noStrike">
                <a:solidFill>
                  <a:srgbClr val="0b4b78"/>
                </a:solidFill>
                <a:latin typeface="NotoSansJP"/>
                <a:ea typeface="NotoSansJP"/>
              </a:rPr>
              <a:t>シンプルな</a:t>
            </a:r>
            <a:r>
              <a:rPr b="0" lang="en-US" sz="2100" spc="-1" strike="noStrike">
                <a:solidFill>
                  <a:srgbClr val="0b4b78"/>
                </a:solidFill>
                <a:latin typeface="NotoSansJP"/>
                <a:ea typeface="NotoSansJP"/>
              </a:rPr>
              <a:t>CNN</a:t>
            </a:r>
            <a:r>
              <a:rPr b="0" lang="zh-CN" sz="2100" spc="-1" strike="noStrike">
                <a:solidFill>
                  <a:srgbClr val="0b4b78"/>
                </a:solidFill>
                <a:latin typeface="NotoSansJP"/>
                <a:ea typeface="NotoSansJP"/>
              </a:rPr>
              <a:t>アーキテクチャの例</a:t>
            </a:r>
            <a:r>
              <a:rPr b="0" lang="en-US" sz="2100" spc="-1" strike="noStrike">
                <a:solidFill>
                  <a:srgbClr val="0b4b78"/>
                </a:solidFill>
                <a:latin typeface="NotoSansJP"/>
                <a:ea typeface="NotoSansJP"/>
              </a:rPr>
              <a:t>]</a:t>
            </a:r>
            <a:endParaRPr b="0" lang="en-US" sz="2100" spc="-1" strike="noStrike">
              <a:solidFill>
                <a:srgbClr val="000000"/>
              </a:solidFill>
              <a:latin typeface="Times New Roman"/>
            </a:endParaRPr>
          </a:p>
        </p:txBody>
      </p:sp>
      <p:sp>
        <p:nvSpPr>
          <p:cNvPr id="223" name=""/>
          <p:cNvSpPr/>
          <p:nvPr/>
        </p:nvSpPr>
        <p:spPr>
          <a:xfrm>
            <a:off x="533160" y="561960"/>
            <a:ext cx="267120" cy="57240"/>
          </a:xfrm>
          <a:custGeom>
            <a:avLst/>
            <a:gdLst/>
            <a:ahLst/>
            <a:rect l="0" t="0" r="r" b="b"/>
            <a:pathLst>
              <a:path w="742" h="159">
                <a:moveTo>
                  <a:pt x="0" y="106"/>
                </a:moveTo>
                <a:lnTo>
                  <a:pt x="0" y="52"/>
                </a:lnTo>
                <a:cubicBezTo>
                  <a:pt x="0" y="45"/>
                  <a:pt x="2" y="39"/>
                  <a:pt x="4" y="32"/>
                </a:cubicBezTo>
                <a:cubicBezTo>
                  <a:pt x="7" y="26"/>
                  <a:pt x="11" y="20"/>
                  <a:pt x="16" y="15"/>
                </a:cubicBezTo>
                <a:cubicBezTo>
                  <a:pt x="21" y="10"/>
                  <a:pt x="26" y="6"/>
                  <a:pt x="33" y="4"/>
                </a:cubicBezTo>
                <a:cubicBezTo>
                  <a:pt x="39" y="1"/>
                  <a:pt x="46" y="0"/>
                  <a:pt x="53" y="0"/>
                </a:cubicBezTo>
                <a:lnTo>
                  <a:pt x="689" y="0"/>
                </a:lnTo>
                <a:cubicBezTo>
                  <a:pt x="696" y="0"/>
                  <a:pt x="703" y="1"/>
                  <a:pt x="709" y="4"/>
                </a:cubicBezTo>
                <a:cubicBezTo>
                  <a:pt x="716" y="6"/>
                  <a:pt x="722" y="10"/>
                  <a:pt x="727" y="15"/>
                </a:cubicBezTo>
                <a:cubicBezTo>
                  <a:pt x="731" y="20"/>
                  <a:pt x="735" y="26"/>
                  <a:pt x="738" y="32"/>
                </a:cubicBezTo>
                <a:cubicBezTo>
                  <a:pt x="741" y="39"/>
                  <a:pt x="742" y="45"/>
                  <a:pt x="742" y="52"/>
                </a:cubicBezTo>
                <a:lnTo>
                  <a:pt x="742" y="106"/>
                </a:lnTo>
                <a:cubicBezTo>
                  <a:pt x="742" y="113"/>
                  <a:pt x="741" y="120"/>
                  <a:pt x="738" y="127"/>
                </a:cubicBezTo>
                <a:cubicBezTo>
                  <a:pt x="735" y="133"/>
                  <a:pt x="731" y="139"/>
                  <a:pt x="727" y="144"/>
                </a:cubicBezTo>
                <a:cubicBezTo>
                  <a:pt x="722" y="149"/>
                  <a:pt x="716" y="153"/>
                  <a:pt x="709" y="155"/>
                </a:cubicBezTo>
                <a:cubicBezTo>
                  <a:pt x="703" y="158"/>
                  <a:pt x="696" y="159"/>
                  <a:pt x="689" y="159"/>
                </a:cubicBezTo>
                <a:lnTo>
                  <a:pt x="53" y="159"/>
                </a:lnTo>
                <a:cubicBezTo>
                  <a:pt x="46" y="159"/>
                  <a:pt x="39" y="158"/>
                  <a:pt x="33" y="155"/>
                </a:cubicBezTo>
                <a:cubicBezTo>
                  <a:pt x="26" y="153"/>
                  <a:pt x="21" y="149"/>
                  <a:pt x="16" y="144"/>
                </a:cubicBezTo>
                <a:cubicBezTo>
                  <a:pt x="11" y="139"/>
                  <a:pt x="7" y="133"/>
                  <a:pt x="4" y="127"/>
                </a:cubicBezTo>
                <a:cubicBezTo>
                  <a:pt x="2" y="120"/>
                  <a:pt x="0" y="113"/>
                  <a:pt x="0" y="106"/>
                </a:cubicBez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224" name=""/>
          <p:cNvSpPr txBox="1"/>
          <p:nvPr/>
        </p:nvSpPr>
        <p:spPr>
          <a:xfrm>
            <a:off x="914400" y="392400"/>
            <a:ext cx="994320" cy="360000"/>
          </a:xfrm>
          <a:prstGeom prst="rect">
            <a:avLst/>
          </a:prstGeom>
          <a:noFill/>
          <a:ln w="0">
            <a:noFill/>
          </a:ln>
        </p:spPr>
        <p:txBody>
          <a:bodyPr wrap="none" lIns="0" rIns="0" tIns="0" bIns="0" anchor="t">
            <a:noAutofit/>
          </a:bodyPr>
          <a:p>
            <a:r>
              <a:rPr b="0" lang="zh-CN" sz="1950" spc="-1" strike="noStrike">
                <a:solidFill>
                  <a:srgbClr val="111111"/>
                </a:solidFill>
                <a:latin typeface="NotoSansJP"/>
                <a:ea typeface="NotoSansJP"/>
              </a:rPr>
              <a:t>実験設定</a:t>
            </a:r>
            <a:endParaRPr b="0" lang="en-US" sz="1950" spc="-1" strike="noStrike">
              <a:solidFill>
                <a:srgbClr val="000000"/>
              </a:solidFill>
              <a:latin typeface="Times New Roman"/>
            </a:endParaRPr>
          </a:p>
        </p:txBody>
      </p:sp>
      <p:sp>
        <p:nvSpPr>
          <p:cNvPr id="225" name=""/>
          <p:cNvSpPr txBox="1"/>
          <p:nvPr/>
        </p:nvSpPr>
        <p:spPr>
          <a:xfrm>
            <a:off x="11946600" y="6436800"/>
            <a:ext cx="304560" cy="416520"/>
          </a:xfrm>
          <a:prstGeom prst="rect">
            <a:avLst/>
          </a:prstGeom>
          <a:noFill/>
          <a:ln w="0">
            <a:noFill/>
          </a:ln>
        </p:spPr>
        <p:txBody>
          <a:bodyPr wrap="none" lIns="0" rIns="0" tIns="0" bIns="0" anchor="t">
            <a:noAutofit/>
          </a:bodyPr>
          <a:p>
            <a:r>
              <a:rPr b="0" lang="en-US" sz="2400" spc="-1" strike="noStrike">
                <a:solidFill>
                  <a:srgbClr val="111111"/>
                </a:solidFill>
                <a:latin typeface="NotoSansJP"/>
                <a:ea typeface="NotoSansJP"/>
              </a:rPr>
              <a:t>8</a:t>
            </a:r>
            <a:endParaRPr b="0" lang="en-US" sz="24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22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22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c9c9c9"/>
          </a:solidFill>
          <a:ln w="0">
            <a:noFill/>
          </a:ln>
        </p:spPr>
        <p:txBody>
          <a:bodyPr lIns="0" rIns="0" tIns="0" bIns="0" anchor="t">
            <a:noAutofit/>
          </a:bodyPr>
          <a:p>
            <a:endParaRPr b="0" lang="en-US" sz="2400" spc="-1" strike="noStrike">
              <a:solidFill>
                <a:srgbClr val="000000"/>
              </a:solidFill>
              <a:latin typeface="Times New Roman"/>
            </a:endParaRPr>
          </a:p>
        </p:txBody>
      </p:sp>
      <p:sp>
        <p:nvSpPr>
          <p:cNvPr id="229" name=""/>
          <p:cNvSpPr/>
          <p:nvPr/>
        </p:nvSpPr>
        <p:spPr>
          <a:xfrm>
            <a:off x="228240" y="228240"/>
            <a:ext cx="11735280" cy="6401160"/>
          </a:xfrm>
          <a:custGeom>
            <a:avLst/>
            <a:gdLst/>
            <a:ahLst/>
            <a:rect l="0" t="0" r="r" b="b"/>
            <a:pathLst>
              <a:path w="32598" h="17781">
                <a:moveTo>
                  <a:pt x="530" y="0"/>
                </a:moveTo>
                <a:lnTo>
                  <a:pt x="32069" y="0"/>
                </a:lnTo>
                <a:cubicBezTo>
                  <a:pt x="32104" y="0"/>
                  <a:pt x="32138" y="4"/>
                  <a:pt x="32172" y="11"/>
                </a:cubicBezTo>
                <a:cubicBezTo>
                  <a:pt x="32206" y="17"/>
                  <a:pt x="32239" y="27"/>
                  <a:pt x="32271" y="41"/>
                </a:cubicBezTo>
                <a:cubicBezTo>
                  <a:pt x="32304" y="54"/>
                  <a:pt x="32334" y="70"/>
                  <a:pt x="32363" y="90"/>
                </a:cubicBezTo>
                <a:cubicBezTo>
                  <a:pt x="32392" y="109"/>
                  <a:pt x="32419" y="131"/>
                  <a:pt x="32443" y="155"/>
                </a:cubicBezTo>
                <a:cubicBezTo>
                  <a:pt x="32468" y="180"/>
                  <a:pt x="32490" y="207"/>
                  <a:pt x="32509" y="236"/>
                </a:cubicBezTo>
                <a:cubicBezTo>
                  <a:pt x="32528" y="265"/>
                  <a:pt x="32545" y="295"/>
                  <a:pt x="32558" y="327"/>
                </a:cubicBezTo>
                <a:cubicBezTo>
                  <a:pt x="32571" y="359"/>
                  <a:pt x="32581" y="392"/>
                  <a:pt x="32588" y="426"/>
                </a:cubicBezTo>
                <a:cubicBezTo>
                  <a:pt x="32595" y="461"/>
                  <a:pt x="32598" y="495"/>
                  <a:pt x="32598" y="530"/>
                </a:cubicBezTo>
                <a:lnTo>
                  <a:pt x="32598" y="17252"/>
                </a:lnTo>
                <a:cubicBezTo>
                  <a:pt x="32598" y="17287"/>
                  <a:pt x="32595" y="17321"/>
                  <a:pt x="32588" y="17356"/>
                </a:cubicBezTo>
                <a:cubicBezTo>
                  <a:pt x="32581" y="17390"/>
                  <a:pt x="32571" y="17423"/>
                  <a:pt x="32558" y="17455"/>
                </a:cubicBezTo>
                <a:cubicBezTo>
                  <a:pt x="32545" y="17487"/>
                  <a:pt x="32528" y="17517"/>
                  <a:pt x="32509" y="17546"/>
                </a:cubicBezTo>
                <a:cubicBezTo>
                  <a:pt x="32490" y="17575"/>
                  <a:pt x="32468" y="17602"/>
                  <a:pt x="32443" y="17627"/>
                </a:cubicBezTo>
                <a:cubicBezTo>
                  <a:pt x="32419" y="17651"/>
                  <a:pt x="32392" y="17673"/>
                  <a:pt x="32363" y="17692"/>
                </a:cubicBezTo>
                <a:cubicBezTo>
                  <a:pt x="32334" y="17712"/>
                  <a:pt x="32304" y="17728"/>
                  <a:pt x="32271" y="17741"/>
                </a:cubicBezTo>
                <a:cubicBezTo>
                  <a:pt x="32239" y="17755"/>
                  <a:pt x="32206" y="17765"/>
                  <a:pt x="32172" y="17771"/>
                </a:cubicBezTo>
                <a:cubicBezTo>
                  <a:pt x="32138" y="17778"/>
                  <a:pt x="32104" y="17781"/>
                  <a:pt x="32069" y="17781"/>
                </a:cubicBezTo>
                <a:lnTo>
                  <a:pt x="530" y="17781"/>
                </a:lnTo>
                <a:cubicBezTo>
                  <a:pt x="495" y="17781"/>
                  <a:pt x="461" y="17778"/>
                  <a:pt x="426" y="17771"/>
                </a:cubicBezTo>
                <a:cubicBezTo>
                  <a:pt x="392" y="17765"/>
                  <a:pt x="359" y="17755"/>
                  <a:pt x="327" y="17741"/>
                </a:cubicBezTo>
                <a:cubicBezTo>
                  <a:pt x="295" y="17728"/>
                  <a:pt x="265" y="17712"/>
                  <a:pt x="236" y="17692"/>
                </a:cubicBezTo>
                <a:cubicBezTo>
                  <a:pt x="207" y="17673"/>
                  <a:pt x="180" y="17651"/>
                  <a:pt x="155" y="17627"/>
                </a:cubicBezTo>
                <a:cubicBezTo>
                  <a:pt x="131" y="17602"/>
                  <a:pt x="109" y="17575"/>
                  <a:pt x="90" y="17546"/>
                </a:cubicBezTo>
                <a:cubicBezTo>
                  <a:pt x="70" y="17517"/>
                  <a:pt x="54" y="17487"/>
                  <a:pt x="41" y="17455"/>
                </a:cubicBezTo>
                <a:cubicBezTo>
                  <a:pt x="27" y="17423"/>
                  <a:pt x="17" y="17390"/>
                  <a:pt x="11" y="17356"/>
                </a:cubicBezTo>
                <a:cubicBezTo>
                  <a:pt x="4" y="17321"/>
                  <a:pt x="0" y="17287"/>
                  <a:pt x="0" y="17252"/>
                </a:cubicBezTo>
                <a:lnTo>
                  <a:pt x="0" y="530"/>
                </a:lnTo>
                <a:cubicBezTo>
                  <a:pt x="0" y="495"/>
                  <a:pt x="4" y="461"/>
                  <a:pt x="11" y="426"/>
                </a:cubicBezTo>
                <a:cubicBezTo>
                  <a:pt x="17" y="392"/>
                  <a:pt x="27" y="359"/>
                  <a:pt x="41" y="327"/>
                </a:cubicBezTo>
                <a:cubicBezTo>
                  <a:pt x="54" y="295"/>
                  <a:pt x="70" y="265"/>
                  <a:pt x="90" y="236"/>
                </a:cubicBezTo>
                <a:cubicBezTo>
                  <a:pt x="109" y="207"/>
                  <a:pt x="131" y="180"/>
                  <a:pt x="155" y="155"/>
                </a:cubicBezTo>
                <a:cubicBezTo>
                  <a:pt x="180" y="131"/>
                  <a:pt x="207" y="109"/>
                  <a:pt x="236" y="90"/>
                </a:cubicBezTo>
                <a:cubicBezTo>
                  <a:pt x="265" y="70"/>
                  <a:pt x="295" y="54"/>
                  <a:pt x="327" y="41"/>
                </a:cubicBezTo>
                <a:cubicBezTo>
                  <a:pt x="359" y="27"/>
                  <a:pt x="392" y="17"/>
                  <a:pt x="426" y="11"/>
                </a:cubicBezTo>
                <a:cubicBezTo>
                  <a:pt x="461" y="4"/>
                  <a:pt x="495" y="0"/>
                  <a:pt x="530" y="0"/>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pic>
        <p:nvPicPr>
          <p:cNvPr id="230" name="" descr=""/>
          <p:cNvPicPr/>
          <p:nvPr/>
        </p:nvPicPr>
        <p:blipFill>
          <a:blip r:embed="rId1"/>
          <a:stretch/>
        </p:blipFill>
        <p:spPr>
          <a:xfrm>
            <a:off x="10515600" y="38160"/>
            <a:ext cx="1142640" cy="1142640"/>
          </a:xfrm>
          <a:prstGeom prst="rect">
            <a:avLst/>
          </a:prstGeom>
          <a:ln w="0">
            <a:noFill/>
          </a:ln>
        </p:spPr>
      </p:pic>
      <p:sp>
        <p:nvSpPr>
          <p:cNvPr id="231" name=""/>
          <p:cNvSpPr/>
          <p:nvPr/>
        </p:nvSpPr>
        <p:spPr>
          <a:xfrm>
            <a:off x="542880" y="1514160"/>
            <a:ext cx="3571920" cy="2029320"/>
          </a:xfrm>
          <a:custGeom>
            <a:avLst/>
            <a:gdLst/>
            <a:ahLst/>
            <a:rect l="0" t="0" r="r" b="b"/>
            <a:pathLst>
              <a:path w="9922" h="5637">
                <a:moveTo>
                  <a:pt x="0" y="5452"/>
                </a:moveTo>
                <a:lnTo>
                  <a:pt x="0" y="186"/>
                </a:lnTo>
                <a:cubicBezTo>
                  <a:pt x="0" y="173"/>
                  <a:pt x="1" y="161"/>
                  <a:pt x="3" y="149"/>
                </a:cubicBezTo>
                <a:cubicBezTo>
                  <a:pt x="6" y="138"/>
                  <a:pt x="9" y="126"/>
                  <a:pt x="14" y="115"/>
                </a:cubicBezTo>
                <a:cubicBezTo>
                  <a:pt x="18" y="103"/>
                  <a:pt x="24" y="93"/>
                  <a:pt x="31" y="83"/>
                </a:cubicBezTo>
                <a:cubicBezTo>
                  <a:pt x="38" y="73"/>
                  <a:pt x="45" y="63"/>
                  <a:pt x="54" y="55"/>
                </a:cubicBezTo>
                <a:cubicBezTo>
                  <a:pt x="62" y="46"/>
                  <a:pt x="72" y="38"/>
                  <a:pt x="82" y="32"/>
                </a:cubicBezTo>
                <a:cubicBezTo>
                  <a:pt x="92" y="25"/>
                  <a:pt x="103" y="19"/>
                  <a:pt x="114" y="14"/>
                </a:cubicBezTo>
                <a:cubicBezTo>
                  <a:pt x="125" y="10"/>
                  <a:pt x="137" y="6"/>
                  <a:pt x="149" y="4"/>
                </a:cubicBezTo>
                <a:cubicBezTo>
                  <a:pt x="161" y="2"/>
                  <a:pt x="173" y="0"/>
                  <a:pt x="185" y="0"/>
                </a:cubicBezTo>
                <a:lnTo>
                  <a:pt x="9737" y="0"/>
                </a:lnTo>
                <a:cubicBezTo>
                  <a:pt x="9749" y="0"/>
                  <a:pt x="9761" y="2"/>
                  <a:pt x="9773" y="4"/>
                </a:cubicBezTo>
                <a:cubicBezTo>
                  <a:pt x="9785" y="6"/>
                  <a:pt x="9797" y="10"/>
                  <a:pt x="9808" y="14"/>
                </a:cubicBezTo>
                <a:cubicBezTo>
                  <a:pt x="9819" y="19"/>
                  <a:pt x="9830" y="25"/>
                  <a:pt x="9840" y="32"/>
                </a:cubicBezTo>
                <a:cubicBezTo>
                  <a:pt x="9850" y="38"/>
                  <a:pt x="9860" y="46"/>
                  <a:pt x="9868" y="55"/>
                </a:cubicBezTo>
                <a:cubicBezTo>
                  <a:pt x="9877" y="63"/>
                  <a:pt x="9885" y="73"/>
                  <a:pt x="9891" y="83"/>
                </a:cubicBezTo>
                <a:cubicBezTo>
                  <a:pt x="9898" y="93"/>
                  <a:pt x="9904" y="103"/>
                  <a:pt x="9908" y="115"/>
                </a:cubicBezTo>
                <a:cubicBezTo>
                  <a:pt x="9913" y="126"/>
                  <a:pt x="9917" y="138"/>
                  <a:pt x="9919" y="149"/>
                </a:cubicBezTo>
                <a:cubicBezTo>
                  <a:pt x="9921" y="161"/>
                  <a:pt x="9922" y="173"/>
                  <a:pt x="9922" y="186"/>
                </a:cubicBezTo>
                <a:lnTo>
                  <a:pt x="9922" y="5452"/>
                </a:lnTo>
                <a:cubicBezTo>
                  <a:pt x="9922" y="5464"/>
                  <a:pt x="9921" y="5476"/>
                  <a:pt x="9919" y="5488"/>
                </a:cubicBezTo>
                <a:cubicBezTo>
                  <a:pt x="9917" y="5500"/>
                  <a:pt x="9913" y="5511"/>
                  <a:pt x="9908" y="5523"/>
                </a:cubicBezTo>
                <a:cubicBezTo>
                  <a:pt x="9904" y="5534"/>
                  <a:pt x="9898" y="5545"/>
                  <a:pt x="9891" y="5555"/>
                </a:cubicBezTo>
                <a:cubicBezTo>
                  <a:pt x="9885" y="5565"/>
                  <a:pt x="9877" y="5574"/>
                  <a:pt x="9868" y="5583"/>
                </a:cubicBezTo>
                <a:cubicBezTo>
                  <a:pt x="9860" y="5591"/>
                  <a:pt x="9850" y="5599"/>
                  <a:pt x="9840" y="5606"/>
                </a:cubicBezTo>
                <a:cubicBezTo>
                  <a:pt x="9830" y="5613"/>
                  <a:pt x="9819" y="5618"/>
                  <a:pt x="9808" y="5623"/>
                </a:cubicBezTo>
                <a:cubicBezTo>
                  <a:pt x="9797" y="5628"/>
                  <a:pt x="9785" y="5631"/>
                  <a:pt x="9773" y="5633"/>
                </a:cubicBezTo>
                <a:cubicBezTo>
                  <a:pt x="9761" y="5636"/>
                  <a:pt x="9749" y="5637"/>
                  <a:pt x="9737" y="5637"/>
                </a:cubicBezTo>
                <a:lnTo>
                  <a:pt x="185" y="5637"/>
                </a:lnTo>
                <a:cubicBezTo>
                  <a:pt x="173" y="5637"/>
                  <a:pt x="161" y="5636"/>
                  <a:pt x="149" y="5633"/>
                </a:cubicBezTo>
                <a:cubicBezTo>
                  <a:pt x="137" y="5631"/>
                  <a:pt x="125" y="5628"/>
                  <a:pt x="114" y="5623"/>
                </a:cubicBezTo>
                <a:cubicBezTo>
                  <a:pt x="103" y="5618"/>
                  <a:pt x="92" y="5613"/>
                  <a:pt x="82" y="5606"/>
                </a:cubicBezTo>
                <a:cubicBezTo>
                  <a:pt x="72" y="5599"/>
                  <a:pt x="62" y="5591"/>
                  <a:pt x="54" y="5583"/>
                </a:cubicBezTo>
                <a:cubicBezTo>
                  <a:pt x="45" y="5574"/>
                  <a:pt x="38" y="5565"/>
                  <a:pt x="31" y="5555"/>
                </a:cubicBezTo>
                <a:cubicBezTo>
                  <a:pt x="24" y="5545"/>
                  <a:pt x="18" y="5534"/>
                  <a:pt x="14" y="5523"/>
                </a:cubicBezTo>
                <a:cubicBezTo>
                  <a:pt x="9" y="5511"/>
                  <a:pt x="6" y="5500"/>
                  <a:pt x="3" y="5488"/>
                </a:cubicBezTo>
                <a:cubicBezTo>
                  <a:pt x="1" y="5476"/>
                  <a:pt x="0" y="5464"/>
                  <a:pt x="0" y="5452"/>
                </a:cubicBezTo>
                <a:close/>
              </a:path>
            </a:pathLst>
          </a:custGeom>
          <a:solidFill>
            <a:srgbClr val="f9fcfe"/>
          </a:solidFill>
          <a:ln w="0">
            <a:noFill/>
          </a:ln>
        </p:spPr>
        <p:txBody>
          <a:bodyPr lIns="0" rIns="0" tIns="0" bIns="0" anchor="t">
            <a:noAutofit/>
          </a:bodyPr>
          <a:p>
            <a:endParaRPr b="0" lang="en-US" sz="2400" spc="-1" strike="noStrike">
              <a:solidFill>
                <a:srgbClr val="000000"/>
              </a:solidFill>
              <a:latin typeface="Times New Roman"/>
            </a:endParaRPr>
          </a:p>
        </p:txBody>
      </p:sp>
      <p:sp>
        <p:nvSpPr>
          <p:cNvPr id="232" name=""/>
          <p:cNvSpPr/>
          <p:nvPr/>
        </p:nvSpPr>
        <p:spPr>
          <a:xfrm>
            <a:off x="542880" y="1514160"/>
            <a:ext cx="3571920" cy="2029320"/>
          </a:xfrm>
          <a:custGeom>
            <a:avLst/>
            <a:gdLst/>
            <a:ahLst/>
            <a:rect l="0" t="0" r="r" b="b"/>
            <a:pathLst>
              <a:path w="9922" h="5637">
                <a:moveTo>
                  <a:pt x="0" y="5452"/>
                </a:moveTo>
                <a:lnTo>
                  <a:pt x="0" y="186"/>
                </a:lnTo>
                <a:cubicBezTo>
                  <a:pt x="0" y="173"/>
                  <a:pt x="1" y="161"/>
                  <a:pt x="3" y="149"/>
                </a:cubicBezTo>
                <a:cubicBezTo>
                  <a:pt x="6" y="138"/>
                  <a:pt x="9" y="126"/>
                  <a:pt x="14" y="115"/>
                </a:cubicBezTo>
                <a:cubicBezTo>
                  <a:pt x="18" y="103"/>
                  <a:pt x="24" y="93"/>
                  <a:pt x="31" y="83"/>
                </a:cubicBezTo>
                <a:cubicBezTo>
                  <a:pt x="38" y="73"/>
                  <a:pt x="45" y="63"/>
                  <a:pt x="54" y="55"/>
                </a:cubicBezTo>
                <a:cubicBezTo>
                  <a:pt x="62" y="46"/>
                  <a:pt x="72" y="38"/>
                  <a:pt x="82" y="32"/>
                </a:cubicBezTo>
                <a:cubicBezTo>
                  <a:pt x="92" y="25"/>
                  <a:pt x="103" y="19"/>
                  <a:pt x="114" y="14"/>
                </a:cubicBezTo>
                <a:cubicBezTo>
                  <a:pt x="125" y="10"/>
                  <a:pt x="137" y="6"/>
                  <a:pt x="149" y="4"/>
                </a:cubicBezTo>
                <a:cubicBezTo>
                  <a:pt x="161" y="2"/>
                  <a:pt x="173" y="0"/>
                  <a:pt x="185" y="0"/>
                </a:cubicBezTo>
                <a:lnTo>
                  <a:pt x="9737" y="0"/>
                </a:lnTo>
                <a:cubicBezTo>
                  <a:pt x="9749" y="0"/>
                  <a:pt x="9761" y="2"/>
                  <a:pt x="9773" y="4"/>
                </a:cubicBezTo>
                <a:cubicBezTo>
                  <a:pt x="9785" y="6"/>
                  <a:pt x="9797" y="10"/>
                  <a:pt x="9808" y="14"/>
                </a:cubicBezTo>
                <a:cubicBezTo>
                  <a:pt x="9819" y="19"/>
                  <a:pt x="9830" y="25"/>
                  <a:pt x="9840" y="32"/>
                </a:cubicBezTo>
                <a:cubicBezTo>
                  <a:pt x="9850" y="38"/>
                  <a:pt x="9860" y="46"/>
                  <a:pt x="9868" y="55"/>
                </a:cubicBezTo>
                <a:cubicBezTo>
                  <a:pt x="9877" y="63"/>
                  <a:pt x="9885" y="73"/>
                  <a:pt x="9891" y="83"/>
                </a:cubicBezTo>
                <a:cubicBezTo>
                  <a:pt x="9898" y="93"/>
                  <a:pt x="9904" y="103"/>
                  <a:pt x="9908" y="115"/>
                </a:cubicBezTo>
                <a:cubicBezTo>
                  <a:pt x="9913" y="126"/>
                  <a:pt x="9917" y="138"/>
                  <a:pt x="9919" y="149"/>
                </a:cubicBezTo>
                <a:cubicBezTo>
                  <a:pt x="9921" y="161"/>
                  <a:pt x="9922" y="173"/>
                  <a:pt x="9922" y="186"/>
                </a:cubicBezTo>
                <a:lnTo>
                  <a:pt x="9922" y="5452"/>
                </a:lnTo>
                <a:cubicBezTo>
                  <a:pt x="9922" y="5464"/>
                  <a:pt x="9921" y="5476"/>
                  <a:pt x="9919" y="5488"/>
                </a:cubicBezTo>
                <a:cubicBezTo>
                  <a:pt x="9917" y="5500"/>
                  <a:pt x="9913" y="5511"/>
                  <a:pt x="9908" y="5523"/>
                </a:cubicBezTo>
                <a:cubicBezTo>
                  <a:pt x="9904" y="5534"/>
                  <a:pt x="9898" y="5545"/>
                  <a:pt x="9891" y="5555"/>
                </a:cubicBezTo>
                <a:cubicBezTo>
                  <a:pt x="9885" y="5565"/>
                  <a:pt x="9877" y="5574"/>
                  <a:pt x="9868" y="5583"/>
                </a:cubicBezTo>
                <a:cubicBezTo>
                  <a:pt x="9860" y="5591"/>
                  <a:pt x="9850" y="5599"/>
                  <a:pt x="9840" y="5606"/>
                </a:cubicBezTo>
                <a:cubicBezTo>
                  <a:pt x="9830" y="5613"/>
                  <a:pt x="9819" y="5618"/>
                  <a:pt x="9808" y="5623"/>
                </a:cubicBezTo>
                <a:cubicBezTo>
                  <a:pt x="9797" y="5628"/>
                  <a:pt x="9785" y="5631"/>
                  <a:pt x="9773" y="5633"/>
                </a:cubicBezTo>
                <a:cubicBezTo>
                  <a:pt x="9761" y="5636"/>
                  <a:pt x="9749" y="5637"/>
                  <a:pt x="9737" y="5637"/>
                </a:cubicBezTo>
                <a:lnTo>
                  <a:pt x="185" y="5637"/>
                </a:lnTo>
                <a:cubicBezTo>
                  <a:pt x="173" y="5637"/>
                  <a:pt x="161" y="5636"/>
                  <a:pt x="149" y="5633"/>
                </a:cubicBezTo>
                <a:cubicBezTo>
                  <a:pt x="137" y="5631"/>
                  <a:pt x="125" y="5628"/>
                  <a:pt x="114" y="5623"/>
                </a:cubicBezTo>
                <a:cubicBezTo>
                  <a:pt x="103" y="5618"/>
                  <a:pt x="92" y="5613"/>
                  <a:pt x="82" y="5606"/>
                </a:cubicBezTo>
                <a:cubicBezTo>
                  <a:pt x="72" y="5599"/>
                  <a:pt x="62" y="5591"/>
                  <a:pt x="54" y="5583"/>
                </a:cubicBezTo>
                <a:cubicBezTo>
                  <a:pt x="45" y="5574"/>
                  <a:pt x="38" y="5565"/>
                  <a:pt x="31" y="5555"/>
                </a:cubicBezTo>
                <a:cubicBezTo>
                  <a:pt x="24" y="5545"/>
                  <a:pt x="18" y="5534"/>
                  <a:pt x="14" y="5523"/>
                </a:cubicBezTo>
                <a:cubicBezTo>
                  <a:pt x="9" y="5511"/>
                  <a:pt x="6" y="5500"/>
                  <a:pt x="3" y="5488"/>
                </a:cubicBezTo>
                <a:cubicBezTo>
                  <a:pt x="1" y="5476"/>
                  <a:pt x="0" y="5464"/>
                  <a:pt x="0" y="5452"/>
                </a:cubicBezTo>
                <a:close/>
              </a:path>
            </a:pathLst>
          </a:custGeom>
          <a:noFill/>
          <a:ln w="18720">
            <a:solidFill>
              <a:srgbClr val="d7e5ee"/>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233" name=""/>
          <p:cNvSpPr txBox="1"/>
          <p:nvPr/>
        </p:nvSpPr>
        <p:spPr>
          <a:xfrm>
            <a:off x="533520" y="924480"/>
            <a:ext cx="9284400" cy="387360"/>
          </a:xfrm>
          <a:prstGeom prst="rect">
            <a:avLst/>
          </a:prstGeom>
          <a:noFill/>
          <a:ln w="0">
            <a:noFill/>
          </a:ln>
        </p:spPr>
        <p:txBody>
          <a:bodyPr wrap="none" lIns="0" rIns="0" tIns="0" bIns="0" anchor="t">
            <a:noAutofit/>
          </a:bodyPr>
          <a:p>
            <a:r>
              <a:rPr b="0" lang="en-US" sz="2100" spc="-1" strike="noStrike">
                <a:solidFill>
                  <a:srgbClr val="111111"/>
                </a:solidFill>
                <a:latin typeface="NotoSansJP"/>
                <a:ea typeface="NotoSansJP"/>
              </a:rPr>
              <a:t>CNN</a:t>
            </a:r>
            <a:r>
              <a:rPr b="0" lang="zh-CN" sz="2100" spc="-1" strike="noStrike">
                <a:solidFill>
                  <a:srgbClr val="111111"/>
                </a:solidFill>
                <a:latin typeface="NotoSansJP"/>
                <a:ea typeface="NotoSansJP"/>
              </a:rPr>
              <a:t>は、全結合</a:t>
            </a:r>
            <a:r>
              <a:rPr b="0" lang="en-US" sz="2100" spc="-1" strike="noStrike">
                <a:solidFill>
                  <a:srgbClr val="111111"/>
                </a:solidFill>
                <a:latin typeface="NotoSansJP"/>
                <a:ea typeface="NotoSansJP"/>
              </a:rPr>
              <a:t>ANN</a:t>
            </a:r>
            <a:r>
              <a:rPr b="0" lang="zh-CN" sz="2100" spc="-1" strike="noStrike">
                <a:solidFill>
                  <a:srgbClr val="111111"/>
                </a:solidFill>
                <a:latin typeface="NotoSansJP"/>
                <a:ea typeface="NotoSansJP"/>
              </a:rPr>
              <a:t>より画像の構造を活かしながら効率的に特徴を作れる。</a:t>
            </a:r>
            <a:endParaRPr b="0" lang="en-US" sz="2100" spc="-1" strike="noStrike">
              <a:solidFill>
                <a:srgbClr val="000000"/>
              </a:solidFill>
              <a:latin typeface="Times New Roman"/>
            </a:endParaRPr>
          </a:p>
        </p:txBody>
      </p:sp>
      <p:sp>
        <p:nvSpPr>
          <p:cNvPr id="234" name=""/>
          <p:cNvSpPr txBox="1"/>
          <p:nvPr/>
        </p:nvSpPr>
        <p:spPr>
          <a:xfrm>
            <a:off x="723960" y="1681560"/>
            <a:ext cx="599760" cy="289800"/>
          </a:xfrm>
          <a:prstGeom prst="rect">
            <a:avLst/>
          </a:prstGeom>
          <a:noFill/>
          <a:ln w="0">
            <a:noFill/>
          </a:ln>
        </p:spPr>
        <p:txBody>
          <a:bodyPr wrap="none" lIns="0" rIns="0" tIns="0" bIns="0" anchor="t">
            <a:noAutofit/>
          </a:bodyPr>
          <a:p>
            <a:r>
              <a:rPr b="0" lang="zh-CN" sz="1580" spc="-1" strike="noStrike">
                <a:solidFill>
                  <a:srgbClr val="0b4b78"/>
                </a:solidFill>
                <a:latin typeface="NotoSansJP"/>
                <a:ea typeface="NotoSansJP"/>
              </a:rPr>
              <a:t>効率化</a:t>
            </a:r>
            <a:endParaRPr b="0" lang="en-US" sz="1580" spc="-1" strike="noStrike">
              <a:solidFill>
                <a:srgbClr val="000000"/>
              </a:solidFill>
              <a:latin typeface="Times New Roman"/>
            </a:endParaRPr>
          </a:p>
        </p:txBody>
      </p:sp>
      <p:sp>
        <p:nvSpPr>
          <p:cNvPr id="235" name=""/>
          <p:cNvSpPr txBox="1"/>
          <p:nvPr/>
        </p:nvSpPr>
        <p:spPr>
          <a:xfrm>
            <a:off x="723960" y="206676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局所結合とパラメータ共</a:t>
            </a:r>
            <a:endParaRPr b="0" lang="en-US" sz="2170" spc="-1" strike="noStrike">
              <a:solidFill>
                <a:srgbClr val="000000"/>
              </a:solidFill>
              <a:latin typeface="Times New Roman"/>
            </a:endParaRPr>
          </a:p>
        </p:txBody>
      </p:sp>
      <p:sp>
        <p:nvSpPr>
          <p:cNvPr id="236" name=""/>
          <p:cNvSpPr txBox="1"/>
          <p:nvPr/>
        </p:nvSpPr>
        <p:spPr>
          <a:xfrm>
            <a:off x="723960" y="248616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有により、全結合層より</a:t>
            </a:r>
            <a:endParaRPr b="0" lang="en-US" sz="2170" spc="-1" strike="noStrike">
              <a:solidFill>
                <a:srgbClr val="000000"/>
              </a:solidFill>
              <a:latin typeface="Times New Roman"/>
            </a:endParaRPr>
          </a:p>
        </p:txBody>
      </p:sp>
      <p:sp>
        <p:nvSpPr>
          <p:cNvPr id="237" name=""/>
          <p:cNvSpPr/>
          <p:nvPr/>
        </p:nvSpPr>
        <p:spPr>
          <a:xfrm>
            <a:off x="4305240" y="1514160"/>
            <a:ext cx="3581640" cy="2029320"/>
          </a:xfrm>
          <a:custGeom>
            <a:avLst/>
            <a:gdLst/>
            <a:ahLst/>
            <a:rect l="0" t="0" r="r" b="b"/>
            <a:pathLst>
              <a:path w="9949" h="5637">
                <a:moveTo>
                  <a:pt x="0" y="5452"/>
                </a:moveTo>
                <a:lnTo>
                  <a:pt x="0" y="186"/>
                </a:lnTo>
                <a:cubicBezTo>
                  <a:pt x="0" y="173"/>
                  <a:pt x="1" y="161"/>
                  <a:pt x="3" y="149"/>
                </a:cubicBezTo>
                <a:cubicBezTo>
                  <a:pt x="6" y="138"/>
                  <a:pt x="9" y="126"/>
                  <a:pt x="14" y="115"/>
                </a:cubicBezTo>
                <a:cubicBezTo>
                  <a:pt x="18" y="103"/>
                  <a:pt x="24" y="93"/>
                  <a:pt x="31" y="83"/>
                </a:cubicBezTo>
                <a:cubicBezTo>
                  <a:pt x="38" y="73"/>
                  <a:pt x="45" y="63"/>
                  <a:pt x="54" y="55"/>
                </a:cubicBezTo>
                <a:cubicBezTo>
                  <a:pt x="63" y="46"/>
                  <a:pt x="72" y="38"/>
                  <a:pt x="82" y="32"/>
                </a:cubicBezTo>
                <a:cubicBezTo>
                  <a:pt x="92" y="25"/>
                  <a:pt x="103" y="19"/>
                  <a:pt x="114" y="14"/>
                </a:cubicBezTo>
                <a:cubicBezTo>
                  <a:pt x="125" y="10"/>
                  <a:pt x="137" y="6"/>
                  <a:pt x="149" y="4"/>
                </a:cubicBezTo>
                <a:cubicBezTo>
                  <a:pt x="161" y="2"/>
                  <a:pt x="173" y="0"/>
                  <a:pt x="185" y="0"/>
                </a:cubicBezTo>
                <a:lnTo>
                  <a:pt x="9764" y="0"/>
                </a:lnTo>
                <a:cubicBezTo>
                  <a:pt x="9776" y="0"/>
                  <a:pt x="9788" y="2"/>
                  <a:pt x="9800" y="4"/>
                </a:cubicBezTo>
                <a:cubicBezTo>
                  <a:pt x="9812" y="6"/>
                  <a:pt x="9823" y="10"/>
                  <a:pt x="9835" y="14"/>
                </a:cubicBezTo>
                <a:cubicBezTo>
                  <a:pt x="9846" y="19"/>
                  <a:pt x="9857" y="25"/>
                  <a:pt x="9867" y="32"/>
                </a:cubicBezTo>
                <a:cubicBezTo>
                  <a:pt x="9877" y="38"/>
                  <a:pt x="9886" y="46"/>
                  <a:pt x="9895" y="55"/>
                </a:cubicBezTo>
                <a:cubicBezTo>
                  <a:pt x="9903" y="63"/>
                  <a:pt x="9911" y="73"/>
                  <a:pt x="9918" y="83"/>
                </a:cubicBezTo>
                <a:cubicBezTo>
                  <a:pt x="9925" y="93"/>
                  <a:pt x="9930" y="103"/>
                  <a:pt x="9935" y="115"/>
                </a:cubicBezTo>
                <a:cubicBezTo>
                  <a:pt x="9940" y="126"/>
                  <a:pt x="9943" y="138"/>
                  <a:pt x="9945" y="149"/>
                </a:cubicBezTo>
                <a:cubicBezTo>
                  <a:pt x="9948" y="161"/>
                  <a:pt x="9949" y="173"/>
                  <a:pt x="9949" y="186"/>
                </a:cubicBezTo>
                <a:lnTo>
                  <a:pt x="9949" y="5452"/>
                </a:lnTo>
                <a:cubicBezTo>
                  <a:pt x="9949" y="5464"/>
                  <a:pt x="9948" y="5476"/>
                  <a:pt x="9945" y="5488"/>
                </a:cubicBezTo>
                <a:cubicBezTo>
                  <a:pt x="9943" y="5500"/>
                  <a:pt x="9940" y="5511"/>
                  <a:pt x="9935" y="5523"/>
                </a:cubicBezTo>
                <a:cubicBezTo>
                  <a:pt x="9930" y="5534"/>
                  <a:pt x="9925" y="5545"/>
                  <a:pt x="9918" y="5555"/>
                </a:cubicBezTo>
                <a:cubicBezTo>
                  <a:pt x="9911" y="5565"/>
                  <a:pt x="9903" y="5574"/>
                  <a:pt x="9895" y="5583"/>
                </a:cubicBezTo>
                <a:cubicBezTo>
                  <a:pt x="9886" y="5591"/>
                  <a:pt x="9877" y="5599"/>
                  <a:pt x="9867" y="5606"/>
                </a:cubicBezTo>
                <a:cubicBezTo>
                  <a:pt x="9857" y="5613"/>
                  <a:pt x="9846" y="5618"/>
                  <a:pt x="9835" y="5623"/>
                </a:cubicBezTo>
                <a:cubicBezTo>
                  <a:pt x="9823" y="5628"/>
                  <a:pt x="9812" y="5631"/>
                  <a:pt x="9800" y="5633"/>
                </a:cubicBezTo>
                <a:cubicBezTo>
                  <a:pt x="9788" y="5636"/>
                  <a:pt x="9776" y="5637"/>
                  <a:pt x="9764" y="5637"/>
                </a:cubicBezTo>
                <a:lnTo>
                  <a:pt x="185" y="5637"/>
                </a:lnTo>
                <a:cubicBezTo>
                  <a:pt x="173" y="5637"/>
                  <a:pt x="161" y="5636"/>
                  <a:pt x="149" y="5633"/>
                </a:cubicBezTo>
                <a:cubicBezTo>
                  <a:pt x="137" y="5631"/>
                  <a:pt x="125" y="5628"/>
                  <a:pt x="114" y="5623"/>
                </a:cubicBezTo>
                <a:cubicBezTo>
                  <a:pt x="103" y="5618"/>
                  <a:pt x="92" y="5613"/>
                  <a:pt x="82" y="5606"/>
                </a:cubicBezTo>
                <a:cubicBezTo>
                  <a:pt x="72" y="5599"/>
                  <a:pt x="63" y="5591"/>
                  <a:pt x="54" y="5583"/>
                </a:cubicBezTo>
                <a:cubicBezTo>
                  <a:pt x="45" y="5574"/>
                  <a:pt x="38" y="5565"/>
                  <a:pt x="31" y="5555"/>
                </a:cubicBezTo>
                <a:cubicBezTo>
                  <a:pt x="24" y="5545"/>
                  <a:pt x="18" y="5534"/>
                  <a:pt x="14" y="5523"/>
                </a:cubicBezTo>
                <a:cubicBezTo>
                  <a:pt x="9" y="5511"/>
                  <a:pt x="6" y="5500"/>
                  <a:pt x="3" y="5488"/>
                </a:cubicBezTo>
                <a:cubicBezTo>
                  <a:pt x="1" y="5476"/>
                  <a:pt x="0" y="5464"/>
                  <a:pt x="0" y="5452"/>
                </a:cubicBezTo>
                <a:close/>
              </a:path>
            </a:pathLst>
          </a:custGeom>
          <a:solidFill>
            <a:srgbClr val="fff8f7"/>
          </a:solidFill>
          <a:ln w="0">
            <a:noFill/>
          </a:ln>
        </p:spPr>
        <p:txBody>
          <a:bodyPr lIns="0" rIns="0" tIns="0" bIns="0" anchor="t">
            <a:noAutofit/>
          </a:bodyPr>
          <a:p>
            <a:endParaRPr b="0" lang="en-US" sz="2400" spc="-1" strike="noStrike">
              <a:solidFill>
                <a:srgbClr val="000000"/>
              </a:solidFill>
              <a:latin typeface="Times New Roman"/>
            </a:endParaRPr>
          </a:p>
        </p:txBody>
      </p:sp>
      <p:sp>
        <p:nvSpPr>
          <p:cNvPr id="238" name=""/>
          <p:cNvSpPr/>
          <p:nvPr/>
        </p:nvSpPr>
        <p:spPr>
          <a:xfrm>
            <a:off x="4305240" y="1514160"/>
            <a:ext cx="3581640" cy="2029320"/>
          </a:xfrm>
          <a:custGeom>
            <a:avLst/>
            <a:gdLst/>
            <a:ahLst/>
            <a:rect l="0" t="0" r="r" b="b"/>
            <a:pathLst>
              <a:path w="9949" h="5637">
                <a:moveTo>
                  <a:pt x="0" y="5452"/>
                </a:moveTo>
                <a:lnTo>
                  <a:pt x="0" y="186"/>
                </a:lnTo>
                <a:cubicBezTo>
                  <a:pt x="0" y="173"/>
                  <a:pt x="1" y="161"/>
                  <a:pt x="3" y="149"/>
                </a:cubicBezTo>
                <a:cubicBezTo>
                  <a:pt x="6" y="138"/>
                  <a:pt x="9" y="126"/>
                  <a:pt x="14" y="115"/>
                </a:cubicBezTo>
                <a:cubicBezTo>
                  <a:pt x="18" y="103"/>
                  <a:pt x="24" y="93"/>
                  <a:pt x="31" y="83"/>
                </a:cubicBezTo>
                <a:cubicBezTo>
                  <a:pt x="38" y="73"/>
                  <a:pt x="45" y="63"/>
                  <a:pt x="54" y="55"/>
                </a:cubicBezTo>
                <a:cubicBezTo>
                  <a:pt x="63" y="46"/>
                  <a:pt x="72" y="38"/>
                  <a:pt x="82" y="32"/>
                </a:cubicBezTo>
                <a:cubicBezTo>
                  <a:pt x="92" y="25"/>
                  <a:pt x="103" y="19"/>
                  <a:pt x="114" y="14"/>
                </a:cubicBezTo>
                <a:cubicBezTo>
                  <a:pt x="125" y="10"/>
                  <a:pt x="137" y="6"/>
                  <a:pt x="149" y="4"/>
                </a:cubicBezTo>
                <a:cubicBezTo>
                  <a:pt x="161" y="2"/>
                  <a:pt x="173" y="0"/>
                  <a:pt x="185" y="0"/>
                </a:cubicBezTo>
                <a:lnTo>
                  <a:pt x="9764" y="0"/>
                </a:lnTo>
                <a:cubicBezTo>
                  <a:pt x="9776" y="0"/>
                  <a:pt x="9788" y="2"/>
                  <a:pt x="9800" y="4"/>
                </a:cubicBezTo>
                <a:cubicBezTo>
                  <a:pt x="9812" y="6"/>
                  <a:pt x="9823" y="10"/>
                  <a:pt x="9835" y="14"/>
                </a:cubicBezTo>
                <a:cubicBezTo>
                  <a:pt x="9846" y="19"/>
                  <a:pt x="9857" y="25"/>
                  <a:pt x="9867" y="32"/>
                </a:cubicBezTo>
                <a:cubicBezTo>
                  <a:pt x="9877" y="38"/>
                  <a:pt x="9886" y="46"/>
                  <a:pt x="9895" y="55"/>
                </a:cubicBezTo>
                <a:cubicBezTo>
                  <a:pt x="9903" y="63"/>
                  <a:pt x="9911" y="73"/>
                  <a:pt x="9918" y="83"/>
                </a:cubicBezTo>
                <a:cubicBezTo>
                  <a:pt x="9925" y="93"/>
                  <a:pt x="9930" y="103"/>
                  <a:pt x="9935" y="115"/>
                </a:cubicBezTo>
                <a:cubicBezTo>
                  <a:pt x="9940" y="126"/>
                  <a:pt x="9943" y="138"/>
                  <a:pt x="9945" y="149"/>
                </a:cubicBezTo>
                <a:cubicBezTo>
                  <a:pt x="9948" y="161"/>
                  <a:pt x="9949" y="173"/>
                  <a:pt x="9949" y="186"/>
                </a:cubicBezTo>
                <a:lnTo>
                  <a:pt x="9949" y="5452"/>
                </a:lnTo>
                <a:cubicBezTo>
                  <a:pt x="9949" y="5464"/>
                  <a:pt x="9948" y="5476"/>
                  <a:pt x="9945" y="5488"/>
                </a:cubicBezTo>
                <a:cubicBezTo>
                  <a:pt x="9943" y="5500"/>
                  <a:pt x="9940" y="5511"/>
                  <a:pt x="9935" y="5523"/>
                </a:cubicBezTo>
                <a:cubicBezTo>
                  <a:pt x="9930" y="5534"/>
                  <a:pt x="9925" y="5545"/>
                  <a:pt x="9918" y="5555"/>
                </a:cubicBezTo>
                <a:cubicBezTo>
                  <a:pt x="9911" y="5565"/>
                  <a:pt x="9903" y="5574"/>
                  <a:pt x="9895" y="5583"/>
                </a:cubicBezTo>
                <a:cubicBezTo>
                  <a:pt x="9886" y="5591"/>
                  <a:pt x="9877" y="5599"/>
                  <a:pt x="9867" y="5606"/>
                </a:cubicBezTo>
                <a:cubicBezTo>
                  <a:pt x="9857" y="5613"/>
                  <a:pt x="9846" y="5618"/>
                  <a:pt x="9835" y="5623"/>
                </a:cubicBezTo>
                <a:cubicBezTo>
                  <a:pt x="9823" y="5628"/>
                  <a:pt x="9812" y="5631"/>
                  <a:pt x="9800" y="5633"/>
                </a:cubicBezTo>
                <a:cubicBezTo>
                  <a:pt x="9788" y="5636"/>
                  <a:pt x="9776" y="5637"/>
                  <a:pt x="9764" y="5637"/>
                </a:cubicBezTo>
                <a:lnTo>
                  <a:pt x="185" y="5637"/>
                </a:lnTo>
                <a:cubicBezTo>
                  <a:pt x="173" y="5637"/>
                  <a:pt x="161" y="5636"/>
                  <a:pt x="149" y="5633"/>
                </a:cubicBezTo>
                <a:cubicBezTo>
                  <a:pt x="137" y="5631"/>
                  <a:pt x="125" y="5628"/>
                  <a:pt x="114" y="5623"/>
                </a:cubicBezTo>
                <a:cubicBezTo>
                  <a:pt x="103" y="5618"/>
                  <a:pt x="92" y="5613"/>
                  <a:pt x="82" y="5606"/>
                </a:cubicBezTo>
                <a:cubicBezTo>
                  <a:pt x="72" y="5599"/>
                  <a:pt x="63" y="5591"/>
                  <a:pt x="54" y="5583"/>
                </a:cubicBezTo>
                <a:cubicBezTo>
                  <a:pt x="45" y="5574"/>
                  <a:pt x="38" y="5565"/>
                  <a:pt x="31" y="5555"/>
                </a:cubicBezTo>
                <a:cubicBezTo>
                  <a:pt x="24" y="5545"/>
                  <a:pt x="18" y="5534"/>
                  <a:pt x="14" y="5523"/>
                </a:cubicBezTo>
                <a:cubicBezTo>
                  <a:pt x="9" y="5511"/>
                  <a:pt x="6" y="5500"/>
                  <a:pt x="3" y="5488"/>
                </a:cubicBezTo>
                <a:cubicBezTo>
                  <a:pt x="1" y="5476"/>
                  <a:pt x="0" y="5464"/>
                  <a:pt x="0" y="5452"/>
                </a:cubicBezTo>
                <a:close/>
              </a:path>
            </a:pathLst>
          </a:custGeom>
          <a:noFill/>
          <a:ln w="18720">
            <a:solidFill>
              <a:srgbClr val="e8bbb8"/>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239" name=""/>
          <p:cNvSpPr txBox="1"/>
          <p:nvPr/>
        </p:nvSpPr>
        <p:spPr>
          <a:xfrm>
            <a:off x="723960" y="2895480"/>
            <a:ext cx="275904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重み数を抑えられる。</a:t>
            </a:r>
            <a:endParaRPr b="0" lang="en-US" sz="2170" spc="-1" strike="noStrike">
              <a:solidFill>
                <a:srgbClr val="000000"/>
              </a:solidFill>
              <a:latin typeface="Times New Roman"/>
            </a:endParaRPr>
          </a:p>
        </p:txBody>
      </p:sp>
      <p:sp>
        <p:nvSpPr>
          <p:cNvPr id="240" name=""/>
          <p:cNvSpPr txBox="1"/>
          <p:nvPr/>
        </p:nvSpPr>
        <p:spPr>
          <a:xfrm>
            <a:off x="4489560" y="1681560"/>
            <a:ext cx="799200" cy="289800"/>
          </a:xfrm>
          <a:prstGeom prst="rect">
            <a:avLst/>
          </a:prstGeom>
          <a:noFill/>
          <a:ln w="0">
            <a:noFill/>
          </a:ln>
        </p:spPr>
        <p:txBody>
          <a:bodyPr wrap="none" lIns="0" rIns="0" tIns="0" bIns="0" anchor="t">
            <a:noAutofit/>
          </a:bodyPr>
          <a:p>
            <a:r>
              <a:rPr b="0" lang="zh-CN" sz="1580" spc="-1" strike="noStrike">
                <a:solidFill>
                  <a:srgbClr val="0b4b78"/>
                </a:solidFill>
                <a:latin typeface="NotoSansJP"/>
                <a:ea typeface="NotoSansJP"/>
              </a:rPr>
              <a:t>階層表現</a:t>
            </a:r>
            <a:endParaRPr b="0" lang="en-US" sz="1580" spc="-1" strike="noStrike">
              <a:solidFill>
                <a:srgbClr val="000000"/>
              </a:solidFill>
              <a:latin typeface="Times New Roman"/>
            </a:endParaRPr>
          </a:p>
        </p:txBody>
      </p:sp>
      <p:sp>
        <p:nvSpPr>
          <p:cNvPr id="241" name=""/>
          <p:cNvSpPr txBox="1"/>
          <p:nvPr/>
        </p:nvSpPr>
        <p:spPr>
          <a:xfrm>
            <a:off x="4489560" y="206676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浅い層ではエッジ、深い</a:t>
            </a:r>
            <a:endParaRPr b="0" lang="en-US" sz="2170" spc="-1" strike="noStrike">
              <a:solidFill>
                <a:srgbClr val="000000"/>
              </a:solidFill>
              <a:latin typeface="Times New Roman"/>
            </a:endParaRPr>
          </a:p>
        </p:txBody>
      </p:sp>
      <p:sp>
        <p:nvSpPr>
          <p:cNvPr id="242" name=""/>
          <p:cNvSpPr txBox="1"/>
          <p:nvPr/>
        </p:nvSpPr>
        <p:spPr>
          <a:xfrm>
            <a:off x="4489560" y="248616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層では複雑な形や部品を</a:t>
            </a:r>
            <a:endParaRPr b="0" lang="en-US" sz="2170" spc="-1" strike="noStrike">
              <a:solidFill>
                <a:srgbClr val="000000"/>
              </a:solidFill>
              <a:latin typeface="Times New Roman"/>
            </a:endParaRPr>
          </a:p>
        </p:txBody>
      </p:sp>
      <p:sp>
        <p:nvSpPr>
          <p:cNvPr id="243" name=""/>
          <p:cNvSpPr/>
          <p:nvPr/>
        </p:nvSpPr>
        <p:spPr>
          <a:xfrm>
            <a:off x="8076960" y="1514160"/>
            <a:ext cx="3572280" cy="2029320"/>
          </a:xfrm>
          <a:custGeom>
            <a:avLst/>
            <a:gdLst/>
            <a:ahLst/>
            <a:rect l="0" t="0" r="r" b="b"/>
            <a:pathLst>
              <a:path w="9923" h="5637">
                <a:moveTo>
                  <a:pt x="0" y="5452"/>
                </a:moveTo>
                <a:lnTo>
                  <a:pt x="0" y="186"/>
                </a:lnTo>
                <a:cubicBezTo>
                  <a:pt x="0" y="173"/>
                  <a:pt x="1" y="161"/>
                  <a:pt x="4" y="149"/>
                </a:cubicBezTo>
                <a:cubicBezTo>
                  <a:pt x="6" y="138"/>
                  <a:pt x="10" y="126"/>
                  <a:pt x="14" y="115"/>
                </a:cubicBezTo>
                <a:cubicBezTo>
                  <a:pt x="19" y="103"/>
                  <a:pt x="25" y="93"/>
                  <a:pt x="31" y="83"/>
                </a:cubicBezTo>
                <a:cubicBezTo>
                  <a:pt x="38" y="73"/>
                  <a:pt x="46" y="63"/>
                  <a:pt x="54" y="55"/>
                </a:cubicBezTo>
                <a:cubicBezTo>
                  <a:pt x="63" y="46"/>
                  <a:pt x="72" y="38"/>
                  <a:pt x="82" y="32"/>
                </a:cubicBezTo>
                <a:cubicBezTo>
                  <a:pt x="93" y="25"/>
                  <a:pt x="103" y="19"/>
                  <a:pt x="114" y="14"/>
                </a:cubicBezTo>
                <a:cubicBezTo>
                  <a:pt x="126" y="10"/>
                  <a:pt x="137" y="6"/>
                  <a:pt x="149" y="4"/>
                </a:cubicBezTo>
                <a:cubicBezTo>
                  <a:pt x="161" y="2"/>
                  <a:pt x="173" y="0"/>
                  <a:pt x="185" y="0"/>
                </a:cubicBezTo>
                <a:lnTo>
                  <a:pt x="9738" y="0"/>
                </a:lnTo>
                <a:cubicBezTo>
                  <a:pt x="9750" y="0"/>
                  <a:pt x="9762" y="2"/>
                  <a:pt x="9774" y="4"/>
                </a:cubicBezTo>
                <a:cubicBezTo>
                  <a:pt x="9786" y="6"/>
                  <a:pt x="9797" y="10"/>
                  <a:pt x="9809" y="14"/>
                </a:cubicBezTo>
                <a:cubicBezTo>
                  <a:pt x="9820" y="19"/>
                  <a:pt x="9831" y="25"/>
                  <a:pt x="9841" y="32"/>
                </a:cubicBezTo>
                <a:cubicBezTo>
                  <a:pt x="9851" y="38"/>
                  <a:pt x="9860" y="46"/>
                  <a:pt x="9869" y="55"/>
                </a:cubicBezTo>
                <a:cubicBezTo>
                  <a:pt x="9877" y="63"/>
                  <a:pt x="9885" y="73"/>
                  <a:pt x="9892" y="83"/>
                </a:cubicBezTo>
                <a:cubicBezTo>
                  <a:pt x="9899" y="93"/>
                  <a:pt x="9904" y="103"/>
                  <a:pt x="9909" y="115"/>
                </a:cubicBezTo>
                <a:cubicBezTo>
                  <a:pt x="9914" y="126"/>
                  <a:pt x="9917" y="138"/>
                  <a:pt x="9919" y="149"/>
                </a:cubicBezTo>
                <a:cubicBezTo>
                  <a:pt x="9922" y="161"/>
                  <a:pt x="9923" y="173"/>
                  <a:pt x="9923" y="186"/>
                </a:cubicBezTo>
                <a:lnTo>
                  <a:pt x="9923" y="5452"/>
                </a:lnTo>
                <a:cubicBezTo>
                  <a:pt x="9923" y="5464"/>
                  <a:pt x="9922" y="5476"/>
                  <a:pt x="9919" y="5488"/>
                </a:cubicBezTo>
                <a:cubicBezTo>
                  <a:pt x="9917" y="5500"/>
                  <a:pt x="9914" y="5511"/>
                  <a:pt x="9909" y="5523"/>
                </a:cubicBezTo>
                <a:cubicBezTo>
                  <a:pt x="9904" y="5534"/>
                  <a:pt x="9899" y="5545"/>
                  <a:pt x="9892" y="5555"/>
                </a:cubicBezTo>
                <a:cubicBezTo>
                  <a:pt x="9885" y="5565"/>
                  <a:pt x="9877" y="5574"/>
                  <a:pt x="9869" y="5583"/>
                </a:cubicBezTo>
                <a:cubicBezTo>
                  <a:pt x="9860" y="5591"/>
                  <a:pt x="9851" y="5599"/>
                  <a:pt x="9841" y="5606"/>
                </a:cubicBezTo>
                <a:cubicBezTo>
                  <a:pt x="9831" y="5613"/>
                  <a:pt x="9820" y="5618"/>
                  <a:pt x="9809" y="5623"/>
                </a:cubicBezTo>
                <a:cubicBezTo>
                  <a:pt x="9797" y="5628"/>
                  <a:pt x="9786" y="5631"/>
                  <a:pt x="9774" y="5633"/>
                </a:cubicBezTo>
                <a:cubicBezTo>
                  <a:pt x="9762" y="5636"/>
                  <a:pt x="9750" y="5637"/>
                  <a:pt x="9738" y="5637"/>
                </a:cubicBezTo>
                <a:lnTo>
                  <a:pt x="185" y="5637"/>
                </a:lnTo>
                <a:cubicBezTo>
                  <a:pt x="173" y="5637"/>
                  <a:pt x="161" y="5636"/>
                  <a:pt x="149" y="5633"/>
                </a:cubicBezTo>
                <a:cubicBezTo>
                  <a:pt x="137" y="5631"/>
                  <a:pt x="126" y="5628"/>
                  <a:pt x="114" y="5623"/>
                </a:cubicBezTo>
                <a:cubicBezTo>
                  <a:pt x="103" y="5618"/>
                  <a:pt x="93" y="5613"/>
                  <a:pt x="82" y="5606"/>
                </a:cubicBezTo>
                <a:cubicBezTo>
                  <a:pt x="72" y="5599"/>
                  <a:pt x="63" y="5591"/>
                  <a:pt x="54" y="5583"/>
                </a:cubicBezTo>
                <a:cubicBezTo>
                  <a:pt x="46" y="5574"/>
                  <a:pt x="38" y="5565"/>
                  <a:pt x="31" y="5555"/>
                </a:cubicBezTo>
                <a:cubicBezTo>
                  <a:pt x="25" y="5545"/>
                  <a:pt x="19" y="5534"/>
                  <a:pt x="14" y="5523"/>
                </a:cubicBezTo>
                <a:cubicBezTo>
                  <a:pt x="10" y="5511"/>
                  <a:pt x="6" y="5500"/>
                  <a:pt x="4" y="5488"/>
                </a:cubicBezTo>
                <a:cubicBezTo>
                  <a:pt x="1" y="5476"/>
                  <a:pt x="0" y="5464"/>
                  <a:pt x="0" y="5452"/>
                </a:cubicBezTo>
                <a:close/>
              </a:path>
            </a:pathLst>
          </a:custGeom>
          <a:solidFill>
            <a:srgbClr val="f9fcfe"/>
          </a:solidFill>
          <a:ln w="0">
            <a:noFill/>
          </a:ln>
        </p:spPr>
        <p:txBody>
          <a:bodyPr lIns="0" rIns="0" tIns="0" bIns="0" anchor="t">
            <a:noAutofit/>
          </a:bodyPr>
          <a:p>
            <a:endParaRPr b="0" lang="en-US" sz="2400" spc="-1" strike="noStrike">
              <a:solidFill>
                <a:srgbClr val="000000"/>
              </a:solidFill>
              <a:latin typeface="Times New Roman"/>
            </a:endParaRPr>
          </a:p>
        </p:txBody>
      </p:sp>
      <p:sp>
        <p:nvSpPr>
          <p:cNvPr id="244" name=""/>
          <p:cNvSpPr/>
          <p:nvPr/>
        </p:nvSpPr>
        <p:spPr>
          <a:xfrm>
            <a:off x="8076960" y="1514160"/>
            <a:ext cx="3572280" cy="2029320"/>
          </a:xfrm>
          <a:custGeom>
            <a:avLst/>
            <a:gdLst/>
            <a:ahLst/>
            <a:rect l="0" t="0" r="r" b="b"/>
            <a:pathLst>
              <a:path w="9923" h="5637">
                <a:moveTo>
                  <a:pt x="0" y="5452"/>
                </a:moveTo>
                <a:lnTo>
                  <a:pt x="0" y="186"/>
                </a:lnTo>
                <a:cubicBezTo>
                  <a:pt x="0" y="173"/>
                  <a:pt x="1" y="161"/>
                  <a:pt x="4" y="149"/>
                </a:cubicBezTo>
                <a:cubicBezTo>
                  <a:pt x="6" y="138"/>
                  <a:pt x="10" y="126"/>
                  <a:pt x="14" y="115"/>
                </a:cubicBezTo>
                <a:cubicBezTo>
                  <a:pt x="19" y="103"/>
                  <a:pt x="25" y="93"/>
                  <a:pt x="31" y="83"/>
                </a:cubicBezTo>
                <a:cubicBezTo>
                  <a:pt x="38" y="73"/>
                  <a:pt x="46" y="63"/>
                  <a:pt x="54" y="55"/>
                </a:cubicBezTo>
                <a:cubicBezTo>
                  <a:pt x="63" y="46"/>
                  <a:pt x="72" y="38"/>
                  <a:pt x="82" y="32"/>
                </a:cubicBezTo>
                <a:cubicBezTo>
                  <a:pt x="93" y="25"/>
                  <a:pt x="103" y="19"/>
                  <a:pt x="114" y="14"/>
                </a:cubicBezTo>
                <a:cubicBezTo>
                  <a:pt x="126" y="10"/>
                  <a:pt x="137" y="6"/>
                  <a:pt x="149" y="4"/>
                </a:cubicBezTo>
                <a:cubicBezTo>
                  <a:pt x="161" y="2"/>
                  <a:pt x="173" y="0"/>
                  <a:pt x="185" y="0"/>
                </a:cubicBezTo>
                <a:lnTo>
                  <a:pt x="9738" y="0"/>
                </a:lnTo>
                <a:cubicBezTo>
                  <a:pt x="9750" y="0"/>
                  <a:pt x="9762" y="2"/>
                  <a:pt x="9774" y="4"/>
                </a:cubicBezTo>
                <a:cubicBezTo>
                  <a:pt x="9786" y="6"/>
                  <a:pt x="9797" y="10"/>
                  <a:pt x="9809" y="14"/>
                </a:cubicBezTo>
                <a:cubicBezTo>
                  <a:pt x="9820" y="19"/>
                  <a:pt x="9831" y="25"/>
                  <a:pt x="9841" y="32"/>
                </a:cubicBezTo>
                <a:cubicBezTo>
                  <a:pt x="9851" y="38"/>
                  <a:pt x="9860" y="46"/>
                  <a:pt x="9869" y="55"/>
                </a:cubicBezTo>
                <a:cubicBezTo>
                  <a:pt x="9877" y="63"/>
                  <a:pt x="9885" y="73"/>
                  <a:pt x="9892" y="83"/>
                </a:cubicBezTo>
                <a:cubicBezTo>
                  <a:pt x="9899" y="93"/>
                  <a:pt x="9904" y="103"/>
                  <a:pt x="9909" y="115"/>
                </a:cubicBezTo>
                <a:cubicBezTo>
                  <a:pt x="9914" y="126"/>
                  <a:pt x="9917" y="138"/>
                  <a:pt x="9919" y="149"/>
                </a:cubicBezTo>
                <a:cubicBezTo>
                  <a:pt x="9922" y="161"/>
                  <a:pt x="9923" y="173"/>
                  <a:pt x="9923" y="186"/>
                </a:cubicBezTo>
                <a:lnTo>
                  <a:pt x="9923" y="5452"/>
                </a:lnTo>
                <a:cubicBezTo>
                  <a:pt x="9923" y="5464"/>
                  <a:pt x="9922" y="5476"/>
                  <a:pt x="9919" y="5488"/>
                </a:cubicBezTo>
                <a:cubicBezTo>
                  <a:pt x="9917" y="5500"/>
                  <a:pt x="9914" y="5511"/>
                  <a:pt x="9909" y="5523"/>
                </a:cubicBezTo>
                <a:cubicBezTo>
                  <a:pt x="9904" y="5534"/>
                  <a:pt x="9899" y="5545"/>
                  <a:pt x="9892" y="5555"/>
                </a:cubicBezTo>
                <a:cubicBezTo>
                  <a:pt x="9885" y="5565"/>
                  <a:pt x="9877" y="5574"/>
                  <a:pt x="9869" y="5583"/>
                </a:cubicBezTo>
                <a:cubicBezTo>
                  <a:pt x="9860" y="5591"/>
                  <a:pt x="9851" y="5599"/>
                  <a:pt x="9841" y="5606"/>
                </a:cubicBezTo>
                <a:cubicBezTo>
                  <a:pt x="9831" y="5613"/>
                  <a:pt x="9820" y="5618"/>
                  <a:pt x="9809" y="5623"/>
                </a:cubicBezTo>
                <a:cubicBezTo>
                  <a:pt x="9797" y="5628"/>
                  <a:pt x="9786" y="5631"/>
                  <a:pt x="9774" y="5633"/>
                </a:cubicBezTo>
                <a:cubicBezTo>
                  <a:pt x="9762" y="5636"/>
                  <a:pt x="9750" y="5637"/>
                  <a:pt x="9738" y="5637"/>
                </a:cubicBezTo>
                <a:lnTo>
                  <a:pt x="185" y="5637"/>
                </a:lnTo>
                <a:cubicBezTo>
                  <a:pt x="173" y="5637"/>
                  <a:pt x="161" y="5636"/>
                  <a:pt x="149" y="5633"/>
                </a:cubicBezTo>
                <a:cubicBezTo>
                  <a:pt x="137" y="5631"/>
                  <a:pt x="126" y="5628"/>
                  <a:pt x="114" y="5623"/>
                </a:cubicBezTo>
                <a:cubicBezTo>
                  <a:pt x="103" y="5618"/>
                  <a:pt x="93" y="5613"/>
                  <a:pt x="82" y="5606"/>
                </a:cubicBezTo>
                <a:cubicBezTo>
                  <a:pt x="72" y="5599"/>
                  <a:pt x="63" y="5591"/>
                  <a:pt x="54" y="5583"/>
                </a:cubicBezTo>
                <a:cubicBezTo>
                  <a:pt x="46" y="5574"/>
                  <a:pt x="38" y="5565"/>
                  <a:pt x="31" y="5555"/>
                </a:cubicBezTo>
                <a:cubicBezTo>
                  <a:pt x="25" y="5545"/>
                  <a:pt x="19" y="5534"/>
                  <a:pt x="14" y="5523"/>
                </a:cubicBezTo>
                <a:cubicBezTo>
                  <a:pt x="10" y="5511"/>
                  <a:pt x="6" y="5500"/>
                  <a:pt x="4" y="5488"/>
                </a:cubicBezTo>
                <a:cubicBezTo>
                  <a:pt x="1" y="5476"/>
                  <a:pt x="0" y="5464"/>
                  <a:pt x="0" y="5452"/>
                </a:cubicBezTo>
                <a:close/>
              </a:path>
            </a:pathLst>
          </a:custGeom>
          <a:noFill/>
          <a:ln w="18720">
            <a:solidFill>
              <a:srgbClr val="d7e5ee"/>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245" name=""/>
          <p:cNvSpPr txBox="1"/>
          <p:nvPr/>
        </p:nvSpPr>
        <p:spPr>
          <a:xfrm>
            <a:off x="4489560" y="2895480"/>
            <a:ext cx="137988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学習する。</a:t>
            </a:r>
            <a:endParaRPr b="0" lang="en-US" sz="2170" spc="-1" strike="noStrike">
              <a:solidFill>
                <a:srgbClr val="000000"/>
              </a:solidFill>
              <a:latin typeface="Times New Roman"/>
            </a:endParaRPr>
          </a:p>
        </p:txBody>
      </p:sp>
      <p:sp>
        <p:nvSpPr>
          <p:cNvPr id="246" name=""/>
          <p:cNvSpPr txBox="1"/>
          <p:nvPr/>
        </p:nvSpPr>
        <p:spPr>
          <a:xfrm>
            <a:off x="8254800" y="1681560"/>
            <a:ext cx="599760" cy="289800"/>
          </a:xfrm>
          <a:prstGeom prst="rect">
            <a:avLst/>
          </a:prstGeom>
          <a:noFill/>
          <a:ln w="0">
            <a:noFill/>
          </a:ln>
        </p:spPr>
        <p:txBody>
          <a:bodyPr wrap="none" lIns="0" rIns="0" tIns="0" bIns="0" anchor="t">
            <a:noAutofit/>
          </a:bodyPr>
          <a:p>
            <a:r>
              <a:rPr b="0" lang="zh-CN" sz="1580" spc="-1" strike="noStrike">
                <a:solidFill>
                  <a:srgbClr val="0b4b78"/>
                </a:solidFill>
                <a:latin typeface="NotoSansJP"/>
                <a:ea typeface="NotoSansJP"/>
              </a:rPr>
              <a:t>頑健性</a:t>
            </a:r>
            <a:endParaRPr b="0" lang="en-US" sz="1580" spc="-1" strike="noStrike">
              <a:solidFill>
                <a:srgbClr val="000000"/>
              </a:solidFill>
              <a:latin typeface="Times New Roman"/>
            </a:endParaRPr>
          </a:p>
        </p:txBody>
      </p:sp>
      <p:sp>
        <p:nvSpPr>
          <p:cNvPr id="247" name=""/>
          <p:cNvSpPr txBox="1"/>
          <p:nvPr/>
        </p:nvSpPr>
        <p:spPr>
          <a:xfrm>
            <a:off x="8254800" y="206676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プーリングにより、細か</a:t>
            </a:r>
            <a:endParaRPr b="0" lang="en-US" sz="2170" spc="-1" strike="noStrike">
              <a:solidFill>
                <a:srgbClr val="000000"/>
              </a:solidFill>
              <a:latin typeface="Times New Roman"/>
            </a:endParaRPr>
          </a:p>
        </p:txBody>
      </p:sp>
      <p:sp>
        <p:nvSpPr>
          <p:cNvPr id="248" name=""/>
          <p:cNvSpPr txBox="1"/>
          <p:nvPr/>
        </p:nvSpPr>
        <p:spPr>
          <a:xfrm>
            <a:off x="8254800" y="248616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な位置ずれの影響を小さ</a:t>
            </a:r>
            <a:endParaRPr b="0" lang="en-US" sz="2170" spc="-1" strike="noStrike">
              <a:solidFill>
                <a:srgbClr val="000000"/>
              </a:solidFill>
              <a:latin typeface="Times New Roman"/>
            </a:endParaRPr>
          </a:p>
        </p:txBody>
      </p:sp>
      <p:sp>
        <p:nvSpPr>
          <p:cNvPr id="249" name=""/>
          <p:cNvSpPr/>
          <p:nvPr/>
        </p:nvSpPr>
        <p:spPr>
          <a:xfrm>
            <a:off x="533160" y="3762360"/>
            <a:ext cx="11125440" cy="857520"/>
          </a:xfrm>
          <a:custGeom>
            <a:avLst/>
            <a:gdLst/>
            <a:ahLst/>
            <a:rect l="0" t="0" r="r" b="b"/>
            <a:pathLst>
              <a:path w="30904" h="2382">
                <a:moveTo>
                  <a:pt x="0" y="0"/>
                </a:moveTo>
                <a:lnTo>
                  <a:pt x="30904" y="0"/>
                </a:lnTo>
                <a:lnTo>
                  <a:pt x="30904" y="2382"/>
                </a:lnTo>
                <a:lnTo>
                  <a:pt x="0" y="2382"/>
                </a:lnTo>
                <a:lnTo>
                  <a:pt x="0" y="0"/>
                </a:lnTo>
                <a:close/>
              </a:path>
            </a:pathLst>
          </a:custGeom>
          <a:solidFill>
            <a:srgbClr val="f8fbfd"/>
          </a:solidFill>
          <a:ln w="0">
            <a:noFill/>
          </a:ln>
        </p:spPr>
        <p:txBody>
          <a:bodyPr lIns="0" rIns="0" tIns="0" bIns="0" anchor="t">
            <a:noAutofit/>
          </a:bodyPr>
          <a:p>
            <a:endParaRPr b="0" lang="en-US" sz="2400" spc="-1" strike="noStrike">
              <a:solidFill>
                <a:srgbClr val="000000"/>
              </a:solidFill>
              <a:latin typeface="Times New Roman"/>
            </a:endParaRPr>
          </a:p>
        </p:txBody>
      </p:sp>
      <p:sp>
        <p:nvSpPr>
          <p:cNvPr id="250" name=""/>
          <p:cNvSpPr/>
          <p:nvPr/>
        </p:nvSpPr>
        <p:spPr>
          <a:xfrm>
            <a:off x="521640" y="3750840"/>
            <a:ext cx="11148480" cy="880560"/>
          </a:xfrm>
          <a:custGeom>
            <a:avLst/>
            <a:gdLst/>
            <a:ahLst/>
            <a:rect l="0" t="0" r="r" b="b"/>
            <a:pathLst>
              <a:path w="30968" h="2446">
                <a:moveTo>
                  <a:pt x="508" y="0"/>
                </a:moveTo>
                <a:lnTo>
                  <a:pt x="667" y="0"/>
                </a:lnTo>
                <a:lnTo>
                  <a:pt x="667" y="116"/>
                </a:lnTo>
                <a:lnTo>
                  <a:pt x="508" y="116"/>
                </a:lnTo>
                <a:lnTo>
                  <a:pt x="508" y="0"/>
                </a:lnTo>
                <a:moveTo>
                  <a:pt x="772" y="0"/>
                </a:moveTo>
                <a:lnTo>
                  <a:pt x="931" y="0"/>
                </a:lnTo>
                <a:lnTo>
                  <a:pt x="931" y="116"/>
                </a:lnTo>
                <a:lnTo>
                  <a:pt x="772" y="116"/>
                </a:lnTo>
                <a:lnTo>
                  <a:pt x="772" y="0"/>
                </a:lnTo>
                <a:moveTo>
                  <a:pt x="1036" y="0"/>
                </a:moveTo>
                <a:lnTo>
                  <a:pt x="1195" y="0"/>
                </a:lnTo>
                <a:lnTo>
                  <a:pt x="1195" y="116"/>
                </a:lnTo>
                <a:lnTo>
                  <a:pt x="1036" y="116"/>
                </a:lnTo>
                <a:lnTo>
                  <a:pt x="1036" y="0"/>
                </a:lnTo>
                <a:moveTo>
                  <a:pt x="1300" y="0"/>
                </a:moveTo>
                <a:lnTo>
                  <a:pt x="1459" y="0"/>
                </a:lnTo>
                <a:lnTo>
                  <a:pt x="1459" y="116"/>
                </a:lnTo>
                <a:lnTo>
                  <a:pt x="1300" y="116"/>
                </a:lnTo>
                <a:lnTo>
                  <a:pt x="1300" y="0"/>
                </a:lnTo>
                <a:moveTo>
                  <a:pt x="1564" y="0"/>
                </a:moveTo>
                <a:lnTo>
                  <a:pt x="1723" y="0"/>
                </a:lnTo>
                <a:lnTo>
                  <a:pt x="1723" y="116"/>
                </a:lnTo>
                <a:lnTo>
                  <a:pt x="1564" y="116"/>
                </a:lnTo>
                <a:lnTo>
                  <a:pt x="1564" y="0"/>
                </a:lnTo>
                <a:moveTo>
                  <a:pt x="1828" y="0"/>
                </a:moveTo>
                <a:lnTo>
                  <a:pt x="1987" y="0"/>
                </a:lnTo>
                <a:lnTo>
                  <a:pt x="1987" y="116"/>
                </a:lnTo>
                <a:lnTo>
                  <a:pt x="1828" y="116"/>
                </a:lnTo>
                <a:lnTo>
                  <a:pt x="1828" y="0"/>
                </a:lnTo>
                <a:moveTo>
                  <a:pt x="2092" y="0"/>
                </a:moveTo>
                <a:lnTo>
                  <a:pt x="2251" y="0"/>
                </a:lnTo>
                <a:lnTo>
                  <a:pt x="2251" y="116"/>
                </a:lnTo>
                <a:lnTo>
                  <a:pt x="2092" y="116"/>
                </a:lnTo>
                <a:lnTo>
                  <a:pt x="2092" y="0"/>
                </a:lnTo>
                <a:moveTo>
                  <a:pt x="2356" y="0"/>
                </a:moveTo>
                <a:lnTo>
                  <a:pt x="2515" y="0"/>
                </a:lnTo>
                <a:lnTo>
                  <a:pt x="2515" y="116"/>
                </a:lnTo>
                <a:lnTo>
                  <a:pt x="2356" y="116"/>
                </a:lnTo>
                <a:lnTo>
                  <a:pt x="2356" y="0"/>
                </a:lnTo>
                <a:moveTo>
                  <a:pt x="2620" y="0"/>
                </a:moveTo>
                <a:lnTo>
                  <a:pt x="2779" y="0"/>
                </a:lnTo>
                <a:lnTo>
                  <a:pt x="2779" y="116"/>
                </a:lnTo>
                <a:lnTo>
                  <a:pt x="2620" y="116"/>
                </a:lnTo>
                <a:lnTo>
                  <a:pt x="2620" y="0"/>
                </a:lnTo>
                <a:moveTo>
                  <a:pt x="2884" y="0"/>
                </a:moveTo>
                <a:lnTo>
                  <a:pt x="3043" y="0"/>
                </a:lnTo>
                <a:lnTo>
                  <a:pt x="3043" y="116"/>
                </a:lnTo>
                <a:lnTo>
                  <a:pt x="2884" y="116"/>
                </a:lnTo>
                <a:lnTo>
                  <a:pt x="2884" y="0"/>
                </a:lnTo>
                <a:moveTo>
                  <a:pt x="3148" y="0"/>
                </a:moveTo>
                <a:lnTo>
                  <a:pt x="3307" y="0"/>
                </a:lnTo>
                <a:lnTo>
                  <a:pt x="3307" y="116"/>
                </a:lnTo>
                <a:lnTo>
                  <a:pt x="3148" y="116"/>
                </a:lnTo>
                <a:lnTo>
                  <a:pt x="3148" y="0"/>
                </a:lnTo>
                <a:moveTo>
                  <a:pt x="3412" y="0"/>
                </a:moveTo>
                <a:lnTo>
                  <a:pt x="3571" y="0"/>
                </a:lnTo>
                <a:lnTo>
                  <a:pt x="3571" y="116"/>
                </a:lnTo>
                <a:lnTo>
                  <a:pt x="3412" y="116"/>
                </a:lnTo>
                <a:lnTo>
                  <a:pt x="3412" y="0"/>
                </a:lnTo>
                <a:moveTo>
                  <a:pt x="3677" y="0"/>
                </a:moveTo>
                <a:lnTo>
                  <a:pt x="3835" y="0"/>
                </a:lnTo>
                <a:lnTo>
                  <a:pt x="3835" y="116"/>
                </a:lnTo>
                <a:lnTo>
                  <a:pt x="3677" y="116"/>
                </a:lnTo>
                <a:lnTo>
                  <a:pt x="3677" y="0"/>
                </a:lnTo>
                <a:moveTo>
                  <a:pt x="3941" y="0"/>
                </a:moveTo>
                <a:lnTo>
                  <a:pt x="4099" y="0"/>
                </a:lnTo>
                <a:lnTo>
                  <a:pt x="4099" y="116"/>
                </a:lnTo>
                <a:lnTo>
                  <a:pt x="3941" y="116"/>
                </a:lnTo>
                <a:lnTo>
                  <a:pt x="3941" y="0"/>
                </a:lnTo>
                <a:moveTo>
                  <a:pt x="4205" y="0"/>
                </a:moveTo>
                <a:lnTo>
                  <a:pt x="4363" y="0"/>
                </a:lnTo>
                <a:lnTo>
                  <a:pt x="4363" y="116"/>
                </a:lnTo>
                <a:lnTo>
                  <a:pt x="4205" y="116"/>
                </a:lnTo>
                <a:lnTo>
                  <a:pt x="4205" y="0"/>
                </a:lnTo>
                <a:moveTo>
                  <a:pt x="4469" y="0"/>
                </a:moveTo>
                <a:lnTo>
                  <a:pt x="4627" y="0"/>
                </a:lnTo>
                <a:lnTo>
                  <a:pt x="4627" y="116"/>
                </a:lnTo>
                <a:lnTo>
                  <a:pt x="4469" y="116"/>
                </a:lnTo>
                <a:lnTo>
                  <a:pt x="4469" y="0"/>
                </a:lnTo>
                <a:moveTo>
                  <a:pt x="4733" y="0"/>
                </a:moveTo>
                <a:lnTo>
                  <a:pt x="4892" y="0"/>
                </a:lnTo>
                <a:lnTo>
                  <a:pt x="4892" y="116"/>
                </a:lnTo>
                <a:lnTo>
                  <a:pt x="4733" y="116"/>
                </a:lnTo>
                <a:lnTo>
                  <a:pt x="4733" y="0"/>
                </a:lnTo>
                <a:moveTo>
                  <a:pt x="4997" y="0"/>
                </a:moveTo>
                <a:lnTo>
                  <a:pt x="5156" y="0"/>
                </a:lnTo>
                <a:lnTo>
                  <a:pt x="5156" y="116"/>
                </a:lnTo>
                <a:lnTo>
                  <a:pt x="4997" y="116"/>
                </a:lnTo>
                <a:lnTo>
                  <a:pt x="4997" y="0"/>
                </a:lnTo>
                <a:moveTo>
                  <a:pt x="5261" y="0"/>
                </a:moveTo>
                <a:lnTo>
                  <a:pt x="5420" y="0"/>
                </a:lnTo>
                <a:lnTo>
                  <a:pt x="5420" y="116"/>
                </a:lnTo>
                <a:lnTo>
                  <a:pt x="5261" y="116"/>
                </a:lnTo>
                <a:lnTo>
                  <a:pt x="5261" y="0"/>
                </a:lnTo>
                <a:moveTo>
                  <a:pt x="5525" y="0"/>
                </a:moveTo>
                <a:lnTo>
                  <a:pt x="5684" y="0"/>
                </a:lnTo>
                <a:lnTo>
                  <a:pt x="5684" y="116"/>
                </a:lnTo>
                <a:lnTo>
                  <a:pt x="5525" y="116"/>
                </a:lnTo>
                <a:lnTo>
                  <a:pt x="5525" y="0"/>
                </a:lnTo>
                <a:moveTo>
                  <a:pt x="5789" y="0"/>
                </a:moveTo>
                <a:lnTo>
                  <a:pt x="5948" y="0"/>
                </a:lnTo>
                <a:lnTo>
                  <a:pt x="5948" y="116"/>
                </a:lnTo>
                <a:lnTo>
                  <a:pt x="5789" y="116"/>
                </a:lnTo>
                <a:lnTo>
                  <a:pt x="5789" y="0"/>
                </a:lnTo>
                <a:moveTo>
                  <a:pt x="6053" y="0"/>
                </a:moveTo>
                <a:lnTo>
                  <a:pt x="6212" y="0"/>
                </a:lnTo>
                <a:lnTo>
                  <a:pt x="6212" y="116"/>
                </a:lnTo>
                <a:lnTo>
                  <a:pt x="6053" y="116"/>
                </a:lnTo>
                <a:lnTo>
                  <a:pt x="6053" y="0"/>
                </a:lnTo>
                <a:moveTo>
                  <a:pt x="6317" y="0"/>
                </a:moveTo>
                <a:lnTo>
                  <a:pt x="6476" y="0"/>
                </a:lnTo>
                <a:lnTo>
                  <a:pt x="6476" y="116"/>
                </a:lnTo>
                <a:lnTo>
                  <a:pt x="6317" y="116"/>
                </a:lnTo>
                <a:lnTo>
                  <a:pt x="6317" y="0"/>
                </a:lnTo>
                <a:moveTo>
                  <a:pt x="6581" y="0"/>
                </a:moveTo>
                <a:lnTo>
                  <a:pt x="6740" y="0"/>
                </a:lnTo>
                <a:lnTo>
                  <a:pt x="6740" y="116"/>
                </a:lnTo>
                <a:lnTo>
                  <a:pt x="6581" y="116"/>
                </a:lnTo>
                <a:lnTo>
                  <a:pt x="6581" y="0"/>
                </a:lnTo>
                <a:moveTo>
                  <a:pt x="6845" y="0"/>
                </a:moveTo>
                <a:lnTo>
                  <a:pt x="7004" y="0"/>
                </a:lnTo>
                <a:lnTo>
                  <a:pt x="7004" y="116"/>
                </a:lnTo>
                <a:lnTo>
                  <a:pt x="6845" y="116"/>
                </a:lnTo>
                <a:lnTo>
                  <a:pt x="6845" y="0"/>
                </a:lnTo>
                <a:moveTo>
                  <a:pt x="7109" y="0"/>
                </a:moveTo>
                <a:lnTo>
                  <a:pt x="7268" y="0"/>
                </a:lnTo>
                <a:lnTo>
                  <a:pt x="7268" y="116"/>
                </a:lnTo>
                <a:lnTo>
                  <a:pt x="7109" y="116"/>
                </a:lnTo>
                <a:lnTo>
                  <a:pt x="7109" y="0"/>
                </a:lnTo>
                <a:moveTo>
                  <a:pt x="7373" y="0"/>
                </a:moveTo>
                <a:lnTo>
                  <a:pt x="7532" y="0"/>
                </a:lnTo>
                <a:lnTo>
                  <a:pt x="7532" y="116"/>
                </a:lnTo>
                <a:lnTo>
                  <a:pt x="7373" y="116"/>
                </a:lnTo>
                <a:lnTo>
                  <a:pt x="7373" y="0"/>
                </a:lnTo>
                <a:moveTo>
                  <a:pt x="7637" y="0"/>
                </a:moveTo>
                <a:lnTo>
                  <a:pt x="7796" y="0"/>
                </a:lnTo>
                <a:lnTo>
                  <a:pt x="7796" y="116"/>
                </a:lnTo>
                <a:lnTo>
                  <a:pt x="7637" y="116"/>
                </a:lnTo>
                <a:lnTo>
                  <a:pt x="7637" y="0"/>
                </a:lnTo>
                <a:moveTo>
                  <a:pt x="7901" y="0"/>
                </a:moveTo>
                <a:lnTo>
                  <a:pt x="8060" y="0"/>
                </a:lnTo>
                <a:lnTo>
                  <a:pt x="8060" y="116"/>
                </a:lnTo>
                <a:lnTo>
                  <a:pt x="7901" y="116"/>
                </a:lnTo>
                <a:lnTo>
                  <a:pt x="7901" y="0"/>
                </a:lnTo>
                <a:moveTo>
                  <a:pt x="8165" y="0"/>
                </a:moveTo>
                <a:lnTo>
                  <a:pt x="8324" y="0"/>
                </a:lnTo>
                <a:lnTo>
                  <a:pt x="8324" y="116"/>
                </a:lnTo>
                <a:lnTo>
                  <a:pt x="8165" y="116"/>
                </a:lnTo>
                <a:lnTo>
                  <a:pt x="8165" y="0"/>
                </a:lnTo>
                <a:moveTo>
                  <a:pt x="8430" y="0"/>
                </a:moveTo>
                <a:lnTo>
                  <a:pt x="8588" y="0"/>
                </a:lnTo>
                <a:lnTo>
                  <a:pt x="8588" y="116"/>
                </a:lnTo>
                <a:lnTo>
                  <a:pt x="8430" y="116"/>
                </a:lnTo>
                <a:lnTo>
                  <a:pt x="8430" y="0"/>
                </a:lnTo>
                <a:moveTo>
                  <a:pt x="8694" y="0"/>
                </a:moveTo>
                <a:lnTo>
                  <a:pt x="8852" y="0"/>
                </a:lnTo>
                <a:lnTo>
                  <a:pt x="8852" y="116"/>
                </a:lnTo>
                <a:lnTo>
                  <a:pt x="8694" y="116"/>
                </a:lnTo>
                <a:lnTo>
                  <a:pt x="8694" y="0"/>
                </a:lnTo>
                <a:moveTo>
                  <a:pt x="8958" y="0"/>
                </a:moveTo>
                <a:lnTo>
                  <a:pt x="9116" y="0"/>
                </a:lnTo>
                <a:lnTo>
                  <a:pt x="9116" y="116"/>
                </a:lnTo>
                <a:lnTo>
                  <a:pt x="8958" y="116"/>
                </a:lnTo>
                <a:lnTo>
                  <a:pt x="8958" y="0"/>
                </a:lnTo>
                <a:moveTo>
                  <a:pt x="9222" y="0"/>
                </a:moveTo>
                <a:lnTo>
                  <a:pt x="9380" y="0"/>
                </a:lnTo>
                <a:lnTo>
                  <a:pt x="9380" y="116"/>
                </a:lnTo>
                <a:lnTo>
                  <a:pt x="9222" y="116"/>
                </a:lnTo>
                <a:lnTo>
                  <a:pt x="9222" y="0"/>
                </a:lnTo>
                <a:moveTo>
                  <a:pt x="9486" y="0"/>
                </a:moveTo>
                <a:lnTo>
                  <a:pt x="9644" y="0"/>
                </a:lnTo>
                <a:lnTo>
                  <a:pt x="9644" y="116"/>
                </a:lnTo>
                <a:lnTo>
                  <a:pt x="9486" y="116"/>
                </a:lnTo>
                <a:lnTo>
                  <a:pt x="9486" y="0"/>
                </a:lnTo>
                <a:moveTo>
                  <a:pt x="9750" y="0"/>
                </a:moveTo>
                <a:lnTo>
                  <a:pt x="9909" y="0"/>
                </a:lnTo>
                <a:lnTo>
                  <a:pt x="9909" y="116"/>
                </a:lnTo>
                <a:lnTo>
                  <a:pt x="9750" y="116"/>
                </a:lnTo>
                <a:lnTo>
                  <a:pt x="9750" y="0"/>
                </a:lnTo>
                <a:moveTo>
                  <a:pt x="10014" y="0"/>
                </a:moveTo>
                <a:lnTo>
                  <a:pt x="10173" y="0"/>
                </a:lnTo>
                <a:lnTo>
                  <a:pt x="10173" y="116"/>
                </a:lnTo>
                <a:lnTo>
                  <a:pt x="10014" y="116"/>
                </a:lnTo>
                <a:lnTo>
                  <a:pt x="10014" y="0"/>
                </a:lnTo>
                <a:moveTo>
                  <a:pt x="10278" y="0"/>
                </a:moveTo>
                <a:lnTo>
                  <a:pt x="10437" y="0"/>
                </a:lnTo>
                <a:lnTo>
                  <a:pt x="10437" y="116"/>
                </a:lnTo>
                <a:lnTo>
                  <a:pt x="10278" y="116"/>
                </a:lnTo>
                <a:lnTo>
                  <a:pt x="10278" y="0"/>
                </a:lnTo>
                <a:moveTo>
                  <a:pt x="10542" y="0"/>
                </a:moveTo>
                <a:lnTo>
                  <a:pt x="10701" y="0"/>
                </a:lnTo>
                <a:lnTo>
                  <a:pt x="10701" y="116"/>
                </a:lnTo>
                <a:lnTo>
                  <a:pt x="10542" y="116"/>
                </a:lnTo>
                <a:lnTo>
                  <a:pt x="10542" y="0"/>
                </a:lnTo>
                <a:moveTo>
                  <a:pt x="10806" y="0"/>
                </a:moveTo>
                <a:lnTo>
                  <a:pt x="10965" y="0"/>
                </a:lnTo>
                <a:lnTo>
                  <a:pt x="10965" y="116"/>
                </a:lnTo>
                <a:lnTo>
                  <a:pt x="10806" y="116"/>
                </a:lnTo>
                <a:lnTo>
                  <a:pt x="10806" y="0"/>
                </a:lnTo>
                <a:moveTo>
                  <a:pt x="11070" y="0"/>
                </a:moveTo>
                <a:lnTo>
                  <a:pt x="11229" y="0"/>
                </a:lnTo>
                <a:lnTo>
                  <a:pt x="11229" y="116"/>
                </a:lnTo>
                <a:lnTo>
                  <a:pt x="11070" y="116"/>
                </a:lnTo>
                <a:lnTo>
                  <a:pt x="11070" y="0"/>
                </a:lnTo>
                <a:moveTo>
                  <a:pt x="11334" y="0"/>
                </a:moveTo>
                <a:lnTo>
                  <a:pt x="11493" y="0"/>
                </a:lnTo>
                <a:lnTo>
                  <a:pt x="11493" y="116"/>
                </a:lnTo>
                <a:lnTo>
                  <a:pt x="11334" y="116"/>
                </a:lnTo>
                <a:lnTo>
                  <a:pt x="11334" y="0"/>
                </a:lnTo>
                <a:moveTo>
                  <a:pt x="11598" y="0"/>
                </a:moveTo>
                <a:lnTo>
                  <a:pt x="11757" y="0"/>
                </a:lnTo>
                <a:lnTo>
                  <a:pt x="11757" y="116"/>
                </a:lnTo>
                <a:lnTo>
                  <a:pt x="11598" y="116"/>
                </a:lnTo>
                <a:lnTo>
                  <a:pt x="11598" y="0"/>
                </a:lnTo>
                <a:moveTo>
                  <a:pt x="11862" y="0"/>
                </a:moveTo>
                <a:lnTo>
                  <a:pt x="12021" y="0"/>
                </a:lnTo>
                <a:lnTo>
                  <a:pt x="12021" y="116"/>
                </a:lnTo>
                <a:lnTo>
                  <a:pt x="11862" y="116"/>
                </a:lnTo>
                <a:lnTo>
                  <a:pt x="11862" y="0"/>
                </a:lnTo>
                <a:moveTo>
                  <a:pt x="12126" y="0"/>
                </a:moveTo>
                <a:lnTo>
                  <a:pt x="12285" y="0"/>
                </a:lnTo>
                <a:lnTo>
                  <a:pt x="12285" y="116"/>
                </a:lnTo>
                <a:lnTo>
                  <a:pt x="12126" y="116"/>
                </a:lnTo>
                <a:lnTo>
                  <a:pt x="12126" y="0"/>
                </a:lnTo>
                <a:moveTo>
                  <a:pt x="12390" y="0"/>
                </a:moveTo>
                <a:lnTo>
                  <a:pt x="12549" y="0"/>
                </a:lnTo>
                <a:lnTo>
                  <a:pt x="12549" y="116"/>
                </a:lnTo>
                <a:lnTo>
                  <a:pt x="12390" y="116"/>
                </a:lnTo>
                <a:lnTo>
                  <a:pt x="12390" y="0"/>
                </a:lnTo>
                <a:moveTo>
                  <a:pt x="12654" y="0"/>
                </a:moveTo>
                <a:lnTo>
                  <a:pt x="12813" y="0"/>
                </a:lnTo>
                <a:lnTo>
                  <a:pt x="12813" y="116"/>
                </a:lnTo>
                <a:lnTo>
                  <a:pt x="12654" y="116"/>
                </a:lnTo>
                <a:lnTo>
                  <a:pt x="12654" y="0"/>
                </a:lnTo>
                <a:moveTo>
                  <a:pt x="12918" y="0"/>
                </a:moveTo>
                <a:lnTo>
                  <a:pt x="13077" y="0"/>
                </a:lnTo>
                <a:lnTo>
                  <a:pt x="13077" y="116"/>
                </a:lnTo>
                <a:lnTo>
                  <a:pt x="12918" y="116"/>
                </a:lnTo>
                <a:lnTo>
                  <a:pt x="12918" y="0"/>
                </a:lnTo>
                <a:moveTo>
                  <a:pt x="13182" y="0"/>
                </a:moveTo>
                <a:lnTo>
                  <a:pt x="13341" y="0"/>
                </a:lnTo>
                <a:lnTo>
                  <a:pt x="13341" y="116"/>
                </a:lnTo>
                <a:lnTo>
                  <a:pt x="13182" y="116"/>
                </a:lnTo>
                <a:lnTo>
                  <a:pt x="13182" y="0"/>
                </a:lnTo>
                <a:moveTo>
                  <a:pt x="13447" y="0"/>
                </a:moveTo>
                <a:lnTo>
                  <a:pt x="13605" y="0"/>
                </a:lnTo>
                <a:lnTo>
                  <a:pt x="13605" y="116"/>
                </a:lnTo>
                <a:lnTo>
                  <a:pt x="13447" y="116"/>
                </a:lnTo>
                <a:lnTo>
                  <a:pt x="13447" y="0"/>
                </a:lnTo>
                <a:moveTo>
                  <a:pt x="13711" y="0"/>
                </a:moveTo>
                <a:lnTo>
                  <a:pt x="13869" y="0"/>
                </a:lnTo>
                <a:lnTo>
                  <a:pt x="13869" y="116"/>
                </a:lnTo>
                <a:lnTo>
                  <a:pt x="13711" y="116"/>
                </a:lnTo>
                <a:lnTo>
                  <a:pt x="13711" y="0"/>
                </a:lnTo>
                <a:moveTo>
                  <a:pt x="13975" y="0"/>
                </a:moveTo>
                <a:lnTo>
                  <a:pt x="14134" y="0"/>
                </a:lnTo>
                <a:lnTo>
                  <a:pt x="14134" y="116"/>
                </a:lnTo>
                <a:lnTo>
                  <a:pt x="13975" y="116"/>
                </a:lnTo>
                <a:lnTo>
                  <a:pt x="13975" y="0"/>
                </a:lnTo>
                <a:moveTo>
                  <a:pt x="14240" y="0"/>
                </a:moveTo>
                <a:lnTo>
                  <a:pt x="14398" y="0"/>
                </a:lnTo>
                <a:lnTo>
                  <a:pt x="14398" y="116"/>
                </a:lnTo>
                <a:lnTo>
                  <a:pt x="14240" y="116"/>
                </a:lnTo>
                <a:lnTo>
                  <a:pt x="14240" y="0"/>
                </a:lnTo>
                <a:moveTo>
                  <a:pt x="14504" y="0"/>
                </a:moveTo>
                <a:lnTo>
                  <a:pt x="14663" y="0"/>
                </a:lnTo>
                <a:lnTo>
                  <a:pt x="14663" y="116"/>
                </a:lnTo>
                <a:lnTo>
                  <a:pt x="14504" y="116"/>
                </a:lnTo>
                <a:lnTo>
                  <a:pt x="14504" y="0"/>
                </a:lnTo>
                <a:moveTo>
                  <a:pt x="14768" y="0"/>
                </a:moveTo>
                <a:lnTo>
                  <a:pt x="14927" y="0"/>
                </a:lnTo>
                <a:lnTo>
                  <a:pt x="14927" y="116"/>
                </a:lnTo>
                <a:lnTo>
                  <a:pt x="14768" y="116"/>
                </a:lnTo>
                <a:lnTo>
                  <a:pt x="14768" y="0"/>
                </a:lnTo>
                <a:moveTo>
                  <a:pt x="15032" y="0"/>
                </a:moveTo>
                <a:lnTo>
                  <a:pt x="15191" y="0"/>
                </a:lnTo>
                <a:lnTo>
                  <a:pt x="15191" y="116"/>
                </a:lnTo>
                <a:lnTo>
                  <a:pt x="15032" y="116"/>
                </a:lnTo>
                <a:lnTo>
                  <a:pt x="15032" y="0"/>
                </a:lnTo>
                <a:moveTo>
                  <a:pt x="15296" y="0"/>
                </a:moveTo>
                <a:lnTo>
                  <a:pt x="15455" y="0"/>
                </a:lnTo>
                <a:lnTo>
                  <a:pt x="15455" y="116"/>
                </a:lnTo>
                <a:lnTo>
                  <a:pt x="15296" y="116"/>
                </a:lnTo>
                <a:lnTo>
                  <a:pt x="15296" y="0"/>
                </a:lnTo>
                <a:moveTo>
                  <a:pt x="15560" y="0"/>
                </a:moveTo>
                <a:lnTo>
                  <a:pt x="15719" y="0"/>
                </a:lnTo>
                <a:lnTo>
                  <a:pt x="15719" y="116"/>
                </a:lnTo>
                <a:lnTo>
                  <a:pt x="15560" y="116"/>
                </a:lnTo>
                <a:lnTo>
                  <a:pt x="15560" y="0"/>
                </a:lnTo>
                <a:moveTo>
                  <a:pt x="15824" y="0"/>
                </a:moveTo>
                <a:lnTo>
                  <a:pt x="15983" y="0"/>
                </a:lnTo>
                <a:lnTo>
                  <a:pt x="15983" y="116"/>
                </a:lnTo>
                <a:lnTo>
                  <a:pt x="15824" y="116"/>
                </a:lnTo>
                <a:lnTo>
                  <a:pt x="15824" y="0"/>
                </a:lnTo>
                <a:moveTo>
                  <a:pt x="16088" y="0"/>
                </a:moveTo>
                <a:lnTo>
                  <a:pt x="16247" y="0"/>
                </a:lnTo>
                <a:lnTo>
                  <a:pt x="16247" y="116"/>
                </a:lnTo>
                <a:lnTo>
                  <a:pt x="16088" y="116"/>
                </a:lnTo>
                <a:lnTo>
                  <a:pt x="16088" y="0"/>
                </a:lnTo>
                <a:moveTo>
                  <a:pt x="16352" y="0"/>
                </a:moveTo>
                <a:lnTo>
                  <a:pt x="16511" y="0"/>
                </a:lnTo>
                <a:lnTo>
                  <a:pt x="16511" y="116"/>
                </a:lnTo>
                <a:lnTo>
                  <a:pt x="16352" y="116"/>
                </a:lnTo>
                <a:lnTo>
                  <a:pt x="16352" y="0"/>
                </a:lnTo>
                <a:moveTo>
                  <a:pt x="16616" y="0"/>
                </a:moveTo>
                <a:lnTo>
                  <a:pt x="16775" y="0"/>
                </a:lnTo>
                <a:lnTo>
                  <a:pt x="16775" y="116"/>
                </a:lnTo>
                <a:lnTo>
                  <a:pt x="16616" y="116"/>
                </a:lnTo>
                <a:lnTo>
                  <a:pt x="16616" y="0"/>
                </a:lnTo>
                <a:moveTo>
                  <a:pt x="16880" y="0"/>
                </a:moveTo>
                <a:lnTo>
                  <a:pt x="17039" y="0"/>
                </a:lnTo>
                <a:lnTo>
                  <a:pt x="17039" y="116"/>
                </a:lnTo>
                <a:lnTo>
                  <a:pt x="16880" y="116"/>
                </a:lnTo>
                <a:lnTo>
                  <a:pt x="16880" y="0"/>
                </a:lnTo>
                <a:moveTo>
                  <a:pt x="17144" y="0"/>
                </a:moveTo>
                <a:lnTo>
                  <a:pt x="17303" y="0"/>
                </a:lnTo>
                <a:lnTo>
                  <a:pt x="17303" y="116"/>
                </a:lnTo>
                <a:lnTo>
                  <a:pt x="17144" y="116"/>
                </a:lnTo>
                <a:lnTo>
                  <a:pt x="17144" y="0"/>
                </a:lnTo>
                <a:moveTo>
                  <a:pt x="17408" y="0"/>
                </a:moveTo>
                <a:lnTo>
                  <a:pt x="17567" y="0"/>
                </a:lnTo>
                <a:lnTo>
                  <a:pt x="17567" y="116"/>
                </a:lnTo>
                <a:lnTo>
                  <a:pt x="17408" y="116"/>
                </a:lnTo>
                <a:lnTo>
                  <a:pt x="17408" y="0"/>
                </a:lnTo>
                <a:moveTo>
                  <a:pt x="17672" y="0"/>
                </a:moveTo>
                <a:lnTo>
                  <a:pt x="17831" y="0"/>
                </a:lnTo>
                <a:lnTo>
                  <a:pt x="17831" y="116"/>
                </a:lnTo>
                <a:lnTo>
                  <a:pt x="17672" y="116"/>
                </a:lnTo>
                <a:lnTo>
                  <a:pt x="17672" y="0"/>
                </a:lnTo>
                <a:moveTo>
                  <a:pt x="17936" y="0"/>
                </a:moveTo>
                <a:lnTo>
                  <a:pt x="18095" y="0"/>
                </a:lnTo>
                <a:lnTo>
                  <a:pt x="18095" y="116"/>
                </a:lnTo>
                <a:lnTo>
                  <a:pt x="17936" y="116"/>
                </a:lnTo>
                <a:lnTo>
                  <a:pt x="17936" y="0"/>
                </a:lnTo>
                <a:moveTo>
                  <a:pt x="18201" y="0"/>
                </a:moveTo>
                <a:lnTo>
                  <a:pt x="18359" y="0"/>
                </a:lnTo>
                <a:lnTo>
                  <a:pt x="18359" y="116"/>
                </a:lnTo>
                <a:lnTo>
                  <a:pt x="18201" y="116"/>
                </a:lnTo>
                <a:lnTo>
                  <a:pt x="18201" y="0"/>
                </a:lnTo>
                <a:moveTo>
                  <a:pt x="18465" y="0"/>
                </a:moveTo>
                <a:lnTo>
                  <a:pt x="18623" y="0"/>
                </a:lnTo>
                <a:lnTo>
                  <a:pt x="18623" y="116"/>
                </a:lnTo>
                <a:lnTo>
                  <a:pt x="18465" y="116"/>
                </a:lnTo>
                <a:lnTo>
                  <a:pt x="18465" y="0"/>
                </a:lnTo>
                <a:moveTo>
                  <a:pt x="18729" y="0"/>
                </a:moveTo>
                <a:lnTo>
                  <a:pt x="18887" y="0"/>
                </a:lnTo>
                <a:lnTo>
                  <a:pt x="18887" y="116"/>
                </a:lnTo>
                <a:lnTo>
                  <a:pt x="18729" y="116"/>
                </a:lnTo>
                <a:lnTo>
                  <a:pt x="18729" y="0"/>
                </a:lnTo>
                <a:moveTo>
                  <a:pt x="18993" y="0"/>
                </a:moveTo>
                <a:lnTo>
                  <a:pt x="19151" y="0"/>
                </a:lnTo>
                <a:lnTo>
                  <a:pt x="19151" y="116"/>
                </a:lnTo>
                <a:lnTo>
                  <a:pt x="18993" y="116"/>
                </a:lnTo>
                <a:lnTo>
                  <a:pt x="18993" y="0"/>
                </a:lnTo>
                <a:moveTo>
                  <a:pt x="19257" y="0"/>
                </a:moveTo>
                <a:lnTo>
                  <a:pt x="19415" y="0"/>
                </a:lnTo>
                <a:lnTo>
                  <a:pt x="19415" y="116"/>
                </a:lnTo>
                <a:lnTo>
                  <a:pt x="19257" y="116"/>
                </a:lnTo>
                <a:lnTo>
                  <a:pt x="19257" y="0"/>
                </a:lnTo>
                <a:moveTo>
                  <a:pt x="19521" y="0"/>
                </a:moveTo>
                <a:lnTo>
                  <a:pt x="19680" y="0"/>
                </a:lnTo>
                <a:lnTo>
                  <a:pt x="19680" y="116"/>
                </a:lnTo>
                <a:lnTo>
                  <a:pt x="19521" y="116"/>
                </a:lnTo>
                <a:lnTo>
                  <a:pt x="19521" y="0"/>
                </a:lnTo>
                <a:moveTo>
                  <a:pt x="19785" y="0"/>
                </a:moveTo>
                <a:lnTo>
                  <a:pt x="19944" y="0"/>
                </a:lnTo>
                <a:lnTo>
                  <a:pt x="19944" y="116"/>
                </a:lnTo>
                <a:lnTo>
                  <a:pt x="19785" y="116"/>
                </a:lnTo>
                <a:lnTo>
                  <a:pt x="19785" y="0"/>
                </a:lnTo>
                <a:moveTo>
                  <a:pt x="20049" y="0"/>
                </a:moveTo>
                <a:lnTo>
                  <a:pt x="20208" y="0"/>
                </a:lnTo>
                <a:lnTo>
                  <a:pt x="20208" y="116"/>
                </a:lnTo>
                <a:lnTo>
                  <a:pt x="20049" y="116"/>
                </a:lnTo>
                <a:lnTo>
                  <a:pt x="20049" y="0"/>
                </a:lnTo>
                <a:moveTo>
                  <a:pt x="20313" y="0"/>
                </a:moveTo>
                <a:lnTo>
                  <a:pt x="20472" y="0"/>
                </a:lnTo>
                <a:lnTo>
                  <a:pt x="20472" y="116"/>
                </a:lnTo>
                <a:lnTo>
                  <a:pt x="20313" y="116"/>
                </a:lnTo>
                <a:lnTo>
                  <a:pt x="20313" y="0"/>
                </a:lnTo>
                <a:moveTo>
                  <a:pt x="20577" y="0"/>
                </a:moveTo>
                <a:lnTo>
                  <a:pt x="20736" y="0"/>
                </a:lnTo>
                <a:lnTo>
                  <a:pt x="20736" y="116"/>
                </a:lnTo>
                <a:lnTo>
                  <a:pt x="20577" y="116"/>
                </a:lnTo>
                <a:lnTo>
                  <a:pt x="20577" y="0"/>
                </a:lnTo>
                <a:moveTo>
                  <a:pt x="20841" y="0"/>
                </a:moveTo>
                <a:lnTo>
                  <a:pt x="21000" y="0"/>
                </a:lnTo>
                <a:lnTo>
                  <a:pt x="21000" y="116"/>
                </a:lnTo>
                <a:lnTo>
                  <a:pt x="20841" y="116"/>
                </a:lnTo>
                <a:lnTo>
                  <a:pt x="20841" y="0"/>
                </a:lnTo>
                <a:moveTo>
                  <a:pt x="21105" y="0"/>
                </a:moveTo>
                <a:lnTo>
                  <a:pt x="21264" y="0"/>
                </a:lnTo>
                <a:lnTo>
                  <a:pt x="21264" y="116"/>
                </a:lnTo>
                <a:lnTo>
                  <a:pt x="21105" y="116"/>
                </a:lnTo>
                <a:lnTo>
                  <a:pt x="21105" y="0"/>
                </a:lnTo>
                <a:moveTo>
                  <a:pt x="21369" y="0"/>
                </a:moveTo>
                <a:lnTo>
                  <a:pt x="21528" y="0"/>
                </a:lnTo>
                <a:lnTo>
                  <a:pt x="21528" y="116"/>
                </a:lnTo>
                <a:lnTo>
                  <a:pt x="21369" y="116"/>
                </a:lnTo>
                <a:lnTo>
                  <a:pt x="21369" y="0"/>
                </a:lnTo>
                <a:moveTo>
                  <a:pt x="21633" y="0"/>
                </a:moveTo>
                <a:lnTo>
                  <a:pt x="21792" y="0"/>
                </a:lnTo>
                <a:lnTo>
                  <a:pt x="21792" y="116"/>
                </a:lnTo>
                <a:lnTo>
                  <a:pt x="21633" y="116"/>
                </a:lnTo>
                <a:lnTo>
                  <a:pt x="21633" y="0"/>
                </a:lnTo>
                <a:moveTo>
                  <a:pt x="21897" y="0"/>
                </a:moveTo>
                <a:lnTo>
                  <a:pt x="22056" y="0"/>
                </a:lnTo>
                <a:lnTo>
                  <a:pt x="22056" y="116"/>
                </a:lnTo>
                <a:lnTo>
                  <a:pt x="21897" y="116"/>
                </a:lnTo>
                <a:lnTo>
                  <a:pt x="21897" y="0"/>
                </a:lnTo>
                <a:moveTo>
                  <a:pt x="22161" y="0"/>
                </a:moveTo>
                <a:lnTo>
                  <a:pt x="22320" y="0"/>
                </a:lnTo>
                <a:lnTo>
                  <a:pt x="22320" y="116"/>
                </a:lnTo>
                <a:lnTo>
                  <a:pt x="22161" y="116"/>
                </a:lnTo>
                <a:lnTo>
                  <a:pt x="22161" y="0"/>
                </a:lnTo>
                <a:moveTo>
                  <a:pt x="22425" y="0"/>
                </a:moveTo>
                <a:lnTo>
                  <a:pt x="22584" y="0"/>
                </a:lnTo>
                <a:lnTo>
                  <a:pt x="22584" y="116"/>
                </a:lnTo>
                <a:lnTo>
                  <a:pt x="22425" y="116"/>
                </a:lnTo>
                <a:lnTo>
                  <a:pt x="22425" y="0"/>
                </a:lnTo>
                <a:moveTo>
                  <a:pt x="22689" y="0"/>
                </a:moveTo>
                <a:lnTo>
                  <a:pt x="22848" y="0"/>
                </a:lnTo>
                <a:lnTo>
                  <a:pt x="22848" y="116"/>
                </a:lnTo>
                <a:lnTo>
                  <a:pt x="22689" y="116"/>
                </a:lnTo>
                <a:lnTo>
                  <a:pt x="22689" y="0"/>
                </a:lnTo>
                <a:moveTo>
                  <a:pt x="22953" y="0"/>
                </a:moveTo>
                <a:lnTo>
                  <a:pt x="23112" y="0"/>
                </a:lnTo>
                <a:lnTo>
                  <a:pt x="23112" y="116"/>
                </a:lnTo>
                <a:lnTo>
                  <a:pt x="22953" y="116"/>
                </a:lnTo>
                <a:lnTo>
                  <a:pt x="22953" y="0"/>
                </a:lnTo>
                <a:moveTo>
                  <a:pt x="23218" y="0"/>
                </a:moveTo>
                <a:lnTo>
                  <a:pt x="23376" y="0"/>
                </a:lnTo>
                <a:lnTo>
                  <a:pt x="23376" y="116"/>
                </a:lnTo>
                <a:lnTo>
                  <a:pt x="23218" y="116"/>
                </a:lnTo>
                <a:lnTo>
                  <a:pt x="23218" y="0"/>
                </a:lnTo>
                <a:moveTo>
                  <a:pt x="23482" y="0"/>
                </a:moveTo>
                <a:lnTo>
                  <a:pt x="23640" y="0"/>
                </a:lnTo>
                <a:lnTo>
                  <a:pt x="23640" y="116"/>
                </a:lnTo>
                <a:lnTo>
                  <a:pt x="23482" y="116"/>
                </a:lnTo>
                <a:lnTo>
                  <a:pt x="23482" y="0"/>
                </a:lnTo>
                <a:moveTo>
                  <a:pt x="23746" y="0"/>
                </a:moveTo>
                <a:lnTo>
                  <a:pt x="23904" y="0"/>
                </a:lnTo>
                <a:lnTo>
                  <a:pt x="23904" y="116"/>
                </a:lnTo>
                <a:lnTo>
                  <a:pt x="23746" y="116"/>
                </a:lnTo>
                <a:lnTo>
                  <a:pt x="23746" y="0"/>
                </a:lnTo>
                <a:moveTo>
                  <a:pt x="24010" y="0"/>
                </a:moveTo>
                <a:lnTo>
                  <a:pt x="24168" y="0"/>
                </a:lnTo>
                <a:lnTo>
                  <a:pt x="24168" y="116"/>
                </a:lnTo>
                <a:lnTo>
                  <a:pt x="24010" y="116"/>
                </a:lnTo>
                <a:lnTo>
                  <a:pt x="24010" y="0"/>
                </a:lnTo>
                <a:moveTo>
                  <a:pt x="24274" y="0"/>
                </a:moveTo>
                <a:lnTo>
                  <a:pt x="24433" y="0"/>
                </a:lnTo>
                <a:lnTo>
                  <a:pt x="24433" y="116"/>
                </a:lnTo>
                <a:lnTo>
                  <a:pt x="24274" y="116"/>
                </a:lnTo>
                <a:lnTo>
                  <a:pt x="24274" y="0"/>
                </a:lnTo>
                <a:moveTo>
                  <a:pt x="24538" y="0"/>
                </a:moveTo>
                <a:lnTo>
                  <a:pt x="24697" y="0"/>
                </a:lnTo>
                <a:lnTo>
                  <a:pt x="24697" y="116"/>
                </a:lnTo>
                <a:lnTo>
                  <a:pt x="24538" y="116"/>
                </a:lnTo>
                <a:lnTo>
                  <a:pt x="24538" y="0"/>
                </a:lnTo>
                <a:moveTo>
                  <a:pt x="24802" y="0"/>
                </a:moveTo>
                <a:lnTo>
                  <a:pt x="24961" y="0"/>
                </a:lnTo>
                <a:lnTo>
                  <a:pt x="24961" y="116"/>
                </a:lnTo>
                <a:lnTo>
                  <a:pt x="24802" y="116"/>
                </a:lnTo>
                <a:lnTo>
                  <a:pt x="24802" y="0"/>
                </a:lnTo>
                <a:moveTo>
                  <a:pt x="25066" y="0"/>
                </a:moveTo>
                <a:lnTo>
                  <a:pt x="25225" y="0"/>
                </a:lnTo>
                <a:lnTo>
                  <a:pt x="25225" y="116"/>
                </a:lnTo>
                <a:lnTo>
                  <a:pt x="25066" y="116"/>
                </a:lnTo>
                <a:lnTo>
                  <a:pt x="25066" y="0"/>
                </a:lnTo>
                <a:moveTo>
                  <a:pt x="25330" y="0"/>
                </a:moveTo>
                <a:lnTo>
                  <a:pt x="25489" y="0"/>
                </a:lnTo>
                <a:lnTo>
                  <a:pt x="25489" y="116"/>
                </a:lnTo>
                <a:lnTo>
                  <a:pt x="25330" y="116"/>
                </a:lnTo>
                <a:lnTo>
                  <a:pt x="25330" y="0"/>
                </a:lnTo>
                <a:moveTo>
                  <a:pt x="25594" y="0"/>
                </a:moveTo>
                <a:lnTo>
                  <a:pt x="25753" y="0"/>
                </a:lnTo>
                <a:lnTo>
                  <a:pt x="25753" y="116"/>
                </a:lnTo>
                <a:lnTo>
                  <a:pt x="25594" y="116"/>
                </a:lnTo>
                <a:lnTo>
                  <a:pt x="25594" y="0"/>
                </a:lnTo>
                <a:moveTo>
                  <a:pt x="25858" y="0"/>
                </a:moveTo>
                <a:lnTo>
                  <a:pt x="26017" y="0"/>
                </a:lnTo>
                <a:lnTo>
                  <a:pt x="26017" y="116"/>
                </a:lnTo>
                <a:lnTo>
                  <a:pt x="25858" y="116"/>
                </a:lnTo>
                <a:lnTo>
                  <a:pt x="25858" y="0"/>
                </a:lnTo>
                <a:moveTo>
                  <a:pt x="26122" y="0"/>
                </a:moveTo>
                <a:lnTo>
                  <a:pt x="26281" y="0"/>
                </a:lnTo>
                <a:lnTo>
                  <a:pt x="26281" y="116"/>
                </a:lnTo>
                <a:lnTo>
                  <a:pt x="26122" y="116"/>
                </a:lnTo>
                <a:lnTo>
                  <a:pt x="26122" y="0"/>
                </a:lnTo>
                <a:moveTo>
                  <a:pt x="26386" y="0"/>
                </a:moveTo>
                <a:lnTo>
                  <a:pt x="26545" y="0"/>
                </a:lnTo>
                <a:lnTo>
                  <a:pt x="26545" y="116"/>
                </a:lnTo>
                <a:lnTo>
                  <a:pt x="26386" y="116"/>
                </a:lnTo>
                <a:lnTo>
                  <a:pt x="26386" y="0"/>
                </a:lnTo>
                <a:moveTo>
                  <a:pt x="26650" y="0"/>
                </a:moveTo>
                <a:lnTo>
                  <a:pt x="26809" y="0"/>
                </a:lnTo>
                <a:lnTo>
                  <a:pt x="26809" y="116"/>
                </a:lnTo>
                <a:lnTo>
                  <a:pt x="26650" y="116"/>
                </a:lnTo>
                <a:lnTo>
                  <a:pt x="26650" y="0"/>
                </a:lnTo>
                <a:moveTo>
                  <a:pt x="26914" y="0"/>
                </a:moveTo>
                <a:lnTo>
                  <a:pt x="27073" y="0"/>
                </a:lnTo>
                <a:lnTo>
                  <a:pt x="27073" y="116"/>
                </a:lnTo>
                <a:lnTo>
                  <a:pt x="26914" y="116"/>
                </a:lnTo>
                <a:lnTo>
                  <a:pt x="26914" y="0"/>
                </a:lnTo>
                <a:moveTo>
                  <a:pt x="27178" y="0"/>
                </a:moveTo>
                <a:lnTo>
                  <a:pt x="27337" y="0"/>
                </a:lnTo>
                <a:lnTo>
                  <a:pt x="27337" y="116"/>
                </a:lnTo>
                <a:lnTo>
                  <a:pt x="27178" y="116"/>
                </a:lnTo>
                <a:lnTo>
                  <a:pt x="27178" y="0"/>
                </a:lnTo>
                <a:moveTo>
                  <a:pt x="27442" y="0"/>
                </a:moveTo>
                <a:lnTo>
                  <a:pt x="27601" y="0"/>
                </a:lnTo>
                <a:lnTo>
                  <a:pt x="27601" y="116"/>
                </a:lnTo>
                <a:lnTo>
                  <a:pt x="27442" y="116"/>
                </a:lnTo>
                <a:lnTo>
                  <a:pt x="27442" y="0"/>
                </a:lnTo>
                <a:moveTo>
                  <a:pt x="27706" y="0"/>
                </a:moveTo>
                <a:lnTo>
                  <a:pt x="27865" y="0"/>
                </a:lnTo>
                <a:lnTo>
                  <a:pt x="27865" y="116"/>
                </a:lnTo>
                <a:lnTo>
                  <a:pt x="27706" y="116"/>
                </a:lnTo>
                <a:lnTo>
                  <a:pt x="27706" y="0"/>
                </a:lnTo>
                <a:moveTo>
                  <a:pt x="27971" y="0"/>
                </a:moveTo>
                <a:lnTo>
                  <a:pt x="28129" y="0"/>
                </a:lnTo>
                <a:lnTo>
                  <a:pt x="28129" y="116"/>
                </a:lnTo>
                <a:lnTo>
                  <a:pt x="27971" y="116"/>
                </a:lnTo>
                <a:lnTo>
                  <a:pt x="27971" y="0"/>
                </a:lnTo>
                <a:moveTo>
                  <a:pt x="28235" y="0"/>
                </a:moveTo>
                <a:lnTo>
                  <a:pt x="28393" y="0"/>
                </a:lnTo>
                <a:lnTo>
                  <a:pt x="28393" y="116"/>
                </a:lnTo>
                <a:lnTo>
                  <a:pt x="28235" y="116"/>
                </a:lnTo>
                <a:lnTo>
                  <a:pt x="28235" y="0"/>
                </a:lnTo>
                <a:moveTo>
                  <a:pt x="28499" y="0"/>
                </a:moveTo>
                <a:lnTo>
                  <a:pt x="28657" y="0"/>
                </a:lnTo>
                <a:lnTo>
                  <a:pt x="28657" y="116"/>
                </a:lnTo>
                <a:lnTo>
                  <a:pt x="28499" y="116"/>
                </a:lnTo>
                <a:lnTo>
                  <a:pt x="28499" y="0"/>
                </a:lnTo>
                <a:moveTo>
                  <a:pt x="28763" y="0"/>
                </a:moveTo>
                <a:lnTo>
                  <a:pt x="28921" y="0"/>
                </a:lnTo>
                <a:lnTo>
                  <a:pt x="28921" y="116"/>
                </a:lnTo>
                <a:lnTo>
                  <a:pt x="28763" y="116"/>
                </a:lnTo>
                <a:lnTo>
                  <a:pt x="28763" y="0"/>
                </a:lnTo>
                <a:moveTo>
                  <a:pt x="29027" y="0"/>
                </a:moveTo>
                <a:lnTo>
                  <a:pt x="29185" y="0"/>
                </a:lnTo>
                <a:lnTo>
                  <a:pt x="29185" y="116"/>
                </a:lnTo>
                <a:lnTo>
                  <a:pt x="29027" y="116"/>
                </a:lnTo>
                <a:lnTo>
                  <a:pt x="29027" y="0"/>
                </a:lnTo>
                <a:moveTo>
                  <a:pt x="29291" y="0"/>
                </a:moveTo>
                <a:lnTo>
                  <a:pt x="29450" y="0"/>
                </a:lnTo>
                <a:lnTo>
                  <a:pt x="29450" y="116"/>
                </a:lnTo>
                <a:lnTo>
                  <a:pt x="29291" y="116"/>
                </a:lnTo>
                <a:lnTo>
                  <a:pt x="29291" y="0"/>
                </a:lnTo>
                <a:moveTo>
                  <a:pt x="29555" y="0"/>
                </a:moveTo>
                <a:lnTo>
                  <a:pt x="29714" y="0"/>
                </a:lnTo>
                <a:lnTo>
                  <a:pt x="29714" y="116"/>
                </a:lnTo>
                <a:lnTo>
                  <a:pt x="29555" y="116"/>
                </a:lnTo>
                <a:lnTo>
                  <a:pt x="29555" y="0"/>
                </a:lnTo>
                <a:moveTo>
                  <a:pt x="29819" y="0"/>
                </a:moveTo>
                <a:lnTo>
                  <a:pt x="29978" y="0"/>
                </a:lnTo>
                <a:lnTo>
                  <a:pt x="29978" y="116"/>
                </a:lnTo>
                <a:lnTo>
                  <a:pt x="29819" y="116"/>
                </a:lnTo>
                <a:lnTo>
                  <a:pt x="29819" y="0"/>
                </a:lnTo>
                <a:moveTo>
                  <a:pt x="30083" y="0"/>
                </a:moveTo>
                <a:lnTo>
                  <a:pt x="30242" y="0"/>
                </a:lnTo>
                <a:lnTo>
                  <a:pt x="30242" y="116"/>
                </a:lnTo>
                <a:lnTo>
                  <a:pt x="30083" y="116"/>
                </a:lnTo>
                <a:lnTo>
                  <a:pt x="30083" y="0"/>
                </a:lnTo>
                <a:moveTo>
                  <a:pt x="30347" y="0"/>
                </a:moveTo>
                <a:lnTo>
                  <a:pt x="30506" y="0"/>
                </a:lnTo>
                <a:lnTo>
                  <a:pt x="30506" y="116"/>
                </a:lnTo>
                <a:lnTo>
                  <a:pt x="30347" y="116"/>
                </a:lnTo>
                <a:lnTo>
                  <a:pt x="30347" y="0"/>
                </a:lnTo>
                <a:moveTo>
                  <a:pt x="30611" y="0"/>
                </a:moveTo>
                <a:lnTo>
                  <a:pt x="30725" y="0"/>
                </a:lnTo>
                <a:cubicBezTo>
                  <a:pt x="30744" y="0"/>
                  <a:pt x="30764" y="2"/>
                  <a:pt x="30783" y="7"/>
                </a:cubicBezTo>
                <a:lnTo>
                  <a:pt x="30755" y="120"/>
                </a:lnTo>
                <a:cubicBezTo>
                  <a:pt x="30745" y="117"/>
                  <a:pt x="30735" y="116"/>
                  <a:pt x="30725" y="116"/>
                </a:cubicBezTo>
                <a:lnTo>
                  <a:pt x="30611" y="116"/>
                </a:lnTo>
                <a:lnTo>
                  <a:pt x="30611" y="0"/>
                </a:lnTo>
                <a:moveTo>
                  <a:pt x="30902" y="77"/>
                </a:moveTo>
                <a:cubicBezTo>
                  <a:pt x="30946" y="123"/>
                  <a:pt x="30968" y="179"/>
                  <a:pt x="30968" y="243"/>
                </a:cubicBezTo>
                <a:lnTo>
                  <a:pt x="30968" y="263"/>
                </a:lnTo>
                <a:lnTo>
                  <a:pt x="30852" y="263"/>
                </a:lnTo>
                <a:lnTo>
                  <a:pt x="30852" y="243"/>
                </a:lnTo>
                <a:cubicBezTo>
                  <a:pt x="30852" y="210"/>
                  <a:pt x="30840" y="181"/>
                  <a:pt x="30817" y="156"/>
                </a:cubicBezTo>
                <a:lnTo>
                  <a:pt x="30902" y="77"/>
                </a:lnTo>
                <a:moveTo>
                  <a:pt x="30968" y="368"/>
                </a:moveTo>
                <a:lnTo>
                  <a:pt x="30968" y="527"/>
                </a:lnTo>
                <a:lnTo>
                  <a:pt x="30852" y="527"/>
                </a:lnTo>
                <a:lnTo>
                  <a:pt x="30852" y="368"/>
                </a:lnTo>
                <a:lnTo>
                  <a:pt x="30968" y="368"/>
                </a:lnTo>
                <a:moveTo>
                  <a:pt x="30968" y="634"/>
                </a:moveTo>
                <a:lnTo>
                  <a:pt x="30968" y="792"/>
                </a:lnTo>
                <a:lnTo>
                  <a:pt x="30852" y="792"/>
                </a:lnTo>
                <a:lnTo>
                  <a:pt x="30852" y="634"/>
                </a:lnTo>
                <a:lnTo>
                  <a:pt x="30968" y="634"/>
                </a:lnTo>
                <a:moveTo>
                  <a:pt x="30968" y="898"/>
                </a:moveTo>
                <a:lnTo>
                  <a:pt x="30968" y="1056"/>
                </a:lnTo>
                <a:lnTo>
                  <a:pt x="30852" y="1056"/>
                </a:lnTo>
                <a:lnTo>
                  <a:pt x="30852" y="898"/>
                </a:lnTo>
                <a:lnTo>
                  <a:pt x="30968" y="898"/>
                </a:lnTo>
                <a:moveTo>
                  <a:pt x="30968" y="1162"/>
                </a:moveTo>
                <a:lnTo>
                  <a:pt x="30968" y="1320"/>
                </a:lnTo>
                <a:lnTo>
                  <a:pt x="30852" y="1320"/>
                </a:lnTo>
                <a:lnTo>
                  <a:pt x="30852" y="1162"/>
                </a:lnTo>
                <a:lnTo>
                  <a:pt x="30968" y="1162"/>
                </a:lnTo>
                <a:moveTo>
                  <a:pt x="30968" y="1426"/>
                </a:moveTo>
                <a:lnTo>
                  <a:pt x="30968" y="1584"/>
                </a:lnTo>
                <a:lnTo>
                  <a:pt x="30852" y="1584"/>
                </a:lnTo>
                <a:lnTo>
                  <a:pt x="30852" y="1426"/>
                </a:lnTo>
                <a:lnTo>
                  <a:pt x="30968" y="1426"/>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2"/>
                </a:moveTo>
                <a:cubicBezTo>
                  <a:pt x="30961" y="2297"/>
                  <a:pt x="30928" y="2356"/>
                  <a:pt x="30866" y="2400"/>
                </a:cubicBezTo>
                <a:lnTo>
                  <a:pt x="30799" y="2305"/>
                </a:lnTo>
                <a:cubicBezTo>
                  <a:pt x="30831" y="2283"/>
                  <a:pt x="30848" y="2252"/>
                  <a:pt x="30851" y="2212"/>
                </a:cubicBezTo>
                <a:lnTo>
                  <a:pt x="30967" y="2222"/>
                </a:lnTo>
                <a:moveTo>
                  <a:pt x="30736" y="2445"/>
                </a:moveTo>
                <a:cubicBezTo>
                  <a:pt x="30733" y="2445"/>
                  <a:pt x="30729" y="2446"/>
                  <a:pt x="30725" y="2446"/>
                </a:cubicBezTo>
                <a:lnTo>
                  <a:pt x="30575" y="2446"/>
                </a:lnTo>
                <a:lnTo>
                  <a:pt x="30575" y="2329"/>
                </a:lnTo>
                <a:lnTo>
                  <a:pt x="30725" y="2329"/>
                </a:lnTo>
                <a:cubicBezTo>
                  <a:pt x="30727" y="2329"/>
                  <a:pt x="30729" y="2329"/>
                  <a:pt x="30731" y="2329"/>
                </a:cubicBezTo>
                <a:lnTo>
                  <a:pt x="30736" y="2445"/>
                </a:lnTo>
                <a:moveTo>
                  <a:pt x="30470" y="2446"/>
                </a:moveTo>
                <a:lnTo>
                  <a:pt x="30311" y="2446"/>
                </a:lnTo>
                <a:lnTo>
                  <a:pt x="30311" y="2329"/>
                </a:lnTo>
                <a:lnTo>
                  <a:pt x="30470" y="2329"/>
                </a:lnTo>
                <a:lnTo>
                  <a:pt x="30470" y="2446"/>
                </a:lnTo>
                <a:moveTo>
                  <a:pt x="30206" y="2446"/>
                </a:moveTo>
                <a:lnTo>
                  <a:pt x="30047" y="2446"/>
                </a:lnTo>
                <a:lnTo>
                  <a:pt x="30047" y="2329"/>
                </a:lnTo>
                <a:lnTo>
                  <a:pt x="30206" y="2329"/>
                </a:lnTo>
                <a:lnTo>
                  <a:pt x="30206" y="2446"/>
                </a:lnTo>
                <a:moveTo>
                  <a:pt x="29942" y="2446"/>
                </a:moveTo>
                <a:lnTo>
                  <a:pt x="29783" y="2446"/>
                </a:lnTo>
                <a:lnTo>
                  <a:pt x="29783" y="2329"/>
                </a:lnTo>
                <a:lnTo>
                  <a:pt x="29942" y="2329"/>
                </a:lnTo>
                <a:lnTo>
                  <a:pt x="29942" y="2446"/>
                </a:lnTo>
                <a:moveTo>
                  <a:pt x="29678" y="2446"/>
                </a:moveTo>
                <a:lnTo>
                  <a:pt x="29519" y="2446"/>
                </a:lnTo>
                <a:lnTo>
                  <a:pt x="29519" y="2329"/>
                </a:lnTo>
                <a:lnTo>
                  <a:pt x="29678" y="2329"/>
                </a:lnTo>
                <a:lnTo>
                  <a:pt x="29678" y="2446"/>
                </a:lnTo>
                <a:moveTo>
                  <a:pt x="29414" y="2446"/>
                </a:moveTo>
                <a:lnTo>
                  <a:pt x="29255" y="2446"/>
                </a:lnTo>
                <a:lnTo>
                  <a:pt x="29255" y="2329"/>
                </a:lnTo>
                <a:lnTo>
                  <a:pt x="29414" y="2329"/>
                </a:lnTo>
                <a:lnTo>
                  <a:pt x="29414" y="2446"/>
                </a:lnTo>
                <a:moveTo>
                  <a:pt x="29150" y="2446"/>
                </a:moveTo>
                <a:lnTo>
                  <a:pt x="28991" y="2446"/>
                </a:lnTo>
                <a:lnTo>
                  <a:pt x="28991" y="2329"/>
                </a:lnTo>
                <a:lnTo>
                  <a:pt x="29150" y="2329"/>
                </a:lnTo>
                <a:lnTo>
                  <a:pt x="29150" y="2446"/>
                </a:lnTo>
                <a:moveTo>
                  <a:pt x="28886" y="2446"/>
                </a:moveTo>
                <a:lnTo>
                  <a:pt x="28727" y="2446"/>
                </a:lnTo>
                <a:lnTo>
                  <a:pt x="28727" y="2329"/>
                </a:lnTo>
                <a:lnTo>
                  <a:pt x="28886" y="2329"/>
                </a:lnTo>
                <a:lnTo>
                  <a:pt x="28886" y="2446"/>
                </a:lnTo>
                <a:moveTo>
                  <a:pt x="28622" y="2446"/>
                </a:moveTo>
                <a:lnTo>
                  <a:pt x="28463" y="2446"/>
                </a:lnTo>
                <a:lnTo>
                  <a:pt x="28463" y="2329"/>
                </a:lnTo>
                <a:lnTo>
                  <a:pt x="28622" y="2329"/>
                </a:lnTo>
                <a:lnTo>
                  <a:pt x="28622" y="2446"/>
                </a:lnTo>
                <a:moveTo>
                  <a:pt x="28358" y="2446"/>
                </a:moveTo>
                <a:lnTo>
                  <a:pt x="28199" y="2446"/>
                </a:lnTo>
                <a:lnTo>
                  <a:pt x="28199" y="2329"/>
                </a:lnTo>
                <a:lnTo>
                  <a:pt x="28358" y="2329"/>
                </a:lnTo>
                <a:lnTo>
                  <a:pt x="28358" y="2446"/>
                </a:lnTo>
                <a:moveTo>
                  <a:pt x="28094" y="2446"/>
                </a:moveTo>
                <a:lnTo>
                  <a:pt x="27935" y="2446"/>
                </a:lnTo>
                <a:lnTo>
                  <a:pt x="27935" y="2329"/>
                </a:lnTo>
                <a:lnTo>
                  <a:pt x="28094" y="2329"/>
                </a:lnTo>
                <a:lnTo>
                  <a:pt x="28094" y="2446"/>
                </a:lnTo>
                <a:moveTo>
                  <a:pt x="27829" y="2446"/>
                </a:moveTo>
                <a:lnTo>
                  <a:pt x="27671" y="2446"/>
                </a:lnTo>
                <a:lnTo>
                  <a:pt x="27671" y="2329"/>
                </a:lnTo>
                <a:lnTo>
                  <a:pt x="27829" y="2329"/>
                </a:lnTo>
                <a:lnTo>
                  <a:pt x="27829" y="2446"/>
                </a:lnTo>
                <a:moveTo>
                  <a:pt x="27565" y="2446"/>
                </a:moveTo>
                <a:lnTo>
                  <a:pt x="27407" y="2446"/>
                </a:lnTo>
                <a:lnTo>
                  <a:pt x="27407" y="2329"/>
                </a:lnTo>
                <a:lnTo>
                  <a:pt x="27565" y="2329"/>
                </a:lnTo>
                <a:lnTo>
                  <a:pt x="27565" y="2446"/>
                </a:lnTo>
                <a:moveTo>
                  <a:pt x="27301" y="2446"/>
                </a:moveTo>
                <a:lnTo>
                  <a:pt x="27143" y="2446"/>
                </a:lnTo>
                <a:lnTo>
                  <a:pt x="27143" y="2329"/>
                </a:lnTo>
                <a:lnTo>
                  <a:pt x="27301" y="2329"/>
                </a:lnTo>
                <a:lnTo>
                  <a:pt x="27301" y="2446"/>
                </a:lnTo>
                <a:moveTo>
                  <a:pt x="27037" y="2446"/>
                </a:moveTo>
                <a:lnTo>
                  <a:pt x="26879" y="2446"/>
                </a:lnTo>
                <a:lnTo>
                  <a:pt x="26879" y="2329"/>
                </a:lnTo>
                <a:lnTo>
                  <a:pt x="27037" y="2329"/>
                </a:lnTo>
                <a:lnTo>
                  <a:pt x="27037" y="2446"/>
                </a:lnTo>
                <a:moveTo>
                  <a:pt x="26773" y="2446"/>
                </a:moveTo>
                <a:lnTo>
                  <a:pt x="26615" y="2446"/>
                </a:lnTo>
                <a:lnTo>
                  <a:pt x="26615" y="2329"/>
                </a:lnTo>
                <a:lnTo>
                  <a:pt x="26773" y="2329"/>
                </a:lnTo>
                <a:lnTo>
                  <a:pt x="26773" y="2446"/>
                </a:lnTo>
                <a:moveTo>
                  <a:pt x="26509" y="2446"/>
                </a:moveTo>
                <a:lnTo>
                  <a:pt x="26350" y="2446"/>
                </a:lnTo>
                <a:lnTo>
                  <a:pt x="26350" y="2329"/>
                </a:lnTo>
                <a:lnTo>
                  <a:pt x="26509" y="2329"/>
                </a:lnTo>
                <a:lnTo>
                  <a:pt x="26509" y="2446"/>
                </a:lnTo>
                <a:moveTo>
                  <a:pt x="26245" y="2446"/>
                </a:moveTo>
                <a:lnTo>
                  <a:pt x="26086" y="2446"/>
                </a:lnTo>
                <a:lnTo>
                  <a:pt x="26086" y="2329"/>
                </a:lnTo>
                <a:lnTo>
                  <a:pt x="26245" y="2329"/>
                </a:lnTo>
                <a:lnTo>
                  <a:pt x="26245" y="2446"/>
                </a:lnTo>
                <a:moveTo>
                  <a:pt x="25981" y="2446"/>
                </a:moveTo>
                <a:lnTo>
                  <a:pt x="25822" y="2446"/>
                </a:lnTo>
                <a:lnTo>
                  <a:pt x="25822" y="2329"/>
                </a:lnTo>
                <a:lnTo>
                  <a:pt x="25981" y="2329"/>
                </a:lnTo>
                <a:lnTo>
                  <a:pt x="25981" y="2446"/>
                </a:lnTo>
                <a:moveTo>
                  <a:pt x="25717" y="2446"/>
                </a:moveTo>
                <a:lnTo>
                  <a:pt x="25558" y="2446"/>
                </a:lnTo>
                <a:lnTo>
                  <a:pt x="25558" y="2329"/>
                </a:lnTo>
                <a:lnTo>
                  <a:pt x="25717" y="2329"/>
                </a:lnTo>
                <a:lnTo>
                  <a:pt x="25717" y="2446"/>
                </a:lnTo>
                <a:moveTo>
                  <a:pt x="25453" y="2446"/>
                </a:moveTo>
                <a:lnTo>
                  <a:pt x="25294" y="2446"/>
                </a:lnTo>
                <a:lnTo>
                  <a:pt x="25294" y="2329"/>
                </a:lnTo>
                <a:lnTo>
                  <a:pt x="25453" y="2329"/>
                </a:lnTo>
                <a:lnTo>
                  <a:pt x="25453" y="2446"/>
                </a:lnTo>
                <a:moveTo>
                  <a:pt x="25189" y="2446"/>
                </a:moveTo>
                <a:lnTo>
                  <a:pt x="25030" y="2446"/>
                </a:lnTo>
                <a:lnTo>
                  <a:pt x="25030" y="2329"/>
                </a:lnTo>
                <a:lnTo>
                  <a:pt x="25189" y="2329"/>
                </a:lnTo>
                <a:lnTo>
                  <a:pt x="25189" y="2446"/>
                </a:lnTo>
                <a:moveTo>
                  <a:pt x="24925" y="2446"/>
                </a:moveTo>
                <a:lnTo>
                  <a:pt x="24766" y="2446"/>
                </a:lnTo>
                <a:lnTo>
                  <a:pt x="24766" y="2329"/>
                </a:lnTo>
                <a:lnTo>
                  <a:pt x="24925" y="2329"/>
                </a:lnTo>
                <a:lnTo>
                  <a:pt x="24925" y="2446"/>
                </a:lnTo>
                <a:moveTo>
                  <a:pt x="24661" y="2446"/>
                </a:moveTo>
                <a:lnTo>
                  <a:pt x="24502" y="2446"/>
                </a:lnTo>
                <a:lnTo>
                  <a:pt x="24502" y="2329"/>
                </a:lnTo>
                <a:lnTo>
                  <a:pt x="24661" y="2329"/>
                </a:lnTo>
                <a:lnTo>
                  <a:pt x="24661" y="2446"/>
                </a:lnTo>
                <a:moveTo>
                  <a:pt x="24397" y="2446"/>
                </a:moveTo>
                <a:lnTo>
                  <a:pt x="24238" y="2446"/>
                </a:lnTo>
                <a:lnTo>
                  <a:pt x="24238" y="2329"/>
                </a:lnTo>
                <a:lnTo>
                  <a:pt x="24397" y="2329"/>
                </a:lnTo>
                <a:lnTo>
                  <a:pt x="24397" y="2446"/>
                </a:lnTo>
                <a:moveTo>
                  <a:pt x="24133" y="2446"/>
                </a:moveTo>
                <a:lnTo>
                  <a:pt x="23974" y="2446"/>
                </a:lnTo>
                <a:lnTo>
                  <a:pt x="23974" y="2329"/>
                </a:lnTo>
                <a:lnTo>
                  <a:pt x="24133" y="2329"/>
                </a:lnTo>
                <a:lnTo>
                  <a:pt x="24133" y="2446"/>
                </a:lnTo>
                <a:moveTo>
                  <a:pt x="23869" y="2446"/>
                </a:moveTo>
                <a:lnTo>
                  <a:pt x="23710" y="2446"/>
                </a:lnTo>
                <a:lnTo>
                  <a:pt x="23710" y="2329"/>
                </a:lnTo>
                <a:lnTo>
                  <a:pt x="23869" y="2329"/>
                </a:lnTo>
                <a:lnTo>
                  <a:pt x="23869" y="2446"/>
                </a:lnTo>
                <a:moveTo>
                  <a:pt x="23605" y="2446"/>
                </a:moveTo>
                <a:lnTo>
                  <a:pt x="23446" y="2446"/>
                </a:lnTo>
                <a:lnTo>
                  <a:pt x="23446" y="2329"/>
                </a:lnTo>
                <a:lnTo>
                  <a:pt x="23605" y="2329"/>
                </a:lnTo>
                <a:lnTo>
                  <a:pt x="23605" y="2446"/>
                </a:lnTo>
                <a:moveTo>
                  <a:pt x="23341" y="2446"/>
                </a:moveTo>
                <a:lnTo>
                  <a:pt x="23182" y="2446"/>
                </a:lnTo>
                <a:lnTo>
                  <a:pt x="23182" y="2329"/>
                </a:lnTo>
                <a:lnTo>
                  <a:pt x="23341" y="2329"/>
                </a:lnTo>
                <a:lnTo>
                  <a:pt x="23341" y="2446"/>
                </a:lnTo>
                <a:moveTo>
                  <a:pt x="23077" y="2446"/>
                </a:moveTo>
                <a:lnTo>
                  <a:pt x="22918" y="2446"/>
                </a:lnTo>
                <a:lnTo>
                  <a:pt x="22918" y="2329"/>
                </a:lnTo>
                <a:lnTo>
                  <a:pt x="23077" y="2329"/>
                </a:lnTo>
                <a:lnTo>
                  <a:pt x="23077" y="2446"/>
                </a:lnTo>
                <a:moveTo>
                  <a:pt x="22812" y="2446"/>
                </a:moveTo>
                <a:lnTo>
                  <a:pt x="22654" y="2446"/>
                </a:lnTo>
                <a:lnTo>
                  <a:pt x="22654" y="2329"/>
                </a:lnTo>
                <a:lnTo>
                  <a:pt x="22812" y="2329"/>
                </a:lnTo>
                <a:lnTo>
                  <a:pt x="22812" y="2446"/>
                </a:lnTo>
                <a:moveTo>
                  <a:pt x="22548" y="2446"/>
                </a:moveTo>
                <a:lnTo>
                  <a:pt x="22390" y="2446"/>
                </a:lnTo>
                <a:lnTo>
                  <a:pt x="22390" y="2329"/>
                </a:lnTo>
                <a:lnTo>
                  <a:pt x="22548" y="2329"/>
                </a:lnTo>
                <a:lnTo>
                  <a:pt x="22548" y="2446"/>
                </a:lnTo>
                <a:moveTo>
                  <a:pt x="22284" y="2446"/>
                </a:moveTo>
                <a:lnTo>
                  <a:pt x="22126" y="2446"/>
                </a:lnTo>
                <a:lnTo>
                  <a:pt x="22126" y="2329"/>
                </a:lnTo>
                <a:lnTo>
                  <a:pt x="22284" y="2329"/>
                </a:lnTo>
                <a:lnTo>
                  <a:pt x="22284" y="2446"/>
                </a:lnTo>
                <a:moveTo>
                  <a:pt x="22020" y="2446"/>
                </a:moveTo>
                <a:lnTo>
                  <a:pt x="21862" y="2446"/>
                </a:lnTo>
                <a:lnTo>
                  <a:pt x="21862" y="2329"/>
                </a:lnTo>
                <a:lnTo>
                  <a:pt x="22020" y="2329"/>
                </a:lnTo>
                <a:lnTo>
                  <a:pt x="22020" y="2446"/>
                </a:lnTo>
                <a:moveTo>
                  <a:pt x="21756" y="2446"/>
                </a:moveTo>
                <a:lnTo>
                  <a:pt x="21597" y="2446"/>
                </a:lnTo>
                <a:lnTo>
                  <a:pt x="21597" y="2329"/>
                </a:lnTo>
                <a:lnTo>
                  <a:pt x="21756" y="2329"/>
                </a:lnTo>
                <a:lnTo>
                  <a:pt x="21756" y="2446"/>
                </a:lnTo>
                <a:moveTo>
                  <a:pt x="21492" y="2446"/>
                </a:moveTo>
                <a:lnTo>
                  <a:pt x="21333" y="2446"/>
                </a:lnTo>
                <a:lnTo>
                  <a:pt x="21333" y="2329"/>
                </a:lnTo>
                <a:lnTo>
                  <a:pt x="21492" y="2329"/>
                </a:lnTo>
                <a:lnTo>
                  <a:pt x="21492" y="2446"/>
                </a:lnTo>
                <a:moveTo>
                  <a:pt x="21228" y="2446"/>
                </a:moveTo>
                <a:lnTo>
                  <a:pt x="21069" y="2446"/>
                </a:lnTo>
                <a:lnTo>
                  <a:pt x="21069" y="2329"/>
                </a:lnTo>
                <a:lnTo>
                  <a:pt x="21228" y="2329"/>
                </a:lnTo>
                <a:lnTo>
                  <a:pt x="21228" y="2446"/>
                </a:lnTo>
                <a:moveTo>
                  <a:pt x="20964" y="2446"/>
                </a:moveTo>
                <a:lnTo>
                  <a:pt x="20805" y="2446"/>
                </a:lnTo>
                <a:lnTo>
                  <a:pt x="20805" y="2329"/>
                </a:lnTo>
                <a:lnTo>
                  <a:pt x="20964" y="2329"/>
                </a:lnTo>
                <a:lnTo>
                  <a:pt x="20964" y="2446"/>
                </a:lnTo>
                <a:moveTo>
                  <a:pt x="20700" y="2446"/>
                </a:moveTo>
                <a:lnTo>
                  <a:pt x="20541" y="2446"/>
                </a:lnTo>
                <a:lnTo>
                  <a:pt x="20541" y="2329"/>
                </a:lnTo>
                <a:lnTo>
                  <a:pt x="20700" y="2329"/>
                </a:lnTo>
                <a:lnTo>
                  <a:pt x="20700" y="2446"/>
                </a:lnTo>
                <a:moveTo>
                  <a:pt x="20436" y="2446"/>
                </a:moveTo>
                <a:lnTo>
                  <a:pt x="20277" y="2446"/>
                </a:lnTo>
                <a:lnTo>
                  <a:pt x="20277" y="2329"/>
                </a:lnTo>
                <a:lnTo>
                  <a:pt x="20436" y="2329"/>
                </a:lnTo>
                <a:lnTo>
                  <a:pt x="20436" y="2446"/>
                </a:lnTo>
                <a:moveTo>
                  <a:pt x="20172" y="2446"/>
                </a:moveTo>
                <a:lnTo>
                  <a:pt x="20013" y="2446"/>
                </a:lnTo>
                <a:lnTo>
                  <a:pt x="20013" y="2329"/>
                </a:lnTo>
                <a:lnTo>
                  <a:pt x="20172" y="2329"/>
                </a:lnTo>
                <a:lnTo>
                  <a:pt x="20172" y="2446"/>
                </a:lnTo>
                <a:moveTo>
                  <a:pt x="19908" y="2446"/>
                </a:moveTo>
                <a:lnTo>
                  <a:pt x="19749" y="2446"/>
                </a:lnTo>
                <a:lnTo>
                  <a:pt x="19749" y="2329"/>
                </a:lnTo>
                <a:lnTo>
                  <a:pt x="19908" y="2329"/>
                </a:lnTo>
                <a:lnTo>
                  <a:pt x="19908" y="2446"/>
                </a:lnTo>
                <a:moveTo>
                  <a:pt x="19644" y="2446"/>
                </a:moveTo>
                <a:lnTo>
                  <a:pt x="19485" y="2446"/>
                </a:lnTo>
                <a:lnTo>
                  <a:pt x="19485" y="2329"/>
                </a:lnTo>
                <a:lnTo>
                  <a:pt x="19644" y="2329"/>
                </a:lnTo>
                <a:lnTo>
                  <a:pt x="19644" y="2446"/>
                </a:lnTo>
                <a:moveTo>
                  <a:pt x="19380" y="2446"/>
                </a:moveTo>
                <a:lnTo>
                  <a:pt x="19221" y="2446"/>
                </a:lnTo>
                <a:lnTo>
                  <a:pt x="19221" y="2329"/>
                </a:lnTo>
                <a:lnTo>
                  <a:pt x="19380" y="2329"/>
                </a:lnTo>
                <a:lnTo>
                  <a:pt x="19380" y="2446"/>
                </a:lnTo>
                <a:moveTo>
                  <a:pt x="19116" y="2446"/>
                </a:moveTo>
                <a:lnTo>
                  <a:pt x="18957" y="2446"/>
                </a:lnTo>
                <a:lnTo>
                  <a:pt x="18957" y="2329"/>
                </a:lnTo>
                <a:lnTo>
                  <a:pt x="19116" y="2329"/>
                </a:lnTo>
                <a:lnTo>
                  <a:pt x="19116" y="2446"/>
                </a:lnTo>
                <a:moveTo>
                  <a:pt x="18852" y="2446"/>
                </a:moveTo>
                <a:lnTo>
                  <a:pt x="18693" y="2446"/>
                </a:lnTo>
                <a:lnTo>
                  <a:pt x="18693" y="2329"/>
                </a:lnTo>
                <a:lnTo>
                  <a:pt x="18852" y="2329"/>
                </a:lnTo>
                <a:lnTo>
                  <a:pt x="18852" y="2446"/>
                </a:lnTo>
                <a:moveTo>
                  <a:pt x="18588" y="2446"/>
                </a:moveTo>
                <a:lnTo>
                  <a:pt x="18429" y="2446"/>
                </a:lnTo>
                <a:lnTo>
                  <a:pt x="18429" y="2329"/>
                </a:lnTo>
                <a:lnTo>
                  <a:pt x="18588" y="2329"/>
                </a:lnTo>
                <a:lnTo>
                  <a:pt x="18588" y="2446"/>
                </a:lnTo>
                <a:moveTo>
                  <a:pt x="18324" y="2446"/>
                </a:moveTo>
                <a:lnTo>
                  <a:pt x="18165" y="2446"/>
                </a:lnTo>
                <a:lnTo>
                  <a:pt x="18165" y="2329"/>
                </a:lnTo>
                <a:lnTo>
                  <a:pt x="18324" y="2329"/>
                </a:lnTo>
                <a:lnTo>
                  <a:pt x="18324" y="2446"/>
                </a:lnTo>
                <a:moveTo>
                  <a:pt x="18059" y="2446"/>
                </a:moveTo>
                <a:lnTo>
                  <a:pt x="17901" y="2446"/>
                </a:lnTo>
                <a:lnTo>
                  <a:pt x="17901" y="2329"/>
                </a:lnTo>
                <a:lnTo>
                  <a:pt x="18059" y="2329"/>
                </a:lnTo>
                <a:lnTo>
                  <a:pt x="18059" y="2446"/>
                </a:lnTo>
                <a:moveTo>
                  <a:pt x="17795" y="2446"/>
                </a:moveTo>
                <a:lnTo>
                  <a:pt x="17637" y="2446"/>
                </a:lnTo>
                <a:lnTo>
                  <a:pt x="17637" y="2329"/>
                </a:lnTo>
                <a:lnTo>
                  <a:pt x="17795" y="2329"/>
                </a:lnTo>
                <a:lnTo>
                  <a:pt x="17795" y="2446"/>
                </a:lnTo>
                <a:moveTo>
                  <a:pt x="17531" y="2446"/>
                </a:moveTo>
                <a:lnTo>
                  <a:pt x="17373" y="2446"/>
                </a:lnTo>
                <a:lnTo>
                  <a:pt x="17373" y="2329"/>
                </a:lnTo>
                <a:lnTo>
                  <a:pt x="17531" y="2329"/>
                </a:lnTo>
                <a:lnTo>
                  <a:pt x="17531" y="2446"/>
                </a:lnTo>
                <a:moveTo>
                  <a:pt x="17267" y="2446"/>
                </a:moveTo>
                <a:lnTo>
                  <a:pt x="17109" y="2446"/>
                </a:lnTo>
                <a:lnTo>
                  <a:pt x="17109" y="2329"/>
                </a:lnTo>
                <a:lnTo>
                  <a:pt x="17267" y="2329"/>
                </a:lnTo>
                <a:lnTo>
                  <a:pt x="17267" y="2446"/>
                </a:lnTo>
                <a:moveTo>
                  <a:pt x="17003" y="2446"/>
                </a:moveTo>
                <a:lnTo>
                  <a:pt x="16845" y="2446"/>
                </a:lnTo>
                <a:lnTo>
                  <a:pt x="16845" y="2329"/>
                </a:lnTo>
                <a:lnTo>
                  <a:pt x="17003" y="2329"/>
                </a:lnTo>
                <a:lnTo>
                  <a:pt x="17003" y="2446"/>
                </a:lnTo>
                <a:moveTo>
                  <a:pt x="16739" y="2446"/>
                </a:moveTo>
                <a:lnTo>
                  <a:pt x="16580" y="2446"/>
                </a:lnTo>
                <a:lnTo>
                  <a:pt x="16580" y="2329"/>
                </a:lnTo>
                <a:lnTo>
                  <a:pt x="16739" y="2329"/>
                </a:lnTo>
                <a:lnTo>
                  <a:pt x="16739" y="2446"/>
                </a:lnTo>
                <a:moveTo>
                  <a:pt x="16475" y="2446"/>
                </a:moveTo>
                <a:lnTo>
                  <a:pt x="16316" y="2446"/>
                </a:lnTo>
                <a:lnTo>
                  <a:pt x="16316" y="2329"/>
                </a:lnTo>
                <a:lnTo>
                  <a:pt x="16475" y="2329"/>
                </a:lnTo>
                <a:lnTo>
                  <a:pt x="16475" y="2446"/>
                </a:lnTo>
                <a:moveTo>
                  <a:pt x="16211" y="2446"/>
                </a:moveTo>
                <a:lnTo>
                  <a:pt x="16052" y="2446"/>
                </a:lnTo>
                <a:lnTo>
                  <a:pt x="16052" y="2329"/>
                </a:lnTo>
                <a:lnTo>
                  <a:pt x="16211" y="2329"/>
                </a:lnTo>
                <a:lnTo>
                  <a:pt x="16211" y="2446"/>
                </a:lnTo>
                <a:moveTo>
                  <a:pt x="15947" y="2446"/>
                </a:moveTo>
                <a:lnTo>
                  <a:pt x="15788" y="2446"/>
                </a:lnTo>
                <a:lnTo>
                  <a:pt x="15788" y="2329"/>
                </a:lnTo>
                <a:lnTo>
                  <a:pt x="15947" y="2329"/>
                </a:lnTo>
                <a:lnTo>
                  <a:pt x="15947" y="2446"/>
                </a:lnTo>
                <a:moveTo>
                  <a:pt x="15683" y="2446"/>
                </a:moveTo>
                <a:lnTo>
                  <a:pt x="15524" y="2446"/>
                </a:lnTo>
                <a:lnTo>
                  <a:pt x="15524" y="2329"/>
                </a:lnTo>
                <a:lnTo>
                  <a:pt x="15683" y="2329"/>
                </a:lnTo>
                <a:lnTo>
                  <a:pt x="15683" y="2446"/>
                </a:lnTo>
                <a:moveTo>
                  <a:pt x="15419" y="2446"/>
                </a:moveTo>
                <a:lnTo>
                  <a:pt x="15260" y="2446"/>
                </a:lnTo>
                <a:lnTo>
                  <a:pt x="15260" y="2329"/>
                </a:lnTo>
                <a:lnTo>
                  <a:pt x="15419" y="2329"/>
                </a:lnTo>
                <a:lnTo>
                  <a:pt x="15419" y="2446"/>
                </a:lnTo>
                <a:moveTo>
                  <a:pt x="15155" y="2446"/>
                </a:moveTo>
                <a:lnTo>
                  <a:pt x="14996" y="2446"/>
                </a:lnTo>
                <a:lnTo>
                  <a:pt x="14996" y="2329"/>
                </a:lnTo>
                <a:lnTo>
                  <a:pt x="15155" y="2329"/>
                </a:lnTo>
                <a:lnTo>
                  <a:pt x="15155" y="2446"/>
                </a:lnTo>
                <a:moveTo>
                  <a:pt x="14891" y="2446"/>
                </a:moveTo>
                <a:lnTo>
                  <a:pt x="14732" y="2446"/>
                </a:lnTo>
                <a:lnTo>
                  <a:pt x="14732" y="2329"/>
                </a:lnTo>
                <a:lnTo>
                  <a:pt x="14891" y="2329"/>
                </a:lnTo>
                <a:lnTo>
                  <a:pt x="14891" y="2446"/>
                </a:lnTo>
                <a:moveTo>
                  <a:pt x="14627" y="2446"/>
                </a:moveTo>
                <a:lnTo>
                  <a:pt x="14468" y="2446"/>
                </a:lnTo>
                <a:lnTo>
                  <a:pt x="14468" y="2329"/>
                </a:lnTo>
                <a:lnTo>
                  <a:pt x="14627" y="2329"/>
                </a:lnTo>
                <a:lnTo>
                  <a:pt x="14627" y="2446"/>
                </a:lnTo>
                <a:moveTo>
                  <a:pt x="14363" y="2446"/>
                </a:moveTo>
                <a:lnTo>
                  <a:pt x="14204" y="2446"/>
                </a:lnTo>
                <a:lnTo>
                  <a:pt x="14204" y="2329"/>
                </a:lnTo>
                <a:lnTo>
                  <a:pt x="14363" y="2329"/>
                </a:lnTo>
                <a:lnTo>
                  <a:pt x="14363" y="2446"/>
                </a:lnTo>
                <a:moveTo>
                  <a:pt x="14099" y="2446"/>
                </a:moveTo>
                <a:lnTo>
                  <a:pt x="13939" y="2446"/>
                </a:lnTo>
                <a:lnTo>
                  <a:pt x="13939" y="2329"/>
                </a:lnTo>
                <a:lnTo>
                  <a:pt x="14099" y="2329"/>
                </a:lnTo>
                <a:lnTo>
                  <a:pt x="14099" y="2446"/>
                </a:lnTo>
                <a:moveTo>
                  <a:pt x="13834" y="2446"/>
                </a:moveTo>
                <a:lnTo>
                  <a:pt x="13675" y="2446"/>
                </a:lnTo>
                <a:lnTo>
                  <a:pt x="13675" y="2329"/>
                </a:lnTo>
                <a:lnTo>
                  <a:pt x="13834" y="2329"/>
                </a:lnTo>
                <a:lnTo>
                  <a:pt x="13834" y="2446"/>
                </a:lnTo>
                <a:moveTo>
                  <a:pt x="13570" y="2446"/>
                </a:moveTo>
                <a:lnTo>
                  <a:pt x="13411" y="2446"/>
                </a:lnTo>
                <a:lnTo>
                  <a:pt x="13411" y="2329"/>
                </a:lnTo>
                <a:lnTo>
                  <a:pt x="13570" y="2329"/>
                </a:lnTo>
                <a:lnTo>
                  <a:pt x="13570" y="2446"/>
                </a:lnTo>
                <a:moveTo>
                  <a:pt x="13306" y="2446"/>
                </a:moveTo>
                <a:lnTo>
                  <a:pt x="13147" y="2446"/>
                </a:lnTo>
                <a:lnTo>
                  <a:pt x="13147" y="2329"/>
                </a:lnTo>
                <a:lnTo>
                  <a:pt x="13306" y="2329"/>
                </a:lnTo>
                <a:lnTo>
                  <a:pt x="13306" y="2446"/>
                </a:lnTo>
                <a:moveTo>
                  <a:pt x="13041" y="2446"/>
                </a:moveTo>
                <a:lnTo>
                  <a:pt x="12883" y="2446"/>
                </a:lnTo>
                <a:lnTo>
                  <a:pt x="12883" y="2329"/>
                </a:lnTo>
                <a:lnTo>
                  <a:pt x="13041" y="2329"/>
                </a:lnTo>
                <a:lnTo>
                  <a:pt x="13041" y="2446"/>
                </a:lnTo>
                <a:moveTo>
                  <a:pt x="12777" y="2446"/>
                </a:moveTo>
                <a:lnTo>
                  <a:pt x="12619" y="2446"/>
                </a:lnTo>
                <a:lnTo>
                  <a:pt x="12619" y="2329"/>
                </a:lnTo>
                <a:lnTo>
                  <a:pt x="12777" y="2329"/>
                </a:lnTo>
                <a:lnTo>
                  <a:pt x="12777" y="2446"/>
                </a:lnTo>
                <a:moveTo>
                  <a:pt x="12513" y="2446"/>
                </a:moveTo>
                <a:lnTo>
                  <a:pt x="12355" y="2446"/>
                </a:lnTo>
                <a:lnTo>
                  <a:pt x="12355" y="2329"/>
                </a:lnTo>
                <a:lnTo>
                  <a:pt x="12513" y="2329"/>
                </a:lnTo>
                <a:lnTo>
                  <a:pt x="12513" y="2446"/>
                </a:lnTo>
                <a:moveTo>
                  <a:pt x="12249" y="2446"/>
                </a:moveTo>
                <a:lnTo>
                  <a:pt x="12091" y="2446"/>
                </a:lnTo>
                <a:lnTo>
                  <a:pt x="12091" y="2329"/>
                </a:lnTo>
                <a:lnTo>
                  <a:pt x="12249" y="2329"/>
                </a:lnTo>
                <a:lnTo>
                  <a:pt x="12249" y="2446"/>
                </a:lnTo>
                <a:moveTo>
                  <a:pt x="11985" y="2446"/>
                </a:moveTo>
                <a:lnTo>
                  <a:pt x="11826" y="2446"/>
                </a:lnTo>
                <a:lnTo>
                  <a:pt x="11826" y="2329"/>
                </a:lnTo>
                <a:lnTo>
                  <a:pt x="11985" y="2329"/>
                </a:lnTo>
                <a:lnTo>
                  <a:pt x="11985" y="2446"/>
                </a:lnTo>
                <a:moveTo>
                  <a:pt x="11721" y="2446"/>
                </a:moveTo>
                <a:lnTo>
                  <a:pt x="11562" y="2446"/>
                </a:lnTo>
                <a:lnTo>
                  <a:pt x="11562" y="2329"/>
                </a:lnTo>
                <a:lnTo>
                  <a:pt x="11721" y="2329"/>
                </a:lnTo>
                <a:lnTo>
                  <a:pt x="11721" y="2446"/>
                </a:lnTo>
                <a:moveTo>
                  <a:pt x="11457" y="2446"/>
                </a:moveTo>
                <a:lnTo>
                  <a:pt x="11298" y="2446"/>
                </a:lnTo>
                <a:lnTo>
                  <a:pt x="11298" y="2329"/>
                </a:lnTo>
                <a:lnTo>
                  <a:pt x="11457" y="2329"/>
                </a:lnTo>
                <a:lnTo>
                  <a:pt x="11457" y="2446"/>
                </a:lnTo>
                <a:moveTo>
                  <a:pt x="11193" y="2446"/>
                </a:moveTo>
                <a:lnTo>
                  <a:pt x="11034" y="2446"/>
                </a:lnTo>
                <a:lnTo>
                  <a:pt x="11034" y="2329"/>
                </a:lnTo>
                <a:lnTo>
                  <a:pt x="11193" y="2329"/>
                </a:lnTo>
                <a:lnTo>
                  <a:pt x="11193" y="2446"/>
                </a:lnTo>
                <a:moveTo>
                  <a:pt x="10929" y="2446"/>
                </a:moveTo>
                <a:lnTo>
                  <a:pt x="10770" y="2446"/>
                </a:lnTo>
                <a:lnTo>
                  <a:pt x="10770" y="2329"/>
                </a:lnTo>
                <a:lnTo>
                  <a:pt x="10929" y="2329"/>
                </a:lnTo>
                <a:lnTo>
                  <a:pt x="10929" y="2446"/>
                </a:lnTo>
                <a:moveTo>
                  <a:pt x="10665" y="2446"/>
                </a:moveTo>
                <a:lnTo>
                  <a:pt x="10506" y="2446"/>
                </a:lnTo>
                <a:lnTo>
                  <a:pt x="10506" y="2329"/>
                </a:lnTo>
                <a:lnTo>
                  <a:pt x="10665" y="2329"/>
                </a:lnTo>
                <a:lnTo>
                  <a:pt x="10665" y="2446"/>
                </a:lnTo>
                <a:moveTo>
                  <a:pt x="10401" y="2446"/>
                </a:moveTo>
                <a:lnTo>
                  <a:pt x="10242" y="2446"/>
                </a:lnTo>
                <a:lnTo>
                  <a:pt x="10242" y="2329"/>
                </a:lnTo>
                <a:lnTo>
                  <a:pt x="10401" y="2329"/>
                </a:lnTo>
                <a:lnTo>
                  <a:pt x="10401" y="2446"/>
                </a:lnTo>
                <a:moveTo>
                  <a:pt x="10137" y="2446"/>
                </a:moveTo>
                <a:lnTo>
                  <a:pt x="9978" y="2446"/>
                </a:lnTo>
                <a:lnTo>
                  <a:pt x="9978" y="2329"/>
                </a:lnTo>
                <a:lnTo>
                  <a:pt x="10137" y="2329"/>
                </a:lnTo>
                <a:lnTo>
                  <a:pt x="10137" y="2446"/>
                </a:lnTo>
                <a:moveTo>
                  <a:pt x="9873" y="2446"/>
                </a:moveTo>
                <a:lnTo>
                  <a:pt x="9714" y="2446"/>
                </a:lnTo>
                <a:lnTo>
                  <a:pt x="9714" y="2329"/>
                </a:lnTo>
                <a:lnTo>
                  <a:pt x="9873" y="2329"/>
                </a:lnTo>
                <a:lnTo>
                  <a:pt x="9873" y="2446"/>
                </a:lnTo>
                <a:moveTo>
                  <a:pt x="9609" y="2446"/>
                </a:moveTo>
                <a:lnTo>
                  <a:pt x="9450" y="2446"/>
                </a:lnTo>
                <a:lnTo>
                  <a:pt x="9450" y="2329"/>
                </a:lnTo>
                <a:lnTo>
                  <a:pt x="9609" y="2329"/>
                </a:lnTo>
                <a:lnTo>
                  <a:pt x="9609" y="2446"/>
                </a:lnTo>
                <a:moveTo>
                  <a:pt x="9345" y="2446"/>
                </a:moveTo>
                <a:lnTo>
                  <a:pt x="9186" y="2446"/>
                </a:lnTo>
                <a:lnTo>
                  <a:pt x="9186" y="2329"/>
                </a:lnTo>
                <a:lnTo>
                  <a:pt x="9345" y="2329"/>
                </a:lnTo>
                <a:lnTo>
                  <a:pt x="9345" y="2446"/>
                </a:lnTo>
                <a:moveTo>
                  <a:pt x="9081" y="2446"/>
                </a:moveTo>
                <a:lnTo>
                  <a:pt x="8922" y="2446"/>
                </a:lnTo>
                <a:lnTo>
                  <a:pt x="8922" y="2329"/>
                </a:lnTo>
                <a:lnTo>
                  <a:pt x="9081" y="2329"/>
                </a:lnTo>
                <a:lnTo>
                  <a:pt x="9081" y="2446"/>
                </a:lnTo>
                <a:moveTo>
                  <a:pt x="8817" y="2446"/>
                </a:moveTo>
                <a:lnTo>
                  <a:pt x="8658" y="2446"/>
                </a:lnTo>
                <a:lnTo>
                  <a:pt x="8658" y="2329"/>
                </a:lnTo>
                <a:lnTo>
                  <a:pt x="8817" y="2329"/>
                </a:lnTo>
                <a:lnTo>
                  <a:pt x="8817" y="2446"/>
                </a:lnTo>
                <a:moveTo>
                  <a:pt x="8553" y="2446"/>
                </a:moveTo>
                <a:lnTo>
                  <a:pt x="8394" y="2446"/>
                </a:lnTo>
                <a:lnTo>
                  <a:pt x="8394" y="2329"/>
                </a:lnTo>
                <a:lnTo>
                  <a:pt x="8553" y="2329"/>
                </a:lnTo>
                <a:lnTo>
                  <a:pt x="8553" y="2446"/>
                </a:lnTo>
                <a:moveTo>
                  <a:pt x="8288" y="2446"/>
                </a:moveTo>
                <a:lnTo>
                  <a:pt x="8130" y="2446"/>
                </a:lnTo>
                <a:lnTo>
                  <a:pt x="8130" y="2329"/>
                </a:lnTo>
                <a:lnTo>
                  <a:pt x="8288" y="2329"/>
                </a:lnTo>
                <a:lnTo>
                  <a:pt x="8288" y="2446"/>
                </a:lnTo>
                <a:moveTo>
                  <a:pt x="8024" y="2446"/>
                </a:moveTo>
                <a:lnTo>
                  <a:pt x="7866" y="2446"/>
                </a:lnTo>
                <a:lnTo>
                  <a:pt x="7866" y="2329"/>
                </a:lnTo>
                <a:lnTo>
                  <a:pt x="8024" y="2329"/>
                </a:lnTo>
                <a:lnTo>
                  <a:pt x="8024" y="2446"/>
                </a:lnTo>
                <a:moveTo>
                  <a:pt x="7760" y="2446"/>
                </a:moveTo>
                <a:lnTo>
                  <a:pt x="7602" y="2446"/>
                </a:lnTo>
                <a:lnTo>
                  <a:pt x="7602" y="2329"/>
                </a:lnTo>
                <a:lnTo>
                  <a:pt x="7760" y="2329"/>
                </a:lnTo>
                <a:lnTo>
                  <a:pt x="7760" y="2446"/>
                </a:lnTo>
                <a:moveTo>
                  <a:pt x="7496" y="2446"/>
                </a:moveTo>
                <a:lnTo>
                  <a:pt x="7338" y="2446"/>
                </a:lnTo>
                <a:lnTo>
                  <a:pt x="7338" y="2329"/>
                </a:lnTo>
                <a:lnTo>
                  <a:pt x="7496" y="2329"/>
                </a:lnTo>
                <a:lnTo>
                  <a:pt x="7496" y="2446"/>
                </a:lnTo>
                <a:moveTo>
                  <a:pt x="7232" y="2446"/>
                </a:moveTo>
                <a:lnTo>
                  <a:pt x="7074" y="2446"/>
                </a:lnTo>
                <a:lnTo>
                  <a:pt x="7074" y="2329"/>
                </a:lnTo>
                <a:lnTo>
                  <a:pt x="7232" y="2329"/>
                </a:lnTo>
                <a:lnTo>
                  <a:pt x="7232" y="2446"/>
                </a:lnTo>
                <a:moveTo>
                  <a:pt x="6968" y="2446"/>
                </a:moveTo>
                <a:lnTo>
                  <a:pt x="6809" y="2446"/>
                </a:lnTo>
                <a:lnTo>
                  <a:pt x="6809" y="2329"/>
                </a:lnTo>
                <a:lnTo>
                  <a:pt x="6968" y="2329"/>
                </a:lnTo>
                <a:lnTo>
                  <a:pt x="6968" y="2446"/>
                </a:lnTo>
                <a:moveTo>
                  <a:pt x="6704" y="2446"/>
                </a:moveTo>
                <a:lnTo>
                  <a:pt x="6545" y="2446"/>
                </a:lnTo>
                <a:lnTo>
                  <a:pt x="6545" y="2329"/>
                </a:lnTo>
                <a:lnTo>
                  <a:pt x="6704" y="2329"/>
                </a:lnTo>
                <a:lnTo>
                  <a:pt x="6704" y="2446"/>
                </a:lnTo>
                <a:moveTo>
                  <a:pt x="6440" y="2446"/>
                </a:moveTo>
                <a:lnTo>
                  <a:pt x="6281" y="2446"/>
                </a:lnTo>
                <a:lnTo>
                  <a:pt x="6281" y="2329"/>
                </a:lnTo>
                <a:lnTo>
                  <a:pt x="6440" y="2329"/>
                </a:lnTo>
                <a:lnTo>
                  <a:pt x="6440" y="2446"/>
                </a:lnTo>
                <a:moveTo>
                  <a:pt x="6176" y="2446"/>
                </a:moveTo>
                <a:lnTo>
                  <a:pt x="6017" y="2446"/>
                </a:lnTo>
                <a:lnTo>
                  <a:pt x="6017" y="2329"/>
                </a:lnTo>
                <a:lnTo>
                  <a:pt x="6176" y="2329"/>
                </a:lnTo>
                <a:lnTo>
                  <a:pt x="6176" y="2446"/>
                </a:lnTo>
                <a:moveTo>
                  <a:pt x="5912" y="2446"/>
                </a:moveTo>
                <a:lnTo>
                  <a:pt x="5753" y="2446"/>
                </a:lnTo>
                <a:lnTo>
                  <a:pt x="5753" y="2329"/>
                </a:lnTo>
                <a:lnTo>
                  <a:pt x="5912" y="2329"/>
                </a:lnTo>
                <a:lnTo>
                  <a:pt x="5912" y="2446"/>
                </a:lnTo>
                <a:moveTo>
                  <a:pt x="5648" y="2446"/>
                </a:moveTo>
                <a:lnTo>
                  <a:pt x="5489" y="2446"/>
                </a:lnTo>
                <a:lnTo>
                  <a:pt x="5489" y="2329"/>
                </a:lnTo>
                <a:lnTo>
                  <a:pt x="5648" y="2329"/>
                </a:lnTo>
                <a:lnTo>
                  <a:pt x="5648" y="2446"/>
                </a:lnTo>
                <a:moveTo>
                  <a:pt x="5384" y="2446"/>
                </a:moveTo>
                <a:lnTo>
                  <a:pt x="5225" y="2446"/>
                </a:lnTo>
                <a:lnTo>
                  <a:pt x="5225" y="2329"/>
                </a:lnTo>
                <a:lnTo>
                  <a:pt x="5384" y="2329"/>
                </a:lnTo>
                <a:lnTo>
                  <a:pt x="5384" y="2446"/>
                </a:lnTo>
                <a:moveTo>
                  <a:pt x="5120" y="2446"/>
                </a:moveTo>
                <a:lnTo>
                  <a:pt x="4961" y="2446"/>
                </a:lnTo>
                <a:lnTo>
                  <a:pt x="4961" y="2329"/>
                </a:lnTo>
                <a:lnTo>
                  <a:pt x="5120" y="2329"/>
                </a:lnTo>
                <a:lnTo>
                  <a:pt x="5120" y="2446"/>
                </a:lnTo>
                <a:moveTo>
                  <a:pt x="4856" y="2446"/>
                </a:moveTo>
                <a:lnTo>
                  <a:pt x="4697" y="2446"/>
                </a:lnTo>
                <a:lnTo>
                  <a:pt x="4697" y="2329"/>
                </a:lnTo>
                <a:lnTo>
                  <a:pt x="4856" y="2329"/>
                </a:lnTo>
                <a:lnTo>
                  <a:pt x="4856" y="2446"/>
                </a:lnTo>
                <a:moveTo>
                  <a:pt x="4592" y="2446"/>
                </a:moveTo>
                <a:lnTo>
                  <a:pt x="4433" y="2446"/>
                </a:lnTo>
                <a:lnTo>
                  <a:pt x="4433" y="2329"/>
                </a:lnTo>
                <a:lnTo>
                  <a:pt x="4592" y="2329"/>
                </a:lnTo>
                <a:lnTo>
                  <a:pt x="4592" y="2446"/>
                </a:lnTo>
                <a:moveTo>
                  <a:pt x="4328" y="2446"/>
                </a:moveTo>
                <a:lnTo>
                  <a:pt x="4169" y="2446"/>
                </a:lnTo>
                <a:lnTo>
                  <a:pt x="4169" y="2329"/>
                </a:lnTo>
                <a:lnTo>
                  <a:pt x="4328" y="2329"/>
                </a:lnTo>
                <a:lnTo>
                  <a:pt x="4328" y="2446"/>
                </a:lnTo>
                <a:moveTo>
                  <a:pt x="4064" y="2446"/>
                </a:moveTo>
                <a:lnTo>
                  <a:pt x="3905" y="2446"/>
                </a:lnTo>
                <a:lnTo>
                  <a:pt x="3905" y="2329"/>
                </a:lnTo>
                <a:lnTo>
                  <a:pt x="4064" y="2329"/>
                </a:lnTo>
                <a:lnTo>
                  <a:pt x="4064" y="2446"/>
                </a:lnTo>
                <a:moveTo>
                  <a:pt x="3800" y="2446"/>
                </a:moveTo>
                <a:lnTo>
                  <a:pt x="3641" y="2446"/>
                </a:lnTo>
                <a:lnTo>
                  <a:pt x="3641" y="2329"/>
                </a:lnTo>
                <a:lnTo>
                  <a:pt x="3800" y="2329"/>
                </a:lnTo>
                <a:lnTo>
                  <a:pt x="3800" y="2446"/>
                </a:lnTo>
                <a:moveTo>
                  <a:pt x="3536" y="2446"/>
                </a:moveTo>
                <a:lnTo>
                  <a:pt x="3377" y="2446"/>
                </a:lnTo>
                <a:lnTo>
                  <a:pt x="3377" y="2329"/>
                </a:lnTo>
                <a:lnTo>
                  <a:pt x="3536" y="2329"/>
                </a:lnTo>
                <a:lnTo>
                  <a:pt x="3536" y="2446"/>
                </a:lnTo>
                <a:moveTo>
                  <a:pt x="3271" y="2446"/>
                </a:moveTo>
                <a:lnTo>
                  <a:pt x="3113" y="2446"/>
                </a:lnTo>
                <a:lnTo>
                  <a:pt x="3113" y="2329"/>
                </a:lnTo>
                <a:lnTo>
                  <a:pt x="3271" y="2329"/>
                </a:lnTo>
                <a:lnTo>
                  <a:pt x="3271" y="2446"/>
                </a:lnTo>
                <a:moveTo>
                  <a:pt x="3007" y="2446"/>
                </a:moveTo>
                <a:lnTo>
                  <a:pt x="2849" y="2446"/>
                </a:lnTo>
                <a:lnTo>
                  <a:pt x="2849" y="2329"/>
                </a:lnTo>
                <a:lnTo>
                  <a:pt x="3007" y="2329"/>
                </a:lnTo>
                <a:lnTo>
                  <a:pt x="3007" y="2446"/>
                </a:lnTo>
                <a:moveTo>
                  <a:pt x="2743" y="2446"/>
                </a:moveTo>
                <a:lnTo>
                  <a:pt x="2585" y="2446"/>
                </a:lnTo>
                <a:lnTo>
                  <a:pt x="2585" y="2329"/>
                </a:lnTo>
                <a:lnTo>
                  <a:pt x="2743" y="2329"/>
                </a:lnTo>
                <a:lnTo>
                  <a:pt x="2743" y="2446"/>
                </a:lnTo>
                <a:moveTo>
                  <a:pt x="2479" y="2446"/>
                </a:moveTo>
                <a:lnTo>
                  <a:pt x="2321" y="2446"/>
                </a:lnTo>
                <a:lnTo>
                  <a:pt x="2321" y="2329"/>
                </a:lnTo>
                <a:lnTo>
                  <a:pt x="2479" y="2329"/>
                </a:lnTo>
                <a:lnTo>
                  <a:pt x="2479" y="2446"/>
                </a:lnTo>
                <a:moveTo>
                  <a:pt x="2215" y="2446"/>
                </a:moveTo>
                <a:lnTo>
                  <a:pt x="2056" y="2446"/>
                </a:lnTo>
                <a:lnTo>
                  <a:pt x="2056" y="2329"/>
                </a:lnTo>
                <a:lnTo>
                  <a:pt x="2215" y="2329"/>
                </a:lnTo>
                <a:lnTo>
                  <a:pt x="2215" y="2446"/>
                </a:lnTo>
                <a:moveTo>
                  <a:pt x="1951" y="2446"/>
                </a:moveTo>
                <a:lnTo>
                  <a:pt x="1792" y="2446"/>
                </a:lnTo>
                <a:lnTo>
                  <a:pt x="1792" y="2329"/>
                </a:lnTo>
                <a:lnTo>
                  <a:pt x="1951" y="2329"/>
                </a:lnTo>
                <a:lnTo>
                  <a:pt x="1951" y="2446"/>
                </a:lnTo>
                <a:moveTo>
                  <a:pt x="1687" y="2446"/>
                </a:moveTo>
                <a:lnTo>
                  <a:pt x="1528" y="2446"/>
                </a:lnTo>
                <a:lnTo>
                  <a:pt x="1528" y="2329"/>
                </a:lnTo>
                <a:lnTo>
                  <a:pt x="1687" y="2329"/>
                </a:lnTo>
                <a:lnTo>
                  <a:pt x="1687" y="2446"/>
                </a:lnTo>
                <a:moveTo>
                  <a:pt x="1423" y="2446"/>
                </a:moveTo>
                <a:lnTo>
                  <a:pt x="1264" y="2446"/>
                </a:lnTo>
                <a:lnTo>
                  <a:pt x="1264" y="2329"/>
                </a:lnTo>
                <a:lnTo>
                  <a:pt x="1423" y="2329"/>
                </a:lnTo>
                <a:lnTo>
                  <a:pt x="1423" y="2446"/>
                </a:lnTo>
                <a:moveTo>
                  <a:pt x="1159" y="2446"/>
                </a:moveTo>
                <a:lnTo>
                  <a:pt x="1000" y="2446"/>
                </a:lnTo>
                <a:lnTo>
                  <a:pt x="1000" y="2329"/>
                </a:lnTo>
                <a:lnTo>
                  <a:pt x="1159" y="2329"/>
                </a:lnTo>
                <a:lnTo>
                  <a:pt x="1159" y="2446"/>
                </a:lnTo>
                <a:moveTo>
                  <a:pt x="895" y="2446"/>
                </a:moveTo>
                <a:lnTo>
                  <a:pt x="736" y="2446"/>
                </a:lnTo>
                <a:lnTo>
                  <a:pt x="736" y="2329"/>
                </a:lnTo>
                <a:lnTo>
                  <a:pt x="895" y="2329"/>
                </a:lnTo>
                <a:lnTo>
                  <a:pt x="895" y="2446"/>
                </a:lnTo>
                <a:moveTo>
                  <a:pt x="631" y="2446"/>
                </a:moveTo>
                <a:lnTo>
                  <a:pt x="472" y="2446"/>
                </a:lnTo>
                <a:lnTo>
                  <a:pt x="472" y="2329"/>
                </a:lnTo>
                <a:lnTo>
                  <a:pt x="631" y="2329"/>
                </a:lnTo>
                <a:lnTo>
                  <a:pt x="631" y="2446"/>
                </a:lnTo>
                <a:moveTo>
                  <a:pt x="367" y="2446"/>
                </a:moveTo>
                <a:lnTo>
                  <a:pt x="244" y="2446"/>
                </a:lnTo>
                <a:cubicBezTo>
                  <a:pt x="228" y="2446"/>
                  <a:pt x="213" y="2444"/>
                  <a:pt x="198" y="2441"/>
                </a:cubicBezTo>
                <a:lnTo>
                  <a:pt x="220" y="2327"/>
                </a:lnTo>
                <a:cubicBezTo>
                  <a:pt x="228" y="2328"/>
                  <a:pt x="236" y="2329"/>
                  <a:pt x="244" y="2329"/>
                </a:cubicBezTo>
                <a:lnTo>
                  <a:pt x="367" y="2329"/>
                </a:lnTo>
                <a:lnTo>
                  <a:pt x="367" y="2446"/>
                </a:lnTo>
                <a:moveTo>
                  <a:pt x="75" y="2378"/>
                </a:moveTo>
                <a:cubicBezTo>
                  <a:pt x="25" y="2330"/>
                  <a:pt x="0" y="2271"/>
                  <a:pt x="0" y="2202"/>
                </a:cubicBezTo>
                <a:lnTo>
                  <a:pt x="0" y="2191"/>
                </a:lnTo>
                <a:lnTo>
                  <a:pt x="117" y="2191"/>
                </a:lnTo>
                <a:lnTo>
                  <a:pt x="117" y="2202"/>
                </a:lnTo>
                <a:cubicBezTo>
                  <a:pt x="117" y="2238"/>
                  <a:pt x="130" y="2269"/>
                  <a:pt x="156" y="2294"/>
                </a:cubicBezTo>
                <a:lnTo>
                  <a:pt x="75" y="2378"/>
                </a:lnTo>
                <a:moveTo>
                  <a:pt x="0" y="2086"/>
                </a:moveTo>
                <a:lnTo>
                  <a:pt x="0" y="1927"/>
                </a:lnTo>
                <a:lnTo>
                  <a:pt x="117" y="1927"/>
                </a:lnTo>
                <a:lnTo>
                  <a:pt x="117" y="2086"/>
                </a:lnTo>
                <a:lnTo>
                  <a:pt x="0" y="2086"/>
                </a:lnTo>
                <a:moveTo>
                  <a:pt x="0" y="1822"/>
                </a:moveTo>
                <a:lnTo>
                  <a:pt x="0" y="1663"/>
                </a:lnTo>
                <a:lnTo>
                  <a:pt x="117" y="1663"/>
                </a:lnTo>
                <a:lnTo>
                  <a:pt x="117" y="1822"/>
                </a:lnTo>
                <a:lnTo>
                  <a:pt x="0" y="1822"/>
                </a:lnTo>
                <a:moveTo>
                  <a:pt x="0" y="1558"/>
                </a:moveTo>
                <a:lnTo>
                  <a:pt x="0" y="1399"/>
                </a:lnTo>
                <a:lnTo>
                  <a:pt x="117" y="1399"/>
                </a:lnTo>
                <a:lnTo>
                  <a:pt x="117" y="1558"/>
                </a:lnTo>
                <a:lnTo>
                  <a:pt x="0" y="1558"/>
                </a:lnTo>
                <a:moveTo>
                  <a:pt x="0" y="1294"/>
                </a:moveTo>
                <a:lnTo>
                  <a:pt x="0" y="1135"/>
                </a:lnTo>
                <a:lnTo>
                  <a:pt x="117" y="1135"/>
                </a:lnTo>
                <a:lnTo>
                  <a:pt x="117" y="1294"/>
                </a:lnTo>
                <a:lnTo>
                  <a:pt x="0" y="1294"/>
                </a:lnTo>
                <a:moveTo>
                  <a:pt x="0" y="1030"/>
                </a:moveTo>
                <a:lnTo>
                  <a:pt x="0" y="871"/>
                </a:lnTo>
                <a:lnTo>
                  <a:pt x="117" y="871"/>
                </a:lnTo>
                <a:lnTo>
                  <a:pt x="117" y="1030"/>
                </a:lnTo>
                <a:lnTo>
                  <a:pt x="0" y="1030"/>
                </a:lnTo>
                <a:moveTo>
                  <a:pt x="0" y="766"/>
                </a:moveTo>
                <a:lnTo>
                  <a:pt x="0" y="607"/>
                </a:lnTo>
                <a:lnTo>
                  <a:pt x="117" y="607"/>
                </a:lnTo>
                <a:lnTo>
                  <a:pt x="117" y="766"/>
                </a:lnTo>
                <a:lnTo>
                  <a:pt x="0" y="766"/>
                </a:lnTo>
                <a:moveTo>
                  <a:pt x="0" y="501"/>
                </a:moveTo>
                <a:lnTo>
                  <a:pt x="0" y="342"/>
                </a:lnTo>
                <a:lnTo>
                  <a:pt x="117" y="342"/>
                </a:lnTo>
                <a:lnTo>
                  <a:pt x="117" y="501"/>
                </a:lnTo>
                <a:lnTo>
                  <a:pt x="0" y="501"/>
                </a:lnTo>
                <a:moveTo>
                  <a:pt x="1" y="235"/>
                </a:moveTo>
                <a:cubicBezTo>
                  <a:pt x="3" y="160"/>
                  <a:pt x="34" y="99"/>
                  <a:pt x="92" y="53"/>
                </a:cubicBezTo>
                <a:lnTo>
                  <a:pt x="165" y="144"/>
                </a:lnTo>
                <a:cubicBezTo>
                  <a:pt x="134" y="168"/>
                  <a:pt x="118" y="200"/>
                  <a:pt x="117" y="239"/>
                </a:cubicBezTo>
                <a:lnTo>
                  <a:pt x="1" y="235"/>
                </a:lnTo>
                <a:moveTo>
                  <a:pt x="220" y="1"/>
                </a:moveTo>
                <a:cubicBezTo>
                  <a:pt x="228" y="0"/>
                  <a:pt x="236" y="0"/>
                  <a:pt x="244" y="0"/>
                </a:cubicBezTo>
                <a:lnTo>
                  <a:pt x="403" y="0"/>
                </a:lnTo>
                <a:lnTo>
                  <a:pt x="403" y="116"/>
                </a:lnTo>
                <a:lnTo>
                  <a:pt x="244" y="116"/>
                </a:lnTo>
                <a:cubicBezTo>
                  <a:pt x="240" y="116"/>
                  <a:pt x="236" y="116"/>
                  <a:pt x="232" y="117"/>
                </a:cubicBezTo>
                <a:lnTo>
                  <a:pt x="220" y="1"/>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251" name=""/>
          <p:cNvSpPr/>
          <p:nvPr/>
        </p:nvSpPr>
        <p:spPr>
          <a:xfrm>
            <a:off x="521640" y="3750840"/>
            <a:ext cx="11148480" cy="880560"/>
          </a:xfrm>
          <a:custGeom>
            <a:avLst/>
            <a:gdLst/>
            <a:ahLst/>
            <a:rect l="0" t="0" r="r" b="b"/>
            <a:pathLst>
              <a:path w="30968" h="2446">
                <a:moveTo>
                  <a:pt x="508" y="0"/>
                </a:moveTo>
                <a:lnTo>
                  <a:pt x="667" y="0"/>
                </a:lnTo>
                <a:lnTo>
                  <a:pt x="667" y="116"/>
                </a:lnTo>
                <a:lnTo>
                  <a:pt x="508" y="116"/>
                </a:lnTo>
                <a:lnTo>
                  <a:pt x="508" y="0"/>
                </a:lnTo>
                <a:moveTo>
                  <a:pt x="772" y="0"/>
                </a:moveTo>
                <a:lnTo>
                  <a:pt x="931" y="0"/>
                </a:lnTo>
                <a:lnTo>
                  <a:pt x="931" y="116"/>
                </a:lnTo>
                <a:lnTo>
                  <a:pt x="772" y="116"/>
                </a:lnTo>
                <a:lnTo>
                  <a:pt x="772" y="0"/>
                </a:lnTo>
                <a:moveTo>
                  <a:pt x="1036" y="0"/>
                </a:moveTo>
                <a:lnTo>
                  <a:pt x="1195" y="0"/>
                </a:lnTo>
                <a:lnTo>
                  <a:pt x="1195" y="116"/>
                </a:lnTo>
                <a:lnTo>
                  <a:pt x="1036" y="116"/>
                </a:lnTo>
                <a:lnTo>
                  <a:pt x="1036" y="0"/>
                </a:lnTo>
                <a:moveTo>
                  <a:pt x="1300" y="0"/>
                </a:moveTo>
                <a:lnTo>
                  <a:pt x="1459" y="0"/>
                </a:lnTo>
                <a:lnTo>
                  <a:pt x="1459" y="116"/>
                </a:lnTo>
                <a:lnTo>
                  <a:pt x="1300" y="116"/>
                </a:lnTo>
                <a:lnTo>
                  <a:pt x="1300" y="0"/>
                </a:lnTo>
                <a:moveTo>
                  <a:pt x="1564" y="0"/>
                </a:moveTo>
                <a:lnTo>
                  <a:pt x="1723" y="0"/>
                </a:lnTo>
                <a:lnTo>
                  <a:pt x="1723" y="116"/>
                </a:lnTo>
                <a:lnTo>
                  <a:pt x="1564" y="116"/>
                </a:lnTo>
                <a:lnTo>
                  <a:pt x="1564" y="0"/>
                </a:lnTo>
                <a:moveTo>
                  <a:pt x="1828" y="0"/>
                </a:moveTo>
                <a:lnTo>
                  <a:pt x="1987" y="0"/>
                </a:lnTo>
                <a:lnTo>
                  <a:pt x="1987" y="116"/>
                </a:lnTo>
                <a:lnTo>
                  <a:pt x="1828" y="116"/>
                </a:lnTo>
                <a:lnTo>
                  <a:pt x="1828" y="0"/>
                </a:lnTo>
                <a:moveTo>
                  <a:pt x="2092" y="0"/>
                </a:moveTo>
                <a:lnTo>
                  <a:pt x="2251" y="0"/>
                </a:lnTo>
                <a:lnTo>
                  <a:pt x="2251" y="116"/>
                </a:lnTo>
                <a:lnTo>
                  <a:pt x="2092" y="116"/>
                </a:lnTo>
                <a:lnTo>
                  <a:pt x="2092" y="0"/>
                </a:lnTo>
                <a:moveTo>
                  <a:pt x="2356" y="0"/>
                </a:moveTo>
                <a:lnTo>
                  <a:pt x="2515" y="0"/>
                </a:lnTo>
                <a:lnTo>
                  <a:pt x="2515" y="116"/>
                </a:lnTo>
                <a:lnTo>
                  <a:pt x="2356" y="116"/>
                </a:lnTo>
                <a:lnTo>
                  <a:pt x="2356" y="0"/>
                </a:lnTo>
                <a:moveTo>
                  <a:pt x="2620" y="0"/>
                </a:moveTo>
                <a:lnTo>
                  <a:pt x="2779" y="0"/>
                </a:lnTo>
                <a:lnTo>
                  <a:pt x="2779" y="116"/>
                </a:lnTo>
                <a:lnTo>
                  <a:pt x="2620" y="116"/>
                </a:lnTo>
                <a:lnTo>
                  <a:pt x="2620" y="0"/>
                </a:lnTo>
                <a:moveTo>
                  <a:pt x="2884" y="0"/>
                </a:moveTo>
                <a:lnTo>
                  <a:pt x="3043" y="0"/>
                </a:lnTo>
                <a:lnTo>
                  <a:pt x="3043" y="116"/>
                </a:lnTo>
                <a:lnTo>
                  <a:pt x="2884" y="116"/>
                </a:lnTo>
                <a:lnTo>
                  <a:pt x="2884" y="0"/>
                </a:lnTo>
                <a:moveTo>
                  <a:pt x="3148" y="0"/>
                </a:moveTo>
                <a:lnTo>
                  <a:pt x="3307" y="0"/>
                </a:lnTo>
                <a:lnTo>
                  <a:pt x="3307" y="116"/>
                </a:lnTo>
                <a:lnTo>
                  <a:pt x="3148" y="116"/>
                </a:lnTo>
                <a:lnTo>
                  <a:pt x="3148" y="0"/>
                </a:lnTo>
                <a:moveTo>
                  <a:pt x="3412" y="0"/>
                </a:moveTo>
                <a:lnTo>
                  <a:pt x="3571" y="0"/>
                </a:lnTo>
                <a:lnTo>
                  <a:pt x="3571" y="116"/>
                </a:lnTo>
                <a:lnTo>
                  <a:pt x="3412" y="116"/>
                </a:lnTo>
                <a:lnTo>
                  <a:pt x="3412" y="0"/>
                </a:lnTo>
                <a:moveTo>
                  <a:pt x="3677" y="0"/>
                </a:moveTo>
                <a:lnTo>
                  <a:pt x="3835" y="0"/>
                </a:lnTo>
                <a:lnTo>
                  <a:pt x="3835" y="116"/>
                </a:lnTo>
                <a:lnTo>
                  <a:pt x="3677" y="116"/>
                </a:lnTo>
                <a:lnTo>
                  <a:pt x="3677" y="0"/>
                </a:lnTo>
                <a:moveTo>
                  <a:pt x="3941" y="0"/>
                </a:moveTo>
                <a:lnTo>
                  <a:pt x="4099" y="0"/>
                </a:lnTo>
                <a:lnTo>
                  <a:pt x="4099" y="116"/>
                </a:lnTo>
                <a:lnTo>
                  <a:pt x="3941" y="116"/>
                </a:lnTo>
                <a:lnTo>
                  <a:pt x="3941" y="0"/>
                </a:lnTo>
                <a:moveTo>
                  <a:pt x="4205" y="0"/>
                </a:moveTo>
                <a:lnTo>
                  <a:pt x="4363" y="0"/>
                </a:lnTo>
                <a:lnTo>
                  <a:pt x="4363" y="116"/>
                </a:lnTo>
                <a:lnTo>
                  <a:pt x="4205" y="116"/>
                </a:lnTo>
                <a:lnTo>
                  <a:pt x="4205" y="0"/>
                </a:lnTo>
                <a:moveTo>
                  <a:pt x="4469" y="0"/>
                </a:moveTo>
                <a:lnTo>
                  <a:pt x="4627" y="0"/>
                </a:lnTo>
                <a:lnTo>
                  <a:pt x="4627" y="116"/>
                </a:lnTo>
                <a:lnTo>
                  <a:pt x="4469" y="116"/>
                </a:lnTo>
                <a:lnTo>
                  <a:pt x="4469" y="0"/>
                </a:lnTo>
                <a:moveTo>
                  <a:pt x="4733" y="0"/>
                </a:moveTo>
                <a:lnTo>
                  <a:pt x="4892" y="0"/>
                </a:lnTo>
                <a:lnTo>
                  <a:pt x="4892" y="116"/>
                </a:lnTo>
                <a:lnTo>
                  <a:pt x="4733" y="116"/>
                </a:lnTo>
                <a:lnTo>
                  <a:pt x="4733" y="0"/>
                </a:lnTo>
                <a:moveTo>
                  <a:pt x="4997" y="0"/>
                </a:moveTo>
                <a:lnTo>
                  <a:pt x="5156" y="0"/>
                </a:lnTo>
                <a:lnTo>
                  <a:pt x="5156" y="116"/>
                </a:lnTo>
                <a:lnTo>
                  <a:pt x="4997" y="116"/>
                </a:lnTo>
                <a:lnTo>
                  <a:pt x="4997" y="0"/>
                </a:lnTo>
                <a:moveTo>
                  <a:pt x="5261" y="0"/>
                </a:moveTo>
                <a:lnTo>
                  <a:pt x="5420" y="0"/>
                </a:lnTo>
                <a:lnTo>
                  <a:pt x="5420" y="116"/>
                </a:lnTo>
                <a:lnTo>
                  <a:pt x="5261" y="116"/>
                </a:lnTo>
                <a:lnTo>
                  <a:pt x="5261" y="0"/>
                </a:lnTo>
                <a:moveTo>
                  <a:pt x="5525" y="0"/>
                </a:moveTo>
                <a:lnTo>
                  <a:pt x="5684" y="0"/>
                </a:lnTo>
                <a:lnTo>
                  <a:pt x="5684" y="116"/>
                </a:lnTo>
                <a:lnTo>
                  <a:pt x="5525" y="116"/>
                </a:lnTo>
                <a:lnTo>
                  <a:pt x="5525" y="0"/>
                </a:lnTo>
                <a:moveTo>
                  <a:pt x="5789" y="0"/>
                </a:moveTo>
                <a:lnTo>
                  <a:pt x="5948" y="0"/>
                </a:lnTo>
                <a:lnTo>
                  <a:pt x="5948" y="116"/>
                </a:lnTo>
                <a:lnTo>
                  <a:pt x="5789" y="116"/>
                </a:lnTo>
                <a:lnTo>
                  <a:pt x="5789" y="0"/>
                </a:lnTo>
                <a:moveTo>
                  <a:pt x="6053" y="0"/>
                </a:moveTo>
                <a:lnTo>
                  <a:pt x="6212" y="0"/>
                </a:lnTo>
                <a:lnTo>
                  <a:pt x="6212" y="116"/>
                </a:lnTo>
                <a:lnTo>
                  <a:pt x="6053" y="116"/>
                </a:lnTo>
                <a:lnTo>
                  <a:pt x="6053" y="0"/>
                </a:lnTo>
                <a:moveTo>
                  <a:pt x="6317" y="0"/>
                </a:moveTo>
                <a:lnTo>
                  <a:pt x="6476" y="0"/>
                </a:lnTo>
                <a:lnTo>
                  <a:pt x="6476" y="116"/>
                </a:lnTo>
                <a:lnTo>
                  <a:pt x="6317" y="116"/>
                </a:lnTo>
                <a:lnTo>
                  <a:pt x="6317" y="0"/>
                </a:lnTo>
                <a:moveTo>
                  <a:pt x="6581" y="0"/>
                </a:moveTo>
                <a:lnTo>
                  <a:pt x="6740" y="0"/>
                </a:lnTo>
                <a:lnTo>
                  <a:pt x="6740" y="116"/>
                </a:lnTo>
                <a:lnTo>
                  <a:pt x="6581" y="116"/>
                </a:lnTo>
                <a:lnTo>
                  <a:pt x="6581" y="0"/>
                </a:lnTo>
                <a:moveTo>
                  <a:pt x="6845" y="0"/>
                </a:moveTo>
                <a:lnTo>
                  <a:pt x="7004" y="0"/>
                </a:lnTo>
                <a:lnTo>
                  <a:pt x="7004" y="116"/>
                </a:lnTo>
                <a:lnTo>
                  <a:pt x="6845" y="116"/>
                </a:lnTo>
                <a:lnTo>
                  <a:pt x="6845" y="0"/>
                </a:lnTo>
                <a:moveTo>
                  <a:pt x="7109" y="0"/>
                </a:moveTo>
                <a:lnTo>
                  <a:pt x="7268" y="0"/>
                </a:lnTo>
                <a:lnTo>
                  <a:pt x="7268" y="116"/>
                </a:lnTo>
                <a:lnTo>
                  <a:pt x="7109" y="116"/>
                </a:lnTo>
                <a:lnTo>
                  <a:pt x="7109" y="0"/>
                </a:lnTo>
                <a:moveTo>
                  <a:pt x="7373" y="0"/>
                </a:moveTo>
                <a:lnTo>
                  <a:pt x="7532" y="0"/>
                </a:lnTo>
                <a:lnTo>
                  <a:pt x="7532" y="116"/>
                </a:lnTo>
                <a:lnTo>
                  <a:pt x="7373" y="116"/>
                </a:lnTo>
                <a:lnTo>
                  <a:pt x="7373" y="0"/>
                </a:lnTo>
                <a:moveTo>
                  <a:pt x="7637" y="0"/>
                </a:moveTo>
                <a:lnTo>
                  <a:pt x="7796" y="0"/>
                </a:lnTo>
                <a:lnTo>
                  <a:pt x="7796" y="116"/>
                </a:lnTo>
                <a:lnTo>
                  <a:pt x="7637" y="116"/>
                </a:lnTo>
                <a:lnTo>
                  <a:pt x="7637" y="0"/>
                </a:lnTo>
                <a:moveTo>
                  <a:pt x="7901" y="0"/>
                </a:moveTo>
                <a:lnTo>
                  <a:pt x="8060" y="0"/>
                </a:lnTo>
                <a:lnTo>
                  <a:pt x="8060" y="116"/>
                </a:lnTo>
                <a:lnTo>
                  <a:pt x="7901" y="116"/>
                </a:lnTo>
                <a:lnTo>
                  <a:pt x="7901" y="0"/>
                </a:lnTo>
                <a:moveTo>
                  <a:pt x="8165" y="0"/>
                </a:moveTo>
                <a:lnTo>
                  <a:pt x="8324" y="0"/>
                </a:lnTo>
                <a:lnTo>
                  <a:pt x="8324" y="116"/>
                </a:lnTo>
                <a:lnTo>
                  <a:pt x="8165" y="116"/>
                </a:lnTo>
                <a:lnTo>
                  <a:pt x="8165" y="0"/>
                </a:lnTo>
                <a:moveTo>
                  <a:pt x="8430" y="0"/>
                </a:moveTo>
                <a:lnTo>
                  <a:pt x="8588" y="0"/>
                </a:lnTo>
                <a:lnTo>
                  <a:pt x="8588" y="116"/>
                </a:lnTo>
                <a:lnTo>
                  <a:pt x="8430" y="116"/>
                </a:lnTo>
                <a:lnTo>
                  <a:pt x="8430" y="0"/>
                </a:lnTo>
                <a:moveTo>
                  <a:pt x="8694" y="0"/>
                </a:moveTo>
                <a:lnTo>
                  <a:pt x="8852" y="0"/>
                </a:lnTo>
                <a:lnTo>
                  <a:pt x="8852" y="116"/>
                </a:lnTo>
                <a:lnTo>
                  <a:pt x="8694" y="116"/>
                </a:lnTo>
                <a:lnTo>
                  <a:pt x="8694" y="0"/>
                </a:lnTo>
                <a:moveTo>
                  <a:pt x="8958" y="0"/>
                </a:moveTo>
                <a:lnTo>
                  <a:pt x="9116" y="0"/>
                </a:lnTo>
                <a:lnTo>
                  <a:pt x="9116" y="116"/>
                </a:lnTo>
                <a:lnTo>
                  <a:pt x="8958" y="116"/>
                </a:lnTo>
                <a:lnTo>
                  <a:pt x="8958" y="0"/>
                </a:lnTo>
                <a:moveTo>
                  <a:pt x="9222" y="0"/>
                </a:moveTo>
                <a:lnTo>
                  <a:pt x="9380" y="0"/>
                </a:lnTo>
                <a:lnTo>
                  <a:pt x="9380" y="116"/>
                </a:lnTo>
                <a:lnTo>
                  <a:pt x="9222" y="116"/>
                </a:lnTo>
                <a:lnTo>
                  <a:pt x="9222" y="0"/>
                </a:lnTo>
                <a:moveTo>
                  <a:pt x="9486" y="0"/>
                </a:moveTo>
                <a:lnTo>
                  <a:pt x="9644" y="0"/>
                </a:lnTo>
                <a:lnTo>
                  <a:pt x="9644" y="116"/>
                </a:lnTo>
                <a:lnTo>
                  <a:pt x="9486" y="116"/>
                </a:lnTo>
                <a:lnTo>
                  <a:pt x="9486" y="0"/>
                </a:lnTo>
                <a:moveTo>
                  <a:pt x="9750" y="0"/>
                </a:moveTo>
                <a:lnTo>
                  <a:pt x="9909" y="0"/>
                </a:lnTo>
                <a:lnTo>
                  <a:pt x="9909" y="116"/>
                </a:lnTo>
                <a:lnTo>
                  <a:pt x="9750" y="116"/>
                </a:lnTo>
                <a:lnTo>
                  <a:pt x="9750" y="0"/>
                </a:lnTo>
                <a:moveTo>
                  <a:pt x="10014" y="0"/>
                </a:moveTo>
                <a:lnTo>
                  <a:pt x="10173" y="0"/>
                </a:lnTo>
                <a:lnTo>
                  <a:pt x="10173" y="116"/>
                </a:lnTo>
                <a:lnTo>
                  <a:pt x="10014" y="116"/>
                </a:lnTo>
                <a:lnTo>
                  <a:pt x="10014" y="0"/>
                </a:lnTo>
                <a:moveTo>
                  <a:pt x="10278" y="0"/>
                </a:moveTo>
                <a:lnTo>
                  <a:pt x="10437" y="0"/>
                </a:lnTo>
                <a:lnTo>
                  <a:pt x="10437" y="116"/>
                </a:lnTo>
                <a:lnTo>
                  <a:pt x="10278" y="116"/>
                </a:lnTo>
                <a:lnTo>
                  <a:pt x="10278" y="0"/>
                </a:lnTo>
                <a:moveTo>
                  <a:pt x="10542" y="0"/>
                </a:moveTo>
                <a:lnTo>
                  <a:pt x="10701" y="0"/>
                </a:lnTo>
                <a:lnTo>
                  <a:pt x="10701" y="116"/>
                </a:lnTo>
                <a:lnTo>
                  <a:pt x="10542" y="116"/>
                </a:lnTo>
                <a:lnTo>
                  <a:pt x="10542" y="0"/>
                </a:lnTo>
                <a:moveTo>
                  <a:pt x="10806" y="0"/>
                </a:moveTo>
                <a:lnTo>
                  <a:pt x="10965" y="0"/>
                </a:lnTo>
                <a:lnTo>
                  <a:pt x="10965" y="116"/>
                </a:lnTo>
                <a:lnTo>
                  <a:pt x="10806" y="116"/>
                </a:lnTo>
                <a:lnTo>
                  <a:pt x="10806" y="0"/>
                </a:lnTo>
                <a:moveTo>
                  <a:pt x="11070" y="0"/>
                </a:moveTo>
                <a:lnTo>
                  <a:pt x="11229" y="0"/>
                </a:lnTo>
                <a:lnTo>
                  <a:pt x="11229" y="116"/>
                </a:lnTo>
                <a:lnTo>
                  <a:pt x="11070" y="116"/>
                </a:lnTo>
                <a:lnTo>
                  <a:pt x="11070" y="0"/>
                </a:lnTo>
                <a:moveTo>
                  <a:pt x="11334" y="0"/>
                </a:moveTo>
                <a:lnTo>
                  <a:pt x="11493" y="0"/>
                </a:lnTo>
                <a:lnTo>
                  <a:pt x="11493" y="116"/>
                </a:lnTo>
                <a:lnTo>
                  <a:pt x="11334" y="116"/>
                </a:lnTo>
                <a:lnTo>
                  <a:pt x="11334" y="0"/>
                </a:lnTo>
                <a:moveTo>
                  <a:pt x="11598" y="0"/>
                </a:moveTo>
                <a:lnTo>
                  <a:pt x="11757" y="0"/>
                </a:lnTo>
                <a:lnTo>
                  <a:pt x="11757" y="116"/>
                </a:lnTo>
                <a:lnTo>
                  <a:pt x="11598" y="116"/>
                </a:lnTo>
                <a:lnTo>
                  <a:pt x="11598" y="0"/>
                </a:lnTo>
                <a:moveTo>
                  <a:pt x="11862" y="0"/>
                </a:moveTo>
                <a:lnTo>
                  <a:pt x="12021" y="0"/>
                </a:lnTo>
                <a:lnTo>
                  <a:pt x="12021" y="116"/>
                </a:lnTo>
                <a:lnTo>
                  <a:pt x="11862" y="116"/>
                </a:lnTo>
                <a:lnTo>
                  <a:pt x="11862" y="0"/>
                </a:lnTo>
                <a:moveTo>
                  <a:pt x="12126" y="0"/>
                </a:moveTo>
                <a:lnTo>
                  <a:pt x="12285" y="0"/>
                </a:lnTo>
                <a:lnTo>
                  <a:pt x="12285" y="116"/>
                </a:lnTo>
                <a:lnTo>
                  <a:pt x="12126" y="116"/>
                </a:lnTo>
                <a:lnTo>
                  <a:pt x="12126" y="0"/>
                </a:lnTo>
                <a:moveTo>
                  <a:pt x="12390" y="0"/>
                </a:moveTo>
                <a:lnTo>
                  <a:pt x="12549" y="0"/>
                </a:lnTo>
                <a:lnTo>
                  <a:pt x="12549" y="116"/>
                </a:lnTo>
                <a:lnTo>
                  <a:pt x="12390" y="116"/>
                </a:lnTo>
                <a:lnTo>
                  <a:pt x="12390" y="0"/>
                </a:lnTo>
                <a:moveTo>
                  <a:pt x="12654" y="0"/>
                </a:moveTo>
                <a:lnTo>
                  <a:pt x="12813" y="0"/>
                </a:lnTo>
                <a:lnTo>
                  <a:pt x="12813" y="116"/>
                </a:lnTo>
                <a:lnTo>
                  <a:pt x="12654" y="116"/>
                </a:lnTo>
                <a:lnTo>
                  <a:pt x="12654" y="0"/>
                </a:lnTo>
                <a:moveTo>
                  <a:pt x="12918" y="0"/>
                </a:moveTo>
                <a:lnTo>
                  <a:pt x="13077" y="0"/>
                </a:lnTo>
                <a:lnTo>
                  <a:pt x="13077" y="116"/>
                </a:lnTo>
                <a:lnTo>
                  <a:pt x="12918" y="116"/>
                </a:lnTo>
                <a:lnTo>
                  <a:pt x="12918" y="0"/>
                </a:lnTo>
                <a:moveTo>
                  <a:pt x="13182" y="0"/>
                </a:moveTo>
                <a:lnTo>
                  <a:pt x="13341" y="0"/>
                </a:lnTo>
                <a:lnTo>
                  <a:pt x="13341" y="116"/>
                </a:lnTo>
                <a:lnTo>
                  <a:pt x="13182" y="116"/>
                </a:lnTo>
                <a:lnTo>
                  <a:pt x="13182" y="0"/>
                </a:lnTo>
                <a:moveTo>
                  <a:pt x="13447" y="0"/>
                </a:moveTo>
                <a:lnTo>
                  <a:pt x="13605" y="0"/>
                </a:lnTo>
                <a:lnTo>
                  <a:pt x="13605" y="116"/>
                </a:lnTo>
                <a:lnTo>
                  <a:pt x="13447" y="116"/>
                </a:lnTo>
                <a:lnTo>
                  <a:pt x="13447" y="0"/>
                </a:lnTo>
                <a:moveTo>
                  <a:pt x="13711" y="0"/>
                </a:moveTo>
                <a:lnTo>
                  <a:pt x="13869" y="0"/>
                </a:lnTo>
                <a:lnTo>
                  <a:pt x="13869" y="116"/>
                </a:lnTo>
                <a:lnTo>
                  <a:pt x="13711" y="116"/>
                </a:lnTo>
                <a:lnTo>
                  <a:pt x="13711" y="0"/>
                </a:lnTo>
                <a:moveTo>
                  <a:pt x="13975" y="0"/>
                </a:moveTo>
                <a:lnTo>
                  <a:pt x="14134" y="0"/>
                </a:lnTo>
                <a:lnTo>
                  <a:pt x="14134" y="116"/>
                </a:lnTo>
                <a:lnTo>
                  <a:pt x="13975" y="116"/>
                </a:lnTo>
                <a:lnTo>
                  <a:pt x="13975" y="0"/>
                </a:lnTo>
                <a:moveTo>
                  <a:pt x="14240" y="0"/>
                </a:moveTo>
                <a:lnTo>
                  <a:pt x="14398" y="0"/>
                </a:lnTo>
                <a:lnTo>
                  <a:pt x="14398" y="116"/>
                </a:lnTo>
                <a:lnTo>
                  <a:pt x="14240" y="116"/>
                </a:lnTo>
                <a:lnTo>
                  <a:pt x="14240" y="0"/>
                </a:lnTo>
                <a:moveTo>
                  <a:pt x="14504" y="0"/>
                </a:moveTo>
                <a:lnTo>
                  <a:pt x="14663" y="0"/>
                </a:lnTo>
                <a:lnTo>
                  <a:pt x="14663" y="116"/>
                </a:lnTo>
                <a:lnTo>
                  <a:pt x="14504" y="116"/>
                </a:lnTo>
                <a:lnTo>
                  <a:pt x="14504" y="0"/>
                </a:lnTo>
                <a:moveTo>
                  <a:pt x="14768" y="0"/>
                </a:moveTo>
                <a:lnTo>
                  <a:pt x="14927" y="0"/>
                </a:lnTo>
                <a:lnTo>
                  <a:pt x="14927" y="116"/>
                </a:lnTo>
                <a:lnTo>
                  <a:pt x="14768" y="116"/>
                </a:lnTo>
                <a:lnTo>
                  <a:pt x="14768" y="0"/>
                </a:lnTo>
                <a:moveTo>
                  <a:pt x="15032" y="0"/>
                </a:moveTo>
                <a:lnTo>
                  <a:pt x="15191" y="0"/>
                </a:lnTo>
                <a:lnTo>
                  <a:pt x="15191" y="116"/>
                </a:lnTo>
                <a:lnTo>
                  <a:pt x="15032" y="116"/>
                </a:lnTo>
                <a:lnTo>
                  <a:pt x="15032" y="0"/>
                </a:lnTo>
                <a:moveTo>
                  <a:pt x="15296" y="0"/>
                </a:moveTo>
                <a:lnTo>
                  <a:pt x="15455" y="0"/>
                </a:lnTo>
                <a:lnTo>
                  <a:pt x="15455" y="116"/>
                </a:lnTo>
                <a:lnTo>
                  <a:pt x="15296" y="116"/>
                </a:lnTo>
                <a:lnTo>
                  <a:pt x="15296" y="0"/>
                </a:lnTo>
                <a:moveTo>
                  <a:pt x="15560" y="0"/>
                </a:moveTo>
                <a:lnTo>
                  <a:pt x="15719" y="0"/>
                </a:lnTo>
                <a:lnTo>
                  <a:pt x="15719" y="116"/>
                </a:lnTo>
                <a:lnTo>
                  <a:pt x="15560" y="116"/>
                </a:lnTo>
                <a:lnTo>
                  <a:pt x="15560" y="0"/>
                </a:lnTo>
                <a:moveTo>
                  <a:pt x="15824" y="0"/>
                </a:moveTo>
                <a:lnTo>
                  <a:pt x="15983" y="0"/>
                </a:lnTo>
                <a:lnTo>
                  <a:pt x="15983" y="116"/>
                </a:lnTo>
                <a:lnTo>
                  <a:pt x="15824" y="116"/>
                </a:lnTo>
                <a:lnTo>
                  <a:pt x="15824" y="0"/>
                </a:lnTo>
                <a:moveTo>
                  <a:pt x="16088" y="0"/>
                </a:moveTo>
                <a:lnTo>
                  <a:pt x="16247" y="0"/>
                </a:lnTo>
                <a:lnTo>
                  <a:pt x="16247" y="116"/>
                </a:lnTo>
                <a:lnTo>
                  <a:pt x="16088" y="116"/>
                </a:lnTo>
                <a:lnTo>
                  <a:pt x="16088" y="0"/>
                </a:lnTo>
                <a:moveTo>
                  <a:pt x="16352" y="0"/>
                </a:moveTo>
                <a:lnTo>
                  <a:pt x="16511" y="0"/>
                </a:lnTo>
                <a:lnTo>
                  <a:pt x="16511" y="116"/>
                </a:lnTo>
                <a:lnTo>
                  <a:pt x="16352" y="116"/>
                </a:lnTo>
                <a:lnTo>
                  <a:pt x="16352" y="0"/>
                </a:lnTo>
                <a:moveTo>
                  <a:pt x="16616" y="0"/>
                </a:moveTo>
                <a:lnTo>
                  <a:pt x="16775" y="0"/>
                </a:lnTo>
                <a:lnTo>
                  <a:pt x="16775" y="116"/>
                </a:lnTo>
                <a:lnTo>
                  <a:pt x="16616" y="116"/>
                </a:lnTo>
                <a:lnTo>
                  <a:pt x="16616" y="0"/>
                </a:lnTo>
                <a:moveTo>
                  <a:pt x="16880" y="0"/>
                </a:moveTo>
                <a:lnTo>
                  <a:pt x="17039" y="0"/>
                </a:lnTo>
                <a:lnTo>
                  <a:pt x="17039" y="116"/>
                </a:lnTo>
                <a:lnTo>
                  <a:pt x="16880" y="116"/>
                </a:lnTo>
                <a:lnTo>
                  <a:pt x="16880" y="0"/>
                </a:lnTo>
                <a:moveTo>
                  <a:pt x="17144" y="0"/>
                </a:moveTo>
                <a:lnTo>
                  <a:pt x="17303" y="0"/>
                </a:lnTo>
                <a:lnTo>
                  <a:pt x="17303" y="116"/>
                </a:lnTo>
                <a:lnTo>
                  <a:pt x="17144" y="116"/>
                </a:lnTo>
                <a:lnTo>
                  <a:pt x="17144" y="0"/>
                </a:lnTo>
                <a:moveTo>
                  <a:pt x="17408" y="0"/>
                </a:moveTo>
                <a:lnTo>
                  <a:pt x="17567" y="0"/>
                </a:lnTo>
                <a:lnTo>
                  <a:pt x="17567" y="116"/>
                </a:lnTo>
                <a:lnTo>
                  <a:pt x="17408" y="116"/>
                </a:lnTo>
                <a:lnTo>
                  <a:pt x="17408" y="0"/>
                </a:lnTo>
                <a:moveTo>
                  <a:pt x="17672" y="0"/>
                </a:moveTo>
                <a:lnTo>
                  <a:pt x="17831" y="0"/>
                </a:lnTo>
                <a:lnTo>
                  <a:pt x="17831" y="116"/>
                </a:lnTo>
                <a:lnTo>
                  <a:pt x="17672" y="116"/>
                </a:lnTo>
                <a:lnTo>
                  <a:pt x="17672" y="0"/>
                </a:lnTo>
                <a:moveTo>
                  <a:pt x="17936" y="0"/>
                </a:moveTo>
                <a:lnTo>
                  <a:pt x="18095" y="0"/>
                </a:lnTo>
                <a:lnTo>
                  <a:pt x="18095" y="116"/>
                </a:lnTo>
                <a:lnTo>
                  <a:pt x="17936" y="116"/>
                </a:lnTo>
                <a:lnTo>
                  <a:pt x="17936" y="0"/>
                </a:lnTo>
                <a:moveTo>
                  <a:pt x="18201" y="0"/>
                </a:moveTo>
                <a:lnTo>
                  <a:pt x="18359" y="0"/>
                </a:lnTo>
                <a:lnTo>
                  <a:pt x="18359" y="116"/>
                </a:lnTo>
                <a:lnTo>
                  <a:pt x="18201" y="116"/>
                </a:lnTo>
                <a:lnTo>
                  <a:pt x="18201" y="0"/>
                </a:lnTo>
                <a:moveTo>
                  <a:pt x="18465" y="0"/>
                </a:moveTo>
                <a:lnTo>
                  <a:pt x="18623" y="0"/>
                </a:lnTo>
                <a:lnTo>
                  <a:pt x="18623" y="116"/>
                </a:lnTo>
                <a:lnTo>
                  <a:pt x="18465" y="116"/>
                </a:lnTo>
                <a:lnTo>
                  <a:pt x="18465" y="0"/>
                </a:lnTo>
                <a:moveTo>
                  <a:pt x="18729" y="0"/>
                </a:moveTo>
                <a:lnTo>
                  <a:pt x="18887" y="0"/>
                </a:lnTo>
                <a:lnTo>
                  <a:pt x="18887" y="116"/>
                </a:lnTo>
                <a:lnTo>
                  <a:pt x="18729" y="116"/>
                </a:lnTo>
                <a:lnTo>
                  <a:pt x="18729" y="0"/>
                </a:lnTo>
                <a:moveTo>
                  <a:pt x="18993" y="0"/>
                </a:moveTo>
                <a:lnTo>
                  <a:pt x="19151" y="0"/>
                </a:lnTo>
                <a:lnTo>
                  <a:pt x="19151" y="116"/>
                </a:lnTo>
                <a:lnTo>
                  <a:pt x="18993" y="116"/>
                </a:lnTo>
                <a:lnTo>
                  <a:pt x="18993" y="0"/>
                </a:lnTo>
                <a:moveTo>
                  <a:pt x="19257" y="0"/>
                </a:moveTo>
                <a:lnTo>
                  <a:pt x="19415" y="0"/>
                </a:lnTo>
                <a:lnTo>
                  <a:pt x="19415" y="116"/>
                </a:lnTo>
                <a:lnTo>
                  <a:pt x="19257" y="116"/>
                </a:lnTo>
                <a:lnTo>
                  <a:pt x="19257" y="0"/>
                </a:lnTo>
                <a:moveTo>
                  <a:pt x="19521" y="0"/>
                </a:moveTo>
                <a:lnTo>
                  <a:pt x="19680" y="0"/>
                </a:lnTo>
                <a:lnTo>
                  <a:pt x="19680" y="116"/>
                </a:lnTo>
                <a:lnTo>
                  <a:pt x="19521" y="116"/>
                </a:lnTo>
                <a:lnTo>
                  <a:pt x="19521" y="0"/>
                </a:lnTo>
                <a:moveTo>
                  <a:pt x="19785" y="0"/>
                </a:moveTo>
                <a:lnTo>
                  <a:pt x="19944" y="0"/>
                </a:lnTo>
                <a:lnTo>
                  <a:pt x="19944" y="116"/>
                </a:lnTo>
                <a:lnTo>
                  <a:pt x="19785" y="116"/>
                </a:lnTo>
                <a:lnTo>
                  <a:pt x="19785" y="0"/>
                </a:lnTo>
                <a:moveTo>
                  <a:pt x="20049" y="0"/>
                </a:moveTo>
                <a:lnTo>
                  <a:pt x="20208" y="0"/>
                </a:lnTo>
                <a:lnTo>
                  <a:pt x="20208" y="116"/>
                </a:lnTo>
                <a:lnTo>
                  <a:pt x="20049" y="116"/>
                </a:lnTo>
                <a:lnTo>
                  <a:pt x="20049" y="0"/>
                </a:lnTo>
                <a:moveTo>
                  <a:pt x="20313" y="0"/>
                </a:moveTo>
                <a:lnTo>
                  <a:pt x="20472" y="0"/>
                </a:lnTo>
                <a:lnTo>
                  <a:pt x="20472" y="116"/>
                </a:lnTo>
                <a:lnTo>
                  <a:pt x="20313" y="116"/>
                </a:lnTo>
                <a:lnTo>
                  <a:pt x="20313" y="0"/>
                </a:lnTo>
                <a:moveTo>
                  <a:pt x="20577" y="0"/>
                </a:moveTo>
                <a:lnTo>
                  <a:pt x="20736" y="0"/>
                </a:lnTo>
                <a:lnTo>
                  <a:pt x="20736" y="116"/>
                </a:lnTo>
                <a:lnTo>
                  <a:pt x="20577" y="116"/>
                </a:lnTo>
                <a:lnTo>
                  <a:pt x="20577" y="0"/>
                </a:lnTo>
                <a:moveTo>
                  <a:pt x="20841" y="0"/>
                </a:moveTo>
                <a:lnTo>
                  <a:pt x="21000" y="0"/>
                </a:lnTo>
                <a:lnTo>
                  <a:pt x="21000" y="116"/>
                </a:lnTo>
                <a:lnTo>
                  <a:pt x="20841" y="116"/>
                </a:lnTo>
                <a:lnTo>
                  <a:pt x="20841" y="0"/>
                </a:lnTo>
                <a:moveTo>
                  <a:pt x="21105" y="0"/>
                </a:moveTo>
                <a:lnTo>
                  <a:pt x="21264" y="0"/>
                </a:lnTo>
                <a:lnTo>
                  <a:pt x="21264" y="116"/>
                </a:lnTo>
                <a:lnTo>
                  <a:pt x="21105" y="116"/>
                </a:lnTo>
                <a:lnTo>
                  <a:pt x="21105" y="0"/>
                </a:lnTo>
                <a:moveTo>
                  <a:pt x="21369" y="0"/>
                </a:moveTo>
                <a:lnTo>
                  <a:pt x="21528" y="0"/>
                </a:lnTo>
                <a:lnTo>
                  <a:pt x="21528" y="116"/>
                </a:lnTo>
                <a:lnTo>
                  <a:pt x="21369" y="116"/>
                </a:lnTo>
                <a:lnTo>
                  <a:pt x="21369" y="0"/>
                </a:lnTo>
                <a:moveTo>
                  <a:pt x="21633" y="0"/>
                </a:moveTo>
                <a:lnTo>
                  <a:pt x="21792" y="0"/>
                </a:lnTo>
                <a:lnTo>
                  <a:pt x="21792" y="116"/>
                </a:lnTo>
                <a:lnTo>
                  <a:pt x="21633" y="116"/>
                </a:lnTo>
                <a:lnTo>
                  <a:pt x="21633" y="0"/>
                </a:lnTo>
                <a:moveTo>
                  <a:pt x="21897" y="0"/>
                </a:moveTo>
                <a:lnTo>
                  <a:pt x="22056" y="0"/>
                </a:lnTo>
                <a:lnTo>
                  <a:pt x="22056" y="116"/>
                </a:lnTo>
                <a:lnTo>
                  <a:pt x="21897" y="116"/>
                </a:lnTo>
                <a:lnTo>
                  <a:pt x="21897" y="0"/>
                </a:lnTo>
                <a:moveTo>
                  <a:pt x="22161" y="0"/>
                </a:moveTo>
                <a:lnTo>
                  <a:pt x="22320" y="0"/>
                </a:lnTo>
                <a:lnTo>
                  <a:pt x="22320" y="116"/>
                </a:lnTo>
                <a:lnTo>
                  <a:pt x="22161" y="116"/>
                </a:lnTo>
                <a:lnTo>
                  <a:pt x="22161" y="0"/>
                </a:lnTo>
                <a:moveTo>
                  <a:pt x="22425" y="0"/>
                </a:moveTo>
                <a:lnTo>
                  <a:pt x="22584" y="0"/>
                </a:lnTo>
                <a:lnTo>
                  <a:pt x="22584" y="116"/>
                </a:lnTo>
                <a:lnTo>
                  <a:pt x="22425" y="116"/>
                </a:lnTo>
                <a:lnTo>
                  <a:pt x="22425" y="0"/>
                </a:lnTo>
                <a:moveTo>
                  <a:pt x="22689" y="0"/>
                </a:moveTo>
                <a:lnTo>
                  <a:pt x="22848" y="0"/>
                </a:lnTo>
                <a:lnTo>
                  <a:pt x="22848" y="116"/>
                </a:lnTo>
                <a:lnTo>
                  <a:pt x="22689" y="116"/>
                </a:lnTo>
                <a:lnTo>
                  <a:pt x="22689" y="0"/>
                </a:lnTo>
                <a:moveTo>
                  <a:pt x="22953" y="0"/>
                </a:moveTo>
                <a:lnTo>
                  <a:pt x="23112" y="0"/>
                </a:lnTo>
                <a:lnTo>
                  <a:pt x="23112" y="116"/>
                </a:lnTo>
                <a:lnTo>
                  <a:pt x="22953" y="116"/>
                </a:lnTo>
                <a:lnTo>
                  <a:pt x="22953" y="0"/>
                </a:lnTo>
                <a:moveTo>
                  <a:pt x="23218" y="0"/>
                </a:moveTo>
                <a:lnTo>
                  <a:pt x="23376" y="0"/>
                </a:lnTo>
                <a:lnTo>
                  <a:pt x="23376" y="116"/>
                </a:lnTo>
                <a:lnTo>
                  <a:pt x="23218" y="116"/>
                </a:lnTo>
                <a:lnTo>
                  <a:pt x="23218" y="0"/>
                </a:lnTo>
                <a:moveTo>
                  <a:pt x="23482" y="0"/>
                </a:moveTo>
                <a:lnTo>
                  <a:pt x="23640" y="0"/>
                </a:lnTo>
                <a:lnTo>
                  <a:pt x="23640" y="116"/>
                </a:lnTo>
                <a:lnTo>
                  <a:pt x="23482" y="116"/>
                </a:lnTo>
                <a:lnTo>
                  <a:pt x="23482" y="0"/>
                </a:lnTo>
                <a:moveTo>
                  <a:pt x="23746" y="0"/>
                </a:moveTo>
                <a:lnTo>
                  <a:pt x="23904" y="0"/>
                </a:lnTo>
                <a:lnTo>
                  <a:pt x="23904" y="116"/>
                </a:lnTo>
                <a:lnTo>
                  <a:pt x="23746" y="116"/>
                </a:lnTo>
                <a:lnTo>
                  <a:pt x="23746" y="0"/>
                </a:lnTo>
                <a:moveTo>
                  <a:pt x="24010" y="0"/>
                </a:moveTo>
                <a:lnTo>
                  <a:pt x="24168" y="0"/>
                </a:lnTo>
                <a:lnTo>
                  <a:pt x="24168" y="116"/>
                </a:lnTo>
                <a:lnTo>
                  <a:pt x="24010" y="116"/>
                </a:lnTo>
                <a:lnTo>
                  <a:pt x="24010" y="0"/>
                </a:lnTo>
                <a:moveTo>
                  <a:pt x="24274" y="0"/>
                </a:moveTo>
                <a:lnTo>
                  <a:pt x="24433" y="0"/>
                </a:lnTo>
                <a:lnTo>
                  <a:pt x="24433" y="116"/>
                </a:lnTo>
                <a:lnTo>
                  <a:pt x="24274" y="116"/>
                </a:lnTo>
                <a:lnTo>
                  <a:pt x="24274" y="0"/>
                </a:lnTo>
                <a:moveTo>
                  <a:pt x="24538" y="0"/>
                </a:moveTo>
                <a:lnTo>
                  <a:pt x="24697" y="0"/>
                </a:lnTo>
                <a:lnTo>
                  <a:pt x="24697" y="116"/>
                </a:lnTo>
                <a:lnTo>
                  <a:pt x="24538" y="116"/>
                </a:lnTo>
                <a:lnTo>
                  <a:pt x="24538" y="0"/>
                </a:lnTo>
                <a:moveTo>
                  <a:pt x="24802" y="0"/>
                </a:moveTo>
                <a:lnTo>
                  <a:pt x="24961" y="0"/>
                </a:lnTo>
                <a:lnTo>
                  <a:pt x="24961" y="116"/>
                </a:lnTo>
                <a:lnTo>
                  <a:pt x="24802" y="116"/>
                </a:lnTo>
                <a:lnTo>
                  <a:pt x="24802" y="0"/>
                </a:lnTo>
                <a:moveTo>
                  <a:pt x="25066" y="0"/>
                </a:moveTo>
                <a:lnTo>
                  <a:pt x="25225" y="0"/>
                </a:lnTo>
                <a:lnTo>
                  <a:pt x="25225" y="116"/>
                </a:lnTo>
                <a:lnTo>
                  <a:pt x="25066" y="116"/>
                </a:lnTo>
                <a:lnTo>
                  <a:pt x="25066" y="0"/>
                </a:lnTo>
                <a:moveTo>
                  <a:pt x="25330" y="0"/>
                </a:moveTo>
                <a:lnTo>
                  <a:pt x="25489" y="0"/>
                </a:lnTo>
                <a:lnTo>
                  <a:pt x="25489" y="116"/>
                </a:lnTo>
                <a:lnTo>
                  <a:pt x="25330" y="116"/>
                </a:lnTo>
                <a:lnTo>
                  <a:pt x="25330" y="0"/>
                </a:lnTo>
                <a:moveTo>
                  <a:pt x="25594" y="0"/>
                </a:moveTo>
                <a:lnTo>
                  <a:pt x="25753" y="0"/>
                </a:lnTo>
                <a:lnTo>
                  <a:pt x="25753" y="116"/>
                </a:lnTo>
                <a:lnTo>
                  <a:pt x="25594" y="116"/>
                </a:lnTo>
                <a:lnTo>
                  <a:pt x="25594" y="0"/>
                </a:lnTo>
                <a:moveTo>
                  <a:pt x="25858" y="0"/>
                </a:moveTo>
                <a:lnTo>
                  <a:pt x="26017" y="0"/>
                </a:lnTo>
                <a:lnTo>
                  <a:pt x="26017" y="116"/>
                </a:lnTo>
                <a:lnTo>
                  <a:pt x="25858" y="116"/>
                </a:lnTo>
                <a:lnTo>
                  <a:pt x="25858" y="0"/>
                </a:lnTo>
                <a:moveTo>
                  <a:pt x="26122" y="0"/>
                </a:moveTo>
                <a:lnTo>
                  <a:pt x="26281" y="0"/>
                </a:lnTo>
                <a:lnTo>
                  <a:pt x="26281" y="116"/>
                </a:lnTo>
                <a:lnTo>
                  <a:pt x="26122" y="116"/>
                </a:lnTo>
                <a:lnTo>
                  <a:pt x="26122" y="0"/>
                </a:lnTo>
                <a:moveTo>
                  <a:pt x="26386" y="0"/>
                </a:moveTo>
                <a:lnTo>
                  <a:pt x="26545" y="0"/>
                </a:lnTo>
                <a:lnTo>
                  <a:pt x="26545" y="116"/>
                </a:lnTo>
                <a:lnTo>
                  <a:pt x="26386" y="116"/>
                </a:lnTo>
                <a:lnTo>
                  <a:pt x="26386" y="0"/>
                </a:lnTo>
                <a:moveTo>
                  <a:pt x="26650" y="0"/>
                </a:moveTo>
                <a:lnTo>
                  <a:pt x="26809" y="0"/>
                </a:lnTo>
                <a:lnTo>
                  <a:pt x="26809" y="116"/>
                </a:lnTo>
                <a:lnTo>
                  <a:pt x="26650" y="116"/>
                </a:lnTo>
                <a:lnTo>
                  <a:pt x="26650" y="0"/>
                </a:lnTo>
                <a:moveTo>
                  <a:pt x="26914" y="0"/>
                </a:moveTo>
                <a:lnTo>
                  <a:pt x="27073" y="0"/>
                </a:lnTo>
                <a:lnTo>
                  <a:pt x="27073" y="116"/>
                </a:lnTo>
                <a:lnTo>
                  <a:pt x="26914" y="116"/>
                </a:lnTo>
                <a:lnTo>
                  <a:pt x="26914" y="0"/>
                </a:lnTo>
                <a:moveTo>
                  <a:pt x="27178" y="0"/>
                </a:moveTo>
                <a:lnTo>
                  <a:pt x="27337" y="0"/>
                </a:lnTo>
                <a:lnTo>
                  <a:pt x="27337" y="116"/>
                </a:lnTo>
                <a:lnTo>
                  <a:pt x="27178" y="116"/>
                </a:lnTo>
                <a:lnTo>
                  <a:pt x="27178" y="0"/>
                </a:lnTo>
                <a:moveTo>
                  <a:pt x="27442" y="0"/>
                </a:moveTo>
                <a:lnTo>
                  <a:pt x="27601" y="0"/>
                </a:lnTo>
                <a:lnTo>
                  <a:pt x="27601" y="116"/>
                </a:lnTo>
                <a:lnTo>
                  <a:pt x="27442" y="116"/>
                </a:lnTo>
                <a:lnTo>
                  <a:pt x="27442" y="0"/>
                </a:lnTo>
                <a:moveTo>
                  <a:pt x="27706" y="0"/>
                </a:moveTo>
                <a:lnTo>
                  <a:pt x="27865" y="0"/>
                </a:lnTo>
                <a:lnTo>
                  <a:pt x="27865" y="116"/>
                </a:lnTo>
                <a:lnTo>
                  <a:pt x="27706" y="116"/>
                </a:lnTo>
                <a:lnTo>
                  <a:pt x="27706" y="0"/>
                </a:lnTo>
                <a:moveTo>
                  <a:pt x="27971" y="0"/>
                </a:moveTo>
                <a:lnTo>
                  <a:pt x="28129" y="0"/>
                </a:lnTo>
                <a:lnTo>
                  <a:pt x="28129" y="116"/>
                </a:lnTo>
                <a:lnTo>
                  <a:pt x="27971" y="116"/>
                </a:lnTo>
                <a:lnTo>
                  <a:pt x="27971" y="0"/>
                </a:lnTo>
                <a:moveTo>
                  <a:pt x="28235" y="0"/>
                </a:moveTo>
                <a:lnTo>
                  <a:pt x="28393" y="0"/>
                </a:lnTo>
                <a:lnTo>
                  <a:pt x="28393" y="116"/>
                </a:lnTo>
                <a:lnTo>
                  <a:pt x="28235" y="116"/>
                </a:lnTo>
                <a:lnTo>
                  <a:pt x="28235" y="0"/>
                </a:lnTo>
                <a:moveTo>
                  <a:pt x="28499" y="0"/>
                </a:moveTo>
                <a:lnTo>
                  <a:pt x="28657" y="0"/>
                </a:lnTo>
                <a:lnTo>
                  <a:pt x="28657" y="116"/>
                </a:lnTo>
                <a:lnTo>
                  <a:pt x="28499" y="116"/>
                </a:lnTo>
                <a:lnTo>
                  <a:pt x="28499" y="0"/>
                </a:lnTo>
                <a:moveTo>
                  <a:pt x="28763" y="0"/>
                </a:moveTo>
                <a:lnTo>
                  <a:pt x="28921" y="0"/>
                </a:lnTo>
                <a:lnTo>
                  <a:pt x="28921" y="116"/>
                </a:lnTo>
                <a:lnTo>
                  <a:pt x="28763" y="116"/>
                </a:lnTo>
                <a:lnTo>
                  <a:pt x="28763" y="0"/>
                </a:lnTo>
                <a:moveTo>
                  <a:pt x="29027" y="0"/>
                </a:moveTo>
                <a:lnTo>
                  <a:pt x="29185" y="0"/>
                </a:lnTo>
                <a:lnTo>
                  <a:pt x="29185" y="116"/>
                </a:lnTo>
                <a:lnTo>
                  <a:pt x="29027" y="116"/>
                </a:lnTo>
                <a:lnTo>
                  <a:pt x="29027" y="0"/>
                </a:lnTo>
                <a:moveTo>
                  <a:pt x="29291" y="0"/>
                </a:moveTo>
                <a:lnTo>
                  <a:pt x="29450" y="0"/>
                </a:lnTo>
                <a:lnTo>
                  <a:pt x="29450" y="116"/>
                </a:lnTo>
                <a:lnTo>
                  <a:pt x="29291" y="116"/>
                </a:lnTo>
                <a:lnTo>
                  <a:pt x="29291" y="0"/>
                </a:lnTo>
                <a:moveTo>
                  <a:pt x="29555" y="0"/>
                </a:moveTo>
                <a:lnTo>
                  <a:pt x="29714" y="0"/>
                </a:lnTo>
                <a:lnTo>
                  <a:pt x="29714" y="116"/>
                </a:lnTo>
                <a:lnTo>
                  <a:pt x="29555" y="116"/>
                </a:lnTo>
                <a:lnTo>
                  <a:pt x="29555" y="0"/>
                </a:lnTo>
                <a:moveTo>
                  <a:pt x="29819" y="0"/>
                </a:moveTo>
                <a:lnTo>
                  <a:pt x="29978" y="0"/>
                </a:lnTo>
                <a:lnTo>
                  <a:pt x="29978" y="116"/>
                </a:lnTo>
                <a:lnTo>
                  <a:pt x="29819" y="116"/>
                </a:lnTo>
                <a:lnTo>
                  <a:pt x="29819" y="0"/>
                </a:lnTo>
                <a:moveTo>
                  <a:pt x="30083" y="0"/>
                </a:moveTo>
                <a:lnTo>
                  <a:pt x="30242" y="0"/>
                </a:lnTo>
                <a:lnTo>
                  <a:pt x="30242" y="116"/>
                </a:lnTo>
                <a:lnTo>
                  <a:pt x="30083" y="116"/>
                </a:lnTo>
                <a:lnTo>
                  <a:pt x="30083" y="0"/>
                </a:lnTo>
                <a:moveTo>
                  <a:pt x="30347" y="0"/>
                </a:moveTo>
                <a:lnTo>
                  <a:pt x="30506" y="0"/>
                </a:lnTo>
                <a:lnTo>
                  <a:pt x="30506" y="116"/>
                </a:lnTo>
                <a:lnTo>
                  <a:pt x="30347" y="116"/>
                </a:lnTo>
                <a:lnTo>
                  <a:pt x="30347" y="0"/>
                </a:lnTo>
                <a:moveTo>
                  <a:pt x="30611" y="0"/>
                </a:moveTo>
                <a:lnTo>
                  <a:pt x="30725" y="0"/>
                </a:lnTo>
                <a:cubicBezTo>
                  <a:pt x="30744" y="0"/>
                  <a:pt x="30764" y="2"/>
                  <a:pt x="30783" y="7"/>
                </a:cubicBezTo>
                <a:lnTo>
                  <a:pt x="30755" y="120"/>
                </a:lnTo>
                <a:cubicBezTo>
                  <a:pt x="30745" y="117"/>
                  <a:pt x="30735" y="116"/>
                  <a:pt x="30725" y="116"/>
                </a:cubicBezTo>
                <a:lnTo>
                  <a:pt x="30611" y="116"/>
                </a:lnTo>
                <a:lnTo>
                  <a:pt x="30611" y="0"/>
                </a:lnTo>
                <a:moveTo>
                  <a:pt x="30902" y="77"/>
                </a:moveTo>
                <a:cubicBezTo>
                  <a:pt x="30946" y="123"/>
                  <a:pt x="30968" y="179"/>
                  <a:pt x="30968" y="243"/>
                </a:cubicBezTo>
                <a:lnTo>
                  <a:pt x="30968" y="263"/>
                </a:lnTo>
                <a:lnTo>
                  <a:pt x="30852" y="263"/>
                </a:lnTo>
                <a:lnTo>
                  <a:pt x="30852" y="243"/>
                </a:lnTo>
                <a:cubicBezTo>
                  <a:pt x="30852" y="210"/>
                  <a:pt x="30840" y="181"/>
                  <a:pt x="30817" y="156"/>
                </a:cubicBezTo>
                <a:lnTo>
                  <a:pt x="30902" y="77"/>
                </a:lnTo>
                <a:moveTo>
                  <a:pt x="30968" y="368"/>
                </a:moveTo>
                <a:lnTo>
                  <a:pt x="30968" y="527"/>
                </a:lnTo>
                <a:lnTo>
                  <a:pt x="30852" y="527"/>
                </a:lnTo>
                <a:lnTo>
                  <a:pt x="30852" y="368"/>
                </a:lnTo>
                <a:lnTo>
                  <a:pt x="30968" y="368"/>
                </a:lnTo>
                <a:moveTo>
                  <a:pt x="30968" y="634"/>
                </a:moveTo>
                <a:lnTo>
                  <a:pt x="30968" y="792"/>
                </a:lnTo>
                <a:lnTo>
                  <a:pt x="30852" y="792"/>
                </a:lnTo>
                <a:lnTo>
                  <a:pt x="30852" y="634"/>
                </a:lnTo>
                <a:lnTo>
                  <a:pt x="30968" y="634"/>
                </a:lnTo>
                <a:moveTo>
                  <a:pt x="30968" y="898"/>
                </a:moveTo>
                <a:lnTo>
                  <a:pt x="30968" y="1056"/>
                </a:lnTo>
                <a:lnTo>
                  <a:pt x="30852" y="1056"/>
                </a:lnTo>
                <a:lnTo>
                  <a:pt x="30852" y="898"/>
                </a:lnTo>
                <a:lnTo>
                  <a:pt x="30968" y="898"/>
                </a:lnTo>
                <a:moveTo>
                  <a:pt x="30968" y="1162"/>
                </a:moveTo>
                <a:lnTo>
                  <a:pt x="30968" y="1320"/>
                </a:lnTo>
                <a:lnTo>
                  <a:pt x="30852" y="1320"/>
                </a:lnTo>
                <a:lnTo>
                  <a:pt x="30852" y="1162"/>
                </a:lnTo>
                <a:lnTo>
                  <a:pt x="30968" y="1162"/>
                </a:lnTo>
                <a:moveTo>
                  <a:pt x="30968" y="1426"/>
                </a:moveTo>
                <a:lnTo>
                  <a:pt x="30968" y="1584"/>
                </a:lnTo>
                <a:lnTo>
                  <a:pt x="30852" y="1584"/>
                </a:lnTo>
                <a:lnTo>
                  <a:pt x="30852" y="1426"/>
                </a:lnTo>
                <a:lnTo>
                  <a:pt x="30968" y="1426"/>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2"/>
                </a:moveTo>
                <a:cubicBezTo>
                  <a:pt x="30961" y="2297"/>
                  <a:pt x="30928" y="2356"/>
                  <a:pt x="30866" y="2400"/>
                </a:cubicBezTo>
                <a:lnTo>
                  <a:pt x="30799" y="2305"/>
                </a:lnTo>
                <a:cubicBezTo>
                  <a:pt x="30831" y="2283"/>
                  <a:pt x="30848" y="2252"/>
                  <a:pt x="30851" y="2212"/>
                </a:cubicBezTo>
                <a:lnTo>
                  <a:pt x="30967" y="2222"/>
                </a:lnTo>
                <a:moveTo>
                  <a:pt x="30736" y="2445"/>
                </a:moveTo>
                <a:cubicBezTo>
                  <a:pt x="30733" y="2445"/>
                  <a:pt x="30729" y="2446"/>
                  <a:pt x="30725" y="2446"/>
                </a:cubicBezTo>
                <a:lnTo>
                  <a:pt x="30575" y="2446"/>
                </a:lnTo>
                <a:lnTo>
                  <a:pt x="30575" y="2329"/>
                </a:lnTo>
                <a:lnTo>
                  <a:pt x="30725" y="2329"/>
                </a:lnTo>
                <a:cubicBezTo>
                  <a:pt x="30727" y="2329"/>
                  <a:pt x="30729" y="2329"/>
                  <a:pt x="30731" y="2329"/>
                </a:cubicBezTo>
                <a:lnTo>
                  <a:pt x="30736" y="2445"/>
                </a:lnTo>
                <a:moveTo>
                  <a:pt x="30470" y="2446"/>
                </a:moveTo>
                <a:lnTo>
                  <a:pt x="30311" y="2446"/>
                </a:lnTo>
                <a:lnTo>
                  <a:pt x="30311" y="2329"/>
                </a:lnTo>
                <a:lnTo>
                  <a:pt x="30470" y="2329"/>
                </a:lnTo>
                <a:lnTo>
                  <a:pt x="30470" y="2446"/>
                </a:lnTo>
                <a:moveTo>
                  <a:pt x="30206" y="2446"/>
                </a:moveTo>
                <a:lnTo>
                  <a:pt x="30047" y="2446"/>
                </a:lnTo>
                <a:lnTo>
                  <a:pt x="30047" y="2329"/>
                </a:lnTo>
                <a:lnTo>
                  <a:pt x="30206" y="2329"/>
                </a:lnTo>
                <a:lnTo>
                  <a:pt x="30206" y="2446"/>
                </a:lnTo>
                <a:moveTo>
                  <a:pt x="29942" y="2446"/>
                </a:moveTo>
                <a:lnTo>
                  <a:pt x="29783" y="2446"/>
                </a:lnTo>
                <a:lnTo>
                  <a:pt x="29783" y="2329"/>
                </a:lnTo>
                <a:lnTo>
                  <a:pt x="29942" y="2329"/>
                </a:lnTo>
                <a:lnTo>
                  <a:pt x="29942" y="2446"/>
                </a:lnTo>
                <a:moveTo>
                  <a:pt x="29678" y="2446"/>
                </a:moveTo>
                <a:lnTo>
                  <a:pt x="29519" y="2446"/>
                </a:lnTo>
                <a:lnTo>
                  <a:pt x="29519" y="2329"/>
                </a:lnTo>
                <a:lnTo>
                  <a:pt x="29678" y="2329"/>
                </a:lnTo>
                <a:lnTo>
                  <a:pt x="29678" y="2446"/>
                </a:lnTo>
                <a:moveTo>
                  <a:pt x="29414" y="2446"/>
                </a:moveTo>
                <a:lnTo>
                  <a:pt x="29255" y="2446"/>
                </a:lnTo>
                <a:lnTo>
                  <a:pt x="29255" y="2329"/>
                </a:lnTo>
                <a:lnTo>
                  <a:pt x="29414" y="2329"/>
                </a:lnTo>
                <a:lnTo>
                  <a:pt x="29414" y="2446"/>
                </a:lnTo>
                <a:moveTo>
                  <a:pt x="29150" y="2446"/>
                </a:moveTo>
                <a:lnTo>
                  <a:pt x="28991" y="2446"/>
                </a:lnTo>
                <a:lnTo>
                  <a:pt x="28991" y="2329"/>
                </a:lnTo>
                <a:lnTo>
                  <a:pt x="29150" y="2329"/>
                </a:lnTo>
                <a:lnTo>
                  <a:pt x="29150" y="2446"/>
                </a:lnTo>
                <a:moveTo>
                  <a:pt x="28886" y="2446"/>
                </a:moveTo>
                <a:lnTo>
                  <a:pt x="28727" y="2446"/>
                </a:lnTo>
                <a:lnTo>
                  <a:pt x="28727" y="2329"/>
                </a:lnTo>
                <a:lnTo>
                  <a:pt x="28886" y="2329"/>
                </a:lnTo>
                <a:lnTo>
                  <a:pt x="28886" y="2446"/>
                </a:lnTo>
                <a:moveTo>
                  <a:pt x="28622" y="2446"/>
                </a:moveTo>
                <a:lnTo>
                  <a:pt x="28463" y="2446"/>
                </a:lnTo>
                <a:lnTo>
                  <a:pt x="28463" y="2329"/>
                </a:lnTo>
                <a:lnTo>
                  <a:pt x="28622" y="2329"/>
                </a:lnTo>
                <a:lnTo>
                  <a:pt x="28622" y="2446"/>
                </a:lnTo>
                <a:moveTo>
                  <a:pt x="28358" y="2446"/>
                </a:moveTo>
                <a:lnTo>
                  <a:pt x="28199" y="2446"/>
                </a:lnTo>
                <a:lnTo>
                  <a:pt x="28199" y="2329"/>
                </a:lnTo>
                <a:lnTo>
                  <a:pt x="28358" y="2329"/>
                </a:lnTo>
                <a:lnTo>
                  <a:pt x="28358" y="2446"/>
                </a:lnTo>
                <a:moveTo>
                  <a:pt x="28094" y="2446"/>
                </a:moveTo>
                <a:lnTo>
                  <a:pt x="27935" y="2446"/>
                </a:lnTo>
                <a:lnTo>
                  <a:pt x="27935" y="2329"/>
                </a:lnTo>
                <a:lnTo>
                  <a:pt x="28094" y="2329"/>
                </a:lnTo>
                <a:lnTo>
                  <a:pt x="28094" y="2446"/>
                </a:lnTo>
                <a:moveTo>
                  <a:pt x="27829" y="2446"/>
                </a:moveTo>
                <a:lnTo>
                  <a:pt x="27671" y="2446"/>
                </a:lnTo>
                <a:lnTo>
                  <a:pt x="27671" y="2329"/>
                </a:lnTo>
                <a:lnTo>
                  <a:pt x="27829" y="2329"/>
                </a:lnTo>
                <a:lnTo>
                  <a:pt x="27829" y="2446"/>
                </a:lnTo>
                <a:moveTo>
                  <a:pt x="27565" y="2446"/>
                </a:moveTo>
                <a:lnTo>
                  <a:pt x="27407" y="2446"/>
                </a:lnTo>
                <a:lnTo>
                  <a:pt x="27407" y="2329"/>
                </a:lnTo>
                <a:lnTo>
                  <a:pt x="27565" y="2329"/>
                </a:lnTo>
                <a:lnTo>
                  <a:pt x="27565" y="2446"/>
                </a:lnTo>
                <a:moveTo>
                  <a:pt x="27301" y="2446"/>
                </a:moveTo>
                <a:lnTo>
                  <a:pt x="27143" y="2446"/>
                </a:lnTo>
                <a:lnTo>
                  <a:pt x="27143" y="2329"/>
                </a:lnTo>
                <a:lnTo>
                  <a:pt x="27301" y="2329"/>
                </a:lnTo>
                <a:lnTo>
                  <a:pt x="27301" y="2446"/>
                </a:lnTo>
                <a:moveTo>
                  <a:pt x="27037" y="2446"/>
                </a:moveTo>
                <a:lnTo>
                  <a:pt x="26879" y="2446"/>
                </a:lnTo>
                <a:lnTo>
                  <a:pt x="26879" y="2329"/>
                </a:lnTo>
                <a:lnTo>
                  <a:pt x="27037" y="2329"/>
                </a:lnTo>
                <a:lnTo>
                  <a:pt x="27037" y="2446"/>
                </a:lnTo>
                <a:moveTo>
                  <a:pt x="26773" y="2446"/>
                </a:moveTo>
                <a:lnTo>
                  <a:pt x="26615" y="2446"/>
                </a:lnTo>
                <a:lnTo>
                  <a:pt x="26615" y="2329"/>
                </a:lnTo>
                <a:lnTo>
                  <a:pt x="26773" y="2329"/>
                </a:lnTo>
                <a:lnTo>
                  <a:pt x="26773" y="2446"/>
                </a:lnTo>
                <a:moveTo>
                  <a:pt x="26509" y="2446"/>
                </a:moveTo>
                <a:lnTo>
                  <a:pt x="26350" y="2446"/>
                </a:lnTo>
                <a:lnTo>
                  <a:pt x="26350" y="2329"/>
                </a:lnTo>
                <a:lnTo>
                  <a:pt x="26509" y="2329"/>
                </a:lnTo>
                <a:lnTo>
                  <a:pt x="26509" y="2446"/>
                </a:lnTo>
                <a:moveTo>
                  <a:pt x="26245" y="2446"/>
                </a:moveTo>
                <a:lnTo>
                  <a:pt x="26086" y="2446"/>
                </a:lnTo>
                <a:lnTo>
                  <a:pt x="26086" y="2329"/>
                </a:lnTo>
                <a:lnTo>
                  <a:pt x="26245" y="2329"/>
                </a:lnTo>
                <a:lnTo>
                  <a:pt x="26245" y="2446"/>
                </a:lnTo>
                <a:moveTo>
                  <a:pt x="25981" y="2446"/>
                </a:moveTo>
                <a:lnTo>
                  <a:pt x="25822" y="2446"/>
                </a:lnTo>
                <a:lnTo>
                  <a:pt x="25822" y="2329"/>
                </a:lnTo>
                <a:lnTo>
                  <a:pt x="25981" y="2329"/>
                </a:lnTo>
                <a:lnTo>
                  <a:pt x="25981" y="2446"/>
                </a:lnTo>
                <a:moveTo>
                  <a:pt x="25717" y="2446"/>
                </a:moveTo>
                <a:lnTo>
                  <a:pt x="25558" y="2446"/>
                </a:lnTo>
                <a:lnTo>
                  <a:pt x="25558" y="2329"/>
                </a:lnTo>
                <a:lnTo>
                  <a:pt x="25717" y="2329"/>
                </a:lnTo>
                <a:lnTo>
                  <a:pt x="25717" y="2446"/>
                </a:lnTo>
                <a:moveTo>
                  <a:pt x="25453" y="2446"/>
                </a:moveTo>
                <a:lnTo>
                  <a:pt x="25294" y="2446"/>
                </a:lnTo>
                <a:lnTo>
                  <a:pt x="25294" y="2329"/>
                </a:lnTo>
                <a:lnTo>
                  <a:pt x="25453" y="2329"/>
                </a:lnTo>
                <a:lnTo>
                  <a:pt x="25453" y="2446"/>
                </a:lnTo>
                <a:moveTo>
                  <a:pt x="25189" y="2446"/>
                </a:moveTo>
                <a:lnTo>
                  <a:pt x="25030" y="2446"/>
                </a:lnTo>
                <a:lnTo>
                  <a:pt x="25030" y="2329"/>
                </a:lnTo>
                <a:lnTo>
                  <a:pt x="25189" y="2329"/>
                </a:lnTo>
                <a:lnTo>
                  <a:pt x="25189" y="2446"/>
                </a:lnTo>
                <a:moveTo>
                  <a:pt x="24925" y="2446"/>
                </a:moveTo>
                <a:lnTo>
                  <a:pt x="24766" y="2446"/>
                </a:lnTo>
                <a:lnTo>
                  <a:pt x="24766" y="2329"/>
                </a:lnTo>
                <a:lnTo>
                  <a:pt x="24925" y="2329"/>
                </a:lnTo>
                <a:lnTo>
                  <a:pt x="24925" y="2446"/>
                </a:lnTo>
                <a:moveTo>
                  <a:pt x="24661" y="2446"/>
                </a:moveTo>
                <a:lnTo>
                  <a:pt x="24502" y="2446"/>
                </a:lnTo>
                <a:lnTo>
                  <a:pt x="24502" y="2329"/>
                </a:lnTo>
                <a:lnTo>
                  <a:pt x="24661" y="2329"/>
                </a:lnTo>
                <a:lnTo>
                  <a:pt x="24661" y="2446"/>
                </a:lnTo>
                <a:moveTo>
                  <a:pt x="24397" y="2446"/>
                </a:moveTo>
                <a:lnTo>
                  <a:pt x="24238" y="2446"/>
                </a:lnTo>
                <a:lnTo>
                  <a:pt x="24238" y="2329"/>
                </a:lnTo>
                <a:lnTo>
                  <a:pt x="24397" y="2329"/>
                </a:lnTo>
                <a:lnTo>
                  <a:pt x="24397" y="2446"/>
                </a:lnTo>
                <a:moveTo>
                  <a:pt x="24133" y="2446"/>
                </a:moveTo>
                <a:lnTo>
                  <a:pt x="23974" y="2446"/>
                </a:lnTo>
                <a:lnTo>
                  <a:pt x="23974" y="2329"/>
                </a:lnTo>
                <a:lnTo>
                  <a:pt x="24133" y="2329"/>
                </a:lnTo>
                <a:lnTo>
                  <a:pt x="24133" y="2446"/>
                </a:lnTo>
                <a:moveTo>
                  <a:pt x="23869" y="2446"/>
                </a:moveTo>
                <a:lnTo>
                  <a:pt x="23710" y="2446"/>
                </a:lnTo>
                <a:lnTo>
                  <a:pt x="23710" y="2329"/>
                </a:lnTo>
                <a:lnTo>
                  <a:pt x="23869" y="2329"/>
                </a:lnTo>
                <a:lnTo>
                  <a:pt x="23869" y="2446"/>
                </a:lnTo>
                <a:moveTo>
                  <a:pt x="23605" y="2446"/>
                </a:moveTo>
                <a:lnTo>
                  <a:pt x="23446" y="2446"/>
                </a:lnTo>
                <a:lnTo>
                  <a:pt x="23446" y="2329"/>
                </a:lnTo>
                <a:lnTo>
                  <a:pt x="23605" y="2329"/>
                </a:lnTo>
                <a:lnTo>
                  <a:pt x="23605" y="2446"/>
                </a:lnTo>
                <a:moveTo>
                  <a:pt x="23341" y="2446"/>
                </a:moveTo>
                <a:lnTo>
                  <a:pt x="23182" y="2446"/>
                </a:lnTo>
                <a:lnTo>
                  <a:pt x="23182" y="2329"/>
                </a:lnTo>
                <a:lnTo>
                  <a:pt x="23341" y="2329"/>
                </a:lnTo>
                <a:lnTo>
                  <a:pt x="23341" y="2446"/>
                </a:lnTo>
                <a:moveTo>
                  <a:pt x="23077" y="2446"/>
                </a:moveTo>
                <a:lnTo>
                  <a:pt x="22918" y="2446"/>
                </a:lnTo>
                <a:lnTo>
                  <a:pt x="22918" y="2329"/>
                </a:lnTo>
                <a:lnTo>
                  <a:pt x="23077" y="2329"/>
                </a:lnTo>
                <a:lnTo>
                  <a:pt x="23077" y="2446"/>
                </a:lnTo>
                <a:moveTo>
                  <a:pt x="22812" y="2446"/>
                </a:moveTo>
                <a:lnTo>
                  <a:pt x="22654" y="2446"/>
                </a:lnTo>
                <a:lnTo>
                  <a:pt x="22654" y="2329"/>
                </a:lnTo>
                <a:lnTo>
                  <a:pt x="22812" y="2329"/>
                </a:lnTo>
                <a:lnTo>
                  <a:pt x="22812" y="2446"/>
                </a:lnTo>
                <a:moveTo>
                  <a:pt x="22548" y="2446"/>
                </a:moveTo>
                <a:lnTo>
                  <a:pt x="22390" y="2446"/>
                </a:lnTo>
                <a:lnTo>
                  <a:pt x="22390" y="2329"/>
                </a:lnTo>
                <a:lnTo>
                  <a:pt x="22548" y="2329"/>
                </a:lnTo>
                <a:lnTo>
                  <a:pt x="22548" y="2446"/>
                </a:lnTo>
                <a:moveTo>
                  <a:pt x="22284" y="2446"/>
                </a:moveTo>
                <a:lnTo>
                  <a:pt x="22126" y="2446"/>
                </a:lnTo>
                <a:lnTo>
                  <a:pt x="22126" y="2329"/>
                </a:lnTo>
                <a:lnTo>
                  <a:pt x="22284" y="2329"/>
                </a:lnTo>
                <a:lnTo>
                  <a:pt x="22284" y="2446"/>
                </a:lnTo>
                <a:moveTo>
                  <a:pt x="22020" y="2446"/>
                </a:moveTo>
                <a:lnTo>
                  <a:pt x="21862" y="2446"/>
                </a:lnTo>
                <a:lnTo>
                  <a:pt x="21862" y="2329"/>
                </a:lnTo>
                <a:lnTo>
                  <a:pt x="22020" y="2329"/>
                </a:lnTo>
                <a:lnTo>
                  <a:pt x="22020" y="2446"/>
                </a:lnTo>
                <a:moveTo>
                  <a:pt x="21756" y="2446"/>
                </a:moveTo>
                <a:lnTo>
                  <a:pt x="21597" y="2446"/>
                </a:lnTo>
                <a:lnTo>
                  <a:pt x="21597" y="2329"/>
                </a:lnTo>
                <a:lnTo>
                  <a:pt x="21756" y="2329"/>
                </a:lnTo>
                <a:lnTo>
                  <a:pt x="21756" y="2446"/>
                </a:lnTo>
                <a:moveTo>
                  <a:pt x="21492" y="2446"/>
                </a:moveTo>
                <a:lnTo>
                  <a:pt x="21333" y="2446"/>
                </a:lnTo>
                <a:lnTo>
                  <a:pt x="21333" y="2329"/>
                </a:lnTo>
                <a:lnTo>
                  <a:pt x="21492" y="2329"/>
                </a:lnTo>
                <a:lnTo>
                  <a:pt x="21492" y="2446"/>
                </a:lnTo>
                <a:moveTo>
                  <a:pt x="21228" y="2446"/>
                </a:moveTo>
                <a:lnTo>
                  <a:pt x="21069" y="2446"/>
                </a:lnTo>
                <a:lnTo>
                  <a:pt x="21069" y="2329"/>
                </a:lnTo>
                <a:lnTo>
                  <a:pt x="21228" y="2329"/>
                </a:lnTo>
                <a:lnTo>
                  <a:pt x="21228" y="2446"/>
                </a:lnTo>
                <a:moveTo>
                  <a:pt x="20964" y="2446"/>
                </a:moveTo>
                <a:lnTo>
                  <a:pt x="20805" y="2446"/>
                </a:lnTo>
                <a:lnTo>
                  <a:pt x="20805" y="2329"/>
                </a:lnTo>
                <a:lnTo>
                  <a:pt x="20964" y="2329"/>
                </a:lnTo>
                <a:lnTo>
                  <a:pt x="20964" y="2446"/>
                </a:lnTo>
                <a:moveTo>
                  <a:pt x="20700" y="2446"/>
                </a:moveTo>
                <a:lnTo>
                  <a:pt x="20541" y="2446"/>
                </a:lnTo>
                <a:lnTo>
                  <a:pt x="20541" y="2329"/>
                </a:lnTo>
                <a:lnTo>
                  <a:pt x="20700" y="2329"/>
                </a:lnTo>
                <a:lnTo>
                  <a:pt x="20700" y="2446"/>
                </a:lnTo>
                <a:moveTo>
                  <a:pt x="20436" y="2446"/>
                </a:moveTo>
                <a:lnTo>
                  <a:pt x="20277" y="2446"/>
                </a:lnTo>
                <a:lnTo>
                  <a:pt x="20277" y="2329"/>
                </a:lnTo>
                <a:lnTo>
                  <a:pt x="20436" y="2329"/>
                </a:lnTo>
                <a:lnTo>
                  <a:pt x="20436" y="2446"/>
                </a:lnTo>
                <a:moveTo>
                  <a:pt x="20172" y="2446"/>
                </a:moveTo>
                <a:lnTo>
                  <a:pt x="20013" y="2446"/>
                </a:lnTo>
                <a:lnTo>
                  <a:pt x="20013" y="2329"/>
                </a:lnTo>
                <a:lnTo>
                  <a:pt x="20172" y="2329"/>
                </a:lnTo>
                <a:lnTo>
                  <a:pt x="20172" y="2446"/>
                </a:lnTo>
                <a:moveTo>
                  <a:pt x="19908" y="2446"/>
                </a:moveTo>
                <a:lnTo>
                  <a:pt x="19749" y="2446"/>
                </a:lnTo>
                <a:lnTo>
                  <a:pt x="19749" y="2329"/>
                </a:lnTo>
                <a:lnTo>
                  <a:pt x="19908" y="2329"/>
                </a:lnTo>
                <a:lnTo>
                  <a:pt x="19908" y="2446"/>
                </a:lnTo>
                <a:moveTo>
                  <a:pt x="19644" y="2446"/>
                </a:moveTo>
                <a:lnTo>
                  <a:pt x="19485" y="2446"/>
                </a:lnTo>
                <a:lnTo>
                  <a:pt x="19485" y="2329"/>
                </a:lnTo>
                <a:lnTo>
                  <a:pt x="19644" y="2329"/>
                </a:lnTo>
                <a:lnTo>
                  <a:pt x="19644" y="2446"/>
                </a:lnTo>
                <a:moveTo>
                  <a:pt x="19380" y="2446"/>
                </a:moveTo>
                <a:lnTo>
                  <a:pt x="19221" y="2446"/>
                </a:lnTo>
                <a:lnTo>
                  <a:pt x="19221" y="2329"/>
                </a:lnTo>
                <a:lnTo>
                  <a:pt x="19380" y="2329"/>
                </a:lnTo>
                <a:lnTo>
                  <a:pt x="19380" y="2446"/>
                </a:lnTo>
                <a:moveTo>
                  <a:pt x="19116" y="2446"/>
                </a:moveTo>
                <a:lnTo>
                  <a:pt x="18957" y="2446"/>
                </a:lnTo>
                <a:lnTo>
                  <a:pt x="18957" y="2329"/>
                </a:lnTo>
                <a:lnTo>
                  <a:pt x="19116" y="2329"/>
                </a:lnTo>
                <a:lnTo>
                  <a:pt x="19116" y="2446"/>
                </a:lnTo>
                <a:moveTo>
                  <a:pt x="18852" y="2446"/>
                </a:moveTo>
                <a:lnTo>
                  <a:pt x="18693" y="2446"/>
                </a:lnTo>
                <a:lnTo>
                  <a:pt x="18693" y="2329"/>
                </a:lnTo>
                <a:lnTo>
                  <a:pt x="18852" y="2329"/>
                </a:lnTo>
                <a:lnTo>
                  <a:pt x="18852" y="2446"/>
                </a:lnTo>
                <a:moveTo>
                  <a:pt x="18588" y="2446"/>
                </a:moveTo>
                <a:lnTo>
                  <a:pt x="18429" y="2446"/>
                </a:lnTo>
                <a:lnTo>
                  <a:pt x="18429" y="2329"/>
                </a:lnTo>
                <a:lnTo>
                  <a:pt x="18588" y="2329"/>
                </a:lnTo>
                <a:lnTo>
                  <a:pt x="18588" y="2446"/>
                </a:lnTo>
                <a:moveTo>
                  <a:pt x="18324" y="2446"/>
                </a:moveTo>
                <a:lnTo>
                  <a:pt x="18165" y="2446"/>
                </a:lnTo>
                <a:lnTo>
                  <a:pt x="18165" y="2329"/>
                </a:lnTo>
                <a:lnTo>
                  <a:pt x="18324" y="2329"/>
                </a:lnTo>
                <a:lnTo>
                  <a:pt x="18324" y="2446"/>
                </a:lnTo>
                <a:moveTo>
                  <a:pt x="18059" y="2446"/>
                </a:moveTo>
                <a:lnTo>
                  <a:pt x="17901" y="2446"/>
                </a:lnTo>
                <a:lnTo>
                  <a:pt x="17901" y="2329"/>
                </a:lnTo>
                <a:lnTo>
                  <a:pt x="18059" y="2329"/>
                </a:lnTo>
                <a:lnTo>
                  <a:pt x="18059" y="2446"/>
                </a:lnTo>
                <a:moveTo>
                  <a:pt x="17795" y="2446"/>
                </a:moveTo>
                <a:lnTo>
                  <a:pt x="17637" y="2446"/>
                </a:lnTo>
                <a:lnTo>
                  <a:pt x="17637" y="2329"/>
                </a:lnTo>
                <a:lnTo>
                  <a:pt x="17795" y="2329"/>
                </a:lnTo>
                <a:lnTo>
                  <a:pt x="17795" y="2446"/>
                </a:lnTo>
                <a:moveTo>
                  <a:pt x="17531" y="2446"/>
                </a:moveTo>
                <a:lnTo>
                  <a:pt x="17373" y="2446"/>
                </a:lnTo>
                <a:lnTo>
                  <a:pt x="17373" y="2329"/>
                </a:lnTo>
                <a:lnTo>
                  <a:pt x="17531" y="2329"/>
                </a:lnTo>
                <a:lnTo>
                  <a:pt x="17531" y="2446"/>
                </a:lnTo>
                <a:moveTo>
                  <a:pt x="17267" y="2446"/>
                </a:moveTo>
                <a:lnTo>
                  <a:pt x="17109" y="2446"/>
                </a:lnTo>
                <a:lnTo>
                  <a:pt x="17109" y="2329"/>
                </a:lnTo>
                <a:lnTo>
                  <a:pt x="17267" y="2329"/>
                </a:lnTo>
                <a:lnTo>
                  <a:pt x="17267" y="2446"/>
                </a:lnTo>
                <a:moveTo>
                  <a:pt x="17003" y="2446"/>
                </a:moveTo>
                <a:lnTo>
                  <a:pt x="16845" y="2446"/>
                </a:lnTo>
                <a:lnTo>
                  <a:pt x="16845" y="2329"/>
                </a:lnTo>
                <a:lnTo>
                  <a:pt x="17003" y="2329"/>
                </a:lnTo>
                <a:lnTo>
                  <a:pt x="17003" y="2446"/>
                </a:lnTo>
                <a:moveTo>
                  <a:pt x="16739" y="2446"/>
                </a:moveTo>
                <a:lnTo>
                  <a:pt x="16580" y="2446"/>
                </a:lnTo>
                <a:lnTo>
                  <a:pt x="16580" y="2329"/>
                </a:lnTo>
                <a:lnTo>
                  <a:pt x="16739" y="2329"/>
                </a:lnTo>
                <a:lnTo>
                  <a:pt x="16739" y="2446"/>
                </a:lnTo>
                <a:moveTo>
                  <a:pt x="16475" y="2446"/>
                </a:moveTo>
                <a:lnTo>
                  <a:pt x="16316" y="2446"/>
                </a:lnTo>
                <a:lnTo>
                  <a:pt x="16316" y="2329"/>
                </a:lnTo>
                <a:lnTo>
                  <a:pt x="16475" y="2329"/>
                </a:lnTo>
                <a:lnTo>
                  <a:pt x="16475" y="2446"/>
                </a:lnTo>
                <a:moveTo>
                  <a:pt x="16211" y="2446"/>
                </a:moveTo>
                <a:lnTo>
                  <a:pt x="16052" y="2446"/>
                </a:lnTo>
                <a:lnTo>
                  <a:pt x="16052" y="2329"/>
                </a:lnTo>
                <a:lnTo>
                  <a:pt x="16211" y="2329"/>
                </a:lnTo>
                <a:lnTo>
                  <a:pt x="16211" y="2446"/>
                </a:lnTo>
                <a:moveTo>
                  <a:pt x="15947" y="2446"/>
                </a:moveTo>
                <a:lnTo>
                  <a:pt x="15788" y="2446"/>
                </a:lnTo>
                <a:lnTo>
                  <a:pt x="15788" y="2329"/>
                </a:lnTo>
                <a:lnTo>
                  <a:pt x="15947" y="2329"/>
                </a:lnTo>
                <a:lnTo>
                  <a:pt x="15947" y="2446"/>
                </a:lnTo>
                <a:moveTo>
                  <a:pt x="15683" y="2446"/>
                </a:moveTo>
                <a:lnTo>
                  <a:pt x="15524" y="2446"/>
                </a:lnTo>
                <a:lnTo>
                  <a:pt x="15524" y="2329"/>
                </a:lnTo>
                <a:lnTo>
                  <a:pt x="15683" y="2329"/>
                </a:lnTo>
                <a:lnTo>
                  <a:pt x="15683" y="2446"/>
                </a:lnTo>
                <a:moveTo>
                  <a:pt x="15419" y="2446"/>
                </a:moveTo>
                <a:lnTo>
                  <a:pt x="15260" y="2446"/>
                </a:lnTo>
                <a:lnTo>
                  <a:pt x="15260" y="2329"/>
                </a:lnTo>
                <a:lnTo>
                  <a:pt x="15419" y="2329"/>
                </a:lnTo>
                <a:lnTo>
                  <a:pt x="15419" y="2446"/>
                </a:lnTo>
                <a:moveTo>
                  <a:pt x="15155" y="2446"/>
                </a:moveTo>
                <a:lnTo>
                  <a:pt x="14996" y="2446"/>
                </a:lnTo>
                <a:lnTo>
                  <a:pt x="14996" y="2329"/>
                </a:lnTo>
                <a:lnTo>
                  <a:pt x="15155" y="2329"/>
                </a:lnTo>
                <a:lnTo>
                  <a:pt x="15155" y="2446"/>
                </a:lnTo>
                <a:moveTo>
                  <a:pt x="14891" y="2446"/>
                </a:moveTo>
                <a:lnTo>
                  <a:pt x="14732" y="2446"/>
                </a:lnTo>
                <a:lnTo>
                  <a:pt x="14732" y="2329"/>
                </a:lnTo>
                <a:lnTo>
                  <a:pt x="14891" y="2329"/>
                </a:lnTo>
                <a:lnTo>
                  <a:pt x="14891" y="2446"/>
                </a:lnTo>
                <a:moveTo>
                  <a:pt x="14627" y="2446"/>
                </a:moveTo>
                <a:lnTo>
                  <a:pt x="14468" y="2446"/>
                </a:lnTo>
                <a:lnTo>
                  <a:pt x="14468" y="2329"/>
                </a:lnTo>
                <a:lnTo>
                  <a:pt x="14627" y="2329"/>
                </a:lnTo>
                <a:lnTo>
                  <a:pt x="14627" y="2446"/>
                </a:lnTo>
                <a:moveTo>
                  <a:pt x="14363" y="2446"/>
                </a:moveTo>
                <a:lnTo>
                  <a:pt x="14204" y="2446"/>
                </a:lnTo>
                <a:lnTo>
                  <a:pt x="14204" y="2329"/>
                </a:lnTo>
                <a:lnTo>
                  <a:pt x="14363" y="2329"/>
                </a:lnTo>
                <a:lnTo>
                  <a:pt x="14363" y="2446"/>
                </a:lnTo>
                <a:moveTo>
                  <a:pt x="14099" y="2446"/>
                </a:moveTo>
                <a:lnTo>
                  <a:pt x="13939" y="2446"/>
                </a:lnTo>
                <a:lnTo>
                  <a:pt x="13939" y="2329"/>
                </a:lnTo>
                <a:lnTo>
                  <a:pt x="14099" y="2329"/>
                </a:lnTo>
                <a:lnTo>
                  <a:pt x="14099" y="2446"/>
                </a:lnTo>
                <a:moveTo>
                  <a:pt x="13834" y="2446"/>
                </a:moveTo>
                <a:lnTo>
                  <a:pt x="13675" y="2446"/>
                </a:lnTo>
                <a:lnTo>
                  <a:pt x="13675" y="2329"/>
                </a:lnTo>
                <a:lnTo>
                  <a:pt x="13834" y="2329"/>
                </a:lnTo>
                <a:lnTo>
                  <a:pt x="13834" y="2446"/>
                </a:lnTo>
                <a:moveTo>
                  <a:pt x="13570" y="2446"/>
                </a:moveTo>
                <a:lnTo>
                  <a:pt x="13411" y="2446"/>
                </a:lnTo>
                <a:lnTo>
                  <a:pt x="13411" y="2329"/>
                </a:lnTo>
                <a:lnTo>
                  <a:pt x="13570" y="2329"/>
                </a:lnTo>
                <a:lnTo>
                  <a:pt x="13570" y="2446"/>
                </a:lnTo>
                <a:moveTo>
                  <a:pt x="13306" y="2446"/>
                </a:moveTo>
                <a:lnTo>
                  <a:pt x="13147" y="2446"/>
                </a:lnTo>
                <a:lnTo>
                  <a:pt x="13147" y="2329"/>
                </a:lnTo>
                <a:lnTo>
                  <a:pt x="13306" y="2329"/>
                </a:lnTo>
                <a:lnTo>
                  <a:pt x="13306" y="2446"/>
                </a:lnTo>
                <a:moveTo>
                  <a:pt x="13041" y="2446"/>
                </a:moveTo>
                <a:lnTo>
                  <a:pt x="12883" y="2446"/>
                </a:lnTo>
                <a:lnTo>
                  <a:pt x="12883" y="2329"/>
                </a:lnTo>
                <a:lnTo>
                  <a:pt x="13041" y="2329"/>
                </a:lnTo>
                <a:lnTo>
                  <a:pt x="13041" y="2446"/>
                </a:lnTo>
                <a:moveTo>
                  <a:pt x="12777" y="2446"/>
                </a:moveTo>
                <a:lnTo>
                  <a:pt x="12619" y="2446"/>
                </a:lnTo>
                <a:lnTo>
                  <a:pt x="12619" y="2329"/>
                </a:lnTo>
                <a:lnTo>
                  <a:pt x="12777" y="2329"/>
                </a:lnTo>
                <a:lnTo>
                  <a:pt x="12777" y="2446"/>
                </a:lnTo>
                <a:moveTo>
                  <a:pt x="12513" y="2446"/>
                </a:moveTo>
                <a:lnTo>
                  <a:pt x="12355" y="2446"/>
                </a:lnTo>
                <a:lnTo>
                  <a:pt x="12355" y="2329"/>
                </a:lnTo>
                <a:lnTo>
                  <a:pt x="12513" y="2329"/>
                </a:lnTo>
                <a:lnTo>
                  <a:pt x="12513" y="2446"/>
                </a:lnTo>
                <a:moveTo>
                  <a:pt x="12249" y="2446"/>
                </a:moveTo>
                <a:lnTo>
                  <a:pt x="12091" y="2446"/>
                </a:lnTo>
                <a:lnTo>
                  <a:pt x="12091" y="2329"/>
                </a:lnTo>
                <a:lnTo>
                  <a:pt x="12249" y="2329"/>
                </a:lnTo>
                <a:lnTo>
                  <a:pt x="12249" y="2446"/>
                </a:lnTo>
                <a:moveTo>
                  <a:pt x="11985" y="2446"/>
                </a:moveTo>
                <a:lnTo>
                  <a:pt x="11826" y="2446"/>
                </a:lnTo>
                <a:lnTo>
                  <a:pt x="11826" y="2329"/>
                </a:lnTo>
                <a:lnTo>
                  <a:pt x="11985" y="2329"/>
                </a:lnTo>
                <a:lnTo>
                  <a:pt x="11985" y="2446"/>
                </a:lnTo>
                <a:moveTo>
                  <a:pt x="11721" y="2446"/>
                </a:moveTo>
                <a:lnTo>
                  <a:pt x="11562" y="2446"/>
                </a:lnTo>
                <a:lnTo>
                  <a:pt x="11562" y="2329"/>
                </a:lnTo>
                <a:lnTo>
                  <a:pt x="11721" y="2329"/>
                </a:lnTo>
                <a:lnTo>
                  <a:pt x="11721" y="2446"/>
                </a:lnTo>
                <a:moveTo>
                  <a:pt x="11457" y="2446"/>
                </a:moveTo>
                <a:lnTo>
                  <a:pt x="11298" y="2446"/>
                </a:lnTo>
                <a:lnTo>
                  <a:pt x="11298" y="2329"/>
                </a:lnTo>
                <a:lnTo>
                  <a:pt x="11457" y="2329"/>
                </a:lnTo>
                <a:lnTo>
                  <a:pt x="11457" y="2446"/>
                </a:lnTo>
                <a:moveTo>
                  <a:pt x="11193" y="2446"/>
                </a:moveTo>
                <a:lnTo>
                  <a:pt x="11034" y="2446"/>
                </a:lnTo>
                <a:lnTo>
                  <a:pt x="11034" y="2329"/>
                </a:lnTo>
                <a:lnTo>
                  <a:pt x="11193" y="2329"/>
                </a:lnTo>
                <a:lnTo>
                  <a:pt x="11193" y="2446"/>
                </a:lnTo>
                <a:moveTo>
                  <a:pt x="10929" y="2446"/>
                </a:moveTo>
                <a:lnTo>
                  <a:pt x="10770" y="2446"/>
                </a:lnTo>
                <a:lnTo>
                  <a:pt x="10770" y="2329"/>
                </a:lnTo>
                <a:lnTo>
                  <a:pt x="10929" y="2329"/>
                </a:lnTo>
                <a:lnTo>
                  <a:pt x="10929" y="2446"/>
                </a:lnTo>
                <a:moveTo>
                  <a:pt x="10665" y="2446"/>
                </a:moveTo>
                <a:lnTo>
                  <a:pt x="10506" y="2446"/>
                </a:lnTo>
                <a:lnTo>
                  <a:pt x="10506" y="2329"/>
                </a:lnTo>
                <a:lnTo>
                  <a:pt x="10665" y="2329"/>
                </a:lnTo>
                <a:lnTo>
                  <a:pt x="10665" y="2446"/>
                </a:lnTo>
                <a:moveTo>
                  <a:pt x="10401" y="2446"/>
                </a:moveTo>
                <a:lnTo>
                  <a:pt x="10242" y="2446"/>
                </a:lnTo>
                <a:lnTo>
                  <a:pt x="10242" y="2329"/>
                </a:lnTo>
                <a:lnTo>
                  <a:pt x="10401" y="2329"/>
                </a:lnTo>
                <a:lnTo>
                  <a:pt x="10401" y="2446"/>
                </a:lnTo>
                <a:moveTo>
                  <a:pt x="10137" y="2446"/>
                </a:moveTo>
                <a:lnTo>
                  <a:pt x="9978" y="2446"/>
                </a:lnTo>
                <a:lnTo>
                  <a:pt x="9978" y="2329"/>
                </a:lnTo>
                <a:lnTo>
                  <a:pt x="10137" y="2329"/>
                </a:lnTo>
                <a:lnTo>
                  <a:pt x="10137" y="2446"/>
                </a:lnTo>
                <a:moveTo>
                  <a:pt x="9873" y="2446"/>
                </a:moveTo>
                <a:lnTo>
                  <a:pt x="9714" y="2446"/>
                </a:lnTo>
                <a:lnTo>
                  <a:pt x="9714" y="2329"/>
                </a:lnTo>
                <a:lnTo>
                  <a:pt x="9873" y="2329"/>
                </a:lnTo>
                <a:lnTo>
                  <a:pt x="9873" y="2446"/>
                </a:lnTo>
                <a:moveTo>
                  <a:pt x="9609" y="2446"/>
                </a:moveTo>
                <a:lnTo>
                  <a:pt x="9450" y="2446"/>
                </a:lnTo>
                <a:lnTo>
                  <a:pt x="9450" y="2329"/>
                </a:lnTo>
                <a:lnTo>
                  <a:pt x="9609" y="2329"/>
                </a:lnTo>
                <a:lnTo>
                  <a:pt x="9609" y="2446"/>
                </a:lnTo>
                <a:moveTo>
                  <a:pt x="9345" y="2446"/>
                </a:moveTo>
                <a:lnTo>
                  <a:pt x="9186" y="2446"/>
                </a:lnTo>
                <a:lnTo>
                  <a:pt x="9186" y="2329"/>
                </a:lnTo>
                <a:lnTo>
                  <a:pt x="9345" y="2329"/>
                </a:lnTo>
                <a:lnTo>
                  <a:pt x="9345" y="2446"/>
                </a:lnTo>
                <a:moveTo>
                  <a:pt x="9081" y="2446"/>
                </a:moveTo>
                <a:lnTo>
                  <a:pt x="8922" y="2446"/>
                </a:lnTo>
                <a:lnTo>
                  <a:pt x="8922" y="2329"/>
                </a:lnTo>
                <a:lnTo>
                  <a:pt x="9081" y="2329"/>
                </a:lnTo>
                <a:lnTo>
                  <a:pt x="9081" y="2446"/>
                </a:lnTo>
                <a:moveTo>
                  <a:pt x="8817" y="2446"/>
                </a:moveTo>
                <a:lnTo>
                  <a:pt x="8658" y="2446"/>
                </a:lnTo>
                <a:lnTo>
                  <a:pt x="8658" y="2329"/>
                </a:lnTo>
                <a:lnTo>
                  <a:pt x="8817" y="2329"/>
                </a:lnTo>
                <a:lnTo>
                  <a:pt x="8817" y="2446"/>
                </a:lnTo>
                <a:moveTo>
                  <a:pt x="8553" y="2446"/>
                </a:moveTo>
                <a:lnTo>
                  <a:pt x="8394" y="2446"/>
                </a:lnTo>
                <a:lnTo>
                  <a:pt x="8394" y="2329"/>
                </a:lnTo>
                <a:lnTo>
                  <a:pt x="8553" y="2329"/>
                </a:lnTo>
                <a:lnTo>
                  <a:pt x="8553" y="2446"/>
                </a:lnTo>
                <a:moveTo>
                  <a:pt x="8288" y="2446"/>
                </a:moveTo>
                <a:lnTo>
                  <a:pt x="8130" y="2446"/>
                </a:lnTo>
                <a:lnTo>
                  <a:pt x="8130" y="2329"/>
                </a:lnTo>
                <a:lnTo>
                  <a:pt x="8288" y="2329"/>
                </a:lnTo>
                <a:lnTo>
                  <a:pt x="8288" y="2446"/>
                </a:lnTo>
                <a:moveTo>
                  <a:pt x="8024" y="2446"/>
                </a:moveTo>
                <a:lnTo>
                  <a:pt x="7866" y="2446"/>
                </a:lnTo>
                <a:lnTo>
                  <a:pt x="7866" y="2329"/>
                </a:lnTo>
                <a:lnTo>
                  <a:pt x="8024" y="2329"/>
                </a:lnTo>
                <a:lnTo>
                  <a:pt x="8024" y="2446"/>
                </a:lnTo>
                <a:moveTo>
                  <a:pt x="7760" y="2446"/>
                </a:moveTo>
                <a:lnTo>
                  <a:pt x="7602" y="2446"/>
                </a:lnTo>
                <a:lnTo>
                  <a:pt x="7602" y="2329"/>
                </a:lnTo>
                <a:lnTo>
                  <a:pt x="7760" y="2329"/>
                </a:lnTo>
                <a:lnTo>
                  <a:pt x="7760" y="2446"/>
                </a:lnTo>
                <a:moveTo>
                  <a:pt x="7496" y="2446"/>
                </a:moveTo>
                <a:lnTo>
                  <a:pt x="7338" y="2446"/>
                </a:lnTo>
                <a:lnTo>
                  <a:pt x="7338" y="2329"/>
                </a:lnTo>
                <a:lnTo>
                  <a:pt x="7496" y="2329"/>
                </a:lnTo>
                <a:lnTo>
                  <a:pt x="7496" y="2446"/>
                </a:lnTo>
                <a:moveTo>
                  <a:pt x="7232" y="2446"/>
                </a:moveTo>
                <a:lnTo>
                  <a:pt x="7074" y="2446"/>
                </a:lnTo>
                <a:lnTo>
                  <a:pt x="7074" y="2329"/>
                </a:lnTo>
                <a:lnTo>
                  <a:pt x="7232" y="2329"/>
                </a:lnTo>
                <a:lnTo>
                  <a:pt x="7232" y="2446"/>
                </a:lnTo>
                <a:moveTo>
                  <a:pt x="6968" y="2446"/>
                </a:moveTo>
                <a:lnTo>
                  <a:pt x="6809" y="2446"/>
                </a:lnTo>
                <a:lnTo>
                  <a:pt x="6809" y="2329"/>
                </a:lnTo>
                <a:lnTo>
                  <a:pt x="6968" y="2329"/>
                </a:lnTo>
                <a:lnTo>
                  <a:pt x="6968" y="2446"/>
                </a:lnTo>
                <a:moveTo>
                  <a:pt x="6704" y="2446"/>
                </a:moveTo>
                <a:lnTo>
                  <a:pt x="6545" y="2446"/>
                </a:lnTo>
                <a:lnTo>
                  <a:pt x="6545" y="2329"/>
                </a:lnTo>
                <a:lnTo>
                  <a:pt x="6704" y="2329"/>
                </a:lnTo>
                <a:lnTo>
                  <a:pt x="6704" y="2446"/>
                </a:lnTo>
                <a:moveTo>
                  <a:pt x="6440" y="2446"/>
                </a:moveTo>
                <a:lnTo>
                  <a:pt x="6281" y="2446"/>
                </a:lnTo>
                <a:lnTo>
                  <a:pt x="6281" y="2329"/>
                </a:lnTo>
                <a:lnTo>
                  <a:pt x="6440" y="2329"/>
                </a:lnTo>
                <a:lnTo>
                  <a:pt x="6440" y="2446"/>
                </a:lnTo>
                <a:moveTo>
                  <a:pt x="6176" y="2446"/>
                </a:moveTo>
                <a:lnTo>
                  <a:pt x="6017" y="2446"/>
                </a:lnTo>
                <a:lnTo>
                  <a:pt x="6017" y="2329"/>
                </a:lnTo>
                <a:lnTo>
                  <a:pt x="6176" y="2329"/>
                </a:lnTo>
                <a:lnTo>
                  <a:pt x="6176" y="2446"/>
                </a:lnTo>
                <a:moveTo>
                  <a:pt x="5912" y="2446"/>
                </a:moveTo>
                <a:lnTo>
                  <a:pt x="5753" y="2446"/>
                </a:lnTo>
                <a:lnTo>
                  <a:pt x="5753" y="2329"/>
                </a:lnTo>
                <a:lnTo>
                  <a:pt x="5912" y="2329"/>
                </a:lnTo>
                <a:lnTo>
                  <a:pt x="5912" y="2446"/>
                </a:lnTo>
                <a:moveTo>
                  <a:pt x="5648" y="2446"/>
                </a:moveTo>
                <a:lnTo>
                  <a:pt x="5489" y="2446"/>
                </a:lnTo>
                <a:lnTo>
                  <a:pt x="5489" y="2329"/>
                </a:lnTo>
                <a:lnTo>
                  <a:pt x="5648" y="2329"/>
                </a:lnTo>
                <a:lnTo>
                  <a:pt x="5648" y="2446"/>
                </a:lnTo>
                <a:moveTo>
                  <a:pt x="5384" y="2446"/>
                </a:moveTo>
                <a:lnTo>
                  <a:pt x="5225" y="2446"/>
                </a:lnTo>
                <a:lnTo>
                  <a:pt x="5225" y="2329"/>
                </a:lnTo>
                <a:lnTo>
                  <a:pt x="5384" y="2329"/>
                </a:lnTo>
                <a:lnTo>
                  <a:pt x="5384" y="2446"/>
                </a:lnTo>
                <a:moveTo>
                  <a:pt x="5120" y="2446"/>
                </a:moveTo>
                <a:lnTo>
                  <a:pt x="4961" y="2446"/>
                </a:lnTo>
                <a:lnTo>
                  <a:pt x="4961" y="2329"/>
                </a:lnTo>
                <a:lnTo>
                  <a:pt x="5120" y="2329"/>
                </a:lnTo>
                <a:lnTo>
                  <a:pt x="5120" y="2446"/>
                </a:lnTo>
                <a:moveTo>
                  <a:pt x="4856" y="2446"/>
                </a:moveTo>
                <a:lnTo>
                  <a:pt x="4697" y="2446"/>
                </a:lnTo>
                <a:lnTo>
                  <a:pt x="4697" y="2329"/>
                </a:lnTo>
                <a:lnTo>
                  <a:pt x="4856" y="2329"/>
                </a:lnTo>
                <a:lnTo>
                  <a:pt x="4856" y="2446"/>
                </a:lnTo>
                <a:moveTo>
                  <a:pt x="4592" y="2446"/>
                </a:moveTo>
                <a:lnTo>
                  <a:pt x="4433" y="2446"/>
                </a:lnTo>
                <a:lnTo>
                  <a:pt x="4433" y="2329"/>
                </a:lnTo>
                <a:lnTo>
                  <a:pt x="4592" y="2329"/>
                </a:lnTo>
                <a:lnTo>
                  <a:pt x="4592" y="2446"/>
                </a:lnTo>
                <a:moveTo>
                  <a:pt x="4328" y="2446"/>
                </a:moveTo>
                <a:lnTo>
                  <a:pt x="4169" y="2446"/>
                </a:lnTo>
                <a:lnTo>
                  <a:pt x="4169" y="2329"/>
                </a:lnTo>
                <a:lnTo>
                  <a:pt x="4328" y="2329"/>
                </a:lnTo>
                <a:lnTo>
                  <a:pt x="4328" y="2446"/>
                </a:lnTo>
                <a:moveTo>
                  <a:pt x="4064" y="2446"/>
                </a:moveTo>
                <a:lnTo>
                  <a:pt x="3905" y="2446"/>
                </a:lnTo>
                <a:lnTo>
                  <a:pt x="3905" y="2329"/>
                </a:lnTo>
                <a:lnTo>
                  <a:pt x="4064" y="2329"/>
                </a:lnTo>
                <a:lnTo>
                  <a:pt x="4064" y="2446"/>
                </a:lnTo>
                <a:moveTo>
                  <a:pt x="3800" y="2446"/>
                </a:moveTo>
                <a:lnTo>
                  <a:pt x="3641" y="2446"/>
                </a:lnTo>
                <a:lnTo>
                  <a:pt x="3641" y="2329"/>
                </a:lnTo>
                <a:lnTo>
                  <a:pt x="3800" y="2329"/>
                </a:lnTo>
                <a:lnTo>
                  <a:pt x="3800" y="2446"/>
                </a:lnTo>
                <a:moveTo>
                  <a:pt x="3536" y="2446"/>
                </a:moveTo>
                <a:lnTo>
                  <a:pt x="3377" y="2446"/>
                </a:lnTo>
                <a:lnTo>
                  <a:pt x="3377" y="2329"/>
                </a:lnTo>
                <a:lnTo>
                  <a:pt x="3536" y="2329"/>
                </a:lnTo>
                <a:lnTo>
                  <a:pt x="3536" y="2446"/>
                </a:lnTo>
                <a:moveTo>
                  <a:pt x="3271" y="2446"/>
                </a:moveTo>
                <a:lnTo>
                  <a:pt x="3113" y="2446"/>
                </a:lnTo>
                <a:lnTo>
                  <a:pt x="3113" y="2329"/>
                </a:lnTo>
                <a:lnTo>
                  <a:pt x="3271" y="2329"/>
                </a:lnTo>
                <a:lnTo>
                  <a:pt x="3271" y="2446"/>
                </a:lnTo>
                <a:moveTo>
                  <a:pt x="3007" y="2446"/>
                </a:moveTo>
                <a:lnTo>
                  <a:pt x="2849" y="2446"/>
                </a:lnTo>
                <a:lnTo>
                  <a:pt x="2849" y="2329"/>
                </a:lnTo>
                <a:lnTo>
                  <a:pt x="3007" y="2329"/>
                </a:lnTo>
                <a:lnTo>
                  <a:pt x="3007" y="2446"/>
                </a:lnTo>
                <a:moveTo>
                  <a:pt x="2743" y="2446"/>
                </a:moveTo>
                <a:lnTo>
                  <a:pt x="2585" y="2446"/>
                </a:lnTo>
                <a:lnTo>
                  <a:pt x="2585" y="2329"/>
                </a:lnTo>
                <a:lnTo>
                  <a:pt x="2743" y="2329"/>
                </a:lnTo>
                <a:lnTo>
                  <a:pt x="2743" y="2446"/>
                </a:lnTo>
                <a:moveTo>
                  <a:pt x="2479" y="2446"/>
                </a:moveTo>
                <a:lnTo>
                  <a:pt x="2321" y="2446"/>
                </a:lnTo>
                <a:lnTo>
                  <a:pt x="2321" y="2329"/>
                </a:lnTo>
                <a:lnTo>
                  <a:pt x="2479" y="2329"/>
                </a:lnTo>
                <a:lnTo>
                  <a:pt x="2479" y="2446"/>
                </a:lnTo>
                <a:moveTo>
                  <a:pt x="2215" y="2446"/>
                </a:moveTo>
                <a:lnTo>
                  <a:pt x="2056" y="2446"/>
                </a:lnTo>
                <a:lnTo>
                  <a:pt x="2056" y="2329"/>
                </a:lnTo>
                <a:lnTo>
                  <a:pt x="2215" y="2329"/>
                </a:lnTo>
                <a:lnTo>
                  <a:pt x="2215" y="2446"/>
                </a:lnTo>
                <a:moveTo>
                  <a:pt x="1951" y="2446"/>
                </a:moveTo>
                <a:lnTo>
                  <a:pt x="1792" y="2446"/>
                </a:lnTo>
                <a:lnTo>
                  <a:pt x="1792" y="2329"/>
                </a:lnTo>
                <a:lnTo>
                  <a:pt x="1951" y="2329"/>
                </a:lnTo>
                <a:lnTo>
                  <a:pt x="1951" y="2446"/>
                </a:lnTo>
                <a:moveTo>
                  <a:pt x="1687" y="2446"/>
                </a:moveTo>
                <a:lnTo>
                  <a:pt x="1528" y="2446"/>
                </a:lnTo>
                <a:lnTo>
                  <a:pt x="1528" y="2329"/>
                </a:lnTo>
                <a:lnTo>
                  <a:pt x="1687" y="2329"/>
                </a:lnTo>
                <a:lnTo>
                  <a:pt x="1687" y="2446"/>
                </a:lnTo>
                <a:moveTo>
                  <a:pt x="1423" y="2446"/>
                </a:moveTo>
                <a:lnTo>
                  <a:pt x="1264" y="2446"/>
                </a:lnTo>
                <a:lnTo>
                  <a:pt x="1264" y="2329"/>
                </a:lnTo>
                <a:lnTo>
                  <a:pt x="1423" y="2329"/>
                </a:lnTo>
                <a:lnTo>
                  <a:pt x="1423" y="2446"/>
                </a:lnTo>
                <a:moveTo>
                  <a:pt x="1159" y="2446"/>
                </a:moveTo>
                <a:lnTo>
                  <a:pt x="1000" y="2446"/>
                </a:lnTo>
                <a:lnTo>
                  <a:pt x="1000" y="2329"/>
                </a:lnTo>
                <a:lnTo>
                  <a:pt x="1159" y="2329"/>
                </a:lnTo>
                <a:lnTo>
                  <a:pt x="1159" y="2446"/>
                </a:lnTo>
                <a:moveTo>
                  <a:pt x="895" y="2446"/>
                </a:moveTo>
                <a:lnTo>
                  <a:pt x="736" y="2446"/>
                </a:lnTo>
                <a:lnTo>
                  <a:pt x="736" y="2329"/>
                </a:lnTo>
                <a:lnTo>
                  <a:pt x="895" y="2329"/>
                </a:lnTo>
                <a:lnTo>
                  <a:pt x="895" y="2446"/>
                </a:lnTo>
                <a:moveTo>
                  <a:pt x="631" y="2446"/>
                </a:moveTo>
                <a:lnTo>
                  <a:pt x="472" y="2446"/>
                </a:lnTo>
                <a:lnTo>
                  <a:pt x="472" y="2329"/>
                </a:lnTo>
                <a:lnTo>
                  <a:pt x="631" y="2329"/>
                </a:lnTo>
                <a:lnTo>
                  <a:pt x="631" y="2446"/>
                </a:lnTo>
                <a:moveTo>
                  <a:pt x="367" y="2446"/>
                </a:moveTo>
                <a:lnTo>
                  <a:pt x="244" y="2446"/>
                </a:lnTo>
                <a:cubicBezTo>
                  <a:pt x="228" y="2446"/>
                  <a:pt x="213" y="2444"/>
                  <a:pt x="198" y="2441"/>
                </a:cubicBezTo>
                <a:lnTo>
                  <a:pt x="220" y="2327"/>
                </a:lnTo>
                <a:cubicBezTo>
                  <a:pt x="228" y="2328"/>
                  <a:pt x="236" y="2329"/>
                  <a:pt x="244" y="2329"/>
                </a:cubicBezTo>
                <a:lnTo>
                  <a:pt x="367" y="2329"/>
                </a:lnTo>
                <a:lnTo>
                  <a:pt x="367" y="2446"/>
                </a:lnTo>
                <a:moveTo>
                  <a:pt x="75" y="2378"/>
                </a:moveTo>
                <a:cubicBezTo>
                  <a:pt x="25" y="2330"/>
                  <a:pt x="0" y="2271"/>
                  <a:pt x="0" y="2202"/>
                </a:cubicBezTo>
                <a:lnTo>
                  <a:pt x="0" y="2191"/>
                </a:lnTo>
                <a:lnTo>
                  <a:pt x="117" y="2191"/>
                </a:lnTo>
                <a:lnTo>
                  <a:pt x="117" y="2202"/>
                </a:lnTo>
                <a:cubicBezTo>
                  <a:pt x="117" y="2238"/>
                  <a:pt x="130" y="2269"/>
                  <a:pt x="156" y="2294"/>
                </a:cubicBezTo>
                <a:lnTo>
                  <a:pt x="75" y="2378"/>
                </a:lnTo>
                <a:moveTo>
                  <a:pt x="0" y="2086"/>
                </a:moveTo>
                <a:lnTo>
                  <a:pt x="0" y="1927"/>
                </a:lnTo>
                <a:lnTo>
                  <a:pt x="117" y="1927"/>
                </a:lnTo>
                <a:lnTo>
                  <a:pt x="117" y="2086"/>
                </a:lnTo>
                <a:lnTo>
                  <a:pt x="0" y="2086"/>
                </a:lnTo>
                <a:moveTo>
                  <a:pt x="0" y="1822"/>
                </a:moveTo>
                <a:lnTo>
                  <a:pt x="0" y="1663"/>
                </a:lnTo>
                <a:lnTo>
                  <a:pt x="117" y="1663"/>
                </a:lnTo>
                <a:lnTo>
                  <a:pt x="117" y="1822"/>
                </a:lnTo>
                <a:lnTo>
                  <a:pt x="0" y="1822"/>
                </a:lnTo>
                <a:moveTo>
                  <a:pt x="0" y="1558"/>
                </a:moveTo>
                <a:lnTo>
                  <a:pt x="0" y="1399"/>
                </a:lnTo>
                <a:lnTo>
                  <a:pt x="117" y="1399"/>
                </a:lnTo>
                <a:lnTo>
                  <a:pt x="117" y="1558"/>
                </a:lnTo>
                <a:lnTo>
                  <a:pt x="0" y="1558"/>
                </a:lnTo>
                <a:moveTo>
                  <a:pt x="0" y="1294"/>
                </a:moveTo>
                <a:lnTo>
                  <a:pt x="0" y="1135"/>
                </a:lnTo>
                <a:lnTo>
                  <a:pt x="117" y="1135"/>
                </a:lnTo>
                <a:lnTo>
                  <a:pt x="117" y="1294"/>
                </a:lnTo>
                <a:lnTo>
                  <a:pt x="0" y="1294"/>
                </a:lnTo>
                <a:moveTo>
                  <a:pt x="0" y="1030"/>
                </a:moveTo>
                <a:lnTo>
                  <a:pt x="0" y="871"/>
                </a:lnTo>
                <a:lnTo>
                  <a:pt x="117" y="871"/>
                </a:lnTo>
                <a:lnTo>
                  <a:pt x="117" y="1030"/>
                </a:lnTo>
                <a:lnTo>
                  <a:pt x="0" y="1030"/>
                </a:lnTo>
                <a:moveTo>
                  <a:pt x="0" y="766"/>
                </a:moveTo>
                <a:lnTo>
                  <a:pt x="0" y="607"/>
                </a:lnTo>
                <a:lnTo>
                  <a:pt x="117" y="607"/>
                </a:lnTo>
                <a:lnTo>
                  <a:pt x="117" y="766"/>
                </a:lnTo>
                <a:lnTo>
                  <a:pt x="0" y="766"/>
                </a:lnTo>
                <a:moveTo>
                  <a:pt x="0" y="501"/>
                </a:moveTo>
                <a:lnTo>
                  <a:pt x="0" y="342"/>
                </a:lnTo>
                <a:lnTo>
                  <a:pt x="117" y="342"/>
                </a:lnTo>
                <a:lnTo>
                  <a:pt x="117" y="501"/>
                </a:lnTo>
                <a:lnTo>
                  <a:pt x="0" y="501"/>
                </a:lnTo>
                <a:moveTo>
                  <a:pt x="1" y="235"/>
                </a:moveTo>
                <a:cubicBezTo>
                  <a:pt x="3" y="160"/>
                  <a:pt x="34" y="99"/>
                  <a:pt x="92" y="53"/>
                </a:cubicBezTo>
                <a:lnTo>
                  <a:pt x="165" y="144"/>
                </a:lnTo>
                <a:cubicBezTo>
                  <a:pt x="134" y="168"/>
                  <a:pt x="118" y="200"/>
                  <a:pt x="117" y="239"/>
                </a:cubicBezTo>
                <a:lnTo>
                  <a:pt x="1" y="235"/>
                </a:lnTo>
                <a:moveTo>
                  <a:pt x="220" y="1"/>
                </a:moveTo>
                <a:cubicBezTo>
                  <a:pt x="228" y="0"/>
                  <a:pt x="236" y="0"/>
                  <a:pt x="244" y="0"/>
                </a:cubicBezTo>
                <a:lnTo>
                  <a:pt x="403" y="0"/>
                </a:lnTo>
                <a:lnTo>
                  <a:pt x="403" y="116"/>
                </a:lnTo>
                <a:lnTo>
                  <a:pt x="244" y="116"/>
                </a:lnTo>
                <a:cubicBezTo>
                  <a:pt x="240" y="116"/>
                  <a:pt x="236" y="116"/>
                  <a:pt x="232" y="117"/>
                </a:cubicBezTo>
                <a:lnTo>
                  <a:pt x="220" y="1"/>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252" name=""/>
          <p:cNvSpPr/>
          <p:nvPr/>
        </p:nvSpPr>
        <p:spPr>
          <a:xfrm>
            <a:off x="521640" y="3750840"/>
            <a:ext cx="11148480" cy="880560"/>
          </a:xfrm>
          <a:custGeom>
            <a:avLst/>
            <a:gdLst/>
            <a:ahLst/>
            <a:rect l="0" t="0" r="r" b="b"/>
            <a:pathLst>
              <a:path w="30968" h="2446">
                <a:moveTo>
                  <a:pt x="508" y="0"/>
                </a:moveTo>
                <a:lnTo>
                  <a:pt x="667" y="0"/>
                </a:lnTo>
                <a:lnTo>
                  <a:pt x="667" y="116"/>
                </a:lnTo>
                <a:lnTo>
                  <a:pt x="508" y="116"/>
                </a:lnTo>
                <a:lnTo>
                  <a:pt x="508" y="0"/>
                </a:lnTo>
                <a:moveTo>
                  <a:pt x="772" y="0"/>
                </a:moveTo>
                <a:lnTo>
                  <a:pt x="931" y="0"/>
                </a:lnTo>
                <a:lnTo>
                  <a:pt x="931" y="116"/>
                </a:lnTo>
                <a:lnTo>
                  <a:pt x="772" y="116"/>
                </a:lnTo>
                <a:lnTo>
                  <a:pt x="772" y="0"/>
                </a:lnTo>
                <a:moveTo>
                  <a:pt x="1036" y="0"/>
                </a:moveTo>
                <a:lnTo>
                  <a:pt x="1195" y="0"/>
                </a:lnTo>
                <a:lnTo>
                  <a:pt x="1195" y="116"/>
                </a:lnTo>
                <a:lnTo>
                  <a:pt x="1036" y="116"/>
                </a:lnTo>
                <a:lnTo>
                  <a:pt x="1036" y="0"/>
                </a:lnTo>
                <a:moveTo>
                  <a:pt x="1300" y="0"/>
                </a:moveTo>
                <a:lnTo>
                  <a:pt x="1459" y="0"/>
                </a:lnTo>
                <a:lnTo>
                  <a:pt x="1459" y="116"/>
                </a:lnTo>
                <a:lnTo>
                  <a:pt x="1300" y="116"/>
                </a:lnTo>
                <a:lnTo>
                  <a:pt x="1300" y="0"/>
                </a:lnTo>
                <a:moveTo>
                  <a:pt x="1564" y="0"/>
                </a:moveTo>
                <a:lnTo>
                  <a:pt x="1723" y="0"/>
                </a:lnTo>
                <a:lnTo>
                  <a:pt x="1723" y="116"/>
                </a:lnTo>
                <a:lnTo>
                  <a:pt x="1564" y="116"/>
                </a:lnTo>
                <a:lnTo>
                  <a:pt x="1564" y="0"/>
                </a:lnTo>
                <a:moveTo>
                  <a:pt x="1828" y="0"/>
                </a:moveTo>
                <a:lnTo>
                  <a:pt x="1987" y="0"/>
                </a:lnTo>
                <a:lnTo>
                  <a:pt x="1987" y="116"/>
                </a:lnTo>
                <a:lnTo>
                  <a:pt x="1828" y="116"/>
                </a:lnTo>
                <a:lnTo>
                  <a:pt x="1828" y="0"/>
                </a:lnTo>
                <a:moveTo>
                  <a:pt x="2092" y="0"/>
                </a:moveTo>
                <a:lnTo>
                  <a:pt x="2251" y="0"/>
                </a:lnTo>
                <a:lnTo>
                  <a:pt x="2251" y="116"/>
                </a:lnTo>
                <a:lnTo>
                  <a:pt x="2092" y="116"/>
                </a:lnTo>
                <a:lnTo>
                  <a:pt x="2092" y="0"/>
                </a:lnTo>
                <a:moveTo>
                  <a:pt x="2356" y="0"/>
                </a:moveTo>
                <a:lnTo>
                  <a:pt x="2515" y="0"/>
                </a:lnTo>
                <a:lnTo>
                  <a:pt x="2515" y="116"/>
                </a:lnTo>
                <a:lnTo>
                  <a:pt x="2356" y="116"/>
                </a:lnTo>
                <a:lnTo>
                  <a:pt x="2356" y="0"/>
                </a:lnTo>
                <a:moveTo>
                  <a:pt x="2620" y="0"/>
                </a:moveTo>
                <a:lnTo>
                  <a:pt x="2779" y="0"/>
                </a:lnTo>
                <a:lnTo>
                  <a:pt x="2779" y="116"/>
                </a:lnTo>
                <a:lnTo>
                  <a:pt x="2620" y="116"/>
                </a:lnTo>
                <a:lnTo>
                  <a:pt x="2620" y="0"/>
                </a:lnTo>
                <a:moveTo>
                  <a:pt x="2884" y="0"/>
                </a:moveTo>
                <a:lnTo>
                  <a:pt x="3043" y="0"/>
                </a:lnTo>
                <a:lnTo>
                  <a:pt x="3043" y="116"/>
                </a:lnTo>
                <a:lnTo>
                  <a:pt x="2884" y="116"/>
                </a:lnTo>
                <a:lnTo>
                  <a:pt x="2884" y="0"/>
                </a:lnTo>
                <a:moveTo>
                  <a:pt x="3148" y="0"/>
                </a:moveTo>
                <a:lnTo>
                  <a:pt x="3307" y="0"/>
                </a:lnTo>
                <a:lnTo>
                  <a:pt x="3307" y="116"/>
                </a:lnTo>
                <a:lnTo>
                  <a:pt x="3148" y="116"/>
                </a:lnTo>
                <a:lnTo>
                  <a:pt x="3148" y="0"/>
                </a:lnTo>
                <a:moveTo>
                  <a:pt x="3412" y="0"/>
                </a:moveTo>
                <a:lnTo>
                  <a:pt x="3571" y="0"/>
                </a:lnTo>
                <a:lnTo>
                  <a:pt x="3571" y="116"/>
                </a:lnTo>
                <a:lnTo>
                  <a:pt x="3412" y="116"/>
                </a:lnTo>
                <a:lnTo>
                  <a:pt x="3412" y="0"/>
                </a:lnTo>
                <a:moveTo>
                  <a:pt x="3677" y="0"/>
                </a:moveTo>
                <a:lnTo>
                  <a:pt x="3835" y="0"/>
                </a:lnTo>
                <a:lnTo>
                  <a:pt x="3835" y="116"/>
                </a:lnTo>
                <a:lnTo>
                  <a:pt x="3677" y="116"/>
                </a:lnTo>
                <a:lnTo>
                  <a:pt x="3677" y="0"/>
                </a:lnTo>
                <a:moveTo>
                  <a:pt x="3941" y="0"/>
                </a:moveTo>
                <a:lnTo>
                  <a:pt x="4099" y="0"/>
                </a:lnTo>
                <a:lnTo>
                  <a:pt x="4099" y="116"/>
                </a:lnTo>
                <a:lnTo>
                  <a:pt x="3941" y="116"/>
                </a:lnTo>
                <a:lnTo>
                  <a:pt x="3941" y="0"/>
                </a:lnTo>
                <a:moveTo>
                  <a:pt x="4205" y="0"/>
                </a:moveTo>
                <a:lnTo>
                  <a:pt x="4363" y="0"/>
                </a:lnTo>
                <a:lnTo>
                  <a:pt x="4363" y="116"/>
                </a:lnTo>
                <a:lnTo>
                  <a:pt x="4205" y="116"/>
                </a:lnTo>
                <a:lnTo>
                  <a:pt x="4205" y="0"/>
                </a:lnTo>
                <a:moveTo>
                  <a:pt x="4469" y="0"/>
                </a:moveTo>
                <a:lnTo>
                  <a:pt x="4627" y="0"/>
                </a:lnTo>
                <a:lnTo>
                  <a:pt x="4627" y="116"/>
                </a:lnTo>
                <a:lnTo>
                  <a:pt x="4469" y="116"/>
                </a:lnTo>
                <a:lnTo>
                  <a:pt x="4469" y="0"/>
                </a:lnTo>
                <a:moveTo>
                  <a:pt x="4733" y="0"/>
                </a:moveTo>
                <a:lnTo>
                  <a:pt x="4892" y="0"/>
                </a:lnTo>
                <a:lnTo>
                  <a:pt x="4892" y="116"/>
                </a:lnTo>
                <a:lnTo>
                  <a:pt x="4733" y="116"/>
                </a:lnTo>
                <a:lnTo>
                  <a:pt x="4733" y="0"/>
                </a:lnTo>
                <a:moveTo>
                  <a:pt x="4997" y="0"/>
                </a:moveTo>
                <a:lnTo>
                  <a:pt x="5156" y="0"/>
                </a:lnTo>
                <a:lnTo>
                  <a:pt x="5156" y="116"/>
                </a:lnTo>
                <a:lnTo>
                  <a:pt x="4997" y="116"/>
                </a:lnTo>
                <a:lnTo>
                  <a:pt x="4997" y="0"/>
                </a:lnTo>
                <a:moveTo>
                  <a:pt x="5261" y="0"/>
                </a:moveTo>
                <a:lnTo>
                  <a:pt x="5420" y="0"/>
                </a:lnTo>
                <a:lnTo>
                  <a:pt x="5420" y="116"/>
                </a:lnTo>
                <a:lnTo>
                  <a:pt x="5261" y="116"/>
                </a:lnTo>
                <a:lnTo>
                  <a:pt x="5261" y="0"/>
                </a:lnTo>
                <a:moveTo>
                  <a:pt x="5525" y="0"/>
                </a:moveTo>
                <a:lnTo>
                  <a:pt x="5684" y="0"/>
                </a:lnTo>
                <a:lnTo>
                  <a:pt x="5684" y="116"/>
                </a:lnTo>
                <a:lnTo>
                  <a:pt x="5525" y="116"/>
                </a:lnTo>
                <a:lnTo>
                  <a:pt x="5525" y="0"/>
                </a:lnTo>
                <a:moveTo>
                  <a:pt x="5789" y="0"/>
                </a:moveTo>
                <a:lnTo>
                  <a:pt x="5948" y="0"/>
                </a:lnTo>
                <a:lnTo>
                  <a:pt x="5948" y="116"/>
                </a:lnTo>
                <a:lnTo>
                  <a:pt x="5789" y="116"/>
                </a:lnTo>
                <a:lnTo>
                  <a:pt x="5789" y="0"/>
                </a:lnTo>
                <a:moveTo>
                  <a:pt x="6053" y="0"/>
                </a:moveTo>
                <a:lnTo>
                  <a:pt x="6212" y="0"/>
                </a:lnTo>
                <a:lnTo>
                  <a:pt x="6212" y="116"/>
                </a:lnTo>
                <a:lnTo>
                  <a:pt x="6053" y="116"/>
                </a:lnTo>
                <a:lnTo>
                  <a:pt x="6053" y="0"/>
                </a:lnTo>
                <a:moveTo>
                  <a:pt x="6317" y="0"/>
                </a:moveTo>
                <a:lnTo>
                  <a:pt x="6476" y="0"/>
                </a:lnTo>
                <a:lnTo>
                  <a:pt x="6476" y="116"/>
                </a:lnTo>
                <a:lnTo>
                  <a:pt x="6317" y="116"/>
                </a:lnTo>
                <a:lnTo>
                  <a:pt x="6317" y="0"/>
                </a:lnTo>
                <a:moveTo>
                  <a:pt x="6581" y="0"/>
                </a:moveTo>
                <a:lnTo>
                  <a:pt x="6740" y="0"/>
                </a:lnTo>
                <a:lnTo>
                  <a:pt x="6740" y="116"/>
                </a:lnTo>
                <a:lnTo>
                  <a:pt x="6581" y="116"/>
                </a:lnTo>
                <a:lnTo>
                  <a:pt x="6581" y="0"/>
                </a:lnTo>
                <a:moveTo>
                  <a:pt x="6845" y="0"/>
                </a:moveTo>
                <a:lnTo>
                  <a:pt x="7004" y="0"/>
                </a:lnTo>
                <a:lnTo>
                  <a:pt x="7004" y="116"/>
                </a:lnTo>
                <a:lnTo>
                  <a:pt x="6845" y="116"/>
                </a:lnTo>
                <a:lnTo>
                  <a:pt x="6845" y="0"/>
                </a:lnTo>
                <a:moveTo>
                  <a:pt x="7109" y="0"/>
                </a:moveTo>
                <a:lnTo>
                  <a:pt x="7268" y="0"/>
                </a:lnTo>
                <a:lnTo>
                  <a:pt x="7268" y="116"/>
                </a:lnTo>
                <a:lnTo>
                  <a:pt x="7109" y="116"/>
                </a:lnTo>
                <a:lnTo>
                  <a:pt x="7109" y="0"/>
                </a:lnTo>
                <a:moveTo>
                  <a:pt x="7373" y="0"/>
                </a:moveTo>
                <a:lnTo>
                  <a:pt x="7532" y="0"/>
                </a:lnTo>
                <a:lnTo>
                  <a:pt x="7532" y="116"/>
                </a:lnTo>
                <a:lnTo>
                  <a:pt x="7373" y="116"/>
                </a:lnTo>
                <a:lnTo>
                  <a:pt x="7373" y="0"/>
                </a:lnTo>
                <a:moveTo>
                  <a:pt x="7637" y="0"/>
                </a:moveTo>
                <a:lnTo>
                  <a:pt x="7796" y="0"/>
                </a:lnTo>
                <a:lnTo>
                  <a:pt x="7796" y="116"/>
                </a:lnTo>
                <a:lnTo>
                  <a:pt x="7637" y="116"/>
                </a:lnTo>
                <a:lnTo>
                  <a:pt x="7637" y="0"/>
                </a:lnTo>
                <a:moveTo>
                  <a:pt x="7901" y="0"/>
                </a:moveTo>
                <a:lnTo>
                  <a:pt x="8060" y="0"/>
                </a:lnTo>
                <a:lnTo>
                  <a:pt x="8060" y="116"/>
                </a:lnTo>
                <a:lnTo>
                  <a:pt x="7901" y="116"/>
                </a:lnTo>
                <a:lnTo>
                  <a:pt x="7901" y="0"/>
                </a:lnTo>
                <a:moveTo>
                  <a:pt x="8165" y="0"/>
                </a:moveTo>
                <a:lnTo>
                  <a:pt x="8324" y="0"/>
                </a:lnTo>
                <a:lnTo>
                  <a:pt x="8324" y="116"/>
                </a:lnTo>
                <a:lnTo>
                  <a:pt x="8165" y="116"/>
                </a:lnTo>
                <a:lnTo>
                  <a:pt x="8165" y="0"/>
                </a:lnTo>
                <a:moveTo>
                  <a:pt x="8430" y="0"/>
                </a:moveTo>
                <a:lnTo>
                  <a:pt x="8588" y="0"/>
                </a:lnTo>
                <a:lnTo>
                  <a:pt x="8588" y="116"/>
                </a:lnTo>
                <a:lnTo>
                  <a:pt x="8430" y="116"/>
                </a:lnTo>
                <a:lnTo>
                  <a:pt x="8430" y="0"/>
                </a:lnTo>
                <a:moveTo>
                  <a:pt x="8694" y="0"/>
                </a:moveTo>
                <a:lnTo>
                  <a:pt x="8852" y="0"/>
                </a:lnTo>
                <a:lnTo>
                  <a:pt x="8852" y="116"/>
                </a:lnTo>
                <a:lnTo>
                  <a:pt x="8694" y="116"/>
                </a:lnTo>
                <a:lnTo>
                  <a:pt x="8694" y="0"/>
                </a:lnTo>
                <a:moveTo>
                  <a:pt x="8958" y="0"/>
                </a:moveTo>
                <a:lnTo>
                  <a:pt x="9116" y="0"/>
                </a:lnTo>
                <a:lnTo>
                  <a:pt x="9116" y="116"/>
                </a:lnTo>
                <a:lnTo>
                  <a:pt x="8958" y="116"/>
                </a:lnTo>
                <a:lnTo>
                  <a:pt x="8958" y="0"/>
                </a:lnTo>
                <a:moveTo>
                  <a:pt x="9222" y="0"/>
                </a:moveTo>
                <a:lnTo>
                  <a:pt x="9380" y="0"/>
                </a:lnTo>
                <a:lnTo>
                  <a:pt x="9380" y="116"/>
                </a:lnTo>
                <a:lnTo>
                  <a:pt x="9222" y="116"/>
                </a:lnTo>
                <a:lnTo>
                  <a:pt x="9222" y="0"/>
                </a:lnTo>
                <a:moveTo>
                  <a:pt x="9486" y="0"/>
                </a:moveTo>
                <a:lnTo>
                  <a:pt x="9644" y="0"/>
                </a:lnTo>
                <a:lnTo>
                  <a:pt x="9644" y="116"/>
                </a:lnTo>
                <a:lnTo>
                  <a:pt x="9486" y="116"/>
                </a:lnTo>
                <a:lnTo>
                  <a:pt x="9486" y="0"/>
                </a:lnTo>
                <a:moveTo>
                  <a:pt x="9750" y="0"/>
                </a:moveTo>
                <a:lnTo>
                  <a:pt x="9909" y="0"/>
                </a:lnTo>
                <a:lnTo>
                  <a:pt x="9909" y="116"/>
                </a:lnTo>
                <a:lnTo>
                  <a:pt x="9750" y="116"/>
                </a:lnTo>
                <a:lnTo>
                  <a:pt x="9750" y="0"/>
                </a:lnTo>
                <a:moveTo>
                  <a:pt x="10014" y="0"/>
                </a:moveTo>
                <a:lnTo>
                  <a:pt x="10173" y="0"/>
                </a:lnTo>
                <a:lnTo>
                  <a:pt x="10173" y="116"/>
                </a:lnTo>
                <a:lnTo>
                  <a:pt x="10014" y="116"/>
                </a:lnTo>
                <a:lnTo>
                  <a:pt x="10014" y="0"/>
                </a:lnTo>
                <a:moveTo>
                  <a:pt x="10278" y="0"/>
                </a:moveTo>
                <a:lnTo>
                  <a:pt x="10437" y="0"/>
                </a:lnTo>
                <a:lnTo>
                  <a:pt x="10437" y="116"/>
                </a:lnTo>
                <a:lnTo>
                  <a:pt x="10278" y="116"/>
                </a:lnTo>
                <a:lnTo>
                  <a:pt x="10278" y="0"/>
                </a:lnTo>
                <a:moveTo>
                  <a:pt x="10542" y="0"/>
                </a:moveTo>
                <a:lnTo>
                  <a:pt x="10701" y="0"/>
                </a:lnTo>
                <a:lnTo>
                  <a:pt x="10701" y="116"/>
                </a:lnTo>
                <a:lnTo>
                  <a:pt x="10542" y="116"/>
                </a:lnTo>
                <a:lnTo>
                  <a:pt x="10542" y="0"/>
                </a:lnTo>
                <a:moveTo>
                  <a:pt x="10806" y="0"/>
                </a:moveTo>
                <a:lnTo>
                  <a:pt x="10965" y="0"/>
                </a:lnTo>
                <a:lnTo>
                  <a:pt x="10965" y="116"/>
                </a:lnTo>
                <a:lnTo>
                  <a:pt x="10806" y="116"/>
                </a:lnTo>
                <a:lnTo>
                  <a:pt x="10806" y="0"/>
                </a:lnTo>
                <a:moveTo>
                  <a:pt x="11070" y="0"/>
                </a:moveTo>
                <a:lnTo>
                  <a:pt x="11229" y="0"/>
                </a:lnTo>
                <a:lnTo>
                  <a:pt x="11229" y="116"/>
                </a:lnTo>
                <a:lnTo>
                  <a:pt x="11070" y="116"/>
                </a:lnTo>
                <a:lnTo>
                  <a:pt x="11070" y="0"/>
                </a:lnTo>
                <a:moveTo>
                  <a:pt x="11334" y="0"/>
                </a:moveTo>
                <a:lnTo>
                  <a:pt x="11493" y="0"/>
                </a:lnTo>
                <a:lnTo>
                  <a:pt x="11493" y="116"/>
                </a:lnTo>
                <a:lnTo>
                  <a:pt x="11334" y="116"/>
                </a:lnTo>
                <a:lnTo>
                  <a:pt x="11334" y="0"/>
                </a:lnTo>
                <a:moveTo>
                  <a:pt x="11598" y="0"/>
                </a:moveTo>
                <a:lnTo>
                  <a:pt x="11757" y="0"/>
                </a:lnTo>
                <a:lnTo>
                  <a:pt x="11757" y="116"/>
                </a:lnTo>
                <a:lnTo>
                  <a:pt x="11598" y="116"/>
                </a:lnTo>
                <a:lnTo>
                  <a:pt x="11598" y="0"/>
                </a:lnTo>
                <a:moveTo>
                  <a:pt x="11862" y="0"/>
                </a:moveTo>
                <a:lnTo>
                  <a:pt x="12021" y="0"/>
                </a:lnTo>
                <a:lnTo>
                  <a:pt x="12021" y="116"/>
                </a:lnTo>
                <a:lnTo>
                  <a:pt x="11862" y="116"/>
                </a:lnTo>
                <a:lnTo>
                  <a:pt x="11862" y="0"/>
                </a:lnTo>
                <a:moveTo>
                  <a:pt x="12126" y="0"/>
                </a:moveTo>
                <a:lnTo>
                  <a:pt x="12285" y="0"/>
                </a:lnTo>
                <a:lnTo>
                  <a:pt x="12285" y="116"/>
                </a:lnTo>
                <a:lnTo>
                  <a:pt x="12126" y="116"/>
                </a:lnTo>
                <a:lnTo>
                  <a:pt x="12126" y="0"/>
                </a:lnTo>
                <a:moveTo>
                  <a:pt x="12390" y="0"/>
                </a:moveTo>
                <a:lnTo>
                  <a:pt x="12549" y="0"/>
                </a:lnTo>
                <a:lnTo>
                  <a:pt x="12549" y="116"/>
                </a:lnTo>
                <a:lnTo>
                  <a:pt x="12390" y="116"/>
                </a:lnTo>
                <a:lnTo>
                  <a:pt x="12390" y="0"/>
                </a:lnTo>
                <a:moveTo>
                  <a:pt x="12654" y="0"/>
                </a:moveTo>
                <a:lnTo>
                  <a:pt x="12813" y="0"/>
                </a:lnTo>
                <a:lnTo>
                  <a:pt x="12813" y="116"/>
                </a:lnTo>
                <a:lnTo>
                  <a:pt x="12654" y="116"/>
                </a:lnTo>
                <a:lnTo>
                  <a:pt x="12654" y="0"/>
                </a:lnTo>
                <a:moveTo>
                  <a:pt x="12918" y="0"/>
                </a:moveTo>
                <a:lnTo>
                  <a:pt x="13077" y="0"/>
                </a:lnTo>
                <a:lnTo>
                  <a:pt x="13077" y="116"/>
                </a:lnTo>
                <a:lnTo>
                  <a:pt x="12918" y="116"/>
                </a:lnTo>
                <a:lnTo>
                  <a:pt x="12918" y="0"/>
                </a:lnTo>
                <a:moveTo>
                  <a:pt x="13182" y="0"/>
                </a:moveTo>
                <a:lnTo>
                  <a:pt x="13341" y="0"/>
                </a:lnTo>
                <a:lnTo>
                  <a:pt x="13341" y="116"/>
                </a:lnTo>
                <a:lnTo>
                  <a:pt x="13182" y="116"/>
                </a:lnTo>
                <a:lnTo>
                  <a:pt x="13182" y="0"/>
                </a:lnTo>
                <a:moveTo>
                  <a:pt x="13447" y="0"/>
                </a:moveTo>
                <a:lnTo>
                  <a:pt x="13605" y="0"/>
                </a:lnTo>
                <a:lnTo>
                  <a:pt x="13605" y="116"/>
                </a:lnTo>
                <a:lnTo>
                  <a:pt x="13447" y="116"/>
                </a:lnTo>
                <a:lnTo>
                  <a:pt x="13447" y="0"/>
                </a:lnTo>
                <a:moveTo>
                  <a:pt x="13711" y="0"/>
                </a:moveTo>
                <a:lnTo>
                  <a:pt x="13869" y="0"/>
                </a:lnTo>
                <a:lnTo>
                  <a:pt x="13869" y="116"/>
                </a:lnTo>
                <a:lnTo>
                  <a:pt x="13711" y="116"/>
                </a:lnTo>
                <a:lnTo>
                  <a:pt x="13711" y="0"/>
                </a:lnTo>
                <a:moveTo>
                  <a:pt x="13975" y="0"/>
                </a:moveTo>
                <a:lnTo>
                  <a:pt x="14134" y="0"/>
                </a:lnTo>
                <a:lnTo>
                  <a:pt x="14134" y="116"/>
                </a:lnTo>
                <a:lnTo>
                  <a:pt x="13975" y="116"/>
                </a:lnTo>
                <a:lnTo>
                  <a:pt x="13975" y="0"/>
                </a:lnTo>
                <a:moveTo>
                  <a:pt x="14240" y="0"/>
                </a:moveTo>
                <a:lnTo>
                  <a:pt x="14398" y="0"/>
                </a:lnTo>
                <a:lnTo>
                  <a:pt x="14398" y="116"/>
                </a:lnTo>
                <a:lnTo>
                  <a:pt x="14240" y="116"/>
                </a:lnTo>
                <a:lnTo>
                  <a:pt x="14240" y="0"/>
                </a:lnTo>
                <a:moveTo>
                  <a:pt x="14504" y="0"/>
                </a:moveTo>
                <a:lnTo>
                  <a:pt x="14663" y="0"/>
                </a:lnTo>
                <a:lnTo>
                  <a:pt x="14663" y="116"/>
                </a:lnTo>
                <a:lnTo>
                  <a:pt x="14504" y="116"/>
                </a:lnTo>
                <a:lnTo>
                  <a:pt x="14504" y="0"/>
                </a:lnTo>
                <a:moveTo>
                  <a:pt x="14768" y="0"/>
                </a:moveTo>
                <a:lnTo>
                  <a:pt x="14927" y="0"/>
                </a:lnTo>
                <a:lnTo>
                  <a:pt x="14927" y="116"/>
                </a:lnTo>
                <a:lnTo>
                  <a:pt x="14768" y="116"/>
                </a:lnTo>
                <a:lnTo>
                  <a:pt x="14768" y="0"/>
                </a:lnTo>
                <a:moveTo>
                  <a:pt x="15032" y="0"/>
                </a:moveTo>
                <a:lnTo>
                  <a:pt x="15191" y="0"/>
                </a:lnTo>
                <a:lnTo>
                  <a:pt x="15191" y="116"/>
                </a:lnTo>
                <a:lnTo>
                  <a:pt x="15032" y="116"/>
                </a:lnTo>
                <a:lnTo>
                  <a:pt x="15032" y="0"/>
                </a:lnTo>
                <a:moveTo>
                  <a:pt x="15296" y="0"/>
                </a:moveTo>
                <a:lnTo>
                  <a:pt x="15455" y="0"/>
                </a:lnTo>
                <a:lnTo>
                  <a:pt x="15455" y="116"/>
                </a:lnTo>
                <a:lnTo>
                  <a:pt x="15296" y="116"/>
                </a:lnTo>
                <a:lnTo>
                  <a:pt x="15296" y="0"/>
                </a:lnTo>
                <a:moveTo>
                  <a:pt x="15560" y="0"/>
                </a:moveTo>
                <a:lnTo>
                  <a:pt x="15719" y="0"/>
                </a:lnTo>
                <a:lnTo>
                  <a:pt x="15719" y="116"/>
                </a:lnTo>
                <a:lnTo>
                  <a:pt x="15560" y="116"/>
                </a:lnTo>
                <a:lnTo>
                  <a:pt x="15560" y="0"/>
                </a:lnTo>
                <a:moveTo>
                  <a:pt x="15824" y="0"/>
                </a:moveTo>
                <a:lnTo>
                  <a:pt x="15983" y="0"/>
                </a:lnTo>
                <a:lnTo>
                  <a:pt x="15983" y="116"/>
                </a:lnTo>
                <a:lnTo>
                  <a:pt x="15824" y="116"/>
                </a:lnTo>
                <a:lnTo>
                  <a:pt x="15824" y="0"/>
                </a:lnTo>
                <a:moveTo>
                  <a:pt x="16088" y="0"/>
                </a:moveTo>
                <a:lnTo>
                  <a:pt x="16247" y="0"/>
                </a:lnTo>
                <a:lnTo>
                  <a:pt x="16247" y="116"/>
                </a:lnTo>
                <a:lnTo>
                  <a:pt x="16088" y="116"/>
                </a:lnTo>
                <a:lnTo>
                  <a:pt x="16088" y="0"/>
                </a:lnTo>
                <a:moveTo>
                  <a:pt x="16352" y="0"/>
                </a:moveTo>
                <a:lnTo>
                  <a:pt x="16511" y="0"/>
                </a:lnTo>
                <a:lnTo>
                  <a:pt x="16511" y="116"/>
                </a:lnTo>
                <a:lnTo>
                  <a:pt x="16352" y="116"/>
                </a:lnTo>
                <a:lnTo>
                  <a:pt x="16352" y="0"/>
                </a:lnTo>
                <a:moveTo>
                  <a:pt x="16616" y="0"/>
                </a:moveTo>
                <a:lnTo>
                  <a:pt x="16775" y="0"/>
                </a:lnTo>
                <a:lnTo>
                  <a:pt x="16775" y="116"/>
                </a:lnTo>
                <a:lnTo>
                  <a:pt x="16616" y="116"/>
                </a:lnTo>
                <a:lnTo>
                  <a:pt x="16616" y="0"/>
                </a:lnTo>
                <a:moveTo>
                  <a:pt x="16880" y="0"/>
                </a:moveTo>
                <a:lnTo>
                  <a:pt x="17039" y="0"/>
                </a:lnTo>
                <a:lnTo>
                  <a:pt x="17039" y="116"/>
                </a:lnTo>
                <a:lnTo>
                  <a:pt x="16880" y="116"/>
                </a:lnTo>
                <a:lnTo>
                  <a:pt x="16880" y="0"/>
                </a:lnTo>
                <a:moveTo>
                  <a:pt x="17144" y="0"/>
                </a:moveTo>
                <a:lnTo>
                  <a:pt x="17303" y="0"/>
                </a:lnTo>
                <a:lnTo>
                  <a:pt x="17303" y="116"/>
                </a:lnTo>
                <a:lnTo>
                  <a:pt x="17144" y="116"/>
                </a:lnTo>
                <a:lnTo>
                  <a:pt x="17144" y="0"/>
                </a:lnTo>
                <a:moveTo>
                  <a:pt x="17408" y="0"/>
                </a:moveTo>
                <a:lnTo>
                  <a:pt x="17567" y="0"/>
                </a:lnTo>
                <a:lnTo>
                  <a:pt x="17567" y="116"/>
                </a:lnTo>
                <a:lnTo>
                  <a:pt x="17408" y="116"/>
                </a:lnTo>
                <a:lnTo>
                  <a:pt x="17408" y="0"/>
                </a:lnTo>
                <a:moveTo>
                  <a:pt x="17672" y="0"/>
                </a:moveTo>
                <a:lnTo>
                  <a:pt x="17831" y="0"/>
                </a:lnTo>
                <a:lnTo>
                  <a:pt x="17831" y="116"/>
                </a:lnTo>
                <a:lnTo>
                  <a:pt x="17672" y="116"/>
                </a:lnTo>
                <a:lnTo>
                  <a:pt x="17672" y="0"/>
                </a:lnTo>
                <a:moveTo>
                  <a:pt x="17936" y="0"/>
                </a:moveTo>
                <a:lnTo>
                  <a:pt x="18095" y="0"/>
                </a:lnTo>
                <a:lnTo>
                  <a:pt x="18095" y="116"/>
                </a:lnTo>
                <a:lnTo>
                  <a:pt x="17936" y="116"/>
                </a:lnTo>
                <a:lnTo>
                  <a:pt x="17936" y="0"/>
                </a:lnTo>
                <a:moveTo>
                  <a:pt x="18201" y="0"/>
                </a:moveTo>
                <a:lnTo>
                  <a:pt x="18359" y="0"/>
                </a:lnTo>
                <a:lnTo>
                  <a:pt x="18359" y="116"/>
                </a:lnTo>
                <a:lnTo>
                  <a:pt x="18201" y="116"/>
                </a:lnTo>
                <a:lnTo>
                  <a:pt x="18201" y="0"/>
                </a:lnTo>
                <a:moveTo>
                  <a:pt x="18465" y="0"/>
                </a:moveTo>
                <a:lnTo>
                  <a:pt x="18623" y="0"/>
                </a:lnTo>
                <a:lnTo>
                  <a:pt x="18623" y="116"/>
                </a:lnTo>
                <a:lnTo>
                  <a:pt x="18465" y="116"/>
                </a:lnTo>
                <a:lnTo>
                  <a:pt x="18465" y="0"/>
                </a:lnTo>
                <a:moveTo>
                  <a:pt x="18729" y="0"/>
                </a:moveTo>
                <a:lnTo>
                  <a:pt x="18887" y="0"/>
                </a:lnTo>
                <a:lnTo>
                  <a:pt x="18887" y="116"/>
                </a:lnTo>
                <a:lnTo>
                  <a:pt x="18729" y="116"/>
                </a:lnTo>
                <a:lnTo>
                  <a:pt x="18729" y="0"/>
                </a:lnTo>
                <a:moveTo>
                  <a:pt x="18993" y="0"/>
                </a:moveTo>
                <a:lnTo>
                  <a:pt x="19151" y="0"/>
                </a:lnTo>
                <a:lnTo>
                  <a:pt x="19151" y="116"/>
                </a:lnTo>
                <a:lnTo>
                  <a:pt x="18993" y="116"/>
                </a:lnTo>
                <a:lnTo>
                  <a:pt x="18993" y="0"/>
                </a:lnTo>
                <a:moveTo>
                  <a:pt x="19257" y="0"/>
                </a:moveTo>
                <a:lnTo>
                  <a:pt x="19415" y="0"/>
                </a:lnTo>
                <a:lnTo>
                  <a:pt x="19415" y="116"/>
                </a:lnTo>
                <a:lnTo>
                  <a:pt x="19257" y="116"/>
                </a:lnTo>
                <a:lnTo>
                  <a:pt x="19257" y="0"/>
                </a:lnTo>
                <a:moveTo>
                  <a:pt x="19521" y="0"/>
                </a:moveTo>
                <a:lnTo>
                  <a:pt x="19680" y="0"/>
                </a:lnTo>
                <a:lnTo>
                  <a:pt x="19680" y="116"/>
                </a:lnTo>
                <a:lnTo>
                  <a:pt x="19521" y="116"/>
                </a:lnTo>
                <a:lnTo>
                  <a:pt x="19521" y="0"/>
                </a:lnTo>
                <a:moveTo>
                  <a:pt x="19785" y="0"/>
                </a:moveTo>
                <a:lnTo>
                  <a:pt x="19944" y="0"/>
                </a:lnTo>
                <a:lnTo>
                  <a:pt x="19944" y="116"/>
                </a:lnTo>
                <a:lnTo>
                  <a:pt x="19785" y="116"/>
                </a:lnTo>
                <a:lnTo>
                  <a:pt x="19785" y="0"/>
                </a:lnTo>
                <a:moveTo>
                  <a:pt x="20049" y="0"/>
                </a:moveTo>
                <a:lnTo>
                  <a:pt x="20208" y="0"/>
                </a:lnTo>
                <a:lnTo>
                  <a:pt x="20208" y="116"/>
                </a:lnTo>
                <a:lnTo>
                  <a:pt x="20049" y="116"/>
                </a:lnTo>
                <a:lnTo>
                  <a:pt x="20049" y="0"/>
                </a:lnTo>
                <a:moveTo>
                  <a:pt x="20313" y="0"/>
                </a:moveTo>
                <a:lnTo>
                  <a:pt x="20472" y="0"/>
                </a:lnTo>
                <a:lnTo>
                  <a:pt x="20472" y="116"/>
                </a:lnTo>
                <a:lnTo>
                  <a:pt x="20313" y="116"/>
                </a:lnTo>
                <a:lnTo>
                  <a:pt x="20313" y="0"/>
                </a:lnTo>
                <a:moveTo>
                  <a:pt x="20577" y="0"/>
                </a:moveTo>
                <a:lnTo>
                  <a:pt x="20736" y="0"/>
                </a:lnTo>
                <a:lnTo>
                  <a:pt x="20736" y="116"/>
                </a:lnTo>
                <a:lnTo>
                  <a:pt x="20577" y="116"/>
                </a:lnTo>
                <a:lnTo>
                  <a:pt x="20577" y="0"/>
                </a:lnTo>
                <a:moveTo>
                  <a:pt x="20841" y="0"/>
                </a:moveTo>
                <a:lnTo>
                  <a:pt x="21000" y="0"/>
                </a:lnTo>
                <a:lnTo>
                  <a:pt x="21000" y="116"/>
                </a:lnTo>
                <a:lnTo>
                  <a:pt x="20841" y="116"/>
                </a:lnTo>
                <a:lnTo>
                  <a:pt x="20841" y="0"/>
                </a:lnTo>
                <a:moveTo>
                  <a:pt x="21105" y="0"/>
                </a:moveTo>
                <a:lnTo>
                  <a:pt x="21264" y="0"/>
                </a:lnTo>
                <a:lnTo>
                  <a:pt x="21264" y="116"/>
                </a:lnTo>
                <a:lnTo>
                  <a:pt x="21105" y="116"/>
                </a:lnTo>
                <a:lnTo>
                  <a:pt x="21105" y="0"/>
                </a:lnTo>
                <a:moveTo>
                  <a:pt x="21369" y="0"/>
                </a:moveTo>
                <a:lnTo>
                  <a:pt x="21528" y="0"/>
                </a:lnTo>
                <a:lnTo>
                  <a:pt x="21528" y="116"/>
                </a:lnTo>
                <a:lnTo>
                  <a:pt x="21369" y="116"/>
                </a:lnTo>
                <a:lnTo>
                  <a:pt x="21369" y="0"/>
                </a:lnTo>
                <a:moveTo>
                  <a:pt x="21633" y="0"/>
                </a:moveTo>
                <a:lnTo>
                  <a:pt x="21792" y="0"/>
                </a:lnTo>
                <a:lnTo>
                  <a:pt x="21792" y="116"/>
                </a:lnTo>
                <a:lnTo>
                  <a:pt x="21633" y="116"/>
                </a:lnTo>
                <a:lnTo>
                  <a:pt x="21633" y="0"/>
                </a:lnTo>
                <a:moveTo>
                  <a:pt x="21897" y="0"/>
                </a:moveTo>
                <a:lnTo>
                  <a:pt x="22056" y="0"/>
                </a:lnTo>
                <a:lnTo>
                  <a:pt x="22056" y="116"/>
                </a:lnTo>
                <a:lnTo>
                  <a:pt x="21897" y="116"/>
                </a:lnTo>
                <a:lnTo>
                  <a:pt x="21897" y="0"/>
                </a:lnTo>
                <a:moveTo>
                  <a:pt x="22161" y="0"/>
                </a:moveTo>
                <a:lnTo>
                  <a:pt x="22320" y="0"/>
                </a:lnTo>
                <a:lnTo>
                  <a:pt x="22320" y="116"/>
                </a:lnTo>
                <a:lnTo>
                  <a:pt x="22161" y="116"/>
                </a:lnTo>
                <a:lnTo>
                  <a:pt x="22161" y="0"/>
                </a:lnTo>
                <a:moveTo>
                  <a:pt x="22425" y="0"/>
                </a:moveTo>
                <a:lnTo>
                  <a:pt x="22584" y="0"/>
                </a:lnTo>
                <a:lnTo>
                  <a:pt x="22584" y="116"/>
                </a:lnTo>
                <a:lnTo>
                  <a:pt x="22425" y="116"/>
                </a:lnTo>
                <a:lnTo>
                  <a:pt x="22425" y="0"/>
                </a:lnTo>
                <a:moveTo>
                  <a:pt x="22689" y="0"/>
                </a:moveTo>
                <a:lnTo>
                  <a:pt x="22848" y="0"/>
                </a:lnTo>
                <a:lnTo>
                  <a:pt x="22848" y="116"/>
                </a:lnTo>
                <a:lnTo>
                  <a:pt x="22689" y="116"/>
                </a:lnTo>
                <a:lnTo>
                  <a:pt x="22689" y="0"/>
                </a:lnTo>
                <a:moveTo>
                  <a:pt x="22953" y="0"/>
                </a:moveTo>
                <a:lnTo>
                  <a:pt x="23112" y="0"/>
                </a:lnTo>
                <a:lnTo>
                  <a:pt x="23112" y="116"/>
                </a:lnTo>
                <a:lnTo>
                  <a:pt x="22953" y="116"/>
                </a:lnTo>
                <a:lnTo>
                  <a:pt x="22953" y="0"/>
                </a:lnTo>
                <a:moveTo>
                  <a:pt x="23218" y="0"/>
                </a:moveTo>
                <a:lnTo>
                  <a:pt x="23376" y="0"/>
                </a:lnTo>
                <a:lnTo>
                  <a:pt x="23376" y="116"/>
                </a:lnTo>
                <a:lnTo>
                  <a:pt x="23218" y="116"/>
                </a:lnTo>
                <a:lnTo>
                  <a:pt x="23218" y="0"/>
                </a:lnTo>
                <a:moveTo>
                  <a:pt x="23482" y="0"/>
                </a:moveTo>
                <a:lnTo>
                  <a:pt x="23640" y="0"/>
                </a:lnTo>
                <a:lnTo>
                  <a:pt x="23640" y="116"/>
                </a:lnTo>
                <a:lnTo>
                  <a:pt x="23482" y="116"/>
                </a:lnTo>
                <a:lnTo>
                  <a:pt x="23482" y="0"/>
                </a:lnTo>
                <a:moveTo>
                  <a:pt x="23746" y="0"/>
                </a:moveTo>
                <a:lnTo>
                  <a:pt x="23904" y="0"/>
                </a:lnTo>
                <a:lnTo>
                  <a:pt x="23904" y="116"/>
                </a:lnTo>
                <a:lnTo>
                  <a:pt x="23746" y="116"/>
                </a:lnTo>
                <a:lnTo>
                  <a:pt x="23746" y="0"/>
                </a:lnTo>
                <a:moveTo>
                  <a:pt x="24010" y="0"/>
                </a:moveTo>
                <a:lnTo>
                  <a:pt x="24168" y="0"/>
                </a:lnTo>
                <a:lnTo>
                  <a:pt x="24168" y="116"/>
                </a:lnTo>
                <a:lnTo>
                  <a:pt x="24010" y="116"/>
                </a:lnTo>
                <a:lnTo>
                  <a:pt x="24010" y="0"/>
                </a:lnTo>
                <a:moveTo>
                  <a:pt x="24274" y="0"/>
                </a:moveTo>
                <a:lnTo>
                  <a:pt x="24433" y="0"/>
                </a:lnTo>
                <a:lnTo>
                  <a:pt x="24433" y="116"/>
                </a:lnTo>
                <a:lnTo>
                  <a:pt x="24274" y="116"/>
                </a:lnTo>
                <a:lnTo>
                  <a:pt x="24274" y="0"/>
                </a:lnTo>
                <a:moveTo>
                  <a:pt x="24538" y="0"/>
                </a:moveTo>
                <a:lnTo>
                  <a:pt x="24697" y="0"/>
                </a:lnTo>
                <a:lnTo>
                  <a:pt x="24697" y="116"/>
                </a:lnTo>
                <a:lnTo>
                  <a:pt x="24538" y="116"/>
                </a:lnTo>
                <a:lnTo>
                  <a:pt x="24538" y="0"/>
                </a:lnTo>
                <a:moveTo>
                  <a:pt x="24802" y="0"/>
                </a:moveTo>
                <a:lnTo>
                  <a:pt x="24961" y="0"/>
                </a:lnTo>
                <a:lnTo>
                  <a:pt x="24961" y="116"/>
                </a:lnTo>
                <a:lnTo>
                  <a:pt x="24802" y="116"/>
                </a:lnTo>
                <a:lnTo>
                  <a:pt x="24802" y="0"/>
                </a:lnTo>
                <a:moveTo>
                  <a:pt x="25066" y="0"/>
                </a:moveTo>
                <a:lnTo>
                  <a:pt x="25225" y="0"/>
                </a:lnTo>
                <a:lnTo>
                  <a:pt x="25225" y="116"/>
                </a:lnTo>
                <a:lnTo>
                  <a:pt x="25066" y="116"/>
                </a:lnTo>
                <a:lnTo>
                  <a:pt x="25066" y="0"/>
                </a:lnTo>
                <a:moveTo>
                  <a:pt x="25330" y="0"/>
                </a:moveTo>
                <a:lnTo>
                  <a:pt x="25489" y="0"/>
                </a:lnTo>
                <a:lnTo>
                  <a:pt x="25489" y="116"/>
                </a:lnTo>
                <a:lnTo>
                  <a:pt x="25330" y="116"/>
                </a:lnTo>
                <a:lnTo>
                  <a:pt x="25330" y="0"/>
                </a:lnTo>
                <a:moveTo>
                  <a:pt x="25594" y="0"/>
                </a:moveTo>
                <a:lnTo>
                  <a:pt x="25753" y="0"/>
                </a:lnTo>
                <a:lnTo>
                  <a:pt x="25753" y="116"/>
                </a:lnTo>
                <a:lnTo>
                  <a:pt x="25594" y="116"/>
                </a:lnTo>
                <a:lnTo>
                  <a:pt x="25594" y="0"/>
                </a:lnTo>
                <a:moveTo>
                  <a:pt x="25858" y="0"/>
                </a:moveTo>
                <a:lnTo>
                  <a:pt x="26017" y="0"/>
                </a:lnTo>
                <a:lnTo>
                  <a:pt x="26017" y="116"/>
                </a:lnTo>
                <a:lnTo>
                  <a:pt x="25858" y="116"/>
                </a:lnTo>
                <a:lnTo>
                  <a:pt x="25858" y="0"/>
                </a:lnTo>
                <a:moveTo>
                  <a:pt x="26122" y="0"/>
                </a:moveTo>
                <a:lnTo>
                  <a:pt x="26281" y="0"/>
                </a:lnTo>
                <a:lnTo>
                  <a:pt x="26281" y="116"/>
                </a:lnTo>
                <a:lnTo>
                  <a:pt x="26122" y="116"/>
                </a:lnTo>
                <a:lnTo>
                  <a:pt x="26122" y="0"/>
                </a:lnTo>
                <a:moveTo>
                  <a:pt x="26386" y="0"/>
                </a:moveTo>
                <a:lnTo>
                  <a:pt x="26545" y="0"/>
                </a:lnTo>
                <a:lnTo>
                  <a:pt x="26545" y="116"/>
                </a:lnTo>
                <a:lnTo>
                  <a:pt x="26386" y="116"/>
                </a:lnTo>
                <a:lnTo>
                  <a:pt x="26386" y="0"/>
                </a:lnTo>
                <a:moveTo>
                  <a:pt x="26650" y="0"/>
                </a:moveTo>
                <a:lnTo>
                  <a:pt x="26809" y="0"/>
                </a:lnTo>
                <a:lnTo>
                  <a:pt x="26809" y="116"/>
                </a:lnTo>
                <a:lnTo>
                  <a:pt x="26650" y="116"/>
                </a:lnTo>
                <a:lnTo>
                  <a:pt x="26650" y="0"/>
                </a:lnTo>
                <a:moveTo>
                  <a:pt x="26914" y="0"/>
                </a:moveTo>
                <a:lnTo>
                  <a:pt x="27073" y="0"/>
                </a:lnTo>
                <a:lnTo>
                  <a:pt x="27073" y="116"/>
                </a:lnTo>
                <a:lnTo>
                  <a:pt x="26914" y="116"/>
                </a:lnTo>
                <a:lnTo>
                  <a:pt x="26914" y="0"/>
                </a:lnTo>
                <a:moveTo>
                  <a:pt x="27178" y="0"/>
                </a:moveTo>
                <a:lnTo>
                  <a:pt x="27337" y="0"/>
                </a:lnTo>
                <a:lnTo>
                  <a:pt x="27337" y="116"/>
                </a:lnTo>
                <a:lnTo>
                  <a:pt x="27178" y="116"/>
                </a:lnTo>
                <a:lnTo>
                  <a:pt x="27178" y="0"/>
                </a:lnTo>
                <a:moveTo>
                  <a:pt x="27442" y="0"/>
                </a:moveTo>
                <a:lnTo>
                  <a:pt x="27601" y="0"/>
                </a:lnTo>
                <a:lnTo>
                  <a:pt x="27601" y="116"/>
                </a:lnTo>
                <a:lnTo>
                  <a:pt x="27442" y="116"/>
                </a:lnTo>
                <a:lnTo>
                  <a:pt x="27442" y="0"/>
                </a:lnTo>
                <a:moveTo>
                  <a:pt x="27706" y="0"/>
                </a:moveTo>
                <a:lnTo>
                  <a:pt x="27865" y="0"/>
                </a:lnTo>
                <a:lnTo>
                  <a:pt x="27865" y="116"/>
                </a:lnTo>
                <a:lnTo>
                  <a:pt x="27706" y="116"/>
                </a:lnTo>
                <a:lnTo>
                  <a:pt x="27706" y="0"/>
                </a:lnTo>
                <a:moveTo>
                  <a:pt x="27971" y="0"/>
                </a:moveTo>
                <a:lnTo>
                  <a:pt x="28129" y="0"/>
                </a:lnTo>
                <a:lnTo>
                  <a:pt x="28129" y="116"/>
                </a:lnTo>
                <a:lnTo>
                  <a:pt x="27971" y="116"/>
                </a:lnTo>
                <a:lnTo>
                  <a:pt x="27971" y="0"/>
                </a:lnTo>
                <a:moveTo>
                  <a:pt x="28235" y="0"/>
                </a:moveTo>
                <a:lnTo>
                  <a:pt x="28393" y="0"/>
                </a:lnTo>
                <a:lnTo>
                  <a:pt x="28393" y="116"/>
                </a:lnTo>
                <a:lnTo>
                  <a:pt x="28235" y="116"/>
                </a:lnTo>
                <a:lnTo>
                  <a:pt x="28235" y="0"/>
                </a:lnTo>
                <a:moveTo>
                  <a:pt x="28499" y="0"/>
                </a:moveTo>
                <a:lnTo>
                  <a:pt x="28657" y="0"/>
                </a:lnTo>
                <a:lnTo>
                  <a:pt x="28657" y="116"/>
                </a:lnTo>
                <a:lnTo>
                  <a:pt x="28499" y="116"/>
                </a:lnTo>
                <a:lnTo>
                  <a:pt x="28499" y="0"/>
                </a:lnTo>
                <a:moveTo>
                  <a:pt x="28763" y="0"/>
                </a:moveTo>
                <a:lnTo>
                  <a:pt x="28921" y="0"/>
                </a:lnTo>
                <a:lnTo>
                  <a:pt x="28921" y="116"/>
                </a:lnTo>
                <a:lnTo>
                  <a:pt x="28763" y="116"/>
                </a:lnTo>
                <a:lnTo>
                  <a:pt x="28763" y="0"/>
                </a:lnTo>
                <a:moveTo>
                  <a:pt x="29027" y="0"/>
                </a:moveTo>
                <a:lnTo>
                  <a:pt x="29185" y="0"/>
                </a:lnTo>
                <a:lnTo>
                  <a:pt x="29185" y="116"/>
                </a:lnTo>
                <a:lnTo>
                  <a:pt x="29027" y="116"/>
                </a:lnTo>
                <a:lnTo>
                  <a:pt x="29027" y="0"/>
                </a:lnTo>
                <a:moveTo>
                  <a:pt x="29291" y="0"/>
                </a:moveTo>
                <a:lnTo>
                  <a:pt x="29450" y="0"/>
                </a:lnTo>
                <a:lnTo>
                  <a:pt x="29450" y="116"/>
                </a:lnTo>
                <a:lnTo>
                  <a:pt x="29291" y="116"/>
                </a:lnTo>
                <a:lnTo>
                  <a:pt x="29291" y="0"/>
                </a:lnTo>
                <a:moveTo>
                  <a:pt x="29555" y="0"/>
                </a:moveTo>
                <a:lnTo>
                  <a:pt x="29714" y="0"/>
                </a:lnTo>
                <a:lnTo>
                  <a:pt x="29714" y="116"/>
                </a:lnTo>
                <a:lnTo>
                  <a:pt x="29555" y="116"/>
                </a:lnTo>
                <a:lnTo>
                  <a:pt x="29555" y="0"/>
                </a:lnTo>
                <a:moveTo>
                  <a:pt x="29819" y="0"/>
                </a:moveTo>
                <a:lnTo>
                  <a:pt x="29978" y="0"/>
                </a:lnTo>
                <a:lnTo>
                  <a:pt x="29978" y="116"/>
                </a:lnTo>
                <a:lnTo>
                  <a:pt x="29819" y="116"/>
                </a:lnTo>
                <a:lnTo>
                  <a:pt x="29819" y="0"/>
                </a:lnTo>
                <a:moveTo>
                  <a:pt x="30083" y="0"/>
                </a:moveTo>
                <a:lnTo>
                  <a:pt x="30242" y="0"/>
                </a:lnTo>
                <a:lnTo>
                  <a:pt x="30242" y="116"/>
                </a:lnTo>
                <a:lnTo>
                  <a:pt x="30083" y="116"/>
                </a:lnTo>
                <a:lnTo>
                  <a:pt x="30083" y="0"/>
                </a:lnTo>
                <a:moveTo>
                  <a:pt x="30347" y="0"/>
                </a:moveTo>
                <a:lnTo>
                  <a:pt x="30506" y="0"/>
                </a:lnTo>
                <a:lnTo>
                  <a:pt x="30506" y="116"/>
                </a:lnTo>
                <a:lnTo>
                  <a:pt x="30347" y="116"/>
                </a:lnTo>
                <a:lnTo>
                  <a:pt x="30347" y="0"/>
                </a:lnTo>
                <a:moveTo>
                  <a:pt x="30611" y="0"/>
                </a:moveTo>
                <a:lnTo>
                  <a:pt x="30725" y="0"/>
                </a:lnTo>
                <a:cubicBezTo>
                  <a:pt x="30744" y="0"/>
                  <a:pt x="30764" y="2"/>
                  <a:pt x="30783" y="7"/>
                </a:cubicBezTo>
                <a:lnTo>
                  <a:pt x="30755" y="120"/>
                </a:lnTo>
                <a:cubicBezTo>
                  <a:pt x="30745" y="117"/>
                  <a:pt x="30735" y="116"/>
                  <a:pt x="30725" y="116"/>
                </a:cubicBezTo>
                <a:lnTo>
                  <a:pt x="30611" y="116"/>
                </a:lnTo>
                <a:lnTo>
                  <a:pt x="30611" y="0"/>
                </a:lnTo>
                <a:moveTo>
                  <a:pt x="30902" y="77"/>
                </a:moveTo>
                <a:cubicBezTo>
                  <a:pt x="30946" y="123"/>
                  <a:pt x="30968" y="179"/>
                  <a:pt x="30968" y="243"/>
                </a:cubicBezTo>
                <a:lnTo>
                  <a:pt x="30968" y="263"/>
                </a:lnTo>
                <a:lnTo>
                  <a:pt x="30852" y="263"/>
                </a:lnTo>
                <a:lnTo>
                  <a:pt x="30852" y="243"/>
                </a:lnTo>
                <a:cubicBezTo>
                  <a:pt x="30852" y="210"/>
                  <a:pt x="30840" y="181"/>
                  <a:pt x="30817" y="156"/>
                </a:cubicBezTo>
                <a:lnTo>
                  <a:pt x="30902" y="77"/>
                </a:lnTo>
                <a:moveTo>
                  <a:pt x="30968" y="368"/>
                </a:moveTo>
                <a:lnTo>
                  <a:pt x="30968" y="527"/>
                </a:lnTo>
                <a:lnTo>
                  <a:pt x="30852" y="527"/>
                </a:lnTo>
                <a:lnTo>
                  <a:pt x="30852" y="368"/>
                </a:lnTo>
                <a:lnTo>
                  <a:pt x="30968" y="368"/>
                </a:lnTo>
                <a:moveTo>
                  <a:pt x="30968" y="634"/>
                </a:moveTo>
                <a:lnTo>
                  <a:pt x="30968" y="792"/>
                </a:lnTo>
                <a:lnTo>
                  <a:pt x="30852" y="792"/>
                </a:lnTo>
                <a:lnTo>
                  <a:pt x="30852" y="634"/>
                </a:lnTo>
                <a:lnTo>
                  <a:pt x="30968" y="634"/>
                </a:lnTo>
                <a:moveTo>
                  <a:pt x="30968" y="898"/>
                </a:moveTo>
                <a:lnTo>
                  <a:pt x="30968" y="1056"/>
                </a:lnTo>
                <a:lnTo>
                  <a:pt x="30852" y="1056"/>
                </a:lnTo>
                <a:lnTo>
                  <a:pt x="30852" y="898"/>
                </a:lnTo>
                <a:lnTo>
                  <a:pt x="30968" y="898"/>
                </a:lnTo>
                <a:moveTo>
                  <a:pt x="30968" y="1162"/>
                </a:moveTo>
                <a:lnTo>
                  <a:pt x="30968" y="1320"/>
                </a:lnTo>
                <a:lnTo>
                  <a:pt x="30852" y="1320"/>
                </a:lnTo>
                <a:lnTo>
                  <a:pt x="30852" y="1162"/>
                </a:lnTo>
                <a:lnTo>
                  <a:pt x="30968" y="1162"/>
                </a:lnTo>
                <a:moveTo>
                  <a:pt x="30968" y="1426"/>
                </a:moveTo>
                <a:lnTo>
                  <a:pt x="30968" y="1584"/>
                </a:lnTo>
                <a:lnTo>
                  <a:pt x="30852" y="1584"/>
                </a:lnTo>
                <a:lnTo>
                  <a:pt x="30852" y="1426"/>
                </a:lnTo>
                <a:lnTo>
                  <a:pt x="30968" y="1426"/>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2"/>
                </a:moveTo>
                <a:cubicBezTo>
                  <a:pt x="30961" y="2297"/>
                  <a:pt x="30928" y="2356"/>
                  <a:pt x="30866" y="2400"/>
                </a:cubicBezTo>
                <a:lnTo>
                  <a:pt x="30799" y="2305"/>
                </a:lnTo>
                <a:cubicBezTo>
                  <a:pt x="30831" y="2283"/>
                  <a:pt x="30848" y="2252"/>
                  <a:pt x="30851" y="2212"/>
                </a:cubicBezTo>
                <a:lnTo>
                  <a:pt x="30967" y="2222"/>
                </a:lnTo>
                <a:moveTo>
                  <a:pt x="30736" y="2445"/>
                </a:moveTo>
                <a:cubicBezTo>
                  <a:pt x="30733" y="2445"/>
                  <a:pt x="30729" y="2446"/>
                  <a:pt x="30725" y="2446"/>
                </a:cubicBezTo>
                <a:lnTo>
                  <a:pt x="30575" y="2446"/>
                </a:lnTo>
                <a:lnTo>
                  <a:pt x="30575" y="2329"/>
                </a:lnTo>
                <a:lnTo>
                  <a:pt x="30725" y="2329"/>
                </a:lnTo>
                <a:cubicBezTo>
                  <a:pt x="30727" y="2329"/>
                  <a:pt x="30729" y="2329"/>
                  <a:pt x="30731" y="2329"/>
                </a:cubicBezTo>
                <a:lnTo>
                  <a:pt x="30736" y="2445"/>
                </a:lnTo>
                <a:moveTo>
                  <a:pt x="30470" y="2446"/>
                </a:moveTo>
                <a:lnTo>
                  <a:pt x="30311" y="2446"/>
                </a:lnTo>
                <a:lnTo>
                  <a:pt x="30311" y="2329"/>
                </a:lnTo>
                <a:lnTo>
                  <a:pt x="30470" y="2329"/>
                </a:lnTo>
                <a:lnTo>
                  <a:pt x="30470" y="2446"/>
                </a:lnTo>
                <a:moveTo>
                  <a:pt x="30206" y="2446"/>
                </a:moveTo>
                <a:lnTo>
                  <a:pt x="30047" y="2446"/>
                </a:lnTo>
                <a:lnTo>
                  <a:pt x="30047" y="2329"/>
                </a:lnTo>
                <a:lnTo>
                  <a:pt x="30206" y="2329"/>
                </a:lnTo>
                <a:lnTo>
                  <a:pt x="30206" y="2446"/>
                </a:lnTo>
                <a:moveTo>
                  <a:pt x="29942" y="2446"/>
                </a:moveTo>
                <a:lnTo>
                  <a:pt x="29783" y="2446"/>
                </a:lnTo>
                <a:lnTo>
                  <a:pt x="29783" y="2329"/>
                </a:lnTo>
                <a:lnTo>
                  <a:pt x="29942" y="2329"/>
                </a:lnTo>
                <a:lnTo>
                  <a:pt x="29942" y="2446"/>
                </a:lnTo>
                <a:moveTo>
                  <a:pt x="29678" y="2446"/>
                </a:moveTo>
                <a:lnTo>
                  <a:pt x="29519" y="2446"/>
                </a:lnTo>
                <a:lnTo>
                  <a:pt x="29519" y="2329"/>
                </a:lnTo>
                <a:lnTo>
                  <a:pt x="29678" y="2329"/>
                </a:lnTo>
                <a:lnTo>
                  <a:pt x="29678" y="2446"/>
                </a:lnTo>
                <a:moveTo>
                  <a:pt x="29414" y="2446"/>
                </a:moveTo>
                <a:lnTo>
                  <a:pt x="29255" y="2446"/>
                </a:lnTo>
                <a:lnTo>
                  <a:pt x="29255" y="2329"/>
                </a:lnTo>
                <a:lnTo>
                  <a:pt x="29414" y="2329"/>
                </a:lnTo>
                <a:lnTo>
                  <a:pt x="29414" y="2446"/>
                </a:lnTo>
                <a:moveTo>
                  <a:pt x="29150" y="2446"/>
                </a:moveTo>
                <a:lnTo>
                  <a:pt x="28991" y="2446"/>
                </a:lnTo>
                <a:lnTo>
                  <a:pt x="28991" y="2329"/>
                </a:lnTo>
                <a:lnTo>
                  <a:pt x="29150" y="2329"/>
                </a:lnTo>
                <a:lnTo>
                  <a:pt x="29150" y="2446"/>
                </a:lnTo>
                <a:moveTo>
                  <a:pt x="28886" y="2446"/>
                </a:moveTo>
                <a:lnTo>
                  <a:pt x="28727" y="2446"/>
                </a:lnTo>
                <a:lnTo>
                  <a:pt x="28727" y="2329"/>
                </a:lnTo>
                <a:lnTo>
                  <a:pt x="28886" y="2329"/>
                </a:lnTo>
                <a:lnTo>
                  <a:pt x="28886" y="2446"/>
                </a:lnTo>
                <a:moveTo>
                  <a:pt x="28622" y="2446"/>
                </a:moveTo>
                <a:lnTo>
                  <a:pt x="28463" y="2446"/>
                </a:lnTo>
                <a:lnTo>
                  <a:pt x="28463" y="2329"/>
                </a:lnTo>
                <a:lnTo>
                  <a:pt x="28622" y="2329"/>
                </a:lnTo>
                <a:lnTo>
                  <a:pt x="28622" y="2446"/>
                </a:lnTo>
                <a:moveTo>
                  <a:pt x="28358" y="2446"/>
                </a:moveTo>
                <a:lnTo>
                  <a:pt x="28199" y="2446"/>
                </a:lnTo>
                <a:lnTo>
                  <a:pt x="28199" y="2329"/>
                </a:lnTo>
                <a:lnTo>
                  <a:pt x="28358" y="2329"/>
                </a:lnTo>
                <a:lnTo>
                  <a:pt x="28358" y="2446"/>
                </a:lnTo>
                <a:moveTo>
                  <a:pt x="28094" y="2446"/>
                </a:moveTo>
                <a:lnTo>
                  <a:pt x="27935" y="2446"/>
                </a:lnTo>
                <a:lnTo>
                  <a:pt x="27935" y="2329"/>
                </a:lnTo>
                <a:lnTo>
                  <a:pt x="28094" y="2329"/>
                </a:lnTo>
                <a:lnTo>
                  <a:pt x="28094" y="2446"/>
                </a:lnTo>
                <a:moveTo>
                  <a:pt x="27829" y="2446"/>
                </a:moveTo>
                <a:lnTo>
                  <a:pt x="27671" y="2446"/>
                </a:lnTo>
                <a:lnTo>
                  <a:pt x="27671" y="2329"/>
                </a:lnTo>
                <a:lnTo>
                  <a:pt x="27829" y="2329"/>
                </a:lnTo>
                <a:lnTo>
                  <a:pt x="27829" y="2446"/>
                </a:lnTo>
                <a:moveTo>
                  <a:pt x="27565" y="2446"/>
                </a:moveTo>
                <a:lnTo>
                  <a:pt x="27407" y="2446"/>
                </a:lnTo>
                <a:lnTo>
                  <a:pt x="27407" y="2329"/>
                </a:lnTo>
                <a:lnTo>
                  <a:pt x="27565" y="2329"/>
                </a:lnTo>
                <a:lnTo>
                  <a:pt x="27565" y="2446"/>
                </a:lnTo>
                <a:moveTo>
                  <a:pt x="27301" y="2446"/>
                </a:moveTo>
                <a:lnTo>
                  <a:pt x="27143" y="2446"/>
                </a:lnTo>
                <a:lnTo>
                  <a:pt x="27143" y="2329"/>
                </a:lnTo>
                <a:lnTo>
                  <a:pt x="27301" y="2329"/>
                </a:lnTo>
                <a:lnTo>
                  <a:pt x="27301" y="2446"/>
                </a:lnTo>
                <a:moveTo>
                  <a:pt x="27037" y="2446"/>
                </a:moveTo>
                <a:lnTo>
                  <a:pt x="26879" y="2446"/>
                </a:lnTo>
                <a:lnTo>
                  <a:pt x="26879" y="2329"/>
                </a:lnTo>
                <a:lnTo>
                  <a:pt x="27037" y="2329"/>
                </a:lnTo>
                <a:lnTo>
                  <a:pt x="27037" y="2446"/>
                </a:lnTo>
                <a:moveTo>
                  <a:pt x="26773" y="2446"/>
                </a:moveTo>
                <a:lnTo>
                  <a:pt x="26615" y="2446"/>
                </a:lnTo>
                <a:lnTo>
                  <a:pt x="26615" y="2329"/>
                </a:lnTo>
                <a:lnTo>
                  <a:pt x="26773" y="2329"/>
                </a:lnTo>
                <a:lnTo>
                  <a:pt x="26773" y="2446"/>
                </a:lnTo>
                <a:moveTo>
                  <a:pt x="26509" y="2446"/>
                </a:moveTo>
                <a:lnTo>
                  <a:pt x="26350" y="2446"/>
                </a:lnTo>
                <a:lnTo>
                  <a:pt x="26350" y="2329"/>
                </a:lnTo>
                <a:lnTo>
                  <a:pt x="26509" y="2329"/>
                </a:lnTo>
                <a:lnTo>
                  <a:pt x="26509" y="2446"/>
                </a:lnTo>
                <a:moveTo>
                  <a:pt x="26245" y="2446"/>
                </a:moveTo>
                <a:lnTo>
                  <a:pt x="26086" y="2446"/>
                </a:lnTo>
                <a:lnTo>
                  <a:pt x="26086" y="2329"/>
                </a:lnTo>
                <a:lnTo>
                  <a:pt x="26245" y="2329"/>
                </a:lnTo>
                <a:lnTo>
                  <a:pt x="26245" y="2446"/>
                </a:lnTo>
                <a:moveTo>
                  <a:pt x="25981" y="2446"/>
                </a:moveTo>
                <a:lnTo>
                  <a:pt x="25822" y="2446"/>
                </a:lnTo>
                <a:lnTo>
                  <a:pt x="25822" y="2329"/>
                </a:lnTo>
                <a:lnTo>
                  <a:pt x="25981" y="2329"/>
                </a:lnTo>
                <a:lnTo>
                  <a:pt x="25981" y="2446"/>
                </a:lnTo>
                <a:moveTo>
                  <a:pt x="25717" y="2446"/>
                </a:moveTo>
                <a:lnTo>
                  <a:pt x="25558" y="2446"/>
                </a:lnTo>
                <a:lnTo>
                  <a:pt x="25558" y="2329"/>
                </a:lnTo>
                <a:lnTo>
                  <a:pt x="25717" y="2329"/>
                </a:lnTo>
                <a:lnTo>
                  <a:pt x="25717" y="2446"/>
                </a:lnTo>
                <a:moveTo>
                  <a:pt x="25453" y="2446"/>
                </a:moveTo>
                <a:lnTo>
                  <a:pt x="25294" y="2446"/>
                </a:lnTo>
                <a:lnTo>
                  <a:pt x="25294" y="2329"/>
                </a:lnTo>
                <a:lnTo>
                  <a:pt x="25453" y="2329"/>
                </a:lnTo>
                <a:lnTo>
                  <a:pt x="25453" y="2446"/>
                </a:lnTo>
                <a:moveTo>
                  <a:pt x="25189" y="2446"/>
                </a:moveTo>
                <a:lnTo>
                  <a:pt x="25030" y="2446"/>
                </a:lnTo>
                <a:lnTo>
                  <a:pt x="25030" y="2329"/>
                </a:lnTo>
                <a:lnTo>
                  <a:pt x="25189" y="2329"/>
                </a:lnTo>
                <a:lnTo>
                  <a:pt x="25189" y="2446"/>
                </a:lnTo>
                <a:moveTo>
                  <a:pt x="24925" y="2446"/>
                </a:moveTo>
                <a:lnTo>
                  <a:pt x="24766" y="2446"/>
                </a:lnTo>
                <a:lnTo>
                  <a:pt x="24766" y="2329"/>
                </a:lnTo>
                <a:lnTo>
                  <a:pt x="24925" y="2329"/>
                </a:lnTo>
                <a:lnTo>
                  <a:pt x="24925" y="2446"/>
                </a:lnTo>
                <a:moveTo>
                  <a:pt x="24661" y="2446"/>
                </a:moveTo>
                <a:lnTo>
                  <a:pt x="24502" y="2446"/>
                </a:lnTo>
                <a:lnTo>
                  <a:pt x="24502" y="2329"/>
                </a:lnTo>
                <a:lnTo>
                  <a:pt x="24661" y="2329"/>
                </a:lnTo>
                <a:lnTo>
                  <a:pt x="24661" y="2446"/>
                </a:lnTo>
                <a:moveTo>
                  <a:pt x="24397" y="2446"/>
                </a:moveTo>
                <a:lnTo>
                  <a:pt x="24238" y="2446"/>
                </a:lnTo>
                <a:lnTo>
                  <a:pt x="24238" y="2329"/>
                </a:lnTo>
                <a:lnTo>
                  <a:pt x="24397" y="2329"/>
                </a:lnTo>
                <a:lnTo>
                  <a:pt x="24397" y="2446"/>
                </a:lnTo>
                <a:moveTo>
                  <a:pt x="24133" y="2446"/>
                </a:moveTo>
                <a:lnTo>
                  <a:pt x="23974" y="2446"/>
                </a:lnTo>
                <a:lnTo>
                  <a:pt x="23974" y="2329"/>
                </a:lnTo>
                <a:lnTo>
                  <a:pt x="24133" y="2329"/>
                </a:lnTo>
                <a:lnTo>
                  <a:pt x="24133" y="2446"/>
                </a:lnTo>
                <a:moveTo>
                  <a:pt x="23869" y="2446"/>
                </a:moveTo>
                <a:lnTo>
                  <a:pt x="23710" y="2446"/>
                </a:lnTo>
                <a:lnTo>
                  <a:pt x="23710" y="2329"/>
                </a:lnTo>
                <a:lnTo>
                  <a:pt x="23869" y="2329"/>
                </a:lnTo>
                <a:lnTo>
                  <a:pt x="23869" y="2446"/>
                </a:lnTo>
                <a:moveTo>
                  <a:pt x="23605" y="2446"/>
                </a:moveTo>
                <a:lnTo>
                  <a:pt x="23446" y="2446"/>
                </a:lnTo>
                <a:lnTo>
                  <a:pt x="23446" y="2329"/>
                </a:lnTo>
                <a:lnTo>
                  <a:pt x="23605" y="2329"/>
                </a:lnTo>
                <a:lnTo>
                  <a:pt x="23605" y="2446"/>
                </a:lnTo>
                <a:moveTo>
                  <a:pt x="23341" y="2446"/>
                </a:moveTo>
                <a:lnTo>
                  <a:pt x="23182" y="2446"/>
                </a:lnTo>
                <a:lnTo>
                  <a:pt x="23182" y="2329"/>
                </a:lnTo>
                <a:lnTo>
                  <a:pt x="23341" y="2329"/>
                </a:lnTo>
                <a:lnTo>
                  <a:pt x="23341" y="2446"/>
                </a:lnTo>
                <a:moveTo>
                  <a:pt x="23077" y="2446"/>
                </a:moveTo>
                <a:lnTo>
                  <a:pt x="22918" y="2446"/>
                </a:lnTo>
                <a:lnTo>
                  <a:pt x="22918" y="2329"/>
                </a:lnTo>
                <a:lnTo>
                  <a:pt x="23077" y="2329"/>
                </a:lnTo>
                <a:lnTo>
                  <a:pt x="23077" y="2446"/>
                </a:lnTo>
                <a:moveTo>
                  <a:pt x="22812" y="2446"/>
                </a:moveTo>
                <a:lnTo>
                  <a:pt x="22654" y="2446"/>
                </a:lnTo>
                <a:lnTo>
                  <a:pt x="22654" y="2329"/>
                </a:lnTo>
                <a:lnTo>
                  <a:pt x="22812" y="2329"/>
                </a:lnTo>
                <a:lnTo>
                  <a:pt x="22812" y="2446"/>
                </a:lnTo>
                <a:moveTo>
                  <a:pt x="22548" y="2446"/>
                </a:moveTo>
                <a:lnTo>
                  <a:pt x="22390" y="2446"/>
                </a:lnTo>
                <a:lnTo>
                  <a:pt x="22390" y="2329"/>
                </a:lnTo>
                <a:lnTo>
                  <a:pt x="22548" y="2329"/>
                </a:lnTo>
                <a:lnTo>
                  <a:pt x="22548" y="2446"/>
                </a:lnTo>
                <a:moveTo>
                  <a:pt x="22284" y="2446"/>
                </a:moveTo>
                <a:lnTo>
                  <a:pt x="22126" y="2446"/>
                </a:lnTo>
                <a:lnTo>
                  <a:pt x="22126" y="2329"/>
                </a:lnTo>
                <a:lnTo>
                  <a:pt x="22284" y="2329"/>
                </a:lnTo>
                <a:lnTo>
                  <a:pt x="22284" y="2446"/>
                </a:lnTo>
                <a:moveTo>
                  <a:pt x="22020" y="2446"/>
                </a:moveTo>
                <a:lnTo>
                  <a:pt x="21862" y="2446"/>
                </a:lnTo>
                <a:lnTo>
                  <a:pt x="21862" y="2329"/>
                </a:lnTo>
                <a:lnTo>
                  <a:pt x="22020" y="2329"/>
                </a:lnTo>
                <a:lnTo>
                  <a:pt x="22020" y="2446"/>
                </a:lnTo>
                <a:moveTo>
                  <a:pt x="21756" y="2446"/>
                </a:moveTo>
                <a:lnTo>
                  <a:pt x="21597" y="2446"/>
                </a:lnTo>
                <a:lnTo>
                  <a:pt x="21597" y="2329"/>
                </a:lnTo>
                <a:lnTo>
                  <a:pt x="21756" y="2329"/>
                </a:lnTo>
                <a:lnTo>
                  <a:pt x="21756" y="2446"/>
                </a:lnTo>
                <a:moveTo>
                  <a:pt x="21492" y="2446"/>
                </a:moveTo>
                <a:lnTo>
                  <a:pt x="21333" y="2446"/>
                </a:lnTo>
                <a:lnTo>
                  <a:pt x="21333" y="2329"/>
                </a:lnTo>
                <a:lnTo>
                  <a:pt x="21492" y="2329"/>
                </a:lnTo>
                <a:lnTo>
                  <a:pt x="21492" y="2446"/>
                </a:lnTo>
                <a:moveTo>
                  <a:pt x="21228" y="2446"/>
                </a:moveTo>
                <a:lnTo>
                  <a:pt x="21069" y="2446"/>
                </a:lnTo>
                <a:lnTo>
                  <a:pt x="21069" y="2329"/>
                </a:lnTo>
                <a:lnTo>
                  <a:pt x="21228" y="2329"/>
                </a:lnTo>
                <a:lnTo>
                  <a:pt x="21228" y="2446"/>
                </a:lnTo>
                <a:moveTo>
                  <a:pt x="20964" y="2446"/>
                </a:moveTo>
                <a:lnTo>
                  <a:pt x="20805" y="2446"/>
                </a:lnTo>
                <a:lnTo>
                  <a:pt x="20805" y="2329"/>
                </a:lnTo>
                <a:lnTo>
                  <a:pt x="20964" y="2329"/>
                </a:lnTo>
                <a:lnTo>
                  <a:pt x="20964" y="2446"/>
                </a:lnTo>
                <a:moveTo>
                  <a:pt x="20700" y="2446"/>
                </a:moveTo>
                <a:lnTo>
                  <a:pt x="20541" y="2446"/>
                </a:lnTo>
                <a:lnTo>
                  <a:pt x="20541" y="2329"/>
                </a:lnTo>
                <a:lnTo>
                  <a:pt x="20700" y="2329"/>
                </a:lnTo>
                <a:lnTo>
                  <a:pt x="20700" y="2446"/>
                </a:lnTo>
                <a:moveTo>
                  <a:pt x="20436" y="2446"/>
                </a:moveTo>
                <a:lnTo>
                  <a:pt x="20277" y="2446"/>
                </a:lnTo>
                <a:lnTo>
                  <a:pt x="20277" y="2329"/>
                </a:lnTo>
                <a:lnTo>
                  <a:pt x="20436" y="2329"/>
                </a:lnTo>
                <a:lnTo>
                  <a:pt x="20436" y="2446"/>
                </a:lnTo>
                <a:moveTo>
                  <a:pt x="20172" y="2446"/>
                </a:moveTo>
                <a:lnTo>
                  <a:pt x="20013" y="2446"/>
                </a:lnTo>
                <a:lnTo>
                  <a:pt x="20013" y="2329"/>
                </a:lnTo>
                <a:lnTo>
                  <a:pt x="20172" y="2329"/>
                </a:lnTo>
                <a:lnTo>
                  <a:pt x="20172" y="2446"/>
                </a:lnTo>
                <a:moveTo>
                  <a:pt x="19908" y="2446"/>
                </a:moveTo>
                <a:lnTo>
                  <a:pt x="19749" y="2446"/>
                </a:lnTo>
                <a:lnTo>
                  <a:pt x="19749" y="2329"/>
                </a:lnTo>
                <a:lnTo>
                  <a:pt x="19908" y="2329"/>
                </a:lnTo>
                <a:lnTo>
                  <a:pt x="19908" y="2446"/>
                </a:lnTo>
                <a:moveTo>
                  <a:pt x="19644" y="2446"/>
                </a:moveTo>
                <a:lnTo>
                  <a:pt x="19485" y="2446"/>
                </a:lnTo>
                <a:lnTo>
                  <a:pt x="19485" y="2329"/>
                </a:lnTo>
                <a:lnTo>
                  <a:pt x="19644" y="2329"/>
                </a:lnTo>
                <a:lnTo>
                  <a:pt x="19644" y="2446"/>
                </a:lnTo>
                <a:moveTo>
                  <a:pt x="19380" y="2446"/>
                </a:moveTo>
                <a:lnTo>
                  <a:pt x="19221" y="2446"/>
                </a:lnTo>
                <a:lnTo>
                  <a:pt x="19221" y="2329"/>
                </a:lnTo>
                <a:lnTo>
                  <a:pt x="19380" y="2329"/>
                </a:lnTo>
                <a:lnTo>
                  <a:pt x="19380" y="2446"/>
                </a:lnTo>
                <a:moveTo>
                  <a:pt x="19116" y="2446"/>
                </a:moveTo>
                <a:lnTo>
                  <a:pt x="18957" y="2446"/>
                </a:lnTo>
                <a:lnTo>
                  <a:pt x="18957" y="2329"/>
                </a:lnTo>
                <a:lnTo>
                  <a:pt x="19116" y="2329"/>
                </a:lnTo>
                <a:lnTo>
                  <a:pt x="19116" y="2446"/>
                </a:lnTo>
                <a:moveTo>
                  <a:pt x="18852" y="2446"/>
                </a:moveTo>
                <a:lnTo>
                  <a:pt x="18693" y="2446"/>
                </a:lnTo>
                <a:lnTo>
                  <a:pt x="18693" y="2329"/>
                </a:lnTo>
                <a:lnTo>
                  <a:pt x="18852" y="2329"/>
                </a:lnTo>
                <a:lnTo>
                  <a:pt x="18852" y="2446"/>
                </a:lnTo>
                <a:moveTo>
                  <a:pt x="18588" y="2446"/>
                </a:moveTo>
                <a:lnTo>
                  <a:pt x="18429" y="2446"/>
                </a:lnTo>
                <a:lnTo>
                  <a:pt x="18429" y="2329"/>
                </a:lnTo>
                <a:lnTo>
                  <a:pt x="18588" y="2329"/>
                </a:lnTo>
                <a:lnTo>
                  <a:pt x="18588" y="2446"/>
                </a:lnTo>
                <a:moveTo>
                  <a:pt x="18324" y="2446"/>
                </a:moveTo>
                <a:lnTo>
                  <a:pt x="18165" y="2446"/>
                </a:lnTo>
                <a:lnTo>
                  <a:pt x="18165" y="2329"/>
                </a:lnTo>
                <a:lnTo>
                  <a:pt x="18324" y="2329"/>
                </a:lnTo>
                <a:lnTo>
                  <a:pt x="18324" y="2446"/>
                </a:lnTo>
                <a:moveTo>
                  <a:pt x="18059" y="2446"/>
                </a:moveTo>
                <a:lnTo>
                  <a:pt x="17901" y="2446"/>
                </a:lnTo>
                <a:lnTo>
                  <a:pt x="17901" y="2329"/>
                </a:lnTo>
                <a:lnTo>
                  <a:pt x="18059" y="2329"/>
                </a:lnTo>
                <a:lnTo>
                  <a:pt x="18059" y="2446"/>
                </a:lnTo>
                <a:moveTo>
                  <a:pt x="17795" y="2446"/>
                </a:moveTo>
                <a:lnTo>
                  <a:pt x="17637" y="2446"/>
                </a:lnTo>
                <a:lnTo>
                  <a:pt x="17637" y="2329"/>
                </a:lnTo>
                <a:lnTo>
                  <a:pt x="17795" y="2329"/>
                </a:lnTo>
                <a:lnTo>
                  <a:pt x="17795" y="2446"/>
                </a:lnTo>
                <a:moveTo>
                  <a:pt x="17531" y="2446"/>
                </a:moveTo>
                <a:lnTo>
                  <a:pt x="17373" y="2446"/>
                </a:lnTo>
                <a:lnTo>
                  <a:pt x="17373" y="2329"/>
                </a:lnTo>
                <a:lnTo>
                  <a:pt x="17531" y="2329"/>
                </a:lnTo>
                <a:lnTo>
                  <a:pt x="17531" y="2446"/>
                </a:lnTo>
                <a:moveTo>
                  <a:pt x="17267" y="2446"/>
                </a:moveTo>
                <a:lnTo>
                  <a:pt x="17109" y="2446"/>
                </a:lnTo>
                <a:lnTo>
                  <a:pt x="17109" y="2329"/>
                </a:lnTo>
                <a:lnTo>
                  <a:pt x="17267" y="2329"/>
                </a:lnTo>
                <a:lnTo>
                  <a:pt x="17267" y="2446"/>
                </a:lnTo>
                <a:moveTo>
                  <a:pt x="17003" y="2446"/>
                </a:moveTo>
                <a:lnTo>
                  <a:pt x="16845" y="2446"/>
                </a:lnTo>
                <a:lnTo>
                  <a:pt x="16845" y="2329"/>
                </a:lnTo>
                <a:lnTo>
                  <a:pt x="17003" y="2329"/>
                </a:lnTo>
                <a:lnTo>
                  <a:pt x="17003" y="2446"/>
                </a:lnTo>
                <a:moveTo>
                  <a:pt x="16739" y="2446"/>
                </a:moveTo>
                <a:lnTo>
                  <a:pt x="16580" y="2446"/>
                </a:lnTo>
                <a:lnTo>
                  <a:pt x="16580" y="2329"/>
                </a:lnTo>
                <a:lnTo>
                  <a:pt x="16739" y="2329"/>
                </a:lnTo>
                <a:lnTo>
                  <a:pt x="16739" y="2446"/>
                </a:lnTo>
                <a:moveTo>
                  <a:pt x="16475" y="2446"/>
                </a:moveTo>
                <a:lnTo>
                  <a:pt x="16316" y="2446"/>
                </a:lnTo>
                <a:lnTo>
                  <a:pt x="16316" y="2329"/>
                </a:lnTo>
                <a:lnTo>
                  <a:pt x="16475" y="2329"/>
                </a:lnTo>
                <a:lnTo>
                  <a:pt x="16475" y="2446"/>
                </a:lnTo>
                <a:moveTo>
                  <a:pt x="16211" y="2446"/>
                </a:moveTo>
                <a:lnTo>
                  <a:pt x="16052" y="2446"/>
                </a:lnTo>
                <a:lnTo>
                  <a:pt x="16052" y="2329"/>
                </a:lnTo>
                <a:lnTo>
                  <a:pt x="16211" y="2329"/>
                </a:lnTo>
                <a:lnTo>
                  <a:pt x="16211" y="2446"/>
                </a:lnTo>
                <a:moveTo>
                  <a:pt x="15947" y="2446"/>
                </a:moveTo>
                <a:lnTo>
                  <a:pt x="15788" y="2446"/>
                </a:lnTo>
                <a:lnTo>
                  <a:pt x="15788" y="2329"/>
                </a:lnTo>
                <a:lnTo>
                  <a:pt x="15947" y="2329"/>
                </a:lnTo>
                <a:lnTo>
                  <a:pt x="15947" y="2446"/>
                </a:lnTo>
                <a:moveTo>
                  <a:pt x="15683" y="2446"/>
                </a:moveTo>
                <a:lnTo>
                  <a:pt x="15524" y="2446"/>
                </a:lnTo>
                <a:lnTo>
                  <a:pt x="15524" y="2329"/>
                </a:lnTo>
                <a:lnTo>
                  <a:pt x="15683" y="2329"/>
                </a:lnTo>
                <a:lnTo>
                  <a:pt x="15683" y="2446"/>
                </a:lnTo>
                <a:moveTo>
                  <a:pt x="15419" y="2446"/>
                </a:moveTo>
                <a:lnTo>
                  <a:pt x="15260" y="2446"/>
                </a:lnTo>
                <a:lnTo>
                  <a:pt x="15260" y="2329"/>
                </a:lnTo>
                <a:lnTo>
                  <a:pt x="15419" y="2329"/>
                </a:lnTo>
                <a:lnTo>
                  <a:pt x="15419" y="2446"/>
                </a:lnTo>
                <a:moveTo>
                  <a:pt x="15155" y="2446"/>
                </a:moveTo>
                <a:lnTo>
                  <a:pt x="14996" y="2446"/>
                </a:lnTo>
                <a:lnTo>
                  <a:pt x="14996" y="2329"/>
                </a:lnTo>
                <a:lnTo>
                  <a:pt x="15155" y="2329"/>
                </a:lnTo>
                <a:lnTo>
                  <a:pt x="15155" y="2446"/>
                </a:lnTo>
                <a:moveTo>
                  <a:pt x="14891" y="2446"/>
                </a:moveTo>
                <a:lnTo>
                  <a:pt x="14732" y="2446"/>
                </a:lnTo>
                <a:lnTo>
                  <a:pt x="14732" y="2329"/>
                </a:lnTo>
                <a:lnTo>
                  <a:pt x="14891" y="2329"/>
                </a:lnTo>
                <a:lnTo>
                  <a:pt x="14891" y="2446"/>
                </a:lnTo>
                <a:moveTo>
                  <a:pt x="14627" y="2446"/>
                </a:moveTo>
                <a:lnTo>
                  <a:pt x="14468" y="2446"/>
                </a:lnTo>
                <a:lnTo>
                  <a:pt x="14468" y="2329"/>
                </a:lnTo>
                <a:lnTo>
                  <a:pt x="14627" y="2329"/>
                </a:lnTo>
                <a:lnTo>
                  <a:pt x="14627" y="2446"/>
                </a:lnTo>
                <a:moveTo>
                  <a:pt x="14363" y="2446"/>
                </a:moveTo>
                <a:lnTo>
                  <a:pt x="14204" y="2446"/>
                </a:lnTo>
                <a:lnTo>
                  <a:pt x="14204" y="2329"/>
                </a:lnTo>
                <a:lnTo>
                  <a:pt x="14363" y="2329"/>
                </a:lnTo>
                <a:lnTo>
                  <a:pt x="14363" y="2446"/>
                </a:lnTo>
                <a:moveTo>
                  <a:pt x="14099" y="2446"/>
                </a:moveTo>
                <a:lnTo>
                  <a:pt x="13939" y="2446"/>
                </a:lnTo>
                <a:lnTo>
                  <a:pt x="13939" y="2329"/>
                </a:lnTo>
                <a:lnTo>
                  <a:pt x="14099" y="2329"/>
                </a:lnTo>
                <a:lnTo>
                  <a:pt x="14099" y="2446"/>
                </a:lnTo>
                <a:moveTo>
                  <a:pt x="13834" y="2446"/>
                </a:moveTo>
                <a:lnTo>
                  <a:pt x="13675" y="2446"/>
                </a:lnTo>
                <a:lnTo>
                  <a:pt x="13675" y="2329"/>
                </a:lnTo>
                <a:lnTo>
                  <a:pt x="13834" y="2329"/>
                </a:lnTo>
                <a:lnTo>
                  <a:pt x="13834" y="2446"/>
                </a:lnTo>
                <a:moveTo>
                  <a:pt x="13570" y="2446"/>
                </a:moveTo>
                <a:lnTo>
                  <a:pt x="13411" y="2446"/>
                </a:lnTo>
                <a:lnTo>
                  <a:pt x="13411" y="2329"/>
                </a:lnTo>
                <a:lnTo>
                  <a:pt x="13570" y="2329"/>
                </a:lnTo>
                <a:lnTo>
                  <a:pt x="13570" y="2446"/>
                </a:lnTo>
                <a:moveTo>
                  <a:pt x="13306" y="2446"/>
                </a:moveTo>
                <a:lnTo>
                  <a:pt x="13147" y="2446"/>
                </a:lnTo>
                <a:lnTo>
                  <a:pt x="13147" y="2329"/>
                </a:lnTo>
                <a:lnTo>
                  <a:pt x="13306" y="2329"/>
                </a:lnTo>
                <a:lnTo>
                  <a:pt x="13306" y="2446"/>
                </a:lnTo>
                <a:moveTo>
                  <a:pt x="13041" y="2446"/>
                </a:moveTo>
                <a:lnTo>
                  <a:pt x="12883" y="2446"/>
                </a:lnTo>
                <a:lnTo>
                  <a:pt x="12883" y="2329"/>
                </a:lnTo>
                <a:lnTo>
                  <a:pt x="13041" y="2329"/>
                </a:lnTo>
                <a:lnTo>
                  <a:pt x="13041" y="2446"/>
                </a:lnTo>
                <a:moveTo>
                  <a:pt x="12777" y="2446"/>
                </a:moveTo>
                <a:lnTo>
                  <a:pt x="12619" y="2446"/>
                </a:lnTo>
                <a:lnTo>
                  <a:pt x="12619" y="2329"/>
                </a:lnTo>
                <a:lnTo>
                  <a:pt x="12777" y="2329"/>
                </a:lnTo>
                <a:lnTo>
                  <a:pt x="12777" y="2446"/>
                </a:lnTo>
                <a:moveTo>
                  <a:pt x="12513" y="2446"/>
                </a:moveTo>
                <a:lnTo>
                  <a:pt x="12355" y="2446"/>
                </a:lnTo>
                <a:lnTo>
                  <a:pt x="12355" y="2329"/>
                </a:lnTo>
                <a:lnTo>
                  <a:pt x="12513" y="2329"/>
                </a:lnTo>
                <a:lnTo>
                  <a:pt x="12513" y="2446"/>
                </a:lnTo>
                <a:moveTo>
                  <a:pt x="12249" y="2446"/>
                </a:moveTo>
                <a:lnTo>
                  <a:pt x="12091" y="2446"/>
                </a:lnTo>
                <a:lnTo>
                  <a:pt x="12091" y="2329"/>
                </a:lnTo>
                <a:lnTo>
                  <a:pt x="12249" y="2329"/>
                </a:lnTo>
                <a:lnTo>
                  <a:pt x="12249" y="2446"/>
                </a:lnTo>
                <a:moveTo>
                  <a:pt x="11985" y="2446"/>
                </a:moveTo>
                <a:lnTo>
                  <a:pt x="11826" y="2446"/>
                </a:lnTo>
                <a:lnTo>
                  <a:pt x="11826" y="2329"/>
                </a:lnTo>
                <a:lnTo>
                  <a:pt x="11985" y="2329"/>
                </a:lnTo>
                <a:lnTo>
                  <a:pt x="11985" y="2446"/>
                </a:lnTo>
                <a:moveTo>
                  <a:pt x="11721" y="2446"/>
                </a:moveTo>
                <a:lnTo>
                  <a:pt x="11562" y="2446"/>
                </a:lnTo>
                <a:lnTo>
                  <a:pt x="11562" y="2329"/>
                </a:lnTo>
                <a:lnTo>
                  <a:pt x="11721" y="2329"/>
                </a:lnTo>
                <a:lnTo>
                  <a:pt x="11721" y="2446"/>
                </a:lnTo>
                <a:moveTo>
                  <a:pt x="11457" y="2446"/>
                </a:moveTo>
                <a:lnTo>
                  <a:pt x="11298" y="2446"/>
                </a:lnTo>
                <a:lnTo>
                  <a:pt x="11298" y="2329"/>
                </a:lnTo>
                <a:lnTo>
                  <a:pt x="11457" y="2329"/>
                </a:lnTo>
                <a:lnTo>
                  <a:pt x="11457" y="2446"/>
                </a:lnTo>
                <a:moveTo>
                  <a:pt x="11193" y="2446"/>
                </a:moveTo>
                <a:lnTo>
                  <a:pt x="11034" y="2446"/>
                </a:lnTo>
                <a:lnTo>
                  <a:pt x="11034" y="2329"/>
                </a:lnTo>
                <a:lnTo>
                  <a:pt x="11193" y="2329"/>
                </a:lnTo>
                <a:lnTo>
                  <a:pt x="11193" y="2446"/>
                </a:lnTo>
                <a:moveTo>
                  <a:pt x="10929" y="2446"/>
                </a:moveTo>
                <a:lnTo>
                  <a:pt x="10770" y="2446"/>
                </a:lnTo>
                <a:lnTo>
                  <a:pt x="10770" y="2329"/>
                </a:lnTo>
                <a:lnTo>
                  <a:pt x="10929" y="2329"/>
                </a:lnTo>
                <a:lnTo>
                  <a:pt x="10929" y="2446"/>
                </a:lnTo>
                <a:moveTo>
                  <a:pt x="10665" y="2446"/>
                </a:moveTo>
                <a:lnTo>
                  <a:pt x="10506" y="2446"/>
                </a:lnTo>
                <a:lnTo>
                  <a:pt x="10506" y="2329"/>
                </a:lnTo>
                <a:lnTo>
                  <a:pt x="10665" y="2329"/>
                </a:lnTo>
                <a:lnTo>
                  <a:pt x="10665" y="2446"/>
                </a:lnTo>
                <a:moveTo>
                  <a:pt x="10401" y="2446"/>
                </a:moveTo>
                <a:lnTo>
                  <a:pt x="10242" y="2446"/>
                </a:lnTo>
                <a:lnTo>
                  <a:pt x="10242" y="2329"/>
                </a:lnTo>
                <a:lnTo>
                  <a:pt x="10401" y="2329"/>
                </a:lnTo>
                <a:lnTo>
                  <a:pt x="10401" y="2446"/>
                </a:lnTo>
                <a:moveTo>
                  <a:pt x="10137" y="2446"/>
                </a:moveTo>
                <a:lnTo>
                  <a:pt x="9978" y="2446"/>
                </a:lnTo>
                <a:lnTo>
                  <a:pt x="9978" y="2329"/>
                </a:lnTo>
                <a:lnTo>
                  <a:pt x="10137" y="2329"/>
                </a:lnTo>
                <a:lnTo>
                  <a:pt x="10137" y="2446"/>
                </a:lnTo>
                <a:moveTo>
                  <a:pt x="9873" y="2446"/>
                </a:moveTo>
                <a:lnTo>
                  <a:pt x="9714" y="2446"/>
                </a:lnTo>
                <a:lnTo>
                  <a:pt x="9714" y="2329"/>
                </a:lnTo>
                <a:lnTo>
                  <a:pt x="9873" y="2329"/>
                </a:lnTo>
                <a:lnTo>
                  <a:pt x="9873" y="2446"/>
                </a:lnTo>
                <a:moveTo>
                  <a:pt x="9609" y="2446"/>
                </a:moveTo>
                <a:lnTo>
                  <a:pt x="9450" y="2446"/>
                </a:lnTo>
                <a:lnTo>
                  <a:pt x="9450" y="2329"/>
                </a:lnTo>
                <a:lnTo>
                  <a:pt x="9609" y="2329"/>
                </a:lnTo>
                <a:lnTo>
                  <a:pt x="9609" y="2446"/>
                </a:lnTo>
                <a:moveTo>
                  <a:pt x="9345" y="2446"/>
                </a:moveTo>
                <a:lnTo>
                  <a:pt x="9186" y="2446"/>
                </a:lnTo>
                <a:lnTo>
                  <a:pt x="9186" y="2329"/>
                </a:lnTo>
                <a:lnTo>
                  <a:pt x="9345" y="2329"/>
                </a:lnTo>
                <a:lnTo>
                  <a:pt x="9345" y="2446"/>
                </a:lnTo>
                <a:moveTo>
                  <a:pt x="9081" y="2446"/>
                </a:moveTo>
                <a:lnTo>
                  <a:pt x="8922" y="2446"/>
                </a:lnTo>
                <a:lnTo>
                  <a:pt x="8922" y="2329"/>
                </a:lnTo>
                <a:lnTo>
                  <a:pt x="9081" y="2329"/>
                </a:lnTo>
                <a:lnTo>
                  <a:pt x="9081" y="2446"/>
                </a:lnTo>
                <a:moveTo>
                  <a:pt x="8817" y="2446"/>
                </a:moveTo>
                <a:lnTo>
                  <a:pt x="8658" y="2446"/>
                </a:lnTo>
                <a:lnTo>
                  <a:pt x="8658" y="2329"/>
                </a:lnTo>
                <a:lnTo>
                  <a:pt x="8817" y="2329"/>
                </a:lnTo>
                <a:lnTo>
                  <a:pt x="8817" y="2446"/>
                </a:lnTo>
                <a:moveTo>
                  <a:pt x="8553" y="2446"/>
                </a:moveTo>
                <a:lnTo>
                  <a:pt x="8394" y="2446"/>
                </a:lnTo>
                <a:lnTo>
                  <a:pt x="8394" y="2329"/>
                </a:lnTo>
                <a:lnTo>
                  <a:pt x="8553" y="2329"/>
                </a:lnTo>
                <a:lnTo>
                  <a:pt x="8553" y="2446"/>
                </a:lnTo>
                <a:moveTo>
                  <a:pt x="8288" y="2446"/>
                </a:moveTo>
                <a:lnTo>
                  <a:pt x="8130" y="2446"/>
                </a:lnTo>
                <a:lnTo>
                  <a:pt x="8130" y="2329"/>
                </a:lnTo>
                <a:lnTo>
                  <a:pt x="8288" y="2329"/>
                </a:lnTo>
                <a:lnTo>
                  <a:pt x="8288" y="2446"/>
                </a:lnTo>
                <a:moveTo>
                  <a:pt x="8024" y="2446"/>
                </a:moveTo>
                <a:lnTo>
                  <a:pt x="7866" y="2446"/>
                </a:lnTo>
                <a:lnTo>
                  <a:pt x="7866" y="2329"/>
                </a:lnTo>
                <a:lnTo>
                  <a:pt x="8024" y="2329"/>
                </a:lnTo>
                <a:lnTo>
                  <a:pt x="8024" y="2446"/>
                </a:lnTo>
                <a:moveTo>
                  <a:pt x="7760" y="2446"/>
                </a:moveTo>
                <a:lnTo>
                  <a:pt x="7602" y="2446"/>
                </a:lnTo>
                <a:lnTo>
                  <a:pt x="7602" y="2329"/>
                </a:lnTo>
                <a:lnTo>
                  <a:pt x="7760" y="2329"/>
                </a:lnTo>
                <a:lnTo>
                  <a:pt x="7760" y="2446"/>
                </a:lnTo>
                <a:moveTo>
                  <a:pt x="7496" y="2446"/>
                </a:moveTo>
                <a:lnTo>
                  <a:pt x="7338" y="2446"/>
                </a:lnTo>
                <a:lnTo>
                  <a:pt x="7338" y="2329"/>
                </a:lnTo>
                <a:lnTo>
                  <a:pt x="7496" y="2329"/>
                </a:lnTo>
                <a:lnTo>
                  <a:pt x="7496" y="2446"/>
                </a:lnTo>
                <a:moveTo>
                  <a:pt x="7232" y="2446"/>
                </a:moveTo>
                <a:lnTo>
                  <a:pt x="7074" y="2446"/>
                </a:lnTo>
                <a:lnTo>
                  <a:pt x="7074" y="2329"/>
                </a:lnTo>
                <a:lnTo>
                  <a:pt x="7232" y="2329"/>
                </a:lnTo>
                <a:lnTo>
                  <a:pt x="7232" y="2446"/>
                </a:lnTo>
                <a:moveTo>
                  <a:pt x="6968" y="2446"/>
                </a:moveTo>
                <a:lnTo>
                  <a:pt x="6809" y="2446"/>
                </a:lnTo>
                <a:lnTo>
                  <a:pt x="6809" y="2329"/>
                </a:lnTo>
                <a:lnTo>
                  <a:pt x="6968" y="2329"/>
                </a:lnTo>
                <a:lnTo>
                  <a:pt x="6968" y="2446"/>
                </a:lnTo>
                <a:moveTo>
                  <a:pt x="6704" y="2446"/>
                </a:moveTo>
                <a:lnTo>
                  <a:pt x="6545" y="2446"/>
                </a:lnTo>
                <a:lnTo>
                  <a:pt x="6545" y="2329"/>
                </a:lnTo>
                <a:lnTo>
                  <a:pt x="6704" y="2329"/>
                </a:lnTo>
                <a:lnTo>
                  <a:pt x="6704" y="2446"/>
                </a:lnTo>
                <a:moveTo>
                  <a:pt x="6440" y="2446"/>
                </a:moveTo>
                <a:lnTo>
                  <a:pt x="6281" y="2446"/>
                </a:lnTo>
                <a:lnTo>
                  <a:pt x="6281" y="2329"/>
                </a:lnTo>
                <a:lnTo>
                  <a:pt x="6440" y="2329"/>
                </a:lnTo>
                <a:lnTo>
                  <a:pt x="6440" y="2446"/>
                </a:lnTo>
                <a:moveTo>
                  <a:pt x="6176" y="2446"/>
                </a:moveTo>
                <a:lnTo>
                  <a:pt x="6017" y="2446"/>
                </a:lnTo>
                <a:lnTo>
                  <a:pt x="6017" y="2329"/>
                </a:lnTo>
                <a:lnTo>
                  <a:pt x="6176" y="2329"/>
                </a:lnTo>
                <a:lnTo>
                  <a:pt x="6176" y="2446"/>
                </a:lnTo>
                <a:moveTo>
                  <a:pt x="5912" y="2446"/>
                </a:moveTo>
                <a:lnTo>
                  <a:pt x="5753" y="2446"/>
                </a:lnTo>
                <a:lnTo>
                  <a:pt x="5753" y="2329"/>
                </a:lnTo>
                <a:lnTo>
                  <a:pt x="5912" y="2329"/>
                </a:lnTo>
                <a:lnTo>
                  <a:pt x="5912" y="2446"/>
                </a:lnTo>
                <a:moveTo>
                  <a:pt x="5648" y="2446"/>
                </a:moveTo>
                <a:lnTo>
                  <a:pt x="5489" y="2446"/>
                </a:lnTo>
                <a:lnTo>
                  <a:pt x="5489" y="2329"/>
                </a:lnTo>
                <a:lnTo>
                  <a:pt x="5648" y="2329"/>
                </a:lnTo>
                <a:lnTo>
                  <a:pt x="5648" y="2446"/>
                </a:lnTo>
                <a:moveTo>
                  <a:pt x="5384" y="2446"/>
                </a:moveTo>
                <a:lnTo>
                  <a:pt x="5225" y="2446"/>
                </a:lnTo>
                <a:lnTo>
                  <a:pt x="5225" y="2329"/>
                </a:lnTo>
                <a:lnTo>
                  <a:pt x="5384" y="2329"/>
                </a:lnTo>
                <a:lnTo>
                  <a:pt x="5384" y="2446"/>
                </a:lnTo>
                <a:moveTo>
                  <a:pt x="5120" y="2446"/>
                </a:moveTo>
                <a:lnTo>
                  <a:pt x="4961" y="2446"/>
                </a:lnTo>
                <a:lnTo>
                  <a:pt x="4961" y="2329"/>
                </a:lnTo>
                <a:lnTo>
                  <a:pt x="5120" y="2329"/>
                </a:lnTo>
                <a:lnTo>
                  <a:pt x="5120" y="2446"/>
                </a:lnTo>
                <a:moveTo>
                  <a:pt x="4856" y="2446"/>
                </a:moveTo>
                <a:lnTo>
                  <a:pt x="4697" y="2446"/>
                </a:lnTo>
                <a:lnTo>
                  <a:pt x="4697" y="2329"/>
                </a:lnTo>
                <a:lnTo>
                  <a:pt x="4856" y="2329"/>
                </a:lnTo>
                <a:lnTo>
                  <a:pt x="4856" y="2446"/>
                </a:lnTo>
                <a:moveTo>
                  <a:pt x="4592" y="2446"/>
                </a:moveTo>
                <a:lnTo>
                  <a:pt x="4433" y="2446"/>
                </a:lnTo>
                <a:lnTo>
                  <a:pt x="4433" y="2329"/>
                </a:lnTo>
                <a:lnTo>
                  <a:pt x="4592" y="2329"/>
                </a:lnTo>
                <a:lnTo>
                  <a:pt x="4592" y="2446"/>
                </a:lnTo>
                <a:moveTo>
                  <a:pt x="4328" y="2446"/>
                </a:moveTo>
                <a:lnTo>
                  <a:pt x="4169" y="2446"/>
                </a:lnTo>
                <a:lnTo>
                  <a:pt x="4169" y="2329"/>
                </a:lnTo>
                <a:lnTo>
                  <a:pt x="4328" y="2329"/>
                </a:lnTo>
                <a:lnTo>
                  <a:pt x="4328" y="2446"/>
                </a:lnTo>
                <a:moveTo>
                  <a:pt x="4064" y="2446"/>
                </a:moveTo>
                <a:lnTo>
                  <a:pt x="3905" y="2446"/>
                </a:lnTo>
                <a:lnTo>
                  <a:pt x="3905" y="2329"/>
                </a:lnTo>
                <a:lnTo>
                  <a:pt x="4064" y="2329"/>
                </a:lnTo>
                <a:lnTo>
                  <a:pt x="4064" y="2446"/>
                </a:lnTo>
                <a:moveTo>
                  <a:pt x="3800" y="2446"/>
                </a:moveTo>
                <a:lnTo>
                  <a:pt x="3641" y="2446"/>
                </a:lnTo>
                <a:lnTo>
                  <a:pt x="3641" y="2329"/>
                </a:lnTo>
                <a:lnTo>
                  <a:pt x="3800" y="2329"/>
                </a:lnTo>
                <a:lnTo>
                  <a:pt x="3800" y="2446"/>
                </a:lnTo>
                <a:moveTo>
                  <a:pt x="3536" y="2446"/>
                </a:moveTo>
                <a:lnTo>
                  <a:pt x="3377" y="2446"/>
                </a:lnTo>
                <a:lnTo>
                  <a:pt x="3377" y="2329"/>
                </a:lnTo>
                <a:lnTo>
                  <a:pt x="3536" y="2329"/>
                </a:lnTo>
                <a:lnTo>
                  <a:pt x="3536" y="2446"/>
                </a:lnTo>
                <a:moveTo>
                  <a:pt x="3271" y="2446"/>
                </a:moveTo>
                <a:lnTo>
                  <a:pt x="3113" y="2446"/>
                </a:lnTo>
                <a:lnTo>
                  <a:pt x="3113" y="2329"/>
                </a:lnTo>
                <a:lnTo>
                  <a:pt x="3271" y="2329"/>
                </a:lnTo>
                <a:lnTo>
                  <a:pt x="3271" y="2446"/>
                </a:lnTo>
                <a:moveTo>
                  <a:pt x="3007" y="2446"/>
                </a:moveTo>
                <a:lnTo>
                  <a:pt x="2849" y="2446"/>
                </a:lnTo>
                <a:lnTo>
                  <a:pt x="2849" y="2329"/>
                </a:lnTo>
                <a:lnTo>
                  <a:pt x="3007" y="2329"/>
                </a:lnTo>
                <a:lnTo>
                  <a:pt x="3007" y="2446"/>
                </a:lnTo>
                <a:moveTo>
                  <a:pt x="2743" y="2446"/>
                </a:moveTo>
                <a:lnTo>
                  <a:pt x="2585" y="2446"/>
                </a:lnTo>
                <a:lnTo>
                  <a:pt x="2585" y="2329"/>
                </a:lnTo>
                <a:lnTo>
                  <a:pt x="2743" y="2329"/>
                </a:lnTo>
                <a:lnTo>
                  <a:pt x="2743" y="2446"/>
                </a:lnTo>
                <a:moveTo>
                  <a:pt x="2479" y="2446"/>
                </a:moveTo>
                <a:lnTo>
                  <a:pt x="2321" y="2446"/>
                </a:lnTo>
                <a:lnTo>
                  <a:pt x="2321" y="2329"/>
                </a:lnTo>
                <a:lnTo>
                  <a:pt x="2479" y="2329"/>
                </a:lnTo>
                <a:lnTo>
                  <a:pt x="2479" y="2446"/>
                </a:lnTo>
                <a:moveTo>
                  <a:pt x="2215" y="2446"/>
                </a:moveTo>
                <a:lnTo>
                  <a:pt x="2056" y="2446"/>
                </a:lnTo>
                <a:lnTo>
                  <a:pt x="2056" y="2329"/>
                </a:lnTo>
                <a:lnTo>
                  <a:pt x="2215" y="2329"/>
                </a:lnTo>
                <a:lnTo>
                  <a:pt x="2215" y="2446"/>
                </a:lnTo>
                <a:moveTo>
                  <a:pt x="1951" y="2446"/>
                </a:moveTo>
                <a:lnTo>
                  <a:pt x="1792" y="2446"/>
                </a:lnTo>
                <a:lnTo>
                  <a:pt x="1792" y="2329"/>
                </a:lnTo>
                <a:lnTo>
                  <a:pt x="1951" y="2329"/>
                </a:lnTo>
                <a:lnTo>
                  <a:pt x="1951" y="2446"/>
                </a:lnTo>
                <a:moveTo>
                  <a:pt x="1687" y="2446"/>
                </a:moveTo>
                <a:lnTo>
                  <a:pt x="1528" y="2446"/>
                </a:lnTo>
                <a:lnTo>
                  <a:pt x="1528" y="2329"/>
                </a:lnTo>
                <a:lnTo>
                  <a:pt x="1687" y="2329"/>
                </a:lnTo>
                <a:lnTo>
                  <a:pt x="1687" y="2446"/>
                </a:lnTo>
                <a:moveTo>
                  <a:pt x="1423" y="2446"/>
                </a:moveTo>
                <a:lnTo>
                  <a:pt x="1264" y="2446"/>
                </a:lnTo>
                <a:lnTo>
                  <a:pt x="1264" y="2329"/>
                </a:lnTo>
                <a:lnTo>
                  <a:pt x="1423" y="2329"/>
                </a:lnTo>
                <a:lnTo>
                  <a:pt x="1423" y="2446"/>
                </a:lnTo>
                <a:moveTo>
                  <a:pt x="1159" y="2446"/>
                </a:moveTo>
                <a:lnTo>
                  <a:pt x="1000" y="2446"/>
                </a:lnTo>
                <a:lnTo>
                  <a:pt x="1000" y="2329"/>
                </a:lnTo>
                <a:lnTo>
                  <a:pt x="1159" y="2329"/>
                </a:lnTo>
                <a:lnTo>
                  <a:pt x="1159" y="2446"/>
                </a:lnTo>
                <a:moveTo>
                  <a:pt x="895" y="2446"/>
                </a:moveTo>
                <a:lnTo>
                  <a:pt x="736" y="2446"/>
                </a:lnTo>
                <a:lnTo>
                  <a:pt x="736" y="2329"/>
                </a:lnTo>
                <a:lnTo>
                  <a:pt x="895" y="2329"/>
                </a:lnTo>
                <a:lnTo>
                  <a:pt x="895" y="2446"/>
                </a:lnTo>
                <a:moveTo>
                  <a:pt x="631" y="2446"/>
                </a:moveTo>
                <a:lnTo>
                  <a:pt x="472" y="2446"/>
                </a:lnTo>
                <a:lnTo>
                  <a:pt x="472" y="2329"/>
                </a:lnTo>
                <a:lnTo>
                  <a:pt x="631" y="2329"/>
                </a:lnTo>
                <a:lnTo>
                  <a:pt x="631" y="2446"/>
                </a:lnTo>
                <a:moveTo>
                  <a:pt x="367" y="2446"/>
                </a:moveTo>
                <a:lnTo>
                  <a:pt x="244" y="2446"/>
                </a:lnTo>
                <a:cubicBezTo>
                  <a:pt x="228" y="2446"/>
                  <a:pt x="213" y="2444"/>
                  <a:pt x="198" y="2441"/>
                </a:cubicBezTo>
                <a:lnTo>
                  <a:pt x="220" y="2327"/>
                </a:lnTo>
                <a:cubicBezTo>
                  <a:pt x="228" y="2328"/>
                  <a:pt x="236" y="2329"/>
                  <a:pt x="244" y="2329"/>
                </a:cubicBezTo>
                <a:lnTo>
                  <a:pt x="367" y="2329"/>
                </a:lnTo>
                <a:lnTo>
                  <a:pt x="367" y="2446"/>
                </a:lnTo>
                <a:moveTo>
                  <a:pt x="75" y="2378"/>
                </a:moveTo>
                <a:cubicBezTo>
                  <a:pt x="25" y="2330"/>
                  <a:pt x="0" y="2271"/>
                  <a:pt x="0" y="2202"/>
                </a:cubicBezTo>
                <a:lnTo>
                  <a:pt x="0" y="2191"/>
                </a:lnTo>
                <a:lnTo>
                  <a:pt x="117" y="2191"/>
                </a:lnTo>
                <a:lnTo>
                  <a:pt x="117" y="2202"/>
                </a:lnTo>
                <a:cubicBezTo>
                  <a:pt x="117" y="2238"/>
                  <a:pt x="130" y="2269"/>
                  <a:pt x="156" y="2294"/>
                </a:cubicBezTo>
                <a:lnTo>
                  <a:pt x="75" y="2378"/>
                </a:lnTo>
                <a:moveTo>
                  <a:pt x="0" y="2086"/>
                </a:moveTo>
                <a:lnTo>
                  <a:pt x="0" y="1927"/>
                </a:lnTo>
                <a:lnTo>
                  <a:pt x="117" y="1927"/>
                </a:lnTo>
                <a:lnTo>
                  <a:pt x="117" y="2086"/>
                </a:lnTo>
                <a:lnTo>
                  <a:pt x="0" y="2086"/>
                </a:lnTo>
                <a:moveTo>
                  <a:pt x="0" y="1822"/>
                </a:moveTo>
                <a:lnTo>
                  <a:pt x="0" y="1663"/>
                </a:lnTo>
                <a:lnTo>
                  <a:pt x="117" y="1663"/>
                </a:lnTo>
                <a:lnTo>
                  <a:pt x="117" y="1822"/>
                </a:lnTo>
                <a:lnTo>
                  <a:pt x="0" y="1822"/>
                </a:lnTo>
                <a:moveTo>
                  <a:pt x="0" y="1558"/>
                </a:moveTo>
                <a:lnTo>
                  <a:pt x="0" y="1399"/>
                </a:lnTo>
                <a:lnTo>
                  <a:pt x="117" y="1399"/>
                </a:lnTo>
                <a:lnTo>
                  <a:pt x="117" y="1558"/>
                </a:lnTo>
                <a:lnTo>
                  <a:pt x="0" y="1558"/>
                </a:lnTo>
                <a:moveTo>
                  <a:pt x="0" y="1294"/>
                </a:moveTo>
                <a:lnTo>
                  <a:pt x="0" y="1135"/>
                </a:lnTo>
                <a:lnTo>
                  <a:pt x="117" y="1135"/>
                </a:lnTo>
                <a:lnTo>
                  <a:pt x="117" y="1294"/>
                </a:lnTo>
                <a:lnTo>
                  <a:pt x="0" y="1294"/>
                </a:lnTo>
                <a:moveTo>
                  <a:pt x="0" y="1030"/>
                </a:moveTo>
                <a:lnTo>
                  <a:pt x="0" y="871"/>
                </a:lnTo>
                <a:lnTo>
                  <a:pt x="117" y="871"/>
                </a:lnTo>
                <a:lnTo>
                  <a:pt x="117" y="1030"/>
                </a:lnTo>
                <a:lnTo>
                  <a:pt x="0" y="1030"/>
                </a:lnTo>
                <a:moveTo>
                  <a:pt x="0" y="766"/>
                </a:moveTo>
                <a:lnTo>
                  <a:pt x="0" y="607"/>
                </a:lnTo>
                <a:lnTo>
                  <a:pt x="117" y="607"/>
                </a:lnTo>
                <a:lnTo>
                  <a:pt x="117" y="766"/>
                </a:lnTo>
                <a:lnTo>
                  <a:pt x="0" y="766"/>
                </a:lnTo>
                <a:moveTo>
                  <a:pt x="0" y="501"/>
                </a:moveTo>
                <a:lnTo>
                  <a:pt x="0" y="342"/>
                </a:lnTo>
                <a:lnTo>
                  <a:pt x="117" y="342"/>
                </a:lnTo>
                <a:lnTo>
                  <a:pt x="117" y="501"/>
                </a:lnTo>
                <a:lnTo>
                  <a:pt x="0" y="501"/>
                </a:lnTo>
                <a:moveTo>
                  <a:pt x="1" y="235"/>
                </a:moveTo>
                <a:cubicBezTo>
                  <a:pt x="3" y="160"/>
                  <a:pt x="34" y="99"/>
                  <a:pt x="92" y="53"/>
                </a:cubicBezTo>
                <a:lnTo>
                  <a:pt x="165" y="144"/>
                </a:lnTo>
                <a:cubicBezTo>
                  <a:pt x="134" y="168"/>
                  <a:pt x="118" y="200"/>
                  <a:pt x="117" y="239"/>
                </a:cubicBezTo>
                <a:lnTo>
                  <a:pt x="1" y="235"/>
                </a:lnTo>
                <a:moveTo>
                  <a:pt x="220" y="1"/>
                </a:moveTo>
                <a:cubicBezTo>
                  <a:pt x="228" y="0"/>
                  <a:pt x="236" y="0"/>
                  <a:pt x="244" y="0"/>
                </a:cubicBezTo>
                <a:lnTo>
                  <a:pt x="403" y="0"/>
                </a:lnTo>
                <a:lnTo>
                  <a:pt x="403" y="116"/>
                </a:lnTo>
                <a:lnTo>
                  <a:pt x="244" y="116"/>
                </a:lnTo>
                <a:cubicBezTo>
                  <a:pt x="240" y="116"/>
                  <a:pt x="236" y="116"/>
                  <a:pt x="232" y="117"/>
                </a:cubicBezTo>
                <a:lnTo>
                  <a:pt x="220" y="1"/>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253" name=""/>
          <p:cNvSpPr/>
          <p:nvPr/>
        </p:nvSpPr>
        <p:spPr>
          <a:xfrm>
            <a:off x="521640" y="3750840"/>
            <a:ext cx="11148480" cy="880560"/>
          </a:xfrm>
          <a:custGeom>
            <a:avLst/>
            <a:gdLst/>
            <a:ahLst/>
            <a:rect l="0" t="0" r="r" b="b"/>
            <a:pathLst>
              <a:path w="30968" h="2446">
                <a:moveTo>
                  <a:pt x="508" y="0"/>
                </a:moveTo>
                <a:lnTo>
                  <a:pt x="667" y="0"/>
                </a:lnTo>
                <a:lnTo>
                  <a:pt x="667" y="116"/>
                </a:lnTo>
                <a:lnTo>
                  <a:pt x="508" y="116"/>
                </a:lnTo>
                <a:lnTo>
                  <a:pt x="508" y="0"/>
                </a:lnTo>
                <a:moveTo>
                  <a:pt x="772" y="0"/>
                </a:moveTo>
                <a:lnTo>
                  <a:pt x="931" y="0"/>
                </a:lnTo>
                <a:lnTo>
                  <a:pt x="931" y="116"/>
                </a:lnTo>
                <a:lnTo>
                  <a:pt x="772" y="116"/>
                </a:lnTo>
                <a:lnTo>
                  <a:pt x="772" y="0"/>
                </a:lnTo>
                <a:moveTo>
                  <a:pt x="1036" y="0"/>
                </a:moveTo>
                <a:lnTo>
                  <a:pt x="1195" y="0"/>
                </a:lnTo>
                <a:lnTo>
                  <a:pt x="1195" y="116"/>
                </a:lnTo>
                <a:lnTo>
                  <a:pt x="1036" y="116"/>
                </a:lnTo>
                <a:lnTo>
                  <a:pt x="1036" y="0"/>
                </a:lnTo>
                <a:moveTo>
                  <a:pt x="1300" y="0"/>
                </a:moveTo>
                <a:lnTo>
                  <a:pt x="1459" y="0"/>
                </a:lnTo>
                <a:lnTo>
                  <a:pt x="1459" y="116"/>
                </a:lnTo>
                <a:lnTo>
                  <a:pt x="1300" y="116"/>
                </a:lnTo>
                <a:lnTo>
                  <a:pt x="1300" y="0"/>
                </a:lnTo>
                <a:moveTo>
                  <a:pt x="1564" y="0"/>
                </a:moveTo>
                <a:lnTo>
                  <a:pt x="1723" y="0"/>
                </a:lnTo>
                <a:lnTo>
                  <a:pt x="1723" y="116"/>
                </a:lnTo>
                <a:lnTo>
                  <a:pt x="1564" y="116"/>
                </a:lnTo>
                <a:lnTo>
                  <a:pt x="1564" y="0"/>
                </a:lnTo>
                <a:moveTo>
                  <a:pt x="1828" y="0"/>
                </a:moveTo>
                <a:lnTo>
                  <a:pt x="1987" y="0"/>
                </a:lnTo>
                <a:lnTo>
                  <a:pt x="1987" y="116"/>
                </a:lnTo>
                <a:lnTo>
                  <a:pt x="1828" y="116"/>
                </a:lnTo>
                <a:lnTo>
                  <a:pt x="1828" y="0"/>
                </a:lnTo>
                <a:moveTo>
                  <a:pt x="2092" y="0"/>
                </a:moveTo>
                <a:lnTo>
                  <a:pt x="2251" y="0"/>
                </a:lnTo>
                <a:lnTo>
                  <a:pt x="2251" y="116"/>
                </a:lnTo>
                <a:lnTo>
                  <a:pt x="2092" y="116"/>
                </a:lnTo>
                <a:lnTo>
                  <a:pt x="2092" y="0"/>
                </a:lnTo>
                <a:moveTo>
                  <a:pt x="2356" y="0"/>
                </a:moveTo>
                <a:lnTo>
                  <a:pt x="2515" y="0"/>
                </a:lnTo>
                <a:lnTo>
                  <a:pt x="2515" y="116"/>
                </a:lnTo>
                <a:lnTo>
                  <a:pt x="2356" y="116"/>
                </a:lnTo>
                <a:lnTo>
                  <a:pt x="2356" y="0"/>
                </a:lnTo>
                <a:moveTo>
                  <a:pt x="2620" y="0"/>
                </a:moveTo>
                <a:lnTo>
                  <a:pt x="2779" y="0"/>
                </a:lnTo>
                <a:lnTo>
                  <a:pt x="2779" y="116"/>
                </a:lnTo>
                <a:lnTo>
                  <a:pt x="2620" y="116"/>
                </a:lnTo>
                <a:lnTo>
                  <a:pt x="2620" y="0"/>
                </a:lnTo>
                <a:moveTo>
                  <a:pt x="2884" y="0"/>
                </a:moveTo>
                <a:lnTo>
                  <a:pt x="3043" y="0"/>
                </a:lnTo>
                <a:lnTo>
                  <a:pt x="3043" y="116"/>
                </a:lnTo>
                <a:lnTo>
                  <a:pt x="2884" y="116"/>
                </a:lnTo>
                <a:lnTo>
                  <a:pt x="2884" y="0"/>
                </a:lnTo>
                <a:moveTo>
                  <a:pt x="3148" y="0"/>
                </a:moveTo>
                <a:lnTo>
                  <a:pt x="3307" y="0"/>
                </a:lnTo>
                <a:lnTo>
                  <a:pt x="3307" y="116"/>
                </a:lnTo>
                <a:lnTo>
                  <a:pt x="3148" y="116"/>
                </a:lnTo>
                <a:lnTo>
                  <a:pt x="3148" y="0"/>
                </a:lnTo>
                <a:moveTo>
                  <a:pt x="3412" y="0"/>
                </a:moveTo>
                <a:lnTo>
                  <a:pt x="3571" y="0"/>
                </a:lnTo>
                <a:lnTo>
                  <a:pt x="3571" y="116"/>
                </a:lnTo>
                <a:lnTo>
                  <a:pt x="3412" y="116"/>
                </a:lnTo>
                <a:lnTo>
                  <a:pt x="3412" y="0"/>
                </a:lnTo>
                <a:moveTo>
                  <a:pt x="3677" y="0"/>
                </a:moveTo>
                <a:lnTo>
                  <a:pt x="3835" y="0"/>
                </a:lnTo>
                <a:lnTo>
                  <a:pt x="3835" y="116"/>
                </a:lnTo>
                <a:lnTo>
                  <a:pt x="3677" y="116"/>
                </a:lnTo>
                <a:lnTo>
                  <a:pt x="3677" y="0"/>
                </a:lnTo>
                <a:moveTo>
                  <a:pt x="3941" y="0"/>
                </a:moveTo>
                <a:lnTo>
                  <a:pt x="4099" y="0"/>
                </a:lnTo>
                <a:lnTo>
                  <a:pt x="4099" y="116"/>
                </a:lnTo>
                <a:lnTo>
                  <a:pt x="3941" y="116"/>
                </a:lnTo>
                <a:lnTo>
                  <a:pt x="3941" y="0"/>
                </a:lnTo>
                <a:moveTo>
                  <a:pt x="4205" y="0"/>
                </a:moveTo>
                <a:lnTo>
                  <a:pt x="4363" y="0"/>
                </a:lnTo>
                <a:lnTo>
                  <a:pt x="4363" y="116"/>
                </a:lnTo>
                <a:lnTo>
                  <a:pt x="4205" y="116"/>
                </a:lnTo>
                <a:lnTo>
                  <a:pt x="4205" y="0"/>
                </a:lnTo>
                <a:moveTo>
                  <a:pt x="4469" y="0"/>
                </a:moveTo>
                <a:lnTo>
                  <a:pt x="4627" y="0"/>
                </a:lnTo>
                <a:lnTo>
                  <a:pt x="4627" y="116"/>
                </a:lnTo>
                <a:lnTo>
                  <a:pt x="4469" y="116"/>
                </a:lnTo>
                <a:lnTo>
                  <a:pt x="4469" y="0"/>
                </a:lnTo>
                <a:moveTo>
                  <a:pt x="4733" y="0"/>
                </a:moveTo>
                <a:lnTo>
                  <a:pt x="4892" y="0"/>
                </a:lnTo>
                <a:lnTo>
                  <a:pt x="4892" y="116"/>
                </a:lnTo>
                <a:lnTo>
                  <a:pt x="4733" y="116"/>
                </a:lnTo>
                <a:lnTo>
                  <a:pt x="4733" y="0"/>
                </a:lnTo>
                <a:moveTo>
                  <a:pt x="4997" y="0"/>
                </a:moveTo>
                <a:lnTo>
                  <a:pt x="5156" y="0"/>
                </a:lnTo>
                <a:lnTo>
                  <a:pt x="5156" y="116"/>
                </a:lnTo>
                <a:lnTo>
                  <a:pt x="4997" y="116"/>
                </a:lnTo>
                <a:lnTo>
                  <a:pt x="4997" y="0"/>
                </a:lnTo>
                <a:moveTo>
                  <a:pt x="5261" y="0"/>
                </a:moveTo>
                <a:lnTo>
                  <a:pt x="5420" y="0"/>
                </a:lnTo>
                <a:lnTo>
                  <a:pt x="5420" y="116"/>
                </a:lnTo>
                <a:lnTo>
                  <a:pt x="5261" y="116"/>
                </a:lnTo>
                <a:lnTo>
                  <a:pt x="5261" y="0"/>
                </a:lnTo>
                <a:moveTo>
                  <a:pt x="5525" y="0"/>
                </a:moveTo>
                <a:lnTo>
                  <a:pt x="5684" y="0"/>
                </a:lnTo>
                <a:lnTo>
                  <a:pt x="5684" y="116"/>
                </a:lnTo>
                <a:lnTo>
                  <a:pt x="5525" y="116"/>
                </a:lnTo>
                <a:lnTo>
                  <a:pt x="5525" y="0"/>
                </a:lnTo>
                <a:moveTo>
                  <a:pt x="5789" y="0"/>
                </a:moveTo>
                <a:lnTo>
                  <a:pt x="5948" y="0"/>
                </a:lnTo>
                <a:lnTo>
                  <a:pt x="5948" y="116"/>
                </a:lnTo>
                <a:lnTo>
                  <a:pt x="5789" y="116"/>
                </a:lnTo>
                <a:lnTo>
                  <a:pt x="5789" y="0"/>
                </a:lnTo>
                <a:moveTo>
                  <a:pt x="6053" y="0"/>
                </a:moveTo>
                <a:lnTo>
                  <a:pt x="6212" y="0"/>
                </a:lnTo>
                <a:lnTo>
                  <a:pt x="6212" y="116"/>
                </a:lnTo>
                <a:lnTo>
                  <a:pt x="6053" y="116"/>
                </a:lnTo>
                <a:lnTo>
                  <a:pt x="6053" y="0"/>
                </a:lnTo>
                <a:moveTo>
                  <a:pt x="6317" y="0"/>
                </a:moveTo>
                <a:lnTo>
                  <a:pt x="6476" y="0"/>
                </a:lnTo>
                <a:lnTo>
                  <a:pt x="6476" y="116"/>
                </a:lnTo>
                <a:lnTo>
                  <a:pt x="6317" y="116"/>
                </a:lnTo>
                <a:lnTo>
                  <a:pt x="6317" y="0"/>
                </a:lnTo>
                <a:moveTo>
                  <a:pt x="6581" y="0"/>
                </a:moveTo>
                <a:lnTo>
                  <a:pt x="6740" y="0"/>
                </a:lnTo>
                <a:lnTo>
                  <a:pt x="6740" y="116"/>
                </a:lnTo>
                <a:lnTo>
                  <a:pt x="6581" y="116"/>
                </a:lnTo>
                <a:lnTo>
                  <a:pt x="6581" y="0"/>
                </a:lnTo>
                <a:moveTo>
                  <a:pt x="6845" y="0"/>
                </a:moveTo>
                <a:lnTo>
                  <a:pt x="7004" y="0"/>
                </a:lnTo>
                <a:lnTo>
                  <a:pt x="7004" y="116"/>
                </a:lnTo>
                <a:lnTo>
                  <a:pt x="6845" y="116"/>
                </a:lnTo>
                <a:lnTo>
                  <a:pt x="6845" y="0"/>
                </a:lnTo>
                <a:moveTo>
                  <a:pt x="7109" y="0"/>
                </a:moveTo>
                <a:lnTo>
                  <a:pt x="7268" y="0"/>
                </a:lnTo>
                <a:lnTo>
                  <a:pt x="7268" y="116"/>
                </a:lnTo>
                <a:lnTo>
                  <a:pt x="7109" y="116"/>
                </a:lnTo>
                <a:lnTo>
                  <a:pt x="7109" y="0"/>
                </a:lnTo>
                <a:moveTo>
                  <a:pt x="7373" y="0"/>
                </a:moveTo>
                <a:lnTo>
                  <a:pt x="7532" y="0"/>
                </a:lnTo>
                <a:lnTo>
                  <a:pt x="7532" y="116"/>
                </a:lnTo>
                <a:lnTo>
                  <a:pt x="7373" y="116"/>
                </a:lnTo>
                <a:lnTo>
                  <a:pt x="7373" y="0"/>
                </a:lnTo>
                <a:moveTo>
                  <a:pt x="7637" y="0"/>
                </a:moveTo>
                <a:lnTo>
                  <a:pt x="7796" y="0"/>
                </a:lnTo>
                <a:lnTo>
                  <a:pt x="7796" y="116"/>
                </a:lnTo>
                <a:lnTo>
                  <a:pt x="7637" y="116"/>
                </a:lnTo>
                <a:lnTo>
                  <a:pt x="7637" y="0"/>
                </a:lnTo>
                <a:moveTo>
                  <a:pt x="7901" y="0"/>
                </a:moveTo>
                <a:lnTo>
                  <a:pt x="8060" y="0"/>
                </a:lnTo>
                <a:lnTo>
                  <a:pt x="8060" y="116"/>
                </a:lnTo>
                <a:lnTo>
                  <a:pt x="7901" y="116"/>
                </a:lnTo>
                <a:lnTo>
                  <a:pt x="7901" y="0"/>
                </a:lnTo>
                <a:moveTo>
                  <a:pt x="8165" y="0"/>
                </a:moveTo>
                <a:lnTo>
                  <a:pt x="8324" y="0"/>
                </a:lnTo>
                <a:lnTo>
                  <a:pt x="8324" y="116"/>
                </a:lnTo>
                <a:lnTo>
                  <a:pt x="8165" y="116"/>
                </a:lnTo>
                <a:lnTo>
                  <a:pt x="8165" y="0"/>
                </a:lnTo>
                <a:moveTo>
                  <a:pt x="8430" y="0"/>
                </a:moveTo>
                <a:lnTo>
                  <a:pt x="8588" y="0"/>
                </a:lnTo>
                <a:lnTo>
                  <a:pt x="8588" y="116"/>
                </a:lnTo>
                <a:lnTo>
                  <a:pt x="8430" y="116"/>
                </a:lnTo>
                <a:lnTo>
                  <a:pt x="8430" y="0"/>
                </a:lnTo>
                <a:moveTo>
                  <a:pt x="8694" y="0"/>
                </a:moveTo>
                <a:lnTo>
                  <a:pt x="8852" y="0"/>
                </a:lnTo>
                <a:lnTo>
                  <a:pt x="8852" y="116"/>
                </a:lnTo>
                <a:lnTo>
                  <a:pt x="8694" y="116"/>
                </a:lnTo>
                <a:lnTo>
                  <a:pt x="8694" y="0"/>
                </a:lnTo>
                <a:moveTo>
                  <a:pt x="8958" y="0"/>
                </a:moveTo>
                <a:lnTo>
                  <a:pt x="9116" y="0"/>
                </a:lnTo>
                <a:lnTo>
                  <a:pt x="9116" y="116"/>
                </a:lnTo>
                <a:lnTo>
                  <a:pt x="8958" y="116"/>
                </a:lnTo>
                <a:lnTo>
                  <a:pt x="8958" y="0"/>
                </a:lnTo>
                <a:moveTo>
                  <a:pt x="9222" y="0"/>
                </a:moveTo>
                <a:lnTo>
                  <a:pt x="9380" y="0"/>
                </a:lnTo>
                <a:lnTo>
                  <a:pt x="9380" y="116"/>
                </a:lnTo>
                <a:lnTo>
                  <a:pt x="9222" y="116"/>
                </a:lnTo>
                <a:lnTo>
                  <a:pt x="9222" y="0"/>
                </a:lnTo>
                <a:moveTo>
                  <a:pt x="9486" y="0"/>
                </a:moveTo>
                <a:lnTo>
                  <a:pt x="9644" y="0"/>
                </a:lnTo>
                <a:lnTo>
                  <a:pt x="9644" y="116"/>
                </a:lnTo>
                <a:lnTo>
                  <a:pt x="9486" y="116"/>
                </a:lnTo>
                <a:lnTo>
                  <a:pt x="9486" y="0"/>
                </a:lnTo>
                <a:moveTo>
                  <a:pt x="9750" y="0"/>
                </a:moveTo>
                <a:lnTo>
                  <a:pt x="9909" y="0"/>
                </a:lnTo>
                <a:lnTo>
                  <a:pt x="9909" y="116"/>
                </a:lnTo>
                <a:lnTo>
                  <a:pt x="9750" y="116"/>
                </a:lnTo>
                <a:lnTo>
                  <a:pt x="9750" y="0"/>
                </a:lnTo>
                <a:moveTo>
                  <a:pt x="10014" y="0"/>
                </a:moveTo>
                <a:lnTo>
                  <a:pt x="10173" y="0"/>
                </a:lnTo>
                <a:lnTo>
                  <a:pt x="10173" y="116"/>
                </a:lnTo>
                <a:lnTo>
                  <a:pt x="10014" y="116"/>
                </a:lnTo>
                <a:lnTo>
                  <a:pt x="10014" y="0"/>
                </a:lnTo>
                <a:moveTo>
                  <a:pt x="10278" y="0"/>
                </a:moveTo>
                <a:lnTo>
                  <a:pt x="10437" y="0"/>
                </a:lnTo>
                <a:lnTo>
                  <a:pt x="10437" y="116"/>
                </a:lnTo>
                <a:lnTo>
                  <a:pt x="10278" y="116"/>
                </a:lnTo>
                <a:lnTo>
                  <a:pt x="10278" y="0"/>
                </a:lnTo>
                <a:moveTo>
                  <a:pt x="10542" y="0"/>
                </a:moveTo>
                <a:lnTo>
                  <a:pt x="10701" y="0"/>
                </a:lnTo>
                <a:lnTo>
                  <a:pt x="10701" y="116"/>
                </a:lnTo>
                <a:lnTo>
                  <a:pt x="10542" y="116"/>
                </a:lnTo>
                <a:lnTo>
                  <a:pt x="10542" y="0"/>
                </a:lnTo>
                <a:moveTo>
                  <a:pt x="10806" y="0"/>
                </a:moveTo>
                <a:lnTo>
                  <a:pt x="10965" y="0"/>
                </a:lnTo>
                <a:lnTo>
                  <a:pt x="10965" y="116"/>
                </a:lnTo>
                <a:lnTo>
                  <a:pt x="10806" y="116"/>
                </a:lnTo>
                <a:lnTo>
                  <a:pt x="10806" y="0"/>
                </a:lnTo>
                <a:moveTo>
                  <a:pt x="11070" y="0"/>
                </a:moveTo>
                <a:lnTo>
                  <a:pt x="11229" y="0"/>
                </a:lnTo>
                <a:lnTo>
                  <a:pt x="11229" y="116"/>
                </a:lnTo>
                <a:lnTo>
                  <a:pt x="11070" y="116"/>
                </a:lnTo>
                <a:lnTo>
                  <a:pt x="11070" y="0"/>
                </a:lnTo>
                <a:moveTo>
                  <a:pt x="11334" y="0"/>
                </a:moveTo>
                <a:lnTo>
                  <a:pt x="11493" y="0"/>
                </a:lnTo>
                <a:lnTo>
                  <a:pt x="11493" y="116"/>
                </a:lnTo>
                <a:lnTo>
                  <a:pt x="11334" y="116"/>
                </a:lnTo>
                <a:lnTo>
                  <a:pt x="11334" y="0"/>
                </a:lnTo>
                <a:moveTo>
                  <a:pt x="11598" y="0"/>
                </a:moveTo>
                <a:lnTo>
                  <a:pt x="11757" y="0"/>
                </a:lnTo>
                <a:lnTo>
                  <a:pt x="11757" y="116"/>
                </a:lnTo>
                <a:lnTo>
                  <a:pt x="11598" y="116"/>
                </a:lnTo>
                <a:lnTo>
                  <a:pt x="11598" y="0"/>
                </a:lnTo>
                <a:moveTo>
                  <a:pt x="11862" y="0"/>
                </a:moveTo>
                <a:lnTo>
                  <a:pt x="12021" y="0"/>
                </a:lnTo>
                <a:lnTo>
                  <a:pt x="12021" y="116"/>
                </a:lnTo>
                <a:lnTo>
                  <a:pt x="11862" y="116"/>
                </a:lnTo>
                <a:lnTo>
                  <a:pt x="11862" y="0"/>
                </a:lnTo>
                <a:moveTo>
                  <a:pt x="12126" y="0"/>
                </a:moveTo>
                <a:lnTo>
                  <a:pt x="12285" y="0"/>
                </a:lnTo>
                <a:lnTo>
                  <a:pt x="12285" y="116"/>
                </a:lnTo>
                <a:lnTo>
                  <a:pt x="12126" y="116"/>
                </a:lnTo>
                <a:lnTo>
                  <a:pt x="12126" y="0"/>
                </a:lnTo>
                <a:moveTo>
                  <a:pt x="12390" y="0"/>
                </a:moveTo>
                <a:lnTo>
                  <a:pt x="12549" y="0"/>
                </a:lnTo>
                <a:lnTo>
                  <a:pt x="12549" y="116"/>
                </a:lnTo>
                <a:lnTo>
                  <a:pt x="12390" y="116"/>
                </a:lnTo>
                <a:lnTo>
                  <a:pt x="12390" y="0"/>
                </a:lnTo>
                <a:moveTo>
                  <a:pt x="12654" y="0"/>
                </a:moveTo>
                <a:lnTo>
                  <a:pt x="12813" y="0"/>
                </a:lnTo>
                <a:lnTo>
                  <a:pt x="12813" y="116"/>
                </a:lnTo>
                <a:lnTo>
                  <a:pt x="12654" y="116"/>
                </a:lnTo>
                <a:lnTo>
                  <a:pt x="12654" y="0"/>
                </a:lnTo>
                <a:moveTo>
                  <a:pt x="12918" y="0"/>
                </a:moveTo>
                <a:lnTo>
                  <a:pt x="13077" y="0"/>
                </a:lnTo>
                <a:lnTo>
                  <a:pt x="13077" y="116"/>
                </a:lnTo>
                <a:lnTo>
                  <a:pt x="12918" y="116"/>
                </a:lnTo>
                <a:lnTo>
                  <a:pt x="12918" y="0"/>
                </a:lnTo>
                <a:moveTo>
                  <a:pt x="13182" y="0"/>
                </a:moveTo>
                <a:lnTo>
                  <a:pt x="13341" y="0"/>
                </a:lnTo>
                <a:lnTo>
                  <a:pt x="13341" y="116"/>
                </a:lnTo>
                <a:lnTo>
                  <a:pt x="13182" y="116"/>
                </a:lnTo>
                <a:lnTo>
                  <a:pt x="13182" y="0"/>
                </a:lnTo>
                <a:moveTo>
                  <a:pt x="13447" y="0"/>
                </a:moveTo>
                <a:lnTo>
                  <a:pt x="13605" y="0"/>
                </a:lnTo>
                <a:lnTo>
                  <a:pt x="13605" y="116"/>
                </a:lnTo>
                <a:lnTo>
                  <a:pt x="13447" y="116"/>
                </a:lnTo>
                <a:lnTo>
                  <a:pt x="13447" y="0"/>
                </a:lnTo>
                <a:moveTo>
                  <a:pt x="13711" y="0"/>
                </a:moveTo>
                <a:lnTo>
                  <a:pt x="13869" y="0"/>
                </a:lnTo>
                <a:lnTo>
                  <a:pt x="13869" y="116"/>
                </a:lnTo>
                <a:lnTo>
                  <a:pt x="13711" y="116"/>
                </a:lnTo>
                <a:lnTo>
                  <a:pt x="13711" y="0"/>
                </a:lnTo>
                <a:moveTo>
                  <a:pt x="13975" y="0"/>
                </a:moveTo>
                <a:lnTo>
                  <a:pt x="14134" y="0"/>
                </a:lnTo>
                <a:lnTo>
                  <a:pt x="14134" y="116"/>
                </a:lnTo>
                <a:lnTo>
                  <a:pt x="13975" y="116"/>
                </a:lnTo>
                <a:lnTo>
                  <a:pt x="13975" y="0"/>
                </a:lnTo>
                <a:moveTo>
                  <a:pt x="14240" y="0"/>
                </a:moveTo>
                <a:lnTo>
                  <a:pt x="14398" y="0"/>
                </a:lnTo>
                <a:lnTo>
                  <a:pt x="14398" y="116"/>
                </a:lnTo>
                <a:lnTo>
                  <a:pt x="14240" y="116"/>
                </a:lnTo>
                <a:lnTo>
                  <a:pt x="14240" y="0"/>
                </a:lnTo>
                <a:moveTo>
                  <a:pt x="14504" y="0"/>
                </a:moveTo>
                <a:lnTo>
                  <a:pt x="14663" y="0"/>
                </a:lnTo>
                <a:lnTo>
                  <a:pt x="14663" y="116"/>
                </a:lnTo>
                <a:lnTo>
                  <a:pt x="14504" y="116"/>
                </a:lnTo>
                <a:lnTo>
                  <a:pt x="14504" y="0"/>
                </a:lnTo>
                <a:moveTo>
                  <a:pt x="14768" y="0"/>
                </a:moveTo>
                <a:lnTo>
                  <a:pt x="14927" y="0"/>
                </a:lnTo>
                <a:lnTo>
                  <a:pt x="14927" y="116"/>
                </a:lnTo>
                <a:lnTo>
                  <a:pt x="14768" y="116"/>
                </a:lnTo>
                <a:lnTo>
                  <a:pt x="14768" y="0"/>
                </a:lnTo>
                <a:moveTo>
                  <a:pt x="15032" y="0"/>
                </a:moveTo>
                <a:lnTo>
                  <a:pt x="15191" y="0"/>
                </a:lnTo>
                <a:lnTo>
                  <a:pt x="15191" y="116"/>
                </a:lnTo>
                <a:lnTo>
                  <a:pt x="15032" y="116"/>
                </a:lnTo>
                <a:lnTo>
                  <a:pt x="15032" y="0"/>
                </a:lnTo>
                <a:moveTo>
                  <a:pt x="15296" y="0"/>
                </a:moveTo>
                <a:lnTo>
                  <a:pt x="15455" y="0"/>
                </a:lnTo>
                <a:lnTo>
                  <a:pt x="15455" y="116"/>
                </a:lnTo>
                <a:lnTo>
                  <a:pt x="15296" y="116"/>
                </a:lnTo>
                <a:lnTo>
                  <a:pt x="15296" y="0"/>
                </a:lnTo>
                <a:moveTo>
                  <a:pt x="15560" y="0"/>
                </a:moveTo>
                <a:lnTo>
                  <a:pt x="15719" y="0"/>
                </a:lnTo>
                <a:lnTo>
                  <a:pt x="15719" y="116"/>
                </a:lnTo>
                <a:lnTo>
                  <a:pt x="15560" y="116"/>
                </a:lnTo>
                <a:lnTo>
                  <a:pt x="15560" y="0"/>
                </a:lnTo>
                <a:moveTo>
                  <a:pt x="15824" y="0"/>
                </a:moveTo>
                <a:lnTo>
                  <a:pt x="15983" y="0"/>
                </a:lnTo>
                <a:lnTo>
                  <a:pt x="15983" y="116"/>
                </a:lnTo>
                <a:lnTo>
                  <a:pt x="15824" y="116"/>
                </a:lnTo>
                <a:lnTo>
                  <a:pt x="15824" y="0"/>
                </a:lnTo>
                <a:moveTo>
                  <a:pt x="16088" y="0"/>
                </a:moveTo>
                <a:lnTo>
                  <a:pt x="16247" y="0"/>
                </a:lnTo>
                <a:lnTo>
                  <a:pt x="16247" y="116"/>
                </a:lnTo>
                <a:lnTo>
                  <a:pt x="16088" y="116"/>
                </a:lnTo>
                <a:lnTo>
                  <a:pt x="16088" y="0"/>
                </a:lnTo>
                <a:moveTo>
                  <a:pt x="16352" y="0"/>
                </a:moveTo>
                <a:lnTo>
                  <a:pt x="16511" y="0"/>
                </a:lnTo>
                <a:lnTo>
                  <a:pt x="16511" y="116"/>
                </a:lnTo>
                <a:lnTo>
                  <a:pt x="16352" y="116"/>
                </a:lnTo>
                <a:lnTo>
                  <a:pt x="16352" y="0"/>
                </a:lnTo>
                <a:moveTo>
                  <a:pt x="16616" y="0"/>
                </a:moveTo>
                <a:lnTo>
                  <a:pt x="16775" y="0"/>
                </a:lnTo>
                <a:lnTo>
                  <a:pt x="16775" y="116"/>
                </a:lnTo>
                <a:lnTo>
                  <a:pt x="16616" y="116"/>
                </a:lnTo>
                <a:lnTo>
                  <a:pt x="16616" y="0"/>
                </a:lnTo>
                <a:moveTo>
                  <a:pt x="16880" y="0"/>
                </a:moveTo>
                <a:lnTo>
                  <a:pt x="17039" y="0"/>
                </a:lnTo>
                <a:lnTo>
                  <a:pt x="17039" y="116"/>
                </a:lnTo>
                <a:lnTo>
                  <a:pt x="16880" y="116"/>
                </a:lnTo>
                <a:lnTo>
                  <a:pt x="16880" y="0"/>
                </a:lnTo>
                <a:moveTo>
                  <a:pt x="17144" y="0"/>
                </a:moveTo>
                <a:lnTo>
                  <a:pt x="17303" y="0"/>
                </a:lnTo>
                <a:lnTo>
                  <a:pt x="17303" y="116"/>
                </a:lnTo>
                <a:lnTo>
                  <a:pt x="17144" y="116"/>
                </a:lnTo>
                <a:lnTo>
                  <a:pt x="17144" y="0"/>
                </a:lnTo>
                <a:moveTo>
                  <a:pt x="17408" y="0"/>
                </a:moveTo>
                <a:lnTo>
                  <a:pt x="17567" y="0"/>
                </a:lnTo>
                <a:lnTo>
                  <a:pt x="17567" y="116"/>
                </a:lnTo>
                <a:lnTo>
                  <a:pt x="17408" y="116"/>
                </a:lnTo>
                <a:lnTo>
                  <a:pt x="17408" y="0"/>
                </a:lnTo>
                <a:moveTo>
                  <a:pt x="17672" y="0"/>
                </a:moveTo>
                <a:lnTo>
                  <a:pt x="17831" y="0"/>
                </a:lnTo>
                <a:lnTo>
                  <a:pt x="17831" y="116"/>
                </a:lnTo>
                <a:lnTo>
                  <a:pt x="17672" y="116"/>
                </a:lnTo>
                <a:lnTo>
                  <a:pt x="17672" y="0"/>
                </a:lnTo>
                <a:moveTo>
                  <a:pt x="17936" y="0"/>
                </a:moveTo>
                <a:lnTo>
                  <a:pt x="18095" y="0"/>
                </a:lnTo>
                <a:lnTo>
                  <a:pt x="18095" y="116"/>
                </a:lnTo>
                <a:lnTo>
                  <a:pt x="17936" y="116"/>
                </a:lnTo>
                <a:lnTo>
                  <a:pt x="17936" y="0"/>
                </a:lnTo>
                <a:moveTo>
                  <a:pt x="18201" y="0"/>
                </a:moveTo>
                <a:lnTo>
                  <a:pt x="18359" y="0"/>
                </a:lnTo>
                <a:lnTo>
                  <a:pt x="18359" y="116"/>
                </a:lnTo>
                <a:lnTo>
                  <a:pt x="18201" y="116"/>
                </a:lnTo>
                <a:lnTo>
                  <a:pt x="18201" y="0"/>
                </a:lnTo>
                <a:moveTo>
                  <a:pt x="18465" y="0"/>
                </a:moveTo>
                <a:lnTo>
                  <a:pt x="18623" y="0"/>
                </a:lnTo>
                <a:lnTo>
                  <a:pt x="18623" y="116"/>
                </a:lnTo>
                <a:lnTo>
                  <a:pt x="18465" y="116"/>
                </a:lnTo>
                <a:lnTo>
                  <a:pt x="18465" y="0"/>
                </a:lnTo>
                <a:moveTo>
                  <a:pt x="18729" y="0"/>
                </a:moveTo>
                <a:lnTo>
                  <a:pt x="18887" y="0"/>
                </a:lnTo>
                <a:lnTo>
                  <a:pt x="18887" y="116"/>
                </a:lnTo>
                <a:lnTo>
                  <a:pt x="18729" y="116"/>
                </a:lnTo>
                <a:lnTo>
                  <a:pt x="18729" y="0"/>
                </a:lnTo>
                <a:moveTo>
                  <a:pt x="18993" y="0"/>
                </a:moveTo>
                <a:lnTo>
                  <a:pt x="19151" y="0"/>
                </a:lnTo>
                <a:lnTo>
                  <a:pt x="19151" y="116"/>
                </a:lnTo>
                <a:lnTo>
                  <a:pt x="18993" y="116"/>
                </a:lnTo>
                <a:lnTo>
                  <a:pt x="18993" y="0"/>
                </a:lnTo>
                <a:moveTo>
                  <a:pt x="19257" y="0"/>
                </a:moveTo>
                <a:lnTo>
                  <a:pt x="19415" y="0"/>
                </a:lnTo>
                <a:lnTo>
                  <a:pt x="19415" y="116"/>
                </a:lnTo>
                <a:lnTo>
                  <a:pt x="19257" y="116"/>
                </a:lnTo>
                <a:lnTo>
                  <a:pt x="19257" y="0"/>
                </a:lnTo>
                <a:moveTo>
                  <a:pt x="19521" y="0"/>
                </a:moveTo>
                <a:lnTo>
                  <a:pt x="19680" y="0"/>
                </a:lnTo>
                <a:lnTo>
                  <a:pt x="19680" y="116"/>
                </a:lnTo>
                <a:lnTo>
                  <a:pt x="19521" y="116"/>
                </a:lnTo>
                <a:lnTo>
                  <a:pt x="19521" y="0"/>
                </a:lnTo>
                <a:moveTo>
                  <a:pt x="19785" y="0"/>
                </a:moveTo>
                <a:lnTo>
                  <a:pt x="19944" y="0"/>
                </a:lnTo>
                <a:lnTo>
                  <a:pt x="19944" y="116"/>
                </a:lnTo>
                <a:lnTo>
                  <a:pt x="19785" y="116"/>
                </a:lnTo>
                <a:lnTo>
                  <a:pt x="19785" y="0"/>
                </a:lnTo>
                <a:moveTo>
                  <a:pt x="20049" y="0"/>
                </a:moveTo>
                <a:lnTo>
                  <a:pt x="20208" y="0"/>
                </a:lnTo>
                <a:lnTo>
                  <a:pt x="20208" y="116"/>
                </a:lnTo>
                <a:lnTo>
                  <a:pt x="20049" y="116"/>
                </a:lnTo>
                <a:lnTo>
                  <a:pt x="20049" y="0"/>
                </a:lnTo>
                <a:moveTo>
                  <a:pt x="20313" y="0"/>
                </a:moveTo>
                <a:lnTo>
                  <a:pt x="20472" y="0"/>
                </a:lnTo>
                <a:lnTo>
                  <a:pt x="20472" y="116"/>
                </a:lnTo>
                <a:lnTo>
                  <a:pt x="20313" y="116"/>
                </a:lnTo>
                <a:lnTo>
                  <a:pt x="20313" y="0"/>
                </a:lnTo>
                <a:moveTo>
                  <a:pt x="20577" y="0"/>
                </a:moveTo>
                <a:lnTo>
                  <a:pt x="20736" y="0"/>
                </a:lnTo>
                <a:lnTo>
                  <a:pt x="20736" y="116"/>
                </a:lnTo>
                <a:lnTo>
                  <a:pt x="20577" y="116"/>
                </a:lnTo>
                <a:lnTo>
                  <a:pt x="20577" y="0"/>
                </a:lnTo>
                <a:moveTo>
                  <a:pt x="20841" y="0"/>
                </a:moveTo>
                <a:lnTo>
                  <a:pt x="21000" y="0"/>
                </a:lnTo>
                <a:lnTo>
                  <a:pt x="21000" y="116"/>
                </a:lnTo>
                <a:lnTo>
                  <a:pt x="20841" y="116"/>
                </a:lnTo>
                <a:lnTo>
                  <a:pt x="20841" y="0"/>
                </a:lnTo>
                <a:moveTo>
                  <a:pt x="21105" y="0"/>
                </a:moveTo>
                <a:lnTo>
                  <a:pt x="21264" y="0"/>
                </a:lnTo>
                <a:lnTo>
                  <a:pt x="21264" y="116"/>
                </a:lnTo>
                <a:lnTo>
                  <a:pt x="21105" y="116"/>
                </a:lnTo>
                <a:lnTo>
                  <a:pt x="21105" y="0"/>
                </a:lnTo>
                <a:moveTo>
                  <a:pt x="21369" y="0"/>
                </a:moveTo>
                <a:lnTo>
                  <a:pt x="21528" y="0"/>
                </a:lnTo>
                <a:lnTo>
                  <a:pt x="21528" y="116"/>
                </a:lnTo>
                <a:lnTo>
                  <a:pt x="21369" y="116"/>
                </a:lnTo>
                <a:lnTo>
                  <a:pt x="21369" y="0"/>
                </a:lnTo>
                <a:moveTo>
                  <a:pt x="21633" y="0"/>
                </a:moveTo>
                <a:lnTo>
                  <a:pt x="21792" y="0"/>
                </a:lnTo>
                <a:lnTo>
                  <a:pt x="21792" y="116"/>
                </a:lnTo>
                <a:lnTo>
                  <a:pt x="21633" y="116"/>
                </a:lnTo>
                <a:lnTo>
                  <a:pt x="21633" y="0"/>
                </a:lnTo>
                <a:moveTo>
                  <a:pt x="21897" y="0"/>
                </a:moveTo>
                <a:lnTo>
                  <a:pt x="22056" y="0"/>
                </a:lnTo>
                <a:lnTo>
                  <a:pt x="22056" y="116"/>
                </a:lnTo>
                <a:lnTo>
                  <a:pt x="21897" y="116"/>
                </a:lnTo>
                <a:lnTo>
                  <a:pt x="21897" y="0"/>
                </a:lnTo>
                <a:moveTo>
                  <a:pt x="22161" y="0"/>
                </a:moveTo>
                <a:lnTo>
                  <a:pt x="22320" y="0"/>
                </a:lnTo>
                <a:lnTo>
                  <a:pt x="22320" y="116"/>
                </a:lnTo>
                <a:lnTo>
                  <a:pt x="22161" y="116"/>
                </a:lnTo>
                <a:lnTo>
                  <a:pt x="22161" y="0"/>
                </a:lnTo>
                <a:moveTo>
                  <a:pt x="22425" y="0"/>
                </a:moveTo>
                <a:lnTo>
                  <a:pt x="22584" y="0"/>
                </a:lnTo>
                <a:lnTo>
                  <a:pt x="22584" y="116"/>
                </a:lnTo>
                <a:lnTo>
                  <a:pt x="22425" y="116"/>
                </a:lnTo>
                <a:lnTo>
                  <a:pt x="22425" y="0"/>
                </a:lnTo>
                <a:moveTo>
                  <a:pt x="22689" y="0"/>
                </a:moveTo>
                <a:lnTo>
                  <a:pt x="22848" y="0"/>
                </a:lnTo>
                <a:lnTo>
                  <a:pt x="22848" y="116"/>
                </a:lnTo>
                <a:lnTo>
                  <a:pt x="22689" y="116"/>
                </a:lnTo>
                <a:lnTo>
                  <a:pt x="22689" y="0"/>
                </a:lnTo>
                <a:moveTo>
                  <a:pt x="22953" y="0"/>
                </a:moveTo>
                <a:lnTo>
                  <a:pt x="23112" y="0"/>
                </a:lnTo>
                <a:lnTo>
                  <a:pt x="23112" y="116"/>
                </a:lnTo>
                <a:lnTo>
                  <a:pt x="22953" y="116"/>
                </a:lnTo>
                <a:lnTo>
                  <a:pt x="22953" y="0"/>
                </a:lnTo>
                <a:moveTo>
                  <a:pt x="23218" y="0"/>
                </a:moveTo>
                <a:lnTo>
                  <a:pt x="23376" y="0"/>
                </a:lnTo>
                <a:lnTo>
                  <a:pt x="23376" y="116"/>
                </a:lnTo>
                <a:lnTo>
                  <a:pt x="23218" y="116"/>
                </a:lnTo>
                <a:lnTo>
                  <a:pt x="23218" y="0"/>
                </a:lnTo>
                <a:moveTo>
                  <a:pt x="23482" y="0"/>
                </a:moveTo>
                <a:lnTo>
                  <a:pt x="23640" y="0"/>
                </a:lnTo>
                <a:lnTo>
                  <a:pt x="23640" y="116"/>
                </a:lnTo>
                <a:lnTo>
                  <a:pt x="23482" y="116"/>
                </a:lnTo>
                <a:lnTo>
                  <a:pt x="23482" y="0"/>
                </a:lnTo>
                <a:moveTo>
                  <a:pt x="23746" y="0"/>
                </a:moveTo>
                <a:lnTo>
                  <a:pt x="23904" y="0"/>
                </a:lnTo>
                <a:lnTo>
                  <a:pt x="23904" y="116"/>
                </a:lnTo>
                <a:lnTo>
                  <a:pt x="23746" y="116"/>
                </a:lnTo>
                <a:lnTo>
                  <a:pt x="23746" y="0"/>
                </a:lnTo>
                <a:moveTo>
                  <a:pt x="24010" y="0"/>
                </a:moveTo>
                <a:lnTo>
                  <a:pt x="24168" y="0"/>
                </a:lnTo>
                <a:lnTo>
                  <a:pt x="24168" y="116"/>
                </a:lnTo>
                <a:lnTo>
                  <a:pt x="24010" y="116"/>
                </a:lnTo>
                <a:lnTo>
                  <a:pt x="24010" y="0"/>
                </a:lnTo>
                <a:moveTo>
                  <a:pt x="24274" y="0"/>
                </a:moveTo>
                <a:lnTo>
                  <a:pt x="24433" y="0"/>
                </a:lnTo>
                <a:lnTo>
                  <a:pt x="24433" y="116"/>
                </a:lnTo>
                <a:lnTo>
                  <a:pt x="24274" y="116"/>
                </a:lnTo>
                <a:lnTo>
                  <a:pt x="24274" y="0"/>
                </a:lnTo>
                <a:moveTo>
                  <a:pt x="24538" y="0"/>
                </a:moveTo>
                <a:lnTo>
                  <a:pt x="24697" y="0"/>
                </a:lnTo>
                <a:lnTo>
                  <a:pt x="24697" y="116"/>
                </a:lnTo>
                <a:lnTo>
                  <a:pt x="24538" y="116"/>
                </a:lnTo>
                <a:lnTo>
                  <a:pt x="24538" y="0"/>
                </a:lnTo>
                <a:moveTo>
                  <a:pt x="24802" y="0"/>
                </a:moveTo>
                <a:lnTo>
                  <a:pt x="24961" y="0"/>
                </a:lnTo>
                <a:lnTo>
                  <a:pt x="24961" y="116"/>
                </a:lnTo>
                <a:lnTo>
                  <a:pt x="24802" y="116"/>
                </a:lnTo>
                <a:lnTo>
                  <a:pt x="24802" y="0"/>
                </a:lnTo>
                <a:moveTo>
                  <a:pt x="25066" y="0"/>
                </a:moveTo>
                <a:lnTo>
                  <a:pt x="25225" y="0"/>
                </a:lnTo>
                <a:lnTo>
                  <a:pt x="25225" y="116"/>
                </a:lnTo>
                <a:lnTo>
                  <a:pt x="25066" y="116"/>
                </a:lnTo>
                <a:lnTo>
                  <a:pt x="25066" y="0"/>
                </a:lnTo>
                <a:moveTo>
                  <a:pt x="25330" y="0"/>
                </a:moveTo>
                <a:lnTo>
                  <a:pt x="25489" y="0"/>
                </a:lnTo>
                <a:lnTo>
                  <a:pt x="25489" y="116"/>
                </a:lnTo>
                <a:lnTo>
                  <a:pt x="25330" y="116"/>
                </a:lnTo>
                <a:lnTo>
                  <a:pt x="25330" y="0"/>
                </a:lnTo>
                <a:moveTo>
                  <a:pt x="25594" y="0"/>
                </a:moveTo>
                <a:lnTo>
                  <a:pt x="25753" y="0"/>
                </a:lnTo>
                <a:lnTo>
                  <a:pt x="25753" y="116"/>
                </a:lnTo>
                <a:lnTo>
                  <a:pt x="25594" y="116"/>
                </a:lnTo>
                <a:lnTo>
                  <a:pt x="25594" y="0"/>
                </a:lnTo>
                <a:moveTo>
                  <a:pt x="25858" y="0"/>
                </a:moveTo>
                <a:lnTo>
                  <a:pt x="26017" y="0"/>
                </a:lnTo>
                <a:lnTo>
                  <a:pt x="26017" y="116"/>
                </a:lnTo>
                <a:lnTo>
                  <a:pt x="25858" y="116"/>
                </a:lnTo>
                <a:lnTo>
                  <a:pt x="25858" y="0"/>
                </a:lnTo>
                <a:moveTo>
                  <a:pt x="26122" y="0"/>
                </a:moveTo>
                <a:lnTo>
                  <a:pt x="26281" y="0"/>
                </a:lnTo>
                <a:lnTo>
                  <a:pt x="26281" y="116"/>
                </a:lnTo>
                <a:lnTo>
                  <a:pt x="26122" y="116"/>
                </a:lnTo>
                <a:lnTo>
                  <a:pt x="26122" y="0"/>
                </a:lnTo>
                <a:moveTo>
                  <a:pt x="26386" y="0"/>
                </a:moveTo>
                <a:lnTo>
                  <a:pt x="26545" y="0"/>
                </a:lnTo>
                <a:lnTo>
                  <a:pt x="26545" y="116"/>
                </a:lnTo>
                <a:lnTo>
                  <a:pt x="26386" y="116"/>
                </a:lnTo>
                <a:lnTo>
                  <a:pt x="26386" y="0"/>
                </a:lnTo>
                <a:moveTo>
                  <a:pt x="26650" y="0"/>
                </a:moveTo>
                <a:lnTo>
                  <a:pt x="26809" y="0"/>
                </a:lnTo>
                <a:lnTo>
                  <a:pt x="26809" y="116"/>
                </a:lnTo>
                <a:lnTo>
                  <a:pt x="26650" y="116"/>
                </a:lnTo>
                <a:lnTo>
                  <a:pt x="26650" y="0"/>
                </a:lnTo>
                <a:moveTo>
                  <a:pt x="26914" y="0"/>
                </a:moveTo>
                <a:lnTo>
                  <a:pt x="27073" y="0"/>
                </a:lnTo>
                <a:lnTo>
                  <a:pt x="27073" y="116"/>
                </a:lnTo>
                <a:lnTo>
                  <a:pt x="26914" y="116"/>
                </a:lnTo>
                <a:lnTo>
                  <a:pt x="26914" y="0"/>
                </a:lnTo>
                <a:moveTo>
                  <a:pt x="27178" y="0"/>
                </a:moveTo>
                <a:lnTo>
                  <a:pt x="27337" y="0"/>
                </a:lnTo>
                <a:lnTo>
                  <a:pt x="27337" y="116"/>
                </a:lnTo>
                <a:lnTo>
                  <a:pt x="27178" y="116"/>
                </a:lnTo>
                <a:lnTo>
                  <a:pt x="27178" y="0"/>
                </a:lnTo>
                <a:moveTo>
                  <a:pt x="27442" y="0"/>
                </a:moveTo>
                <a:lnTo>
                  <a:pt x="27601" y="0"/>
                </a:lnTo>
                <a:lnTo>
                  <a:pt x="27601" y="116"/>
                </a:lnTo>
                <a:lnTo>
                  <a:pt x="27442" y="116"/>
                </a:lnTo>
                <a:lnTo>
                  <a:pt x="27442" y="0"/>
                </a:lnTo>
                <a:moveTo>
                  <a:pt x="27706" y="0"/>
                </a:moveTo>
                <a:lnTo>
                  <a:pt x="27865" y="0"/>
                </a:lnTo>
                <a:lnTo>
                  <a:pt x="27865" y="116"/>
                </a:lnTo>
                <a:lnTo>
                  <a:pt x="27706" y="116"/>
                </a:lnTo>
                <a:lnTo>
                  <a:pt x="27706" y="0"/>
                </a:lnTo>
                <a:moveTo>
                  <a:pt x="27971" y="0"/>
                </a:moveTo>
                <a:lnTo>
                  <a:pt x="28129" y="0"/>
                </a:lnTo>
                <a:lnTo>
                  <a:pt x="28129" y="116"/>
                </a:lnTo>
                <a:lnTo>
                  <a:pt x="27971" y="116"/>
                </a:lnTo>
                <a:lnTo>
                  <a:pt x="27971" y="0"/>
                </a:lnTo>
                <a:moveTo>
                  <a:pt x="28235" y="0"/>
                </a:moveTo>
                <a:lnTo>
                  <a:pt x="28393" y="0"/>
                </a:lnTo>
                <a:lnTo>
                  <a:pt x="28393" y="116"/>
                </a:lnTo>
                <a:lnTo>
                  <a:pt x="28235" y="116"/>
                </a:lnTo>
                <a:lnTo>
                  <a:pt x="28235" y="0"/>
                </a:lnTo>
                <a:moveTo>
                  <a:pt x="28499" y="0"/>
                </a:moveTo>
                <a:lnTo>
                  <a:pt x="28657" y="0"/>
                </a:lnTo>
                <a:lnTo>
                  <a:pt x="28657" y="116"/>
                </a:lnTo>
                <a:lnTo>
                  <a:pt x="28499" y="116"/>
                </a:lnTo>
                <a:lnTo>
                  <a:pt x="28499" y="0"/>
                </a:lnTo>
                <a:moveTo>
                  <a:pt x="28763" y="0"/>
                </a:moveTo>
                <a:lnTo>
                  <a:pt x="28921" y="0"/>
                </a:lnTo>
                <a:lnTo>
                  <a:pt x="28921" y="116"/>
                </a:lnTo>
                <a:lnTo>
                  <a:pt x="28763" y="116"/>
                </a:lnTo>
                <a:lnTo>
                  <a:pt x="28763" y="0"/>
                </a:lnTo>
                <a:moveTo>
                  <a:pt x="29027" y="0"/>
                </a:moveTo>
                <a:lnTo>
                  <a:pt x="29185" y="0"/>
                </a:lnTo>
                <a:lnTo>
                  <a:pt x="29185" y="116"/>
                </a:lnTo>
                <a:lnTo>
                  <a:pt x="29027" y="116"/>
                </a:lnTo>
                <a:lnTo>
                  <a:pt x="29027" y="0"/>
                </a:lnTo>
                <a:moveTo>
                  <a:pt x="29291" y="0"/>
                </a:moveTo>
                <a:lnTo>
                  <a:pt x="29450" y="0"/>
                </a:lnTo>
                <a:lnTo>
                  <a:pt x="29450" y="116"/>
                </a:lnTo>
                <a:lnTo>
                  <a:pt x="29291" y="116"/>
                </a:lnTo>
                <a:lnTo>
                  <a:pt x="29291" y="0"/>
                </a:lnTo>
                <a:moveTo>
                  <a:pt x="29555" y="0"/>
                </a:moveTo>
                <a:lnTo>
                  <a:pt x="29714" y="0"/>
                </a:lnTo>
                <a:lnTo>
                  <a:pt x="29714" y="116"/>
                </a:lnTo>
                <a:lnTo>
                  <a:pt x="29555" y="116"/>
                </a:lnTo>
                <a:lnTo>
                  <a:pt x="29555" y="0"/>
                </a:lnTo>
                <a:moveTo>
                  <a:pt x="29819" y="0"/>
                </a:moveTo>
                <a:lnTo>
                  <a:pt x="29978" y="0"/>
                </a:lnTo>
                <a:lnTo>
                  <a:pt x="29978" y="116"/>
                </a:lnTo>
                <a:lnTo>
                  <a:pt x="29819" y="116"/>
                </a:lnTo>
                <a:lnTo>
                  <a:pt x="29819" y="0"/>
                </a:lnTo>
                <a:moveTo>
                  <a:pt x="30083" y="0"/>
                </a:moveTo>
                <a:lnTo>
                  <a:pt x="30242" y="0"/>
                </a:lnTo>
                <a:lnTo>
                  <a:pt x="30242" y="116"/>
                </a:lnTo>
                <a:lnTo>
                  <a:pt x="30083" y="116"/>
                </a:lnTo>
                <a:lnTo>
                  <a:pt x="30083" y="0"/>
                </a:lnTo>
                <a:moveTo>
                  <a:pt x="30347" y="0"/>
                </a:moveTo>
                <a:lnTo>
                  <a:pt x="30506" y="0"/>
                </a:lnTo>
                <a:lnTo>
                  <a:pt x="30506" y="116"/>
                </a:lnTo>
                <a:lnTo>
                  <a:pt x="30347" y="116"/>
                </a:lnTo>
                <a:lnTo>
                  <a:pt x="30347" y="0"/>
                </a:lnTo>
                <a:moveTo>
                  <a:pt x="30611" y="0"/>
                </a:moveTo>
                <a:lnTo>
                  <a:pt x="30725" y="0"/>
                </a:lnTo>
                <a:cubicBezTo>
                  <a:pt x="30744" y="0"/>
                  <a:pt x="30764" y="2"/>
                  <a:pt x="30783" y="7"/>
                </a:cubicBezTo>
                <a:lnTo>
                  <a:pt x="30755" y="120"/>
                </a:lnTo>
                <a:cubicBezTo>
                  <a:pt x="30745" y="117"/>
                  <a:pt x="30735" y="116"/>
                  <a:pt x="30725" y="116"/>
                </a:cubicBezTo>
                <a:lnTo>
                  <a:pt x="30611" y="116"/>
                </a:lnTo>
                <a:lnTo>
                  <a:pt x="30611" y="0"/>
                </a:lnTo>
                <a:moveTo>
                  <a:pt x="30902" y="77"/>
                </a:moveTo>
                <a:cubicBezTo>
                  <a:pt x="30946" y="123"/>
                  <a:pt x="30968" y="179"/>
                  <a:pt x="30968" y="243"/>
                </a:cubicBezTo>
                <a:lnTo>
                  <a:pt x="30968" y="263"/>
                </a:lnTo>
                <a:lnTo>
                  <a:pt x="30852" y="263"/>
                </a:lnTo>
                <a:lnTo>
                  <a:pt x="30852" y="243"/>
                </a:lnTo>
                <a:cubicBezTo>
                  <a:pt x="30852" y="210"/>
                  <a:pt x="30840" y="181"/>
                  <a:pt x="30817" y="156"/>
                </a:cubicBezTo>
                <a:lnTo>
                  <a:pt x="30902" y="77"/>
                </a:lnTo>
                <a:moveTo>
                  <a:pt x="30968" y="368"/>
                </a:moveTo>
                <a:lnTo>
                  <a:pt x="30968" y="527"/>
                </a:lnTo>
                <a:lnTo>
                  <a:pt x="30852" y="527"/>
                </a:lnTo>
                <a:lnTo>
                  <a:pt x="30852" y="368"/>
                </a:lnTo>
                <a:lnTo>
                  <a:pt x="30968" y="368"/>
                </a:lnTo>
                <a:moveTo>
                  <a:pt x="30968" y="634"/>
                </a:moveTo>
                <a:lnTo>
                  <a:pt x="30968" y="792"/>
                </a:lnTo>
                <a:lnTo>
                  <a:pt x="30852" y="792"/>
                </a:lnTo>
                <a:lnTo>
                  <a:pt x="30852" y="634"/>
                </a:lnTo>
                <a:lnTo>
                  <a:pt x="30968" y="634"/>
                </a:lnTo>
                <a:moveTo>
                  <a:pt x="30968" y="898"/>
                </a:moveTo>
                <a:lnTo>
                  <a:pt x="30968" y="1056"/>
                </a:lnTo>
                <a:lnTo>
                  <a:pt x="30852" y="1056"/>
                </a:lnTo>
                <a:lnTo>
                  <a:pt x="30852" y="898"/>
                </a:lnTo>
                <a:lnTo>
                  <a:pt x="30968" y="898"/>
                </a:lnTo>
                <a:moveTo>
                  <a:pt x="30968" y="1162"/>
                </a:moveTo>
                <a:lnTo>
                  <a:pt x="30968" y="1320"/>
                </a:lnTo>
                <a:lnTo>
                  <a:pt x="30852" y="1320"/>
                </a:lnTo>
                <a:lnTo>
                  <a:pt x="30852" y="1162"/>
                </a:lnTo>
                <a:lnTo>
                  <a:pt x="30968" y="1162"/>
                </a:lnTo>
                <a:moveTo>
                  <a:pt x="30968" y="1426"/>
                </a:moveTo>
                <a:lnTo>
                  <a:pt x="30968" y="1584"/>
                </a:lnTo>
                <a:lnTo>
                  <a:pt x="30852" y="1584"/>
                </a:lnTo>
                <a:lnTo>
                  <a:pt x="30852" y="1426"/>
                </a:lnTo>
                <a:lnTo>
                  <a:pt x="30968" y="1426"/>
                </a:lnTo>
                <a:moveTo>
                  <a:pt x="30968" y="1690"/>
                </a:moveTo>
                <a:lnTo>
                  <a:pt x="30968" y="1849"/>
                </a:lnTo>
                <a:lnTo>
                  <a:pt x="30852" y="1849"/>
                </a:lnTo>
                <a:lnTo>
                  <a:pt x="30852" y="1690"/>
                </a:lnTo>
                <a:lnTo>
                  <a:pt x="30968" y="1690"/>
                </a:lnTo>
                <a:moveTo>
                  <a:pt x="30968" y="1954"/>
                </a:moveTo>
                <a:lnTo>
                  <a:pt x="30968" y="2113"/>
                </a:lnTo>
                <a:lnTo>
                  <a:pt x="30852" y="2113"/>
                </a:lnTo>
                <a:lnTo>
                  <a:pt x="30852" y="1954"/>
                </a:lnTo>
                <a:lnTo>
                  <a:pt x="30968" y="1954"/>
                </a:lnTo>
                <a:moveTo>
                  <a:pt x="30967" y="2222"/>
                </a:moveTo>
                <a:cubicBezTo>
                  <a:pt x="30961" y="2297"/>
                  <a:pt x="30928" y="2356"/>
                  <a:pt x="30866" y="2400"/>
                </a:cubicBezTo>
                <a:lnTo>
                  <a:pt x="30799" y="2305"/>
                </a:lnTo>
                <a:cubicBezTo>
                  <a:pt x="30831" y="2283"/>
                  <a:pt x="30848" y="2252"/>
                  <a:pt x="30851" y="2212"/>
                </a:cubicBezTo>
                <a:lnTo>
                  <a:pt x="30967" y="2222"/>
                </a:lnTo>
                <a:moveTo>
                  <a:pt x="30736" y="2445"/>
                </a:moveTo>
                <a:cubicBezTo>
                  <a:pt x="30733" y="2445"/>
                  <a:pt x="30729" y="2446"/>
                  <a:pt x="30725" y="2446"/>
                </a:cubicBezTo>
                <a:lnTo>
                  <a:pt x="30575" y="2446"/>
                </a:lnTo>
                <a:lnTo>
                  <a:pt x="30575" y="2329"/>
                </a:lnTo>
                <a:lnTo>
                  <a:pt x="30725" y="2329"/>
                </a:lnTo>
                <a:cubicBezTo>
                  <a:pt x="30727" y="2329"/>
                  <a:pt x="30729" y="2329"/>
                  <a:pt x="30731" y="2329"/>
                </a:cubicBezTo>
                <a:lnTo>
                  <a:pt x="30736" y="2445"/>
                </a:lnTo>
                <a:moveTo>
                  <a:pt x="30470" y="2446"/>
                </a:moveTo>
                <a:lnTo>
                  <a:pt x="30311" y="2446"/>
                </a:lnTo>
                <a:lnTo>
                  <a:pt x="30311" y="2329"/>
                </a:lnTo>
                <a:lnTo>
                  <a:pt x="30470" y="2329"/>
                </a:lnTo>
                <a:lnTo>
                  <a:pt x="30470" y="2446"/>
                </a:lnTo>
                <a:moveTo>
                  <a:pt x="30206" y="2446"/>
                </a:moveTo>
                <a:lnTo>
                  <a:pt x="30047" y="2446"/>
                </a:lnTo>
                <a:lnTo>
                  <a:pt x="30047" y="2329"/>
                </a:lnTo>
                <a:lnTo>
                  <a:pt x="30206" y="2329"/>
                </a:lnTo>
                <a:lnTo>
                  <a:pt x="30206" y="2446"/>
                </a:lnTo>
                <a:moveTo>
                  <a:pt x="29942" y="2446"/>
                </a:moveTo>
                <a:lnTo>
                  <a:pt x="29783" y="2446"/>
                </a:lnTo>
                <a:lnTo>
                  <a:pt x="29783" y="2329"/>
                </a:lnTo>
                <a:lnTo>
                  <a:pt x="29942" y="2329"/>
                </a:lnTo>
                <a:lnTo>
                  <a:pt x="29942" y="2446"/>
                </a:lnTo>
                <a:moveTo>
                  <a:pt x="29678" y="2446"/>
                </a:moveTo>
                <a:lnTo>
                  <a:pt x="29519" y="2446"/>
                </a:lnTo>
                <a:lnTo>
                  <a:pt x="29519" y="2329"/>
                </a:lnTo>
                <a:lnTo>
                  <a:pt x="29678" y="2329"/>
                </a:lnTo>
                <a:lnTo>
                  <a:pt x="29678" y="2446"/>
                </a:lnTo>
                <a:moveTo>
                  <a:pt x="29414" y="2446"/>
                </a:moveTo>
                <a:lnTo>
                  <a:pt x="29255" y="2446"/>
                </a:lnTo>
                <a:lnTo>
                  <a:pt x="29255" y="2329"/>
                </a:lnTo>
                <a:lnTo>
                  <a:pt x="29414" y="2329"/>
                </a:lnTo>
                <a:lnTo>
                  <a:pt x="29414" y="2446"/>
                </a:lnTo>
                <a:moveTo>
                  <a:pt x="29150" y="2446"/>
                </a:moveTo>
                <a:lnTo>
                  <a:pt x="28991" y="2446"/>
                </a:lnTo>
                <a:lnTo>
                  <a:pt x="28991" y="2329"/>
                </a:lnTo>
                <a:lnTo>
                  <a:pt x="29150" y="2329"/>
                </a:lnTo>
                <a:lnTo>
                  <a:pt x="29150" y="2446"/>
                </a:lnTo>
                <a:moveTo>
                  <a:pt x="28886" y="2446"/>
                </a:moveTo>
                <a:lnTo>
                  <a:pt x="28727" y="2446"/>
                </a:lnTo>
                <a:lnTo>
                  <a:pt x="28727" y="2329"/>
                </a:lnTo>
                <a:lnTo>
                  <a:pt x="28886" y="2329"/>
                </a:lnTo>
                <a:lnTo>
                  <a:pt x="28886" y="2446"/>
                </a:lnTo>
                <a:moveTo>
                  <a:pt x="28622" y="2446"/>
                </a:moveTo>
                <a:lnTo>
                  <a:pt x="28463" y="2446"/>
                </a:lnTo>
                <a:lnTo>
                  <a:pt x="28463" y="2329"/>
                </a:lnTo>
                <a:lnTo>
                  <a:pt x="28622" y="2329"/>
                </a:lnTo>
                <a:lnTo>
                  <a:pt x="28622" y="2446"/>
                </a:lnTo>
                <a:moveTo>
                  <a:pt x="28358" y="2446"/>
                </a:moveTo>
                <a:lnTo>
                  <a:pt x="28199" y="2446"/>
                </a:lnTo>
                <a:lnTo>
                  <a:pt x="28199" y="2329"/>
                </a:lnTo>
                <a:lnTo>
                  <a:pt x="28358" y="2329"/>
                </a:lnTo>
                <a:lnTo>
                  <a:pt x="28358" y="2446"/>
                </a:lnTo>
                <a:moveTo>
                  <a:pt x="28094" y="2446"/>
                </a:moveTo>
                <a:lnTo>
                  <a:pt x="27935" y="2446"/>
                </a:lnTo>
                <a:lnTo>
                  <a:pt x="27935" y="2329"/>
                </a:lnTo>
                <a:lnTo>
                  <a:pt x="28094" y="2329"/>
                </a:lnTo>
                <a:lnTo>
                  <a:pt x="28094" y="2446"/>
                </a:lnTo>
                <a:moveTo>
                  <a:pt x="27829" y="2446"/>
                </a:moveTo>
                <a:lnTo>
                  <a:pt x="27671" y="2446"/>
                </a:lnTo>
                <a:lnTo>
                  <a:pt x="27671" y="2329"/>
                </a:lnTo>
                <a:lnTo>
                  <a:pt x="27829" y="2329"/>
                </a:lnTo>
                <a:lnTo>
                  <a:pt x="27829" y="2446"/>
                </a:lnTo>
                <a:moveTo>
                  <a:pt x="27565" y="2446"/>
                </a:moveTo>
                <a:lnTo>
                  <a:pt x="27407" y="2446"/>
                </a:lnTo>
                <a:lnTo>
                  <a:pt x="27407" y="2329"/>
                </a:lnTo>
                <a:lnTo>
                  <a:pt x="27565" y="2329"/>
                </a:lnTo>
                <a:lnTo>
                  <a:pt x="27565" y="2446"/>
                </a:lnTo>
                <a:moveTo>
                  <a:pt x="27301" y="2446"/>
                </a:moveTo>
                <a:lnTo>
                  <a:pt x="27143" y="2446"/>
                </a:lnTo>
                <a:lnTo>
                  <a:pt x="27143" y="2329"/>
                </a:lnTo>
                <a:lnTo>
                  <a:pt x="27301" y="2329"/>
                </a:lnTo>
                <a:lnTo>
                  <a:pt x="27301" y="2446"/>
                </a:lnTo>
                <a:moveTo>
                  <a:pt x="27037" y="2446"/>
                </a:moveTo>
                <a:lnTo>
                  <a:pt x="26879" y="2446"/>
                </a:lnTo>
                <a:lnTo>
                  <a:pt x="26879" y="2329"/>
                </a:lnTo>
                <a:lnTo>
                  <a:pt x="27037" y="2329"/>
                </a:lnTo>
                <a:lnTo>
                  <a:pt x="27037" y="2446"/>
                </a:lnTo>
                <a:moveTo>
                  <a:pt x="26773" y="2446"/>
                </a:moveTo>
                <a:lnTo>
                  <a:pt x="26615" y="2446"/>
                </a:lnTo>
                <a:lnTo>
                  <a:pt x="26615" y="2329"/>
                </a:lnTo>
                <a:lnTo>
                  <a:pt x="26773" y="2329"/>
                </a:lnTo>
                <a:lnTo>
                  <a:pt x="26773" y="2446"/>
                </a:lnTo>
                <a:moveTo>
                  <a:pt x="26509" y="2446"/>
                </a:moveTo>
                <a:lnTo>
                  <a:pt x="26350" y="2446"/>
                </a:lnTo>
                <a:lnTo>
                  <a:pt x="26350" y="2329"/>
                </a:lnTo>
                <a:lnTo>
                  <a:pt x="26509" y="2329"/>
                </a:lnTo>
                <a:lnTo>
                  <a:pt x="26509" y="2446"/>
                </a:lnTo>
                <a:moveTo>
                  <a:pt x="26245" y="2446"/>
                </a:moveTo>
                <a:lnTo>
                  <a:pt x="26086" y="2446"/>
                </a:lnTo>
                <a:lnTo>
                  <a:pt x="26086" y="2329"/>
                </a:lnTo>
                <a:lnTo>
                  <a:pt x="26245" y="2329"/>
                </a:lnTo>
                <a:lnTo>
                  <a:pt x="26245" y="2446"/>
                </a:lnTo>
                <a:moveTo>
                  <a:pt x="25981" y="2446"/>
                </a:moveTo>
                <a:lnTo>
                  <a:pt x="25822" y="2446"/>
                </a:lnTo>
                <a:lnTo>
                  <a:pt x="25822" y="2329"/>
                </a:lnTo>
                <a:lnTo>
                  <a:pt x="25981" y="2329"/>
                </a:lnTo>
                <a:lnTo>
                  <a:pt x="25981" y="2446"/>
                </a:lnTo>
                <a:moveTo>
                  <a:pt x="25717" y="2446"/>
                </a:moveTo>
                <a:lnTo>
                  <a:pt x="25558" y="2446"/>
                </a:lnTo>
                <a:lnTo>
                  <a:pt x="25558" y="2329"/>
                </a:lnTo>
                <a:lnTo>
                  <a:pt x="25717" y="2329"/>
                </a:lnTo>
                <a:lnTo>
                  <a:pt x="25717" y="2446"/>
                </a:lnTo>
                <a:moveTo>
                  <a:pt x="25453" y="2446"/>
                </a:moveTo>
                <a:lnTo>
                  <a:pt x="25294" y="2446"/>
                </a:lnTo>
                <a:lnTo>
                  <a:pt x="25294" y="2329"/>
                </a:lnTo>
                <a:lnTo>
                  <a:pt x="25453" y="2329"/>
                </a:lnTo>
                <a:lnTo>
                  <a:pt x="25453" y="2446"/>
                </a:lnTo>
                <a:moveTo>
                  <a:pt x="25189" y="2446"/>
                </a:moveTo>
                <a:lnTo>
                  <a:pt x="25030" y="2446"/>
                </a:lnTo>
                <a:lnTo>
                  <a:pt x="25030" y="2329"/>
                </a:lnTo>
                <a:lnTo>
                  <a:pt x="25189" y="2329"/>
                </a:lnTo>
                <a:lnTo>
                  <a:pt x="25189" y="2446"/>
                </a:lnTo>
                <a:moveTo>
                  <a:pt x="24925" y="2446"/>
                </a:moveTo>
                <a:lnTo>
                  <a:pt x="24766" y="2446"/>
                </a:lnTo>
                <a:lnTo>
                  <a:pt x="24766" y="2329"/>
                </a:lnTo>
                <a:lnTo>
                  <a:pt x="24925" y="2329"/>
                </a:lnTo>
                <a:lnTo>
                  <a:pt x="24925" y="2446"/>
                </a:lnTo>
                <a:moveTo>
                  <a:pt x="24661" y="2446"/>
                </a:moveTo>
                <a:lnTo>
                  <a:pt x="24502" y="2446"/>
                </a:lnTo>
                <a:lnTo>
                  <a:pt x="24502" y="2329"/>
                </a:lnTo>
                <a:lnTo>
                  <a:pt x="24661" y="2329"/>
                </a:lnTo>
                <a:lnTo>
                  <a:pt x="24661" y="2446"/>
                </a:lnTo>
                <a:moveTo>
                  <a:pt x="24397" y="2446"/>
                </a:moveTo>
                <a:lnTo>
                  <a:pt x="24238" y="2446"/>
                </a:lnTo>
                <a:lnTo>
                  <a:pt x="24238" y="2329"/>
                </a:lnTo>
                <a:lnTo>
                  <a:pt x="24397" y="2329"/>
                </a:lnTo>
                <a:lnTo>
                  <a:pt x="24397" y="2446"/>
                </a:lnTo>
                <a:moveTo>
                  <a:pt x="24133" y="2446"/>
                </a:moveTo>
                <a:lnTo>
                  <a:pt x="23974" y="2446"/>
                </a:lnTo>
                <a:lnTo>
                  <a:pt x="23974" y="2329"/>
                </a:lnTo>
                <a:lnTo>
                  <a:pt x="24133" y="2329"/>
                </a:lnTo>
                <a:lnTo>
                  <a:pt x="24133" y="2446"/>
                </a:lnTo>
                <a:moveTo>
                  <a:pt x="23869" y="2446"/>
                </a:moveTo>
                <a:lnTo>
                  <a:pt x="23710" y="2446"/>
                </a:lnTo>
                <a:lnTo>
                  <a:pt x="23710" y="2329"/>
                </a:lnTo>
                <a:lnTo>
                  <a:pt x="23869" y="2329"/>
                </a:lnTo>
                <a:lnTo>
                  <a:pt x="23869" y="2446"/>
                </a:lnTo>
                <a:moveTo>
                  <a:pt x="23605" y="2446"/>
                </a:moveTo>
                <a:lnTo>
                  <a:pt x="23446" y="2446"/>
                </a:lnTo>
                <a:lnTo>
                  <a:pt x="23446" y="2329"/>
                </a:lnTo>
                <a:lnTo>
                  <a:pt x="23605" y="2329"/>
                </a:lnTo>
                <a:lnTo>
                  <a:pt x="23605" y="2446"/>
                </a:lnTo>
                <a:moveTo>
                  <a:pt x="23341" y="2446"/>
                </a:moveTo>
                <a:lnTo>
                  <a:pt x="23182" y="2446"/>
                </a:lnTo>
                <a:lnTo>
                  <a:pt x="23182" y="2329"/>
                </a:lnTo>
                <a:lnTo>
                  <a:pt x="23341" y="2329"/>
                </a:lnTo>
                <a:lnTo>
                  <a:pt x="23341" y="2446"/>
                </a:lnTo>
                <a:moveTo>
                  <a:pt x="23077" y="2446"/>
                </a:moveTo>
                <a:lnTo>
                  <a:pt x="22918" y="2446"/>
                </a:lnTo>
                <a:lnTo>
                  <a:pt x="22918" y="2329"/>
                </a:lnTo>
                <a:lnTo>
                  <a:pt x="23077" y="2329"/>
                </a:lnTo>
                <a:lnTo>
                  <a:pt x="23077" y="2446"/>
                </a:lnTo>
                <a:moveTo>
                  <a:pt x="22812" y="2446"/>
                </a:moveTo>
                <a:lnTo>
                  <a:pt x="22654" y="2446"/>
                </a:lnTo>
                <a:lnTo>
                  <a:pt x="22654" y="2329"/>
                </a:lnTo>
                <a:lnTo>
                  <a:pt x="22812" y="2329"/>
                </a:lnTo>
                <a:lnTo>
                  <a:pt x="22812" y="2446"/>
                </a:lnTo>
                <a:moveTo>
                  <a:pt x="22548" y="2446"/>
                </a:moveTo>
                <a:lnTo>
                  <a:pt x="22390" y="2446"/>
                </a:lnTo>
                <a:lnTo>
                  <a:pt x="22390" y="2329"/>
                </a:lnTo>
                <a:lnTo>
                  <a:pt x="22548" y="2329"/>
                </a:lnTo>
                <a:lnTo>
                  <a:pt x="22548" y="2446"/>
                </a:lnTo>
                <a:moveTo>
                  <a:pt x="22284" y="2446"/>
                </a:moveTo>
                <a:lnTo>
                  <a:pt x="22126" y="2446"/>
                </a:lnTo>
                <a:lnTo>
                  <a:pt x="22126" y="2329"/>
                </a:lnTo>
                <a:lnTo>
                  <a:pt x="22284" y="2329"/>
                </a:lnTo>
                <a:lnTo>
                  <a:pt x="22284" y="2446"/>
                </a:lnTo>
                <a:moveTo>
                  <a:pt x="22020" y="2446"/>
                </a:moveTo>
                <a:lnTo>
                  <a:pt x="21862" y="2446"/>
                </a:lnTo>
                <a:lnTo>
                  <a:pt x="21862" y="2329"/>
                </a:lnTo>
                <a:lnTo>
                  <a:pt x="22020" y="2329"/>
                </a:lnTo>
                <a:lnTo>
                  <a:pt x="22020" y="2446"/>
                </a:lnTo>
                <a:moveTo>
                  <a:pt x="21756" y="2446"/>
                </a:moveTo>
                <a:lnTo>
                  <a:pt x="21597" y="2446"/>
                </a:lnTo>
                <a:lnTo>
                  <a:pt x="21597" y="2329"/>
                </a:lnTo>
                <a:lnTo>
                  <a:pt x="21756" y="2329"/>
                </a:lnTo>
                <a:lnTo>
                  <a:pt x="21756" y="2446"/>
                </a:lnTo>
                <a:moveTo>
                  <a:pt x="21492" y="2446"/>
                </a:moveTo>
                <a:lnTo>
                  <a:pt x="21333" y="2446"/>
                </a:lnTo>
                <a:lnTo>
                  <a:pt x="21333" y="2329"/>
                </a:lnTo>
                <a:lnTo>
                  <a:pt x="21492" y="2329"/>
                </a:lnTo>
                <a:lnTo>
                  <a:pt x="21492" y="2446"/>
                </a:lnTo>
                <a:moveTo>
                  <a:pt x="21228" y="2446"/>
                </a:moveTo>
                <a:lnTo>
                  <a:pt x="21069" y="2446"/>
                </a:lnTo>
                <a:lnTo>
                  <a:pt x="21069" y="2329"/>
                </a:lnTo>
                <a:lnTo>
                  <a:pt x="21228" y="2329"/>
                </a:lnTo>
                <a:lnTo>
                  <a:pt x="21228" y="2446"/>
                </a:lnTo>
                <a:moveTo>
                  <a:pt x="20964" y="2446"/>
                </a:moveTo>
                <a:lnTo>
                  <a:pt x="20805" y="2446"/>
                </a:lnTo>
                <a:lnTo>
                  <a:pt x="20805" y="2329"/>
                </a:lnTo>
                <a:lnTo>
                  <a:pt x="20964" y="2329"/>
                </a:lnTo>
                <a:lnTo>
                  <a:pt x="20964" y="2446"/>
                </a:lnTo>
                <a:moveTo>
                  <a:pt x="20700" y="2446"/>
                </a:moveTo>
                <a:lnTo>
                  <a:pt x="20541" y="2446"/>
                </a:lnTo>
                <a:lnTo>
                  <a:pt x="20541" y="2329"/>
                </a:lnTo>
                <a:lnTo>
                  <a:pt x="20700" y="2329"/>
                </a:lnTo>
                <a:lnTo>
                  <a:pt x="20700" y="2446"/>
                </a:lnTo>
                <a:moveTo>
                  <a:pt x="20436" y="2446"/>
                </a:moveTo>
                <a:lnTo>
                  <a:pt x="20277" y="2446"/>
                </a:lnTo>
                <a:lnTo>
                  <a:pt x="20277" y="2329"/>
                </a:lnTo>
                <a:lnTo>
                  <a:pt x="20436" y="2329"/>
                </a:lnTo>
                <a:lnTo>
                  <a:pt x="20436" y="2446"/>
                </a:lnTo>
                <a:moveTo>
                  <a:pt x="20172" y="2446"/>
                </a:moveTo>
                <a:lnTo>
                  <a:pt x="20013" y="2446"/>
                </a:lnTo>
                <a:lnTo>
                  <a:pt x="20013" y="2329"/>
                </a:lnTo>
                <a:lnTo>
                  <a:pt x="20172" y="2329"/>
                </a:lnTo>
                <a:lnTo>
                  <a:pt x="20172" y="2446"/>
                </a:lnTo>
                <a:moveTo>
                  <a:pt x="19908" y="2446"/>
                </a:moveTo>
                <a:lnTo>
                  <a:pt x="19749" y="2446"/>
                </a:lnTo>
                <a:lnTo>
                  <a:pt x="19749" y="2329"/>
                </a:lnTo>
                <a:lnTo>
                  <a:pt x="19908" y="2329"/>
                </a:lnTo>
                <a:lnTo>
                  <a:pt x="19908" y="2446"/>
                </a:lnTo>
                <a:moveTo>
                  <a:pt x="19644" y="2446"/>
                </a:moveTo>
                <a:lnTo>
                  <a:pt x="19485" y="2446"/>
                </a:lnTo>
                <a:lnTo>
                  <a:pt x="19485" y="2329"/>
                </a:lnTo>
                <a:lnTo>
                  <a:pt x="19644" y="2329"/>
                </a:lnTo>
                <a:lnTo>
                  <a:pt x="19644" y="2446"/>
                </a:lnTo>
                <a:moveTo>
                  <a:pt x="19380" y="2446"/>
                </a:moveTo>
                <a:lnTo>
                  <a:pt x="19221" y="2446"/>
                </a:lnTo>
                <a:lnTo>
                  <a:pt x="19221" y="2329"/>
                </a:lnTo>
                <a:lnTo>
                  <a:pt x="19380" y="2329"/>
                </a:lnTo>
                <a:lnTo>
                  <a:pt x="19380" y="2446"/>
                </a:lnTo>
                <a:moveTo>
                  <a:pt x="19116" y="2446"/>
                </a:moveTo>
                <a:lnTo>
                  <a:pt x="18957" y="2446"/>
                </a:lnTo>
                <a:lnTo>
                  <a:pt x="18957" y="2329"/>
                </a:lnTo>
                <a:lnTo>
                  <a:pt x="19116" y="2329"/>
                </a:lnTo>
                <a:lnTo>
                  <a:pt x="19116" y="2446"/>
                </a:lnTo>
                <a:moveTo>
                  <a:pt x="18852" y="2446"/>
                </a:moveTo>
                <a:lnTo>
                  <a:pt x="18693" y="2446"/>
                </a:lnTo>
                <a:lnTo>
                  <a:pt x="18693" y="2329"/>
                </a:lnTo>
                <a:lnTo>
                  <a:pt x="18852" y="2329"/>
                </a:lnTo>
                <a:lnTo>
                  <a:pt x="18852" y="2446"/>
                </a:lnTo>
                <a:moveTo>
                  <a:pt x="18588" y="2446"/>
                </a:moveTo>
                <a:lnTo>
                  <a:pt x="18429" y="2446"/>
                </a:lnTo>
                <a:lnTo>
                  <a:pt x="18429" y="2329"/>
                </a:lnTo>
                <a:lnTo>
                  <a:pt x="18588" y="2329"/>
                </a:lnTo>
                <a:lnTo>
                  <a:pt x="18588" y="2446"/>
                </a:lnTo>
                <a:moveTo>
                  <a:pt x="18324" y="2446"/>
                </a:moveTo>
                <a:lnTo>
                  <a:pt x="18165" y="2446"/>
                </a:lnTo>
                <a:lnTo>
                  <a:pt x="18165" y="2329"/>
                </a:lnTo>
                <a:lnTo>
                  <a:pt x="18324" y="2329"/>
                </a:lnTo>
                <a:lnTo>
                  <a:pt x="18324" y="2446"/>
                </a:lnTo>
                <a:moveTo>
                  <a:pt x="18059" y="2446"/>
                </a:moveTo>
                <a:lnTo>
                  <a:pt x="17901" y="2446"/>
                </a:lnTo>
                <a:lnTo>
                  <a:pt x="17901" y="2329"/>
                </a:lnTo>
                <a:lnTo>
                  <a:pt x="18059" y="2329"/>
                </a:lnTo>
                <a:lnTo>
                  <a:pt x="18059" y="2446"/>
                </a:lnTo>
                <a:moveTo>
                  <a:pt x="17795" y="2446"/>
                </a:moveTo>
                <a:lnTo>
                  <a:pt x="17637" y="2446"/>
                </a:lnTo>
                <a:lnTo>
                  <a:pt x="17637" y="2329"/>
                </a:lnTo>
                <a:lnTo>
                  <a:pt x="17795" y="2329"/>
                </a:lnTo>
                <a:lnTo>
                  <a:pt x="17795" y="2446"/>
                </a:lnTo>
                <a:moveTo>
                  <a:pt x="17531" y="2446"/>
                </a:moveTo>
                <a:lnTo>
                  <a:pt x="17373" y="2446"/>
                </a:lnTo>
                <a:lnTo>
                  <a:pt x="17373" y="2329"/>
                </a:lnTo>
                <a:lnTo>
                  <a:pt x="17531" y="2329"/>
                </a:lnTo>
                <a:lnTo>
                  <a:pt x="17531" y="2446"/>
                </a:lnTo>
                <a:moveTo>
                  <a:pt x="17267" y="2446"/>
                </a:moveTo>
                <a:lnTo>
                  <a:pt x="17109" y="2446"/>
                </a:lnTo>
                <a:lnTo>
                  <a:pt x="17109" y="2329"/>
                </a:lnTo>
                <a:lnTo>
                  <a:pt x="17267" y="2329"/>
                </a:lnTo>
                <a:lnTo>
                  <a:pt x="17267" y="2446"/>
                </a:lnTo>
                <a:moveTo>
                  <a:pt x="17003" y="2446"/>
                </a:moveTo>
                <a:lnTo>
                  <a:pt x="16845" y="2446"/>
                </a:lnTo>
                <a:lnTo>
                  <a:pt x="16845" y="2329"/>
                </a:lnTo>
                <a:lnTo>
                  <a:pt x="17003" y="2329"/>
                </a:lnTo>
                <a:lnTo>
                  <a:pt x="17003" y="2446"/>
                </a:lnTo>
                <a:moveTo>
                  <a:pt x="16739" y="2446"/>
                </a:moveTo>
                <a:lnTo>
                  <a:pt x="16580" y="2446"/>
                </a:lnTo>
                <a:lnTo>
                  <a:pt x="16580" y="2329"/>
                </a:lnTo>
                <a:lnTo>
                  <a:pt x="16739" y="2329"/>
                </a:lnTo>
                <a:lnTo>
                  <a:pt x="16739" y="2446"/>
                </a:lnTo>
                <a:moveTo>
                  <a:pt x="16475" y="2446"/>
                </a:moveTo>
                <a:lnTo>
                  <a:pt x="16316" y="2446"/>
                </a:lnTo>
                <a:lnTo>
                  <a:pt x="16316" y="2329"/>
                </a:lnTo>
                <a:lnTo>
                  <a:pt x="16475" y="2329"/>
                </a:lnTo>
                <a:lnTo>
                  <a:pt x="16475" y="2446"/>
                </a:lnTo>
                <a:moveTo>
                  <a:pt x="16211" y="2446"/>
                </a:moveTo>
                <a:lnTo>
                  <a:pt x="16052" y="2446"/>
                </a:lnTo>
                <a:lnTo>
                  <a:pt x="16052" y="2329"/>
                </a:lnTo>
                <a:lnTo>
                  <a:pt x="16211" y="2329"/>
                </a:lnTo>
                <a:lnTo>
                  <a:pt x="16211" y="2446"/>
                </a:lnTo>
                <a:moveTo>
                  <a:pt x="15947" y="2446"/>
                </a:moveTo>
                <a:lnTo>
                  <a:pt x="15788" y="2446"/>
                </a:lnTo>
                <a:lnTo>
                  <a:pt x="15788" y="2329"/>
                </a:lnTo>
                <a:lnTo>
                  <a:pt x="15947" y="2329"/>
                </a:lnTo>
                <a:lnTo>
                  <a:pt x="15947" y="2446"/>
                </a:lnTo>
                <a:moveTo>
                  <a:pt x="15683" y="2446"/>
                </a:moveTo>
                <a:lnTo>
                  <a:pt x="15524" y="2446"/>
                </a:lnTo>
                <a:lnTo>
                  <a:pt x="15524" y="2329"/>
                </a:lnTo>
                <a:lnTo>
                  <a:pt x="15683" y="2329"/>
                </a:lnTo>
                <a:lnTo>
                  <a:pt x="15683" y="2446"/>
                </a:lnTo>
                <a:moveTo>
                  <a:pt x="15419" y="2446"/>
                </a:moveTo>
                <a:lnTo>
                  <a:pt x="15260" y="2446"/>
                </a:lnTo>
                <a:lnTo>
                  <a:pt x="15260" y="2329"/>
                </a:lnTo>
                <a:lnTo>
                  <a:pt x="15419" y="2329"/>
                </a:lnTo>
                <a:lnTo>
                  <a:pt x="15419" y="2446"/>
                </a:lnTo>
                <a:moveTo>
                  <a:pt x="15155" y="2446"/>
                </a:moveTo>
                <a:lnTo>
                  <a:pt x="14996" y="2446"/>
                </a:lnTo>
                <a:lnTo>
                  <a:pt x="14996" y="2329"/>
                </a:lnTo>
                <a:lnTo>
                  <a:pt x="15155" y="2329"/>
                </a:lnTo>
                <a:lnTo>
                  <a:pt x="15155" y="2446"/>
                </a:lnTo>
                <a:moveTo>
                  <a:pt x="14891" y="2446"/>
                </a:moveTo>
                <a:lnTo>
                  <a:pt x="14732" y="2446"/>
                </a:lnTo>
                <a:lnTo>
                  <a:pt x="14732" y="2329"/>
                </a:lnTo>
                <a:lnTo>
                  <a:pt x="14891" y="2329"/>
                </a:lnTo>
                <a:lnTo>
                  <a:pt x="14891" y="2446"/>
                </a:lnTo>
                <a:moveTo>
                  <a:pt x="14627" y="2446"/>
                </a:moveTo>
                <a:lnTo>
                  <a:pt x="14468" y="2446"/>
                </a:lnTo>
                <a:lnTo>
                  <a:pt x="14468" y="2329"/>
                </a:lnTo>
                <a:lnTo>
                  <a:pt x="14627" y="2329"/>
                </a:lnTo>
                <a:lnTo>
                  <a:pt x="14627" y="2446"/>
                </a:lnTo>
                <a:moveTo>
                  <a:pt x="14363" y="2446"/>
                </a:moveTo>
                <a:lnTo>
                  <a:pt x="14204" y="2446"/>
                </a:lnTo>
                <a:lnTo>
                  <a:pt x="14204" y="2329"/>
                </a:lnTo>
                <a:lnTo>
                  <a:pt x="14363" y="2329"/>
                </a:lnTo>
                <a:lnTo>
                  <a:pt x="14363" y="2446"/>
                </a:lnTo>
                <a:moveTo>
                  <a:pt x="14099" y="2446"/>
                </a:moveTo>
                <a:lnTo>
                  <a:pt x="13939" y="2446"/>
                </a:lnTo>
                <a:lnTo>
                  <a:pt x="13939" y="2329"/>
                </a:lnTo>
                <a:lnTo>
                  <a:pt x="14099" y="2329"/>
                </a:lnTo>
                <a:lnTo>
                  <a:pt x="14099" y="2446"/>
                </a:lnTo>
                <a:moveTo>
                  <a:pt x="13834" y="2446"/>
                </a:moveTo>
                <a:lnTo>
                  <a:pt x="13675" y="2446"/>
                </a:lnTo>
                <a:lnTo>
                  <a:pt x="13675" y="2329"/>
                </a:lnTo>
                <a:lnTo>
                  <a:pt x="13834" y="2329"/>
                </a:lnTo>
                <a:lnTo>
                  <a:pt x="13834" y="2446"/>
                </a:lnTo>
                <a:moveTo>
                  <a:pt x="13570" y="2446"/>
                </a:moveTo>
                <a:lnTo>
                  <a:pt x="13411" y="2446"/>
                </a:lnTo>
                <a:lnTo>
                  <a:pt x="13411" y="2329"/>
                </a:lnTo>
                <a:lnTo>
                  <a:pt x="13570" y="2329"/>
                </a:lnTo>
                <a:lnTo>
                  <a:pt x="13570" y="2446"/>
                </a:lnTo>
                <a:moveTo>
                  <a:pt x="13306" y="2446"/>
                </a:moveTo>
                <a:lnTo>
                  <a:pt x="13147" y="2446"/>
                </a:lnTo>
                <a:lnTo>
                  <a:pt x="13147" y="2329"/>
                </a:lnTo>
                <a:lnTo>
                  <a:pt x="13306" y="2329"/>
                </a:lnTo>
                <a:lnTo>
                  <a:pt x="13306" y="2446"/>
                </a:lnTo>
                <a:moveTo>
                  <a:pt x="13041" y="2446"/>
                </a:moveTo>
                <a:lnTo>
                  <a:pt x="12883" y="2446"/>
                </a:lnTo>
                <a:lnTo>
                  <a:pt x="12883" y="2329"/>
                </a:lnTo>
                <a:lnTo>
                  <a:pt x="13041" y="2329"/>
                </a:lnTo>
                <a:lnTo>
                  <a:pt x="13041" y="2446"/>
                </a:lnTo>
                <a:moveTo>
                  <a:pt x="12777" y="2446"/>
                </a:moveTo>
                <a:lnTo>
                  <a:pt x="12619" y="2446"/>
                </a:lnTo>
                <a:lnTo>
                  <a:pt x="12619" y="2329"/>
                </a:lnTo>
                <a:lnTo>
                  <a:pt x="12777" y="2329"/>
                </a:lnTo>
                <a:lnTo>
                  <a:pt x="12777" y="2446"/>
                </a:lnTo>
                <a:moveTo>
                  <a:pt x="12513" y="2446"/>
                </a:moveTo>
                <a:lnTo>
                  <a:pt x="12355" y="2446"/>
                </a:lnTo>
                <a:lnTo>
                  <a:pt x="12355" y="2329"/>
                </a:lnTo>
                <a:lnTo>
                  <a:pt x="12513" y="2329"/>
                </a:lnTo>
                <a:lnTo>
                  <a:pt x="12513" y="2446"/>
                </a:lnTo>
                <a:moveTo>
                  <a:pt x="12249" y="2446"/>
                </a:moveTo>
                <a:lnTo>
                  <a:pt x="12091" y="2446"/>
                </a:lnTo>
                <a:lnTo>
                  <a:pt x="12091" y="2329"/>
                </a:lnTo>
                <a:lnTo>
                  <a:pt x="12249" y="2329"/>
                </a:lnTo>
                <a:lnTo>
                  <a:pt x="12249" y="2446"/>
                </a:lnTo>
                <a:moveTo>
                  <a:pt x="11985" y="2446"/>
                </a:moveTo>
                <a:lnTo>
                  <a:pt x="11826" y="2446"/>
                </a:lnTo>
                <a:lnTo>
                  <a:pt x="11826" y="2329"/>
                </a:lnTo>
                <a:lnTo>
                  <a:pt x="11985" y="2329"/>
                </a:lnTo>
                <a:lnTo>
                  <a:pt x="11985" y="2446"/>
                </a:lnTo>
                <a:moveTo>
                  <a:pt x="11721" y="2446"/>
                </a:moveTo>
                <a:lnTo>
                  <a:pt x="11562" y="2446"/>
                </a:lnTo>
                <a:lnTo>
                  <a:pt x="11562" y="2329"/>
                </a:lnTo>
                <a:lnTo>
                  <a:pt x="11721" y="2329"/>
                </a:lnTo>
                <a:lnTo>
                  <a:pt x="11721" y="2446"/>
                </a:lnTo>
                <a:moveTo>
                  <a:pt x="11457" y="2446"/>
                </a:moveTo>
                <a:lnTo>
                  <a:pt x="11298" y="2446"/>
                </a:lnTo>
                <a:lnTo>
                  <a:pt x="11298" y="2329"/>
                </a:lnTo>
                <a:lnTo>
                  <a:pt x="11457" y="2329"/>
                </a:lnTo>
                <a:lnTo>
                  <a:pt x="11457" y="2446"/>
                </a:lnTo>
                <a:moveTo>
                  <a:pt x="11193" y="2446"/>
                </a:moveTo>
                <a:lnTo>
                  <a:pt x="11034" y="2446"/>
                </a:lnTo>
                <a:lnTo>
                  <a:pt x="11034" y="2329"/>
                </a:lnTo>
                <a:lnTo>
                  <a:pt x="11193" y="2329"/>
                </a:lnTo>
                <a:lnTo>
                  <a:pt x="11193" y="2446"/>
                </a:lnTo>
                <a:moveTo>
                  <a:pt x="10929" y="2446"/>
                </a:moveTo>
                <a:lnTo>
                  <a:pt x="10770" y="2446"/>
                </a:lnTo>
                <a:lnTo>
                  <a:pt x="10770" y="2329"/>
                </a:lnTo>
                <a:lnTo>
                  <a:pt x="10929" y="2329"/>
                </a:lnTo>
                <a:lnTo>
                  <a:pt x="10929" y="2446"/>
                </a:lnTo>
                <a:moveTo>
                  <a:pt x="10665" y="2446"/>
                </a:moveTo>
                <a:lnTo>
                  <a:pt x="10506" y="2446"/>
                </a:lnTo>
                <a:lnTo>
                  <a:pt x="10506" y="2329"/>
                </a:lnTo>
                <a:lnTo>
                  <a:pt x="10665" y="2329"/>
                </a:lnTo>
                <a:lnTo>
                  <a:pt x="10665" y="2446"/>
                </a:lnTo>
                <a:moveTo>
                  <a:pt x="10401" y="2446"/>
                </a:moveTo>
                <a:lnTo>
                  <a:pt x="10242" y="2446"/>
                </a:lnTo>
                <a:lnTo>
                  <a:pt x="10242" y="2329"/>
                </a:lnTo>
                <a:lnTo>
                  <a:pt x="10401" y="2329"/>
                </a:lnTo>
                <a:lnTo>
                  <a:pt x="10401" y="2446"/>
                </a:lnTo>
                <a:moveTo>
                  <a:pt x="10137" y="2446"/>
                </a:moveTo>
                <a:lnTo>
                  <a:pt x="9978" y="2446"/>
                </a:lnTo>
                <a:lnTo>
                  <a:pt x="9978" y="2329"/>
                </a:lnTo>
                <a:lnTo>
                  <a:pt x="10137" y="2329"/>
                </a:lnTo>
                <a:lnTo>
                  <a:pt x="10137" y="2446"/>
                </a:lnTo>
                <a:moveTo>
                  <a:pt x="9873" y="2446"/>
                </a:moveTo>
                <a:lnTo>
                  <a:pt x="9714" y="2446"/>
                </a:lnTo>
                <a:lnTo>
                  <a:pt x="9714" y="2329"/>
                </a:lnTo>
                <a:lnTo>
                  <a:pt x="9873" y="2329"/>
                </a:lnTo>
                <a:lnTo>
                  <a:pt x="9873" y="2446"/>
                </a:lnTo>
                <a:moveTo>
                  <a:pt x="9609" y="2446"/>
                </a:moveTo>
                <a:lnTo>
                  <a:pt x="9450" y="2446"/>
                </a:lnTo>
                <a:lnTo>
                  <a:pt x="9450" y="2329"/>
                </a:lnTo>
                <a:lnTo>
                  <a:pt x="9609" y="2329"/>
                </a:lnTo>
                <a:lnTo>
                  <a:pt x="9609" y="2446"/>
                </a:lnTo>
                <a:moveTo>
                  <a:pt x="9345" y="2446"/>
                </a:moveTo>
                <a:lnTo>
                  <a:pt x="9186" y="2446"/>
                </a:lnTo>
                <a:lnTo>
                  <a:pt x="9186" y="2329"/>
                </a:lnTo>
                <a:lnTo>
                  <a:pt x="9345" y="2329"/>
                </a:lnTo>
                <a:lnTo>
                  <a:pt x="9345" y="2446"/>
                </a:lnTo>
                <a:moveTo>
                  <a:pt x="9081" y="2446"/>
                </a:moveTo>
                <a:lnTo>
                  <a:pt x="8922" y="2446"/>
                </a:lnTo>
                <a:lnTo>
                  <a:pt x="8922" y="2329"/>
                </a:lnTo>
                <a:lnTo>
                  <a:pt x="9081" y="2329"/>
                </a:lnTo>
                <a:lnTo>
                  <a:pt x="9081" y="2446"/>
                </a:lnTo>
                <a:moveTo>
                  <a:pt x="8817" y="2446"/>
                </a:moveTo>
                <a:lnTo>
                  <a:pt x="8658" y="2446"/>
                </a:lnTo>
                <a:lnTo>
                  <a:pt x="8658" y="2329"/>
                </a:lnTo>
                <a:lnTo>
                  <a:pt x="8817" y="2329"/>
                </a:lnTo>
                <a:lnTo>
                  <a:pt x="8817" y="2446"/>
                </a:lnTo>
                <a:moveTo>
                  <a:pt x="8553" y="2446"/>
                </a:moveTo>
                <a:lnTo>
                  <a:pt x="8394" y="2446"/>
                </a:lnTo>
                <a:lnTo>
                  <a:pt x="8394" y="2329"/>
                </a:lnTo>
                <a:lnTo>
                  <a:pt x="8553" y="2329"/>
                </a:lnTo>
                <a:lnTo>
                  <a:pt x="8553" y="2446"/>
                </a:lnTo>
                <a:moveTo>
                  <a:pt x="8288" y="2446"/>
                </a:moveTo>
                <a:lnTo>
                  <a:pt x="8130" y="2446"/>
                </a:lnTo>
                <a:lnTo>
                  <a:pt x="8130" y="2329"/>
                </a:lnTo>
                <a:lnTo>
                  <a:pt x="8288" y="2329"/>
                </a:lnTo>
                <a:lnTo>
                  <a:pt x="8288" y="2446"/>
                </a:lnTo>
                <a:moveTo>
                  <a:pt x="8024" y="2446"/>
                </a:moveTo>
                <a:lnTo>
                  <a:pt x="7866" y="2446"/>
                </a:lnTo>
                <a:lnTo>
                  <a:pt x="7866" y="2329"/>
                </a:lnTo>
                <a:lnTo>
                  <a:pt x="8024" y="2329"/>
                </a:lnTo>
                <a:lnTo>
                  <a:pt x="8024" y="2446"/>
                </a:lnTo>
                <a:moveTo>
                  <a:pt x="7760" y="2446"/>
                </a:moveTo>
                <a:lnTo>
                  <a:pt x="7602" y="2446"/>
                </a:lnTo>
                <a:lnTo>
                  <a:pt x="7602" y="2329"/>
                </a:lnTo>
                <a:lnTo>
                  <a:pt x="7760" y="2329"/>
                </a:lnTo>
                <a:lnTo>
                  <a:pt x="7760" y="2446"/>
                </a:lnTo>
                <a:moveTo>
                  <a:pt x="7496" y="2446"/>
                </a:moveTo>
                <a:lnTo>
                  <a:pt x="7338" y="2446"/>
                </a:lnTo>
                <a:lnTo>
                  <a:pt x="7338" y="2329"/>
                </a:lnTo>
                <a:lnTo>
                  <a:pt x="7496" y="2329"/>
                </a:lnTo>
                <a:lnTo>
                  <a:pt x="7496" y="2446"/>
                </a:lnTo>
                <a:moveTo>
                  <a:pt x="7232" y="2446"/>
                </a:moveTo>
                <a:lnTo>
                  <a:pt x="7074" y="2446"/>
                </a:lnTo>
                <a:lnTo>
                  <a:pt x="7074" y="2329"/>
                </a:lnTo>
                <a:lnTo>
                  <a:pt x="7232" y="2329"/>
                </a:lnTo>
                <a:lnTo>
                  <a:pt x="7232" y="2446"/>
                </a:lnTo>
                <a:moveTo>
                  <a:pt x="6968" y="2446"/>
                </a:moveTo>
                <a:lnTo>
                  <a:pt x="6809" y="2446"/>
                </a:lnTo>
                <a:lnTo>
                  <a:pt x="6809" y="2329"/>
                </a:lnTo>
                <a:lnTo>
                  <a:pt x="6968" y="2329"/>
                </a:lnTo>
                <a:lnTo>
                  <a:pt x="6968" y="2446"/>
                </a:lnTo>
                <a:moveTo>
                  <a:pt x="6704" y="2446"/>
                </a:moveTo>
                <a:lnTo>
                  <a:pt x="6545" y="2446"/>
                </a:lnTo>
                <a:lnTo>
                  <a:pt x="6545" y="2329"/>
                </a:lnTo>
                <a:lnTo>
                  <a:pt x="6704" y="2329"/>
                </a:lnTo>
                <a:lnTo>
                  <a:pt x="6704" y="2446"/>
                </a:lnTo>
                <a:moveTo>
                  <a:pt x="6440" y="2446"/>
                </a:moveTo>
                <a:lnTo>
                  <a:pt x="6281" y="2446"/>
                </a:lnTo>
                <a:lnTo>
                  <a:pt x="6281" y="2329"/>
                </a:lnTo>
                <a:lnTo>
                  <a:pt x="6440" y="2329"/>
                </a:lnTo>
                <a:lnTo>
                  <a:pt x="6440" y="2446"/>
                </a:lnTo>
                <a:moveTo>
                  <a:pt x="6176" y="2446"/>
                </a:moveTo>
                <a:lnTo>
                  <a:pt x="6017" y="2446"/>
                </a:lnTo>
                <a:lnTo>
                  <a:pt x="6017" y="2329"/>
                </a:lnTo>
                <a:lnTo>
                  <a:pt x="6176" y="2329"/>
                </a:lnTo>
                <a:lnTo>
                  <a:pt x="6176" y="2446"/>
                </a:lnTo>
                <a:moveTo>
                  <a:pt x="5912" y="2446"/>
                </a:moveTo>
                <a:lnTo>
                  <a:pt x="5753" y="2446"/>
                </a:lnTo>
                <a:lnTo>
                  <a:pt x="5753" y="2329"/>
                </a:lnTo>
                <a:lnTo>
                  <a:pt x="5912" y="2329"/>
                </a:lnTo>
                <a:lnTo>
                  <a:pt x="5912" y="2446"/>
                </a:lnTo>
                <a:moveTo>
                  <a:pt x="5648" y="2446"/>
                </a:moveTo>
                <a:lnTo>
                  <a:pt x="5489" y="2446"/>
                </a:lnTo>
                <a:lnTo>
                  <a:pt x="5489" y="2329"/>
                </a:lnTo>
                <a:lnTo>
                  <a:pt x="5648" y="2329"/>
                </a:lnTo>
                <a:lnTo>
                  <a:pt x="5648" y="2446"/>
                </a:lnTo>
                <a:moveTo>
                  <a:pt x="5384" y="2446"/>
                </a:moveTo>
                <a:lnTo>
                  <a:pt x="5225" y="2446"/>
                </a:lnTo>
                <a:lnTo>
                  <a:pt x="5225" y="2329"/>
                </a:lnTo>
                <a:lnTo>
                  <a:pt x="5384" y="2329"/>
                </a:lnTo>
                <a:lnTo>
                  <a:pt x="5384" y="2446"/>
                </a:lnTo>
                <a:moveTo>
                  <a:pt x="5120" y="2446"/>
                </a:moveTo>
                <a:lnTo>
                  <a:pt x="4961" y="2446"/>
                </a:lnTo>
                <a:lnTo>
                  <a:pt x="4961" y="2329"/>
                </a:lnTo>
                <a:lnTo>
                  <a:pt x="5120" y="2329"/>
                </a:lnTo>
                <a:lnTo>
                  <a:pt x="5120" y="2446"/>
                </a:lnTo>
                <a:moveTo>
                  <a:pt x="4856" y="2446"/>
                </a:moveTo>
                <a:lnTo>
                  <a:pt x="4697" y="2446"/>
                </a:lnTo>
                <a:lnTo>
                  <a:pt x="4697" y="2329"/>
                </a:lnTo>
                <a:lnTo>
                  <a:pt x="4856" y="2329"/>
                </a:lnTo>
                <a:lnTo>
                  <a:pt x="4856" y="2446"/>
                </a:lnTo>
                <a:moveTo>
                  <a:pt x="4592" y="2446"/>
                </a:moveTo>
                <a:lnTo>
                  <a:pt x="4433" y="2446"/>
                </a:lnTo>
                <a:lnTo>
                  <a:pt x="4433" y="2329"/>
                </a:lnTo>
                <a:lnTo>
                  <a:pt x="4592" y="2329"/>
                </a:lnTo>
                <a:lnTo>
                  <a:pt x="4592" y="2446"/>
                </a:lnTo>
                <a:moveTo>
                  <a:pt x="4328" y="2446"/>
                </a:moveTo>
                <a:lnTo>
                  <a:pt x="4169" y="2446"/>
                </a:lnTo>
                <a:lnTo>
                  <a:pt x="4169" y="2329"/>
                </a:lnTo>
                <a:lnTo>
                  <a:pt x="4328" y="2329"/>
                </a:lnTo>
                <a:lnTo>
                  <a:pt x="4328" y="2446"/>
                </a:lnTo>
                <a:moveTo>
                  <a:pt x="4064" y="2446"/>
                </a:moveTo>
                <a:lnTo>
                  <a:pt x="3905" y="2446"/>
                </a:lnTo>
                <a:lnTo>
                  <a:pt x="3905" y="2329"/>
                </a:lnTo>
                <a:lnTo>
                  <a:pt x="4064" y="2329"/>
                </a:lnTo>
                <a:lnTo>
                  <a:pt x="4064" y="2446"/>
                </a:lnTo>
                <a:moveTo>
                  <a:pt x="3800" y="2446"/>
                </a:moveTo>
                <a:lnTo>
                  <a:pt x="3641" y="2446"/>
                </a:lnTo>
                <a:lnTo>
                  <a:pt x="3641" y="2329"/>
                </a:lnTo>
                <a:lnTo>
                  <a:pt x="3800" y="2329"/>
                </a:lnTo>
                <a:lnTo>
                  <a:pt x="3800" y="2446"/>
                </a:lnTo>
                <a:moveTo>
                  <a:pt x="3536" y="2446"/>
                </a:moveTo>
                <a:lnTo>
                  <a:pt x="3377" y="2446"/>
                </a:lnTo>
                <a:lnTo>
                  <a:pt x="3377" y="2329"/>
                </a:lnTo>
                <a:lnTo>
                  <a:pt x="3536" y="2329"/>
                </a:lnTo>
                <a:lnTo>
                  <a:pt x="3536" y="2446"/>
                </a:lnTo>
                <a:moveTo>
                  <a:pt x="3271" y="2446"/>
                </a:moveTo>
                <a:lnTo>
                  <a:pt x="3113" y="2446"/>
                </a:lnTo>
                <a:lnTo>
                  <a:pt x="3113" y="2329"/>
                </a:lnTo>
                <a:lnTo>
                  <a:pt x="3271" y="2329"/>
                </a:lnTo>
                <a:lnTo>
                  <a:pt x="3271" y="2446"/>
                </a:lnTo>
                <a:moveTo>
                  <a:pt x="3007" y="2446"/>
                </a:moveTo>
                <a:lnTo>
                  <a:pt x="2849" y="2446"/>
                </a:lnTo>
                <a:lnTo>
                  <a:pt x="2849" y="2329"/>
                </a:lnTo>
                <a:lnTo>
                  <a:pt x="3007" y="2329"/>
                </a:lnTo>
                <a:lnTo>
                  <a:pt x="3007" y="2446"/>
                </a:lnTo>
                <a:moveTo>
                  <a:pt x="2743" y="2446"/>
                </a:moveTo>
                <a:lnTo>
                  <a:pt x="2585" y="2446"/>
                </a:lnTo>
                <a:lnTo>
                  <a:pt x="2585" y="2329"/>
                </a:lnTo>
                <a:lnTo>
                  <a:pt x="2743" y="2329"/>
                </a:lnTo>
                <a:lnTo>
                  <a:pt x="2743" y="2446"/>
                </a:lnTo>
                <a:moveTo>
                  <a:pt x="2479" y="2446"/>
                </a:moveTo>
                <a:lnTo>
                  <a:pt x="2321" y="2446"/>
                </a:lnTo>
                <a:lnTo>
                  <a:pt x="2321" y="2329"/>
                </a:lnTo>
                <a:lnTo>
                  <a:pt x="2479" y="2329"/>
                </a:lnTo>
                <a:lnTo>
                  <a:pt x="2479" y="2446"/>
                </a:lnTo>
                <a:moveTo>
                  <a:pt x="2215" y="2446"/>
                </a:moveTo>
                <a:lnTo>
                  <a:pt x="2056" y="2446"/>
                </a:lnTo>
                <a:lnTo>
                  <a:pt x="2056" y="2329"/>
                </a:lnTo>
                <a:lnTo>
                  <a:pt x="2215" y="2329"/>
                </a:lnTo>
                <a:lnTo>
                  <a:pt x="2215" y="2446"/>
                </a:lnTo>
                <a:moveTo>
                  <a:pt x="1951" y="2446"/>
                </a:moveTo>
                <a:lnTo>
                  <a:pt x="1792" y="2446"/>
                </a:lnTo>
                <a:lnTo>
                  <a:pt x="1792" y="2329"/>
                </a:lnTo>
                <a:lnTo>
                  <a:pt x="1951" y="2329"/>
                </a:lnTo>
                <a:lnTo>
                  <a:pt x="1951" y="2446"/>
                </a:lnTo>
                <a:moveTo>
                  <a:pt x="1687" y="2446"/>
                </a:moveTo>
                <a:lnTo>
                  <a:pt x="1528" y="2446"/>
                </a:lnTo>
                <a:lnTo>
                  <a:pt x="1528" y="2329"/>
                </a:lnTo>
                <a:lnTo>
                  <a:pt x="1687" y="2329"/>
                </a:lnTo>
                <a:lnTo>
                  <a:pt x="1687" y="2446"/>
                </a:lnTo>
                <a:moveTo>
                  <a:pt x="1423" y="2446"/>
                </a:moveTo>
                <a:lnTo>
                  <a:pt x="1264" y="2446"/>
                </a:lnTo>
                <a:lnTo>
                  <a:pt x="1264" y="2329"/>
                </a:lnTo>
                <a:lnTo>
                  <a:pt x="1423" y="2329"/>
                </a:lnTo>
                <a:lnTo>
                  <a:pt x="1423" y="2446"/>
                </a:lnTo>
                <a:moveTo>
                  <a:pt x="1159" y="2446"/>
                </a:moveTo>
                <a:lnTo>
                  <a:pt x="1000" y="2446"/>
                </a:lnTo>
                <a:lnTo>
                  <a:pt x="1000" y="2329"/>
                </a:lnTo>
                <a:lnTo>
                  <a:pt x="1159" y="2329"/>
                </a:lnTo>
                <a:lnTo>
                  <a:pt x="1159" y="2446"/>
                </a:lnTo>
                <a:moveTo>
                  <a:pt x="895" y="2446"/>
                </a:moveTo>
                <a:lnTo>
                  <a:pt x="736" y="2446"/>
                </a:lnTo>
                <a:lnTo>
                  <a:pt x="736" y="2329"/>
                </a:lnTo>
                <a:lnTo>
                  <a:pt x="895" y="2329"/>
                </a:lnTo>
                <a:lnTo>
                  <a:pt x="895" y="2446"/>
                </a:lnTo>
                <a:moveTo>
                  <a:pt x="631" y="2446"/>
                </a:moveTo>
                <a:lnTo>
                  <a:pt x="472" y="2446"/>
                </a:lnTo>
                <a:lnTo>
                  <a:pt x="472" y="2329"/>
                </a:lnTo>
                <a:lnTo>
                  <a:pt x="631" y="2329"/>
                </a:lnTo>
                <a:lnTo>
                  <a:pt x="631" y="2446"/>
                </a:lnTo>
                <a:moveTo>
                  <a:pt x="367" y="2446"/>
                </a:moveTo>
                <a:lnTo>
                  <a:pt x="244" y="2446"/>
                </a:lnTo>
                <a:cubicBezTo>
                  <a:pt x="228" y="2446"/>
                  <a:pt x="213" y="2444"/>
                  <a:pt x="198" y="2441"/>
                </a:cubicBezTo>
                <a:lnTo>
                  <a:pt x="220" y="2327"/>
                </a:lnTo>
                <a:cubicBezTo>
                  <a:pt x="228" y="2328"/>
                  <a:pt x="236" y="2329"/>
                  <a:pt x="244" y="2329"/>
                </a:cubicBezTo>
                <a:lnTo>
                  <a:pt x="367" y="2329"/>
                </a:lnTo>
                <a:lnTo>
                  <a:pt x="367" y="2446"/>
                </a:lnTo>
                <a:moveTo>
                  <a:pt x="75" y="2378"/>
                </a:moveTo>
                <a:cubicBezTo>
                  <a:pt x="25" y="2330"/>
                  <a:pt x="0" y="2271"/>
                  <a:pt x="0" y="2202"/>
                </a:cubicBezTo>
                <a:lnTo>
                  <a:pt x="0" y="2191"/>
                </a:lnTo>
                <a:lnTo>
                  <a:pt x="117" y="2191"/>
                </a:lnTo>
                <a:lnTo>
                  <a:pt x="117" y="2202"/>
                </a:lnTo>
                <a:cubicBezTo>
                  <a:pt x="117" y="2238"/>
                  <a:pt x="130" y="2269"/>
                  <a:pt x="156" y="2294"/>
                </a:cubicBezTo>
                <a:lnTo>
                  <a:pt x="75" y="2378"/>
                </a:lnTo>
                <a:moveTo>
                  <a:pt x="0" y="2086"/>
                </a:moveTo>
                <a:lnTo>
                  <a:pt x="0" y="1927"/>
                </a:lnTo>
                <a:lnTo>
                  <a:pt x="117" y="1927"/>
                </a:lnTo>
                <a:lnTo>
                  <a:pt x="117" y="2086"/>
                </a:lnTo>
                <a:lnTo>
                  <a:pt x="0" y="2086"/>
                </a:lnTo>
                <a:moveTo>
                  <a:pt x="0" y="1822"/>
                </a:moveTo>
                <a:lnTo>
                  <a:pt x="0" y="1663"/>
                </a:lnTo>
                <a:lnTo>
                  <a:pt x="117" y="1663"/>
                </a:lnTo>
                <a:lnTo>
                  <a:pt x="117" y="1822"/>
                </a:lnTo>
                <a:lnTo>
                  <a:pt x="0" y="1822"/>
                </a:lnTo>
                <a:moveTo>
                  <a:pt x="0" y="1558"/>
                </a:moveTo>
                <a:lnTo>
                  <a:pt x="0" y="1399"/>
                </a:lnTo>
                <a:lnTo>
                  <a:pt x="117" y="1399"/>
                </a:lnTo>
                <a:lnTo>
                  <a:pt x="117" y="1558"/>
                </a:lnTo>
                <a:lnTo>
                  <a:pt x="0" y="1558"/>
                </a:lnTo>
                <a:moveTo>
                  <a:pt x="0" y="1294"/>
                </a:moveTo>
                <a:lnTo>
                  <a:pt x="0" y="1135"/>
                </a:lnTo>
                <a:lnTo>
                  <a:pt x="117" y="1135"/>
                </a:lnTo>
                <a:lnTo>
                  <a:pt x="117" y="1294"/>
                </a:lnTo>
                <a:lnTo>
                  <a:pt x="0" y="1294"/>
                </a:lnTo>
                <a:moveTo>
                  <a:pt x="0" y="1030"/>
                </a:moveTo>
                <a:lnTo>
                  <a:pt x="0" y="871"/>
                </a:lnTo>
                <a:lnTo>
                  <a:pt x="117" y="871"/>
                </a:lnTo>
                <a:lnTo>
                  <a:pt x="117" y="1030"/>
                </a:lnTo>
                <a:lnTo>
                  <a:pt x="0" y="1030"/>
                </a:lnTo>
                <a:moveTo>
                  <a:pt x="0" y="766"/>
                </a:moveTo>
                <a:lnTo>
                  <a:pt x="0" y="607"/>
                </a:lnTo>
                <a:lnTo>
                  <a:pt x="117" y="607"/>
                </a:lnTo>
                <a:lnTo>
                  <a:pt x="117" y="766"/>
                </a:lnTo>
                <a:lnTo>
                  <a:pt x="0" y="766"/>
                </a:lnTo>
                <a:moveTo>
                  <a:pt x="0" y="501"/>
                </a:moveTo>
                <a:lnTo>
                  <a:pt x="0" y="342"/>
                </a:lnTo>
                <a:lnTo>
                  <a:pt x="117" y="342"/>
                </a:lnTo>
                <a:lnTo>
                  <a:pt x="117" y="501"/>
                </a:lnTo>
                <a:lnTo>
                  <a:pt x="0" y="501"/>
                </a:lnTo>
                <a:moveTo>
                  <a:pt x="1" y="235"/>
                </a:moveTo>
                <a:cubicBezTo>
                  <a:pt x="3" y="160"/>
                  <a:pt x="34" y="99"/>
                  <a:pt x="92" y="53"/>
                </a:cubicBezTo>
                <a:lnTo>
                  <a:pt x="165" y="144"/>
                </a:lnTo>
                <a:cubicBezTo>
                  <a:pt x="134" y="168"/>
                  <a:pt x="118" y="200"/>
                  <a:pt x="117" y="239"/>
                </a:cubicBezTo>
                <a:lnTo>
                  <a:pt x="1" y="235"/>
                </a:lnTo>
                <a:moveTo>
                  <a:pt x="220" y="1"/>
                </a:moveTo>
                <a:cubicBezTo>
                  <a:pt x="228" y="0"/>
                  <a:pt x="236" y="0"/>
                  <a:pt x="244" y="0"/>
                </a:cubicBezTo>
                <a:lnTo>
                  <a:pt x="403" y="0"/>
                </a:lnTo>
                <a:lnTo>
                  <a:pt x="403" y="116"/>
                </a:lnTo>
                <a:lnTo>
                  <a:pt x="244" y="116"/>
                </a:lnTo>
                <a:cubicBezTo>
                  <a:pt x="240" y="116"/>
                  <a:pt x="236" y="116"/>
                  <a:pt x="232" y="117"/>
                </a:cubicBezTo>
                <a:lnTo>
                  <a:pt x="220" y="1"/>
                </a:lnTo>
                <a:close/>
              </a:path>
            </a:pathLst>
          </a:custGeom>
          <a:solidFill>
            <a:srgbClr val="8db7d2"/>
          </a:solidFill>
          <a:ln w="0">
            <a:noFill/>
          </a:ln>
        </p:spPr>
        <p:txBody>
          <a:bodyPr lIns="0" rIns="0" tIns="0" bIns="0" anchor="t">
            <a:noAutofit/>
          </a:bodyPr>
          <a:p>
            <a:endParaRPr b="0" lang="en-US" sz="2400" spc="-1" strike="noStrike">
              <a:solidFill>
                <a:srgbClr val="000000"/>
              </a:solidFill>
              <a:latin typeface="Times New Roman"/>
            </a:endParaRPr>
          </a:p>
        </p:txBody>
      </p:sp>
      <p:sp>
        <p:nvSpPr>
          <p:cNvPr id="254" name=""/>
          <p:cNvSpPr txBox="1"/>
          <p:nvPr/>
        </p:nvSpPr>
        <p:spPr>
          <a:xfrm>
            <a:off x="8254800" y="2895480"/>
            <a:ext cx="137988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くできる。</a:t>
            </a:r>
            <a:endParaRPr b="0" lang="en-US" sz="2170" spc="-1" strike="noStrike">
              <a:solidFill>
                <a:srgbClr val="000000"/>
              </a:solidFill>
              <a:latin typeface="Times New Roman"/>
            </a:endParaRPr>
          </a:p>
        </p:txBody>
      </p:sp>
      <p:sp>
        <p:nvSpPr>
          <p:cNvPr id="255" name=""/>
          <p:cNvSpPr txBox="1"/>
          <p:nvPr/>
        </p:nvSpPr>
        <p:spPr>
          <a:xfrm>
            <a:off x="1419840" y="4020120"/>
            <a:ext cx="8736480" cy="387360"/>
          </a:xfrm>
          <a:prstGeom prst="rect">
            <a:avLst/>
          </a:prstGeom>
          <a:noFill/>
          <a:ln w="0">
            <a:noFill/>
          </a:ln>
        </p:spPr>
        <p:txBody>
          <a:bodyPr wrap="none" lIns="0" rIns="0" tIns="0" bIns="0" anchor="t">
            <a:noAutofit/>
          </a:bodyPr>
          <a:p>
            <a:r>
              <a:rPr b="0" lang="en-US" sz="2100" spc="-1" strike="noStrike">
                <a:solidFill>
                  <a:srgbClr val="0b4b78"/>
                </a:solidFill>
                <a:latin typeface="NotoSansJP"/>
                <a:ea typeface="NotoSansJP"/>
              </a:rPr>
              <a:t>[</a:t>
            </a:r>
            <a:r>
              <a:rPr b="0" lang="zh-CN" sz="2100" spc="-1" strike="noStrike">
                <a:solidFill>
                  <a:srgbClr val="0b4b78"/>
                </a:solidFill>
                <a:latin typeface="NotoSansJP"/>
                <a:ea typeface="NotoSansJP"/>
              </a:rPr>
              <a:t>ここに論文</a:t>
            </a:r>
            <a:r>
              <a:rPr b="0" lang="en-US" sz="2100" spc="-1" strike="noStrike">
                <a:solidFill>
                  <a:srgbClr val="0b4b78"/>
                </a:solidFill>
                <a:latin typeface="NotoSansJP"/>
                <a:ea typeface="NotoSansJP"/>
              </a:rPr>
              <a:t>Fig. 3: Activations from the first convolutional layer </a:t>
            </a:r>
            <a:r>
              <a:rPr b="0" lang="zh-CN" sz="2100" spc="-1" strike="noStrike">
                <a:solidFill>
                  <a:srgbClr val="0b4b78"/>
                </a:solidFill>
                <a:latin typeface="NotoSansJP"/>
                <a:ea typeface="NotoSansJP"/>
              </a:rPr>
              <a:t>を入れる</a:t>
            </a:r>
            <a:r>
              <a:rPr b="0" lang="en-US" sz="2100" spc="-1" strike="noStrike">
                <a:solidFill>
                  <a:srgbClr val="0b4b78"/>
                </a:solidFill>
                <a:latin typeface="NotoSansJP"/>
                <a:ea typeface="NotoSansJP"/>
              </a:rPr>
              <a:t>]</a:t>
            </a:r>
            <a:endParaRPr b="0" lang="en-US" sz="2100" spc="-1" strike="noStrike">
              <a:solidFill>
                <a:srgbClr val="000000"/>
              </a:solidFill>
              <a:latin typeface="Times New Roman"/>
            </a:endParaRPr>
          </a:p>
        </p:txBody>
      </p:sp>
      <p:sp>
        <p:nvSpPr>
          <p:cNvPr id="256" name=""/>
          <p:cNvSpPr/>
          <p:nvPr/>
        </p:nvSpPr>
        <p:spPr>
          <a:xfrm>
            <a:off x="533160" y="561960"/>
            <a:ext cx="267120" cy="57240"/>
          </a:xfrm>
          <a:custGeom>
            <a:avLst/>
            <a:gdLst/>
            <a:ahLst/>
            <a:rect l="0" t="0" r="r" b="b"/>
            <a:pathLst>
              <a:path w="742" h="159">
                <a:moveTo>
                  <a:pt x="0" y="106"/>
                </a:moveTo>
                <a:lnTo>
                  <a:pt x="0" y="52"/>
                </a:lnTo>
                <a:cubicBezTo>
                  <a:pt x="0" y="45"/>
                  <a:pt x="2" y="39"/>
                  <a:pt x="4" y="32"/>
                </a:cubicBezTo>
                <a:cubicBezTo>
                  <a:pt x="7" y="26"/>
                  <a:pt x="11" y="20"/>
                  <a:pt x="16" y="15"/>
                </a:cubicBezTo>
                <a:cubicBezTo>
                  <a:pt x="21" y="10"/>
                  <a:pt x="26" y="6"/>
                  <a:pt x="33" y="4"/>
                </a:cubicBezTo>
                <a:cubicBezTo>
                  <a:pt x="39" y="1"/>
                  <a:pt x="46" y="0"/>
                  <a:pt x="53" y="0"/>
                </a:cubicBezTo>
                <a:lnTo>
                  <a:pt x="689" y="0"/>
                </a:lnTo>
                <a:cubicBezTo>
                  <a:pt x="696" y="0"/>
                  <a:pt x="703" y="1"/>
                  <a:pt x="709" y="4"/>
                </a:cubicBezTo>
                <a:cubicBezTo>
                  <a:pt x="716" y="6"/>
                  <a:pt x="722" y="10"/>
                  <a:pt x="727" y="15"/>
                </a:cubicBezTo>
                <a:cubicBezTo>
                  <a:pt x="731" y="20"/>
                  <a:pt x="735" y="26"/>
                  <a:pt x="738" y="32"/>
                </a:cubicBezTo>
                <a:cubicBezTo>
                  <a:pt x="741" y="39"/>
                  <a:pt x="742" y="45"/>
                  <a:pt x="742" y="52"/>
                </a:cubicBezTo>
                <a:lnTo>
                  <a:pt x="742" y="106"/>
                </a:lnTo>
                <a:cubicBezTo>
                  <a:pt x="742" y="113"/>
                  <a:pt x="741" y="120"/>
                  <a:pt x="738" y="127"/>
                </a:cubicBezTo>
                <a:cubicBezTo>
                  <a:pt x="735" y="133"/>
                  <a:pt x="731" y="139"/>
                  <a:pt x="727" y="144"/>
                </a:cubicBezTo>
                <a:cubicBezTo>
                  <a:pt x="722" y="149"/>
                  <a:pt x="716" y="153"/>
                  <a:pt x="709" y="155"/>
                </a:cubicBezTo>
                <a:cubicBezTo>
                  <a:pt x="703" y="158"/>
                  <a:pt x="696" y="159"/>
                  <a:pt x="689" y="159"/>
                </a:cubicBezTo>
                <a:lnTo>
                  <a:pt x="53" y="159"/>
                </a:lnTo>
                <a:cubicBezTo>
                  <a:pt x="46" y="159"/>
                  <a:pt x="39" y="158"/>
                  <a:pt x="33" y="155"/>
                </a:cubicBezTo>
                <a:cubicBezTo>
                  <a:pt x="26" y="153"/>
                  <a:pt x="21" y="149"/>
                  <a:pt x="16" y="144"/>
                </a:cubicBezTo>
                <a:cubicBezTo>
                  <a:pt x="11" y="139"/>
                  <a:pt x="7" y="133"/>
                  <a:pt x="4" y="127"/>
                </a:cubicBezTo>
                <a:cubicBezTo>
                  <a:pt x="2" y="120"/>
                  <a:pt x="0" y="113"/>
                  <a:pt x="0" y="106"/>
                </a:cubicBez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257" name=""/>
          <p:cNvSpPr txBox="1"/>
          <p:nvPr/>
        </p:nvSpPr>
        <p:spPr>
          <a:xfrm>
            <a:off x="914400" y="392400"/>
            <a:ext cx="497520" cy="360000"/>
          </a:xfrm>
          <a:prstGeom prst="rect">
            <a:avLst/>
          </a:prstGeom>
          <a:noFill/>
          <a:ln w="0">
            <a:noFill/>
          </a:ln>
        </p:spPr>
        <p:txBody>
          <a:bodyPr wrap="none" lIns="0" rIns="0" tIns="0" bIns="0" anchor="t">
            <a:noAutofit/>
          </a:bodyPr>
          <a:p>
            <a:r>
              <a:rPr b="0" lang="zh-CN" sz="1950" spc="-1" strike="noStrike">
                <a:solidFill>
                  <a:srgbClr val="111111"/>
                </a:solidFill>
                <a:latin typeface="NotoSansJP"/>
                <a:ea typeface="NotoSansJP"/>
              </a:rPr>
              <a:t>結果</a:t>
            </a:r>
            <a:endParaRPr b="0" lang="en-US" sz="1950" spc="-1" strike="noStrike">
              <a:solidFill>
                <a:srgbClr val="000000"/>
              </a:solidFill>
              <a:latin typeface="Times New Roman"/>
            </a:endParaRPr>
          </a:p>
        </p:txBody>
      </p:sp>
      <p:sp>
        <p:nvSpPr>
          <p:cNvPr id="258" name=""/>
          <p:cNvSpPr txBox="1"/>
          <p:nvPr/>
        </p:nvSpPr>
        <p:spPr>
          <a:xfrm>
            <a:off x="11946600" y="6436800"/>
            <a:ext cx="304560" cy="416520"/>
          </a:xfrm>
          <a:prstGeom prst="rect">
            <a:avLst/>
          </a:prstGeom>
          <a:noFill/>
          <a:ln w="0">
            <a:noFill/>
          </a:ln>
        </p:spPr>
        <p:txBody>
          <a:bodyPr wrap="none" lIns="0" rIns="0" tIns="0" bIns="0" anchor="t">
            <a:noAutofit/>
          </a:bodyPr>
          <a:p>
            <a:r>
              <a:rPr b="0" lang="en-US" sz="2400" spc="-1" strike="noStrike">
                <a:solidFill>
                  <a:srgbClr val="111111"/>
                </a:solidFill>
                <a:latin typeface="NotoSansJP"/>
                <a:ea typeface="NotoSansJP"/>
              </a:rPr>
              <a:t>9</a:t>
            </a:r>
            <a:endParaRPr b="0" lang="en-US" sz="24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26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26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c9c9c9"/>
          </a:solidFill>
          <a:ln w="0">
            <a:noFill/>
          </a:ln>
        </p:spPr>
        <p:txBody>
          <a:bodyPr lIns="0" rIns="0" tIns="0" bIns="0" anchor="t">
            <a:noAutofit/>
          </a:bodyPr>
          <a:p>
            <a:endParaRPr b="0" lang="en-US" sz="2400" spc="-1" strike="noStrike">
              <a:solidFill>
                <a:srgbClr val="000000"/>
              </a:solidFill>
              <a:latin typeface="Times New Roman"/>
            </a:endParaRPr>
          </a:p>
        </p:txBody>
      </p:sp>
      <p:sp>
        <p:nvSpPr>
          <p:cNvPr id="262" name=""/>
          <p:cNvSpPr/>
          <p:nvPr/>
        </p:nvSpPr>
        <p:spPr>
          <a:xfrm>
            <a:off x="228240" y="228240"/>
            <a:ext cx="11735280" cy="6401160"/>
          </a:xfrm>
          <a:custGeom>
            <a:avLst/>
            <a:gdLst/>
            <a:ahLst/>
            <a:rect l="0" t="0" r="r" b="b"/>
            <a:pathLst>
              <a:path w="32598" h="17781">
                <a:moveTo>
                  <a:pt x="530" y="0"/>
                </a:moveTo>
                <a:lnTo>
                  <a:pt x="32069" y="0"/>
                </a:lnTo>
                <a:cubicBezTo>
                  <a:pt x="32104" y="0"/>
                  <a:pt x="32138" y="4"/>
                  <a:pt x="32172" y="11"/>
                </a:cubicBezTo>
                <a:cubicBezTo>
                  <a:pt x="32206" y="17"/>
                  <a:pt x="32239" y="27"/>
                  <a:pt x="32271" y="41"/>
                </a:cubicBezTo>
                <a:cubicBezTo>
                  <a:pt x="32304" y="54"/>
                  <a:pt x="32334" y="70"/>
                  <a:pt x="32363" y="90"/>
                </a:cubicBezTo>
                <a:cubicBezTo>
                  <a:pt x="32392" y="109"/>
                  <a:pt x="32419" y="131"/>
                  <a:pt x="32443" y="155"/>
                </a:cubicBezTo>
                <a:cubicBezTo>
                  <a:pt x="32468" y="180"/>
                  <a:pt x="32490" y="207"/>
                  <a:pt x="32509" y="236"/>
                </a:cubicBezTo>
                <a:cubicBezTo>
                  <a:pt x="32528" y="265"/>
                  <a:pt x="32545" y="295"/>
                  <a:pt x="32558" y="327"/>
                </a:cubicBezTo>
                <a:cubicBezTo>
                  <a:pt x="32571" y="359"/>
                  <a:pt x="32581" y="392"/>
                  <a:pt x="32588" y="426"/>
                </a:cubicBezTo>
                <a:cubicBezTo>
                  <a:pt x="32595" y="461"/>
                  <a:pt x="32598" y="495"/>
                  <a:pt x="32598" y="530"/>
                </a:cubicBezTo>
                <a:lnTo>
                  <a:pt x="32598" y="17252"/>
                </a:lnTo>
                <a:cubicBezTo>
                  <a:pt x="32598" y="17287"/>
                  <a:pt x="32595" y="17321"/>
                  <a:pt x="32588" y="17356"/>
                </a:cubicBezTo>
                <a:cubicBezTo>
                  <a:pt x="32581" y="17390"/>
                  <a:pt x="32571" y="17423"/>
                  <a:pt x="32558" y="17455"/>
                </a:cubicBezTo>
                <a:cubicBezTo>
                  <a:pt x="32545" y="17487"/>
                  <a:pt x="32528" y="17517"/>
                  <a:pt x="32509" y="17546"/>
                </a:cubicBezTo>
                <a:cubicBezTo>
                  <a:pt x="32490" y="17575"/>
                  <a:pt x="32468" y="17602"/>
                  <a:pt x="32443" y="17627"/>
                </a:cubicBezTo>
                <a:cubicBezTo>
                  <a:pt x="32419" y="17651"/>
                  <a:pt x="32392" y="17673"/>
                  <a:pt x="32363" y="17692"/>
                </a:cubicBezTo>
                <a:cubicBezTo>
                  <a:pt x="32334" y="17712"/>
                  <a:pt x="32304" y="17728"/>
                  <a:pt x="32271" y="17741"/>
                </a:cubicBezTo>
                <a:cubicBezTo>
                  <a:pt x="32239" y="17755"/>
                  <a:pt x="32206" y="17765"/>
                  <a:pt x="32172" y="17771"/>
                </a:cubicBezTo>
                <a:cubicBezTo>
                  <a:pt x="32138" y="17778"/>
                  <a:pt x="32104" y="17781"/>
                  <a:pt x="32069" y="17781"/>
                </a:cubicBezTo>
                <a:lnTo>
                  <a:pt x="530" y="17781"/>
                </a:lnTo>
                <a:cubicBezTo>
                  <a:pt x="495" y="17781"/>
                  <a:pt x="461" y="17778"/>
                  <a:pt x="426" y="17771"/>
                </a:cubicBezTo>
                <a:cubicBezTo>
                  <a:pt x="392" y="17765"/>
                  <a:pt x="359" y="17755"/>
                  <a:pt x="327" y="17741"/>
                </a:cubicBezTo>
                <a:cubicBezTo>
                  <a:pt x="295" y="17728"/>
                  <a:pt x="265" y="17712"/>
                  <a:pt x="236" y="17692"/>
                </a:cubicBezTo>
                <a:cubicBezTo>
                  <a:pt x="207" y="17673"/>
                  <a:pt x="180" y="17651"/>
                  <a:pt x="155" y="17627"/>
                </a:cubicBezTo>
                <a:cubicBezTo>
                  <a:pt x="131" y="17602"/>
                  <a:pt x="109" y="17575"/>
                  <a:pt x="90" y="17546"/>
                </a:cubicBezTo>
                <a:cubicBezTo>
                  <a:pt x="70" y="17517"/>
                  <a:pt x="54" y="17487"/>
                  <a:pt x="41" y="17455"/>
                </a:cubicBezTo>
                <a:cubicBezTo>
                  <a:pt x="27" y="17423"/>
                  <a:pt x="17" y="17390"/>
                  <a:pt x="11" y="17356"/>
                </a:cubicBezTo>
                <a:cubicBezTo>
                  <a:pt x="4" y="17321"/>
                  <a:pt x="0" y="17287"/>
                  <a:pt x="0" y="17252"/>
                </a:cubicBezTo>
                <a:lnTo>
                  <a:pt x="0" y="530"/>
                </a:lnTo>
                <a:cubicBezTo>
                  <a:pt x="0" y="495"/>
                  <a:pt x="4" y="461"/>
                  <a:pt x="11" y="426"/>
                </a:cubicBezTo>
                <a:cubicBezTo>
                  <a:pt x="17" y="392"/>
                  <a:pt x="27" y="359"/>
                  <a:pt x="41" y="327"/>
                </a:cubicBezTo>
                <a:cubicBezTo>
                  <a:pt x="54" y="295"/>
                  <a:pt x="70" y="265"/>
                  <a:pt x="90" y="236"/>
                </a:cubicBezTo>
                <a:cubicBezTo>
                  <a:pt x="109" y="207"/>
                  <a:pt x="131" y="180"/>
                  <a:pt x="155" y="155"/>
                </a:cubicBezTo>
                <a:cubicBezTo>
                  <a:pt x="180" y="131"/>
                  <a:pt x="207" y="109"/>
                  <a:pt x="236" y="90"/>
                </a:cubicBezTo>
                <a:cubicBezTo>
                  <a:pt x="265" y="70"/>
                  <a:pt x="295" y="54"/>
                  <a:pt x="327" y="41"/>
                </a:cubicBezTo>
                <a:cubicBezTo>
                  <a:pt x="359" y="27"/>
                  <a:pt x="392" y="17"/>
                  <a:pt x="426" y="11"/>
                </a:cubicBezTo>
                <a:cubicBezTo>
                  <a:pt x="461" y="4"/>
                  <a:pt x="495" y="0"/>
                  <a:pt x="530" y="0"/>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pic>
        <p:nvPicPr>
          <p:cNvPr id="263" name="" descr=""/>
          <p:cNvPicPr/>
          <p:nvPr/>
        </p:nvPicPr>
        <p:blipFill>
          <a:blip r:embed="rId1"/>
          <a:stretch/>
        </p:blipFill>
        <p:spPr>
          <a:xfrm>
            <a:off x="10515600" y="38160"/>
            <a:ext cx="1142640" cy="1142640"/>
          </a:xfrm>
          <a:prstGeom prst="rect">
            <a:avLst/>
          </a:prstGeom>
          <a:ln w="0">
            <a:noFill/>
          </a:ln>
        </p:spPr>
      </p:pic>
      <p:sp>
        <p:nvSpPr>
          <p:cNvPr id="264" name=""/>
          <p:cNvSpPr/>
          <p:nvPr/>
        </p:nvSpPr>
        <p:spPr>
          <a:xfrm>
            <a:off x="542880" y="1666800"/>
            <a:ext cx="5410440" cy="2791080"/>
          </a:xfrm>
          <a:custGeom>
            <a:avLst/>
            <a:gdLst/>
            <a:ahLst/>
            <a:rect l="0" t="0" r="r" b="b"/>
            <a:pathLst>
              <a:path w="15029" h="7753">
                <a:moveTo>
                  <a:pt x="0" y="7568"/>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2"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7568"/>
                </a:lnTo>
                <a:cubicBezTo>
                  <a:pt x="15029" y="7580"/>
                  <a:pt x="15028" y="7592"/>
                  <a:pt x="15025" y="7604"/>
                </a:cubicBezTo>
                <a:cubicBezTo>
                  <a:pt x="15023" y="7616"/>
                  <a:pt x="15020" y="7627"/>
                  <a:pt x="15015" y="7639"/>
                </a:cubicBezTo>
                <a:cubicBezTo>
                  <a:pt x="15010" y="7650"/>
                  <a:pt x="15005" y="7661"/>
                  <a:pt x="14998" y="7671"/>
                </a:cubicBezTo>
                <a:cubicBezTo>
                  <a:pt x="14991" y="7681"/>
                  <a:pt x="14983" y="7690"/>
                  <a:pt x="14975" y="7699"/>
                </a:cubicBezTo>
                <a:cubicBezTo>
                  <a:pt x="14966" y="7707"/>
                  <a:pt x="14957" y="7715"/>
                  <a:pt x="14947" y="7722"/>
                </a:cubicBezTo>
                <a:cubicBezTo>
                  <a:pt x="14937" y="7729"/>
                  <a:pt x="14926" y="7734"/>
                  <a:pt x="14915" y="7739"/>
                </a:cubicBezTo>
                <a:cubicBezTo>
                  <a:pt x="14903" y="7744"/>
                  <a:pt x="14892" y="7747"/>
                  <a:pt x="14880" y="7749"/>
                </a:cubicBezTo>
                <a:cubicBezTo>
                  <a:pt x="14868" y="7752"/>
                  <a:pt x="14856" y="7753"/>
                  <a:pt x="14844" y="7753"/>
                </a:cubicBezTo>
                <a:lnTo>
                  <a:pt x="185" y="7753"/>
                </a:lnTo>
                <a:cubicBezTo>
                  <a:pt x="173" y="7753"/>
                  <a:pt x="161" y="7752"/>
                  <a:pt x="149" y="7749"/>
                </a:cubicBezTo>
                <a:cubicBezTo>
                  <a:pt x="137" y="7747"/>
                  <a:pt x="125" y="7744"/>
                  <a:pt x="114" y="7739"/>
                </a:cubicBezTo>
                <a:cubicBezTo>
                  <a:pt x="103" y="7734"/>
                  <a:pt x="92" y="7729"/>
                  <a:pt x="82" y="7722"/>
                </a:cubicBezTo>
                <a:cubicBezTo>
                  <a:pt x="72" y="7715"/>
                  <a:pt x="62" y="7707"/>
                  <a:pt x="54" y="7699"/>
                </a:cubicBezTo>
                <a:cubicBezTo>
                  <a:pt x="45" y="7690"/>
                  <a:pt x="38" y="7681"/>
                  <a:pt x="31" y="7671"/>
                </a:cubicBezTo>
                <a:cubicBezTo>
                  <a:pt x="24" y="7661"/>
                  <a:pt x="18" y="7650"/>
                  <a:pt x="14" y="7639"/>
                </a:cubicBezTo>
                <a:cubicBezTo>
                  <a:pt x="9" y="7627"/>
                  <a:pt x="6" y="7616"/>
                  <a:pt x="3" y="7604"/>
                </a:cubicBezTo>
                <a:cubicBezTo>
                  <a:pt x="1" y="7592"/>
                  <a:pt x="0" y="7580"/>
                  <a:pt x="0" y="7568"/>
                </a:cubicBezTo>
                <a:close/>
              </a:path>
            </a:pathLst>
          </a:custGeom>
          <a:solidFill>
            <a:srgbClr val="fff8f7"/>
          </a:solidFill>
          <a:ln w="0">
            <a:noFill/>
          </a:ln>
        </p:spPr>
        <p:txBody>
          <a:bodyPr lIns="0" rIns="0" tIns="0" bIns="0" anchor="t">
            <a:noAutofit/>
          </a:bodyPr>
          <a:p>
            <a:endParaRPr b="0" lang="en-US" sz="2400" spc="-1" strike="noStrike">
              <a:solidFill>
                <a:srgbClr val="000000"/>
              </a:solidFill>
              <a:latin typeface="Times New Roman"/>
            </a:endParaRPr>
          </a:p>
        </p:txBody>
      </p:sp>
      <p:sp>
        <p:nvSpPr>
          <p:cNvPr id="265" name=""/>
          <p:cNvSpPr/>
          <p:nvPr/>
        </p:nvSpPr>
        <p:spPr>
          <a:xfrm>
            <a:off x="542880" y="1666800"/>
            <a:ext cx="5410440" cy="2791080"/>
          </a:xfrm>
          <a:custGeom>
            <a:avLst/>
            <a:gdLst/>
            <a:ahLst/>
            <a:rect l="0" t="0" r="r" b="b"/>
            <a:pathLst>
              <a:path w="15029" h="7753">
                <a:moveTo>
                  <a:pt x="0" y="7568"/>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2"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7568"/>
                </a:lnTo>
                <a:cubicBezTo>
                  <a:pt x="15029" y="7580"/>
                  <a:pt x="15028" y="7592"/>
                  <a:pt x="15025" y="7604"/>
                </a:cubicBezTo>
                <a:cubicBezTo>
                  <a:pt x="15023" y="7616"/>
                  <a:pt x="15020" y="7627"/>
                  <a:pt x="15015" y="7639"/>
                </a:cubicBezTo>
                <a:cubicBezTo>
                  <a:pt x="15010" y="7650"/>
                  <a:pt x="15005" y="7661"/>
                  <a:pt x="14998" y="7671"/>
                </a:cubicBezTo>
                <a:cubicBezTo>
                  <a:pt x="14991" y="7681"/>
                  <a:pt x="14983" y="7690"/>
                  <a:pt x="14975" y="7699"/>
                </a:cubicBezTo>
                <a:cubicBezTo>
                  <a:pt x="14966" y="7707"/>
                  <a:pt x="14957" y="7715"/>
                  <a:pt x="14947" y="7722"/>
                </a:cubicBezTo>
                <a:cubicBezTo>
                  <a:pt x="14937" y="7729"/>
                  <a:pt x="14926" y="7734"/>
                  <a:pt x="14915" y="7739"/>
                </a:cubicBezTo>
                <a:cubicBezTo>
                  <a:pt x="14903" y="7744"/>
                  <a:pt x="14892" y="7747"/>
                  <a:pt x="14880" y="7749"/>
                </a:cubicBezTo>
                <a:cubicBezTo>
                  <a:pt x="14868" y="7752"/>
                  <a:pt x="14856" y="7753"/>
                  <a:pt x="14844" y="7753"/>
                </a:cubicBezTo>
                <a:lnTo>
                  <a:pt x="185" y="7753"/>
                </a:lnTo>
                <a:cubicBezTo>
                  <a:pt x="173" y="7753"/>
                  <a:pt x="161" y="7752"/>
                  <a:pt x="149" y="7749"/>
                </a:cubicBezTo>
                <a:cubicBezTo>
                  <a:pt x="137" y="7747"/>
                  <a:pt x="125" y="7744"/>
                  <a:pt x="114" y="7739"/>
                </a:cubicBezTo>
                <a:cubicBezTo>
                  <a:pt x="103" y="7734"/>
                  <a:pt x="92" y="7729"/>
                  <a:pt x="82" y="7722"/>
                </a:cubicBezTo>
                <a:cubicBezTo>
                  <a:pt x="72" y="7715"/>
                  <a:pt x="62" y="7707"/>
                  <a:pt x="54" y="7699"/>
                </a:cubicBezTo>
                <a:cubicBezTo>
                  <a:pt x="45" y="7690"/>
                  <a:pt x="38" y="7681"/>
                  <a:pt x="31" y="7671"/>
                </a:cubicBezTo>
                <a:cubicBezTo>
                  <a:pt x="24" y="7661"/>
                  <a:pt x="18" y="7650"/>
                  <a:pt x="14" y="7639"/>
                </a:cubicBezTo>
                <a:cubicBezTo>
                  <a:pt x="9" y="7627"/>
                  <a:pt x="6" y="7616"/>
                  <a:pt x="3" y="7604"/>
                </a:cubicBezTo>
                <a:cubicBezTo>
                  <a:pt x="1" y="7592"/>
                  <a:pt x="0" y="7580"/>
                  <a:pt x="0" y="7568"/>
                </a:cubicBezTo>
                <a:close/>
              </a:path>
            </a:pathLst>
          </a:custGeom>
          <a:noFill/>
          <a:ln w="18720">
            <a:solidFill>
              <a:srgbClr val="e8bbb8"/>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266" name=""/>
          <p:cNvSpPr txBox="1"/>
          <p:nvPr/>
        </p:nvSpPr>
        <p:spPr>
          <a:xfrm>
            <a:off x="533520" y="924480"/>
            <a:ext cx="10742760" cy="387360"/>
          </a:xfrm>
          <a:prstGeom prst="rect">
            <a:avLst/>
          </a:prstGeom>
          <a:noFill/>
          <a:ln w="0">
            <a:noFill/>
          </a:ln>
        </p:spPr>
        <p:txBody>
          <a:bodyPr wrap="none" lIns="0" rIns="0" tIns="0" bIns="0" anchor="t">
            <a:noAutofit/>
          </a:bodyPr>
          <a:p>
            <a:r>
              <a:rPr b="0" lang="en-US" sz="2100" spc="-1" strike="noStrike">
                <a:solidFill>
                  <a:srgbClr val="111111"/>
                </a:solidFill>
                <a:latin typeface="NotoSansJP"/>
                <a:ea typeface="NotoSansJP"/>
              </a:rPr>
              <a:t>CNN</a:t>
            </a:r>
            <a:r>
              <a:rPr b="0" lang="zh-CN" sz="2100" spc="-1" strike="noStrike">
                <a:solidFill>
                  <a:srgbClr val="111111"/>
                </a:solidFill>
                <a:latin typeface="NotoSansJP"/>
                <a:ea typeface="NotoSansJP"/>
              </a:rPr>
              <a:t>の本質は、画像の性質に合う制約を入れて、少ない重みで良い特徴を作る点にある。</a:t>
            </a:r>
            <a:endParaRPr b="0" lang="en-US" sz="2100" spc="-1" strike="noStrike">
              <a:solidFill>
                <a:srgbClr val="000000"/>
              </a:solidFill>
              <a:latin typeface="Times New Roman"/>
            </a:endParaRPr>
          </a:p>
        </p:txBody>
      </p:sp>
      <p:sp>
        <p:nvSpPr>
          <p:cNvPr id="267" name=""/>
          <p:cNvSpPr/>
          <p:nvPr/>
        </p:nvSpPr>
        <p:spPr>
          <a:xfrm>
            <a:off x="809280" y="2457360"/>
            <a:ext cx="95760" cy="95400"/>
          </a:xfrm>
          <a:custGeom>
            <a:avLst/>
            <a:gdLst/>
            <a:ahLst/>
            <a:rect l="0" t="0" r="r" b="b"/>
            <a:pathLst>
              <a:path w="266" h="265">
                <a:moveTo>
                  <a:pt x="266" y="132"/>
                </a:moveTo>
                <a:cubicBezTo>
                  <a:pt x="266" y="150"/>
                  <a:pt x="263" y="166"/>
                  <a:pt x="255" y="184"/>
                </a:cubicBezTo>
                <a:cubicBezTo>
                  <a:pt x="248" y="200"/>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200"/>
                  <a:pt x="11" y="184"/>
                </a:cubicBezTo>
                <a:cubicBezTo>
                  <a:pt x="4" y="166"/>
                  <a:pt x="0" y="150"/>
                  <a:pt x="0" y="132"/>
                </a:cubicBezTo>
                <a:cubicBezTo>
                  <a:pt x="0" y="114"/>
                  <a:pt x="4" y="98"/>
                  <a:pt x="11" y="81"/>
                </a:cubicBezTo>
                <a:cubicBezTo>
                  <a:pt x="17" y="65"/>
                  <a:pt x="27" y="51"/>
                  <a:pt x="39" y="38"/>
                </a:cubicBezTo>
                <a:cubicBezTo>
                  <a:pt x="52" y="26"/>
                  <a:pt x="66" y="17"/>
                  <a:pt x="82" y="10"/>
                </a:cubicBezTo>
                <a:cubicBezTo>
                  <a:pt x="98" y="3"/>
                  <a:pt x="115" y="0"/>
                  <a:pt x="133" y="0"/>
                </a:cubicBezTo>
                <a:cubicBezTo>
                  <a:pt x="150" y="0"/>
                  <a:pt x="167" y="3"/>
                  <a:pt x="183" y="10"/>
                </a:cubicBezTo>
                <a:cubicBezTo>
                  <a:pt x="200" y="17"/>
                  <a:pt x="214" y="26"/>
                  <a:pt x="226" y="38"/>
                </a:cubicBezTo>
                <a:cubicBezTo>
                  <a:pt x="239" y="51"/>
                  <a:pt x="248" y="65"/>
                  <a:pt x="255" y="81"/>
                </a:cubicBezTo>
                <a:cubicBezTo>
                  <a:pt x="263" y="98"/>
                  <a:pt x="266" y="114"/>
                  <a:pt x="266"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268" name=""/>
          <p:cNvSpPr txBox="1"/>
          <p:nvPr/>
        </p:nvSpPr>
        <p:spPr>
          <a:xfrm>
            <a:off x="762120" y="1848600"/>
            <a:ext cx="1334160" cy="385920"/>
          </a:xfrm>
          <a:prstGeom prst="rect">
            <a:avLst/>
          </a:prstGeom>
          <a:noFill/>
          <a:ln w="0">
            <a:noFill/>
          </a:ln>
        </p:spPr>
        <p:txBody>
          <a:bodyPr wrap="none" lIns="0" rIns="0" tIns="0" bIns="0" anchor="t">
            <a:noAutofit/>
          </a:bodyPr>
          <a:p>
            <a:r>
              <a:rPr b="0" lang="zh-CN" sz="2100" spc="-1" strike="noStrike">
                <a:solidFill>
                  <a:srgbClr val="0b4b78"/>
                </a:solidFill>
                <a:latin typeface="NotoSansJP"/>
                <a:ea typeface="NotoSansJP"/>
              </a:rPr>
              <a:t>なぜ効くか</a:t>
            </a:r>
            <a:endParaRPr b="0" lang="en-US" sz="2100" spc="-1" strike="noStrike">
              <a:solidFill>
                <a:srgbClr val="000000"/>
              </a:solidFill>
              <a:latin typeface="Times New Roman"/>
            </a:endParaRPr>
          </a:p>
        </p:txBody>
      </p:sp>
      <p:sp>
        <p:nvSpPr>
          <p:cNvPr id="269" name=""/>
          <p:cNvSpPr/>
          <p:nvPr/>
        </p:nvSpPr>
        <p:spPr>
          <a:xfrm>
            <a:off x="809280" y="2904840"/>
            <a:ext cx="95760" cy="95760"/>
          </a:xfrm>
          <a:custGeom>
            <a:avLst/>
            <a:gdLst/>
            <a:ahLst/>
            <a:rect l="0" t="0" r="r" b="b"/>
            <a:pathLst>
              <a:path w="266" h="266">
                <a:moveTo>
                  <a:pt x="266" y="133"/>
                </a:moveTo>
                <a:cubicBezTo>
                  <a:pt x="266" y="150"/>
                  <a:pt x="263" y="167"/>
                  <a:pt x="255" y="183"/>
                </a:cubicBezTo>
                <a:cubicBezTo>
                  <a:pt x="248" y="199"/>
                  <a:pt x="239" y="214"/>
                  <a:pt x="226" y="226"/>
                </a:cubicBezTo>
                <a:cubicBezTo>
                  <a:pt x="214" y="239"/>
                  <a:pt x="200" y="249"/>
                  <a:pt x="183" y="256"/>
                </a:cubicBezTo>
                <a:cubicBezTo>
                  <a:pt x="167" y="263"/>
                  <a:pt x="150" y="266"/>
                  <a:pt x="133" y="266"/>
                </a:cubicBezTo>
                <a:cubicBezTo>
                  <a:pt x="115" y="266"/>
                  <a:pt x="98" y="263"/>
                  <a:pt x="82" y="256"/>
                </a:cubicBezTo>
                <a:cubicBezTo>
                  <a:pt x="66" y="249"/>
                  <a:pt x="52" y="239"/>
                  <a:pt x="39" y="226"/>
                </a:cubicBezTo>
                <a:cubicBezTo>
                  <a:pt x="27" y="214"/>
                  <a:pt x="17" y="199"/>
                  <a:pt x="11" y="183"/>
                </a:cubicBezTo>
                <a:cubicBezTo>
                  <a:pt x="4" y="167"/>
                  <a:pt x="0" y="150"/>
                  <a:pt x="0" y="133"/>
                </a:cubicBezTo>
                <a:cubicBezTo>
                  <a:pt x="0" y="115"/>
                  <a:pt x="4" y="98"/>
                  <a:pt x="11" y="82"/>
                </a:cubicBezTo>
                <a:cubicBezTo>
                  <a:pt x="17" y="66"/>
                  <a:pt x="27" y="51"/>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1"/>
                  <a:pt x="248" y="66"/>
                  <a:pt x="255" y="82"/>
                </a:cubicBezTo>
                <a:cubicBezTo>
                  <a:pt x="263" y="98"/>
                  <a:pt x="266" y="115"/>
                  <a:pt x="266"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270" name=""/>
          <p:cNvSpPr txBox="1"/>
          <p:nvPr/>
        </p:nvSpPr>
        <p:spPr>
          <a:xfrm>
            <a:off x="1059480" y="2336400"/>
            <a:ext cx="380448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近い画素を見る局所性が画像に合う</a:t>
            </a:r>
            <a:endParaRPr b="0" lang="en-US" sz="1870" spc="-1" strike="noStrike">
              <a:solidFill>
                <a:srgbClr val="000000"/>
              </a:solidFill>
              <a:latin typeface="Times New Roman"/>
            </a:endParaRPr>
          </a:p>
        </p:txBody>
      </p:sp>
      <p:sp>
        <p:nvSpPr>
          <p:cNvPr id="271" name=""/>
          <p:cNvSpPr txBox="1"/>
          <p:nvPr/>
        </p:nvSpPr>
        <p:spPr>
          <a:xfrm>
            <a:off x="1059480" y="2783880"/>
            <a:ext cx="451800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同じフィルタを使うため、場所に依存しな</a:t>
            </a:r>
            <a:endParaRPr b="0" lang="en-US" sz="1870" spc="-1" strike="noStrike">
              <a:solidFill>
                <a:srgbClr val="000000"/>
              </a:solidFill>
              <a:latin typeface="Times New Roman"/>
            </a:endParaRPr>
          </a:p>
        </p:txBody>
      </p:sp>
      <p:sp>
        <p:nvSpPr>
          <p:cNvPr id="272" name=""/>
          <p:cNvSpPr/>
          <p:nvPr/>
        </p:nvSpPr>
        <p:spPr>
          <a:xfrm>
            <a:off x="809280" y="3705120"/>
            <a:ext cx="95760" cy="95400"/>
          </a:xfrm>
          <a:custGeom>
            <a:avLst/>
            <a:gdLst/>
            <a:ahLst/>
            <a:rect l="0" t="0" r="r" b="b"/>
            <a:pathLst>
              <a:path w="266" h="265">
                <a:moveTo>
                  <a:pt x="266" y="132"/>
                </a:moveTo>
                <a:cubicBezTo>
                  <a:pt x="266" y="151"/>
                  <a:pt x="263" y="167"/>
                  <a:pt x="255" y="184"/>
                </a:cubicBezTo>
                <a:cubicBezTo>
                  <a:pt x="248" y="200"/>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200"/>
                  <a:pt x="11" y="184"/>
                </a:cubicBezTo>
                <a:cubicBezTo>
                  <a:pt x="4" y="167"/>
                  <a:pt x="0" y="151"/>
                  <a:pt x="0" y="132"/>
                </a:cubicBezTo>
                <a:cubicBezTo>
                  <a:pt x="0" y="115"/>
                  <a:pt x="4" y="98"/>
                  <a:pt x="11" y="81"/>
                </a:cubicBezTo>
                <a:cubicBezTo>
                  <a:pt x="17" y="65"/>
                  <a:pt x="27" y="51"/>
                  <a:pt x="39" y="39"/>
                </a:cubicBezTo>
                <a:cubicBezTo>
                  <a:pt x="52" y="26"/>
                  <a:pt x="66" y="17"/>
                  <a:pt x="82" y="10"/>
                </a:cubicBezTo>
                <a:cubicBezTo>
                  <a:pt x="98" y="3"/>
                  <a:pt x="115" y="0"/>
                  <a:pt x="133" y="0"/>
                </a:cubicBezTo>
                <a:cubicBezTo>
                  <a:pt x="150" y="0"/>
                  <a:pt x="167" y="3"/>
                  <a:pt x="183" y="10"/>
                </a:cubicBezTo>
                <a:cubicBezTo>
                  <a:pt x="200" y="17"/>
                  <a:pt x="214" y="26"/>
                  <a:pt x="226" y="39"/>
                </a:cubicBezTo>
                <a:cubicBezTo>
                  <a:pt x="239" y="51"/>
                  <a:pt x="248" y="65"/>
                  <a:pt x="255" y="81"/>
                </a:cubicBezTo>
                <a:cubicBezTo>
                  <a:pt x="263" y="98"/>
                  <a:pt x="266" y="115"/>
                  <a:pt x="266"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273" name=""/>
          <p:cNvSpPr txBox="1"/>
          <p:nvPr/>
        </p:nvSpPr>
        <p:spPr>
          <a:xfrm>
            <a:off x="1059480" y="3136320"/>
            <a:ext cx="166500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い特徴を拾える</a:t>
            </a:r>
            <a:endParaRPr b="0" lang="en-US" sz="1870" spc="-1" strike="noStrike">
              <a:solidFill>
                <a:srgbClr val="000000"/>
              </a:solidFill>
              <a:latin typeface="Times New Roman"/>
            </a:endParaRPr>
          </a:p>
        </p:txBody>
      </p:sp>
      <p:sp>
        <p:nvSpPr>
          <p:cNvPr id="274" name=""/>
          <p:cNvSpPr txBox="1"/>
          <p:nvPr/>
        </p:nvSpPr>
        <p:spPr>
          <a:xfrm>
            <a:off x="1059480" y="3584160"/>
            <a:ext cx="451800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層を重ねることで単純特徴から複雑特徴へ</a:t>
            </a:r>
            <a:endParaRPr b="0" lang="en-US" sz="1870" spc="-1" strike="noStrike">
              <a:solidFill>
                <a:srgbClr val="000000"/>
              </a:solidFill>
              <a:latin typeface="Times New Roman"/>
            </a:endParaRPr>
          </a:p>
        </p:txBody>
      </p:sp>
      <p:sp>
        <p:nvSpPr>
          <p:cNvPr id="275" name=""/>
          <p:cNvSpPr/>
          <p:nvPr/>
        </p:nvSpPr>
        <p:spPr>
          <a:xfrm>
            <a:off x="6238800" y="1666800"/>
            <a:ext cx="5410440" cy="2791080"/>
          </a:xfrm>
          <a:custGeom>
            <a:avLst/>
            <a:gdLst/>
            <a:ahLst/>
            <a:rect l="0" t="0" r="r" b="b"/>
            <a:pathLst>
              <a:path w="15029" h="7753">
                <a:moveTo>
                  <a:pt x="0" y="7568"/>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3"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7568"/>
                </a:lnTo>
                <a:cubicBezTo>
                  <a:pt x="15029" y="7580"/>
                  <a:pt x="15028" y="7592"/>
                  <a:pt x="15025" y="7604"/>
                </a:cubicBezTo>
                <a:cubicBezTo>
                  <a:pt x="15023" y="7616"/>
                  <a:pt x="15020" y="7627"/>
                  <a:pt x="15015" y="7639"/>
                </a:cubicBezTo>
                <a:cubicBezTo>
                  <a:pt x="15010" y="7650"/>
                  <a:pt x="15005" y="7661"/>
                  <a:pt x="14998" y="7671"/>
                </a:cubicBezTo>
                <a:cubicBezTo>
                  <a:pt x="14991" y="7681"/>
                  <a:pt x="14983" y="7690"/>
                  <a:pt x="14975" y="7699"/>
                </a:cubicBezTo>
                <a:cubicBezTo>
                  <a:pt x="14966" y="7707"/>
                  <a:pt x="14957" y="7715"/>
                  <a:pt x="14947" y="7722"/>
                </a:cubicBezTo>
                <a:cubicBezTo>
                  <a:pt x="14937" y="7729"/>
                  <a:pt x="14926" y="7734"/>
                  <a:pt x="14915" y="7739"/>
                </a:cubicBezTo>
                <a:cubicBezTo>
                  <a:pt x="14903" y="7744"/>
                  <a:pt x="14892" y="7747"/>
                  <a:pt x="14880" y="7749"/>
                </a:cubicBezTo>
                <a:cubicBezTo>
                  <a:pt x="14868" y="7752"/>
                  <a:pt x="14856" y="7753"/>
                  <a:pt x="14844" y="7753"/>
                </a:cubicBezTo>
                <a:lnTo>
                  <a:pt x="185" y="7753"/>
                </a:lnTo>
                <a:cubicBezTo>
                  <a:pt x="173" y="7753"/>
                  <a:pt x="161" y="7752"/>
                  <a:pt x="149" y="7749"/>
                </a:cubicBezTo>
                <a:cubicBezTo>
                  <a:pt x="137" y="7747"/>
                  <a:pt x="125" y="7744"/>
                  <a:pt x="114" y="7739"/>
                </a:cubicBezTo>
                <a:cubicBezTo>
                  <a:pt x="103" y="7734"/>
                  <a:pt x="92" y="7729"/>
                  <a:pt x="82" y="7722"/>
                </a:cubicBezTo>
                <a:cubicBezTo>
                  <a:pt x="72" y="7715"/>
                  <a:pt x="63" y="7707"/>
                  <a:pt x="54" y="7699"/>
                </a:cubicBezTo>
                <a:cubicBezTo>
                  <a:pt x="45" y="7690"/>
                  <a:pt x="38" y="7681"/>
                  <a:pt x="31" y="7671"/>
                </a:cubicBezTo>
                <a:cubicBezTo>
                  <a:pt x="24" y="7661"/>
                  <a:pt x="18" y="7650"/>
                  <a:pt x="14" y="7639"/>
                </a:cubicBezTo>
                <a:cubicBezTo>
                  <a:pt x="9" y="7627"/>
                  <a:pt x="6" y="7616"/>
                  <a:pt x="3" y="7604"/>
                </a:cubicBezTo>
                <a:cubicBezTo>
                  <a:pt x="1" y="7592"/>
                  <a:pt x="0" y="7580"/>
                  <a:pt x="0" y="7568"/>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276" name=""/>
          <p:cNvSpPr/>
          <p:nvPr/>
        </p:nvSpPr>
        <p:spPr>
          <a:xfrm>
            <a:off x="6238800" y="1666800"/>
            <a:ext cx="5410440" cy="2791080"/>
          </a:xfrm>
          <a:custGeom>
            <a:avLst/>
            <a:gdLst/>
            <a:ahLst/>
            <a:rect l="0" t="0" r="r" b="b"/>
            <a:pathLst>
              <a:path w="15029" h="7753">
                <a:moveTo>
                  <a:pt x="0" y="7568"/>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3"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7568"/>
                </a:lnTo>
                <a:cubicBezTo>
                  <a:pt x="15029" y="7580"/>
                  <a:pt x="15028" y="7592"/>
                  <a:pt x="15025" y="7604"/>
                </a:cubicBezTo>
                <a:cubicBezTo>
                  <a:pt x="15023" y="7616"/>
                  <a:pt x="15020" y="7627"/>
                  <a:pt x="15015" y="7639"/>
                </a:cubicBezTo>
                <a:cubicBezTo>
                  <a:pt x="15010" y="7650"/>
                  <a:pt x="15005" y="7661"/>
                  <a:pt x="14998" y="7671"/>
                </a:cubicBezTo>
                <a:cubicBezTo>
                  <a:pt x="14991" y="7681"/>
                  <a:pt x="14983" y="7690"/>
                  <a:pt x="14975" y="7699"/>
                </a:cubicBezTo>
                <a:cubicBezTo>
                  <a:pt x="14966" y="7707"/>
                  <a:pt x="14957" y="7715"/>
                  <a:pt x="14947" y="7722"/>
                </a:cubicBezTo>
                <a:cubicBezTo>
                  <a:pt x="14937" y="7729"/>
                  <a:pt x="14926" y="7734"/>
                  <a:pt x="14915" y="7739"/>
                </a:cubicBezTo>
                <a:cubicBezTo>
                  <a:pt x="14903" y="7744"/>
                  <a:pt x="14892" y="7747"/>
                  <a:pt x="14880" y="7749"/>
                </a:cubicBezTo>
                <a:cubicBezTo>
                  <a:pt x="14868" y="7752"/>
                  <a:pt x="14856" y="7753"/>
                  <a:pt x="14844" y="7753"/>
                </a:cubicBezTo>
                <a:lnTo>
                  <a:pt x="185" y="7753"/>
                </a:lnTo>
                <a:cubicBezTo>
                  <a:pt x="173" y="7753"/>
                  <a:pt x="161" y="7752"/>
                  <a:pt x="149" y="7749"/>
                </a:cubicBezTo>
                <a:cubicBezTo>
                  <a:pt x="137" y="7747"/>
                  <a:pt x="125" y="7744"/>
                  <a:pt x="114" y="7739"/>
                </a:cubicBezTo>
                <a:cubicBezTo>
                  <a:pt x="103" y="7734"/>
                  <a:pt x="92" y="7729"/>
                  <a:pt x="82" y="7722"/>
                </a:cubicBezTo>
                <a:cubicBezTo>
                  <a:pt x="72" y="7715"/>
                  <a:pt x="63" y="7707"/>
                  <a:pt x="54" y="7699"/>
                </a:cubicBezTo>
                <a:cubicBezTo>
                  <a:pt x="45" y="7690"/>
                  <a:pt x="38" y="7681"/>
                  <a:pt x="31" y="7671"/>
                </a:cubicBezTo>
                <a:cubicBezTo>
                  <a:pt x="24" y="7661"/>
                  <a:pt x="18" y="7650"/>
                  <a:pt x="14" y="7639"/>
                </a:cubicBezTo>
                <a:cubicBezTo>
                  <a:pt x="9" y="7627"/>
                  <a:pt x="6" y="7616"/>
                  <a:pt x="3" y="7604"/>
                </a:cubicBezTo>
                <a:cubicBezTo>
                  <a:pt x="1" y="7592"/>
                  <a:pt x="0" y="7580"/>
                  <a:pt x="0" y="7568"/>
                </a:cubicBezTo>
                <a:close/>
              </a:path>
            </a:pathLst>
          </a:custGeom>
          <a:noFill/>
          <a:ln w="18720">
            <a:solidFill>
              <a:srgbClr val="d7e5ee"/>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277" name=""/>
          <p:cNvSpPr txBox="1"/>
          <p:nvPr/>
        </p:nvSpPr>
        <p:spPr>
          <a:xfrm>
            <a:off x="1059480" y="3936600"/>
            <a:ext cx="95184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発展する</a:t>
            </a:r>
            <a:endParaRPr b="0" lang="en-US" sz="1870" spc="-1" strike="noStrike">
              <a:solidFill>
                <a:srgbClr val="000000"/>
              </a:solidFill>
              <a:latin typeface="Times New Roman"/>
            </a:endParaRPr>
          </a:p>
        </p:txBody>
      </p:sp>
      <p:sp>
        <p:nvSpPr>
          <p:cNvPr id="278" name=""/>
          <p:cNvSpPr/>
          <p:nvPr/>
        </p:nvSpPr>
        <p:spPr>
          <a:xfrm>
            <a:off x="6505560" y="2457360"/>
            <a:ext cx="95400" cy="95400"/>
          </a:xfrm>
          <a:custGeom>
            <a:avLst/>
            <a:gdLst/>
            <a:ahLst/>
            <a:rect l="0" t="0" r="r" b="b"/>
            <a:pathLst>
              <a:path w="265" h="265">
                <a:moveTo>
                  <a:pt x="265" y="132"/>
                </a:moveTo>
                <a:cubicBezTo>
                  <a:pt x="265" y="150"/>
                  <a:pt x="262" y="166"/>
                  <a:pt x="255" y="184"/>
                </a:cubicBezTo>
                <a:cubicBezTo>
                  <a:pt x="248" y="200"/>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200"/>
                  <a:pt x="10" y="184"/>
                </a:cubicBezTo>
                <a:cubicBezTo>
                  <a:pt x="3" y="166"/>
                  <a:pt x="0" y="150"/>
                  <a:pt x="0" y="132"/>
                </a:cubicBezTo>
                <a:cubicBezTo>
                  <a:pt x="0" y="114"/>
                  <a:pt x="3" y="98"/>
                  <a:pt x="10" y="81"/>
                </a:cubicBezTo>
                <a:cubicBezTo>
                  <a:pt x="17" y="65"/>
                  <a:pt x="27" y="51"/>
                  <a:pt x="39" y="38"/>
                </a:cubicBezTo>
                <a:cubicBezTo>
                  <a:pt x="52" y="26"/>
                  <a:pt x="66" y="17"/>
                  <a:pt x="82" y="10"/>
                </a:cubicBezTo>
                <a:cubicBezTo>
                  <a:pt x="98" y="3"/>
                  <a:pt x="115" y="0"/>
                  <a:pt x="133" y="0"/>
                </a:cubicBezTo>
                <a:cubicBezTo>
                  <a:pt x="150" y="0"/>
                  <a:pt x="167" y="3"/>
                  <a:pt x="183" y="10"/>
                </a:cubicBezTo>
                <a:cubicBezTo>
                  <a:pt x="200" y="17"/>
                  <a:pt x="214" y="26"/>
                  <a:pt x="226" y="38"/>
                </a:cubicBezTo>
                <a:cubicBezTo>
                  <a:pt x="239" y="51"/>
                  <a:pt x="248" y="65"/>
                  <a:pt x="255" y="81"/>
                </a:cubicBezTo>
                <a:cubicBezTo>
                  <a:pt x="262" y="98"/>
                  <a:pt x="265" y="114"/>
                  <a:pt x="265"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279" name=""/>
          <p:cNvSpPr txBox="1"/>
          <p:nvPr/>
        </p:nvSpPr>
        <p:spPr>
          <a:xfrm>
            <a:off x="6458040" y="1848600"/>
            <a:ext cx="1334160" cy="385920"/>
          </a:xfrm>
          <a:prstGeom prst="rect">
            <a:avLst/>
          </a:prstGeom>
          <a:noFill/>
          <a:ln w="0">
            <a:noFill/>
          </a:ln>
        </p:spPr>
        <p:txBody>
          <a:bodyPr wrap="none" lIns="0" rIns="0" tIns="0" bIns="0" anchor="t">
            <a:noAutofit/>
          </a:bodyPr>
          <a:p>
            <a:r>
              <a:rPr b="0" lang="zh-CN" sz="2100" spc="-1" strike="noStrike">
                <a:solidFill>
                  <a:srgbClr val="0b4b78"/>
                </a:solidFill>
                <a:latin typeface="NotoSansJP"/>
                <a:ea typeface="NotoSansJP"/>
              </a:rPr>
              <a:t>設計の基本</a:t>
            </a:r>
            <a:endParaRPr b="0" lang="en-US" sz="2100" spc="-1" strike="noStrike">
              <a:solidFill>
                <a:srgbClr val="000000"/>
              </a:solidFill>
              <a:latin typeface="Times New Roman"/>
            </a:endParaRPr>
          </a:p>
        </p:txBody>
      </p:sp>
      <p:sp>
        <p:nvSpPr>
          <p:cNvPr id="280" name=""/>
          <p:cNvSpPr/>
          <p:nvPr/>
        </p:nvSpPr>
        <p:spPr>
          <a:xfrm>
            <a:off x="6505560" y="2904840"/>
            <a:ext cx="95400" cy="95760"/>
          </a:xfrm>
          <a:custGeom>
            <a:avLst/>
            <a:gdLst/>
            <a:ahLst/>
            <a:rect l="0" t="0" r="r" b="b"/>
            <a:pathLst>
              <a:path w="265" h="266">
                <a:moveTo>
                  <a:pt x="265" y="133"/>
                </a:moveTo>
                <a:cubicBezTo>
                  <a:pt x="265" y="150"/>
                  <a:pt x="262" y="167"/>
                  <a:pt x="255" y="183"/>
                </a:cubicBezTo>
                <a:cubicBezTo>
                  <a:pt x="248" y="199"/>
                  <a:pt x="239" y="214"/>
                  <a:pt x="226" y="226"/>
                </a:cubicBezTo>
                <a:cubicBezTo>
                  <a:pt x="214" y="239"/>
                  <a:pt x="200" y="249"/>
                  <a:pt x="183" y="256"/>
                </a:cubicBezTo>
                <a:cubicBezTo>
                  <a:pt x="167" y="263"/>
                  <a:pt x="150" y="266"/>
                  <a:pt x="133" y="266"/>
                </a:cubicBezTo>
                <a:cubicBezTo>
                  <a:pt x="115" y="266"/>
                  <a:pt x="98" y="263"/>
                  <a:pt x="82" y="256"/>
                </a:cubicBezTo>
                <a:cubicBezTo>
                  <a:pt x="66" y="249"/>
                  <a:pt x="52" y="239"/>
                  <a:pt x="39" y="226"/>
                </a:cubicBezTo>
                <a:cubicBezTo>
                  <a:pt x="27" y="214"/>
                  <a:pt x="17" y="199"/>
                  <a:pt x="10" y="183"/>
                </a:cubicBezTo>
                <a:cubicBezTo>
                  <a:pt x="3" y="167"/>
                  <a:pt x="0" y="150"/>
                  <a:pt x="0" y="133"/>
                </a:cubicBezTo>
                <a:cubicBezTo>
                  <a:pt x="0" y="115"/>
                  <a:pt x="3" y="98"/>
                  <a:pt x="10" y="82"/>
                </a:cubicBezTo>
                <a:cubicBezTo>
                  <a:pt x="17" y="66"/>
                  <a:pt x="27" y="51"/>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1"/>
                  <a:pt x="248" y="66"/>
                  <a:pt x="255" y="82"/>
                </a:cubicBezTo>
                <a:cubicBezTo>
                  <a:pt x="262" y="98"/>
                  <a:pt x="265" y="115"/>
                  <a:pt x="265"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281" name=""/>
          <p:cNvSpPr txBox="1"/>
          <p:nvPr/>
        </p:nvSpPr>
        <p:spPr>
          <a:xfrm>
            <a:off x="6755760" y="2336400"/>
            <a:ext cx="261576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小さなフィルタを重ねる</a:t>
            </a:r>
            <a:endParaRPr b="0" lang="en-US" sz="1870" spc="-1" strike="noStrike">
              <a:solidFill>
                <a:srgbClr val="000000"/>
              </a:solidFill>
              <a:latin typeface="Times New Roman"/>
            </a:endParaRPr>
          </a:p>
        </p:txBody>
      </p:sp>
      <p:sp>
        <p:nvSpPr>
          <p:cNvPr id="282" name=""/>
          <p:cNvSpPr/>
          <p:nvPr/>
        </p:nvSpPr>
        <p:spPr>
          <a:xfrm>
            <a:off x="6505560" y="3342960"/>
            <a:ext cx="95400" cy="95760"/>
          </a:xfrm>
          <a:custGeom>
            <a:avLst/>
            <a:gdLst/>
            <a:ahLst/>
            <a:rect l="0" t="0" r="r" b="b"/>
            <a:pathLst>
              <a:path w="265" h="266">
                <a:moveTo>
                  <a:pt x="265" y="134"/>
                </a:moveTo>
                <a:cubicBezTo>
                  <a:pt x="265" y="151"/>
                  <a:pt x="262" y="168"/>
                  <a:pt x="255" y="184"/>
                </a:cubicBezTo>
                <a:cubicBezTo>
                  <a:pt x="248" y="200"/>
                  <a:pt x="239" y="215"/>
                  <a:pt x="226" y="227"/>
                </a:cubicBezTo>
                <a:cubicBezTo>
                  <a:pt x="214" y="240"/>
                  <a:pt x="200" y="249"/>
                  <a:pt x="183" y="256"/>
                </a:cubicBezTo>
                <a:cubicBezTo>
                  <a:pt x="167" y="263"/>
                  <a:pt x="150" y="266"/>
                  <a:pt x="133" y="266"/>
                </a:cubicBezTo>
                <a:cubicBezTo>
                  <a:pt x="115" y="266"/>
                  <a:pt x="98" y="263"/>
                  <a:pt x="82" y="256"/>
                </a:cubicBezTo>
                <a:cubicBezTo>
                  <a:pt x="66" y="249"/>
                  <a:pt x="52" y="240"/>
                  <a:pt x="39" y="227"/>
                </a:cubicBezTo>
                <a:cubicBezTo>
                  <a:pt x="27" y="215"/>
                  <a:pt x="17" y="200"/>
                  <a:pt x="10" y="184"/>
                </a:cubicBezTo>
                <a:cubicBezTo>
                  <a:pt x="3" y="168"/>
                  <a:pt x="0" y="151"/>
                  <a:pt x="0" y="134"/>
                </a:cubicBezTo>
                <a:cubicBezTo>
                  <a:pt x="0" y="116"/>
                  <a:pt x="3" y="99"/>
                  <a:pt x="10" y="82"/>
                </a:cubicBezTo>
                <a:cubicBezTo>
                  <a:pt x="17" y="66"/>
                  <a:pt x="27" y="52"/>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2"/>
                  <a:pt x="248" y="66"/>
                  <a:pt x="255" y="82"/>
                </a:cubicBezTo>
                <a:cubicBezTo>
                  <a:pt x="262" y="99"/>
                  <a:pt x="265" y="116"/>
                  <a:pt x="265" y="134"/>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283" name=""/>
          <p:cNvSpPr txBox="1"/>
          <p:nvPr/>
        </p:nvSpPr>
        <p:spPr>
          <a:xfrm>
            <a:off x="6755760" y="2783880"/>
            <a:ext cx="309132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適度にプーリングで圧縮する</a:t>
            </a:r>
            <a:endParaRPr b="0" lang="en-US" sz="1870" spc="-1" strike="noStrike">
              <a:solidFill>
                <a:srgbClr val="000000"/>
              </a:solidFill>
              <a:latin typeface="Times New Roman"/>
            </a:endParaRPr>
          </a:p>
        </p:txBody>
      </p:sp>
      <p:sp>
        <p:nvSpPr>
          <p:cNvPr id="284" name=""/>
          <p:cNvSpPr/>
          <p:nvPr/>
        </p:nvSpPr>
        <p:spPr>
          <a:xfrm>
            <a:off x="533160" y="4638600"/>
            <a:ext cx="11125440" cy="638280"/>
          </a:xfrm>
          <a:custGeom>
            <a:avLst/>
            <a:gdLst/>
            <a:ahLst/>
            <a:rect l="0" t="0" r="r" b="b"/>
            <a:pathLst>
              <a:path w="30904" h="1773">
                <a:moveTo>
                  <a:pt x="0" y="0"/>
                </a:moveTo>
                <a:lnTo>
                  <a:pt x="30904" y="0"/>
                </a:lnTo>
                <a:lnTo>
                  <a:pt x="30904" y="1773"/>
                </a:lnTo>
                <a:lnTo>
                  <a:pt x="0" y="1773"/>
                </a:lnTo>
                <a:lnTo>
                  <a:pt x="0" y="0"/>
                </a:lnTo>
                <a:close/>
              </a:path>
            </a:pathLst>
          </a:custGeom>
          <a:solidFill>
            <a:srgbClr val="eef7fb"/>
          </a:solidFill>
          <a:ln w="0">
            <a:noFill/>
          </a:ln>
        </p:spPr>
        <p:txBody>
          <a:bodyPr lIns="0" rIns="0" tIns="0" bIns="0" anchor="t">
            <a:noAutofit/>
          </a:bodyPr>
          <a:p>
            <a:endParaRPr b="0" lang="en-US" sz="2400" spc="-1" strike="noStrike">
              <a:solidFill>
                <a:srgbClr val="000000"/>
              </a:solidFill>
              <a:latin typeface="Times New Roman"/>
            </a:endParaRPr>
          </a:p>
        </p:txBody>
      </p:sp>
      <p:sp>
        <p:nvSpPr>
          <p:cNvPr id="285" name=""/>
          <p:cNvSpPr/>
          <p:nvPr/>
        </p:nvSpPr>
        <p:spPr>
          <a:xfrm>
            <a:off x="533160" y="4638600"/>
            <a:ext cx="76680" cy="638280"/>
          </a:xfrm>
          <a:custGeom>
            <a:avLst/>
            <a:gdLst/>
            <a:ahLst/>
            <a:rect l="0" t="0" r="r" b="b"/>
            <a:pathLst>
              <a:path w="213" h="1773">
                <a:moveTo>
                  <a:pt x="0" y="0"/>
                </a:moveTo>
                <a:lnTo>
                  <a:pt x="213" y="0"/>
                </a:lnTo>
                <a:lnTo>
                  <a:pt x="213" y="1773"/>
                </a:lnTo>
                <a:lnTo>
                  <a:pt x="0" y="1773"/>
                </a:lnTo>
                <a:lnTo>
                  <a:pt x="0" y="0"/>
                </a:ln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286" name=""/>
          <p:cNvSpPr txBox="1"/>
          <p:nvPr/>
        </p:nvSpPr>
        <p:spPr>
          <a:xfrm>
            <a:off x="6755760" y="3222000"/>
            <a:ext cx="214056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最後に分類器へ渡す</a:t>
            </a:r>
            <a:endParaRPr b="0" lang="en-US" sz="1870" spc="-1" strike="noStrike">
              <a:solidFill>
                <a:srgbClr val="000000"/>
              </a:solidFill>
              <a:latin typeface="Times New Roman"/>
            </a:endParaRPr>
          </a:p>
        </p:txBody>
      </p:sp>
      <p:sp>
        <p:nvSpPr>
          <p:cNvPr id="287" name=""/>
          <p:cNvSpPr txBox="1"/>
          <p:nvPr/>
        </p:nvSpPr>
        <p:spPr>
          <a:xfrm>
            <a:off x="781200" y="4792320"/>
            <a:ext cx="9015120" cy="373680"/>
          </a:xfrm>
          <a:prstGeom prst="rect">
            <a:avLst/>
          </a:prstGeom>
          <a:noFill/>
          <a:ln w="0">
            <a:noFill/>
          </a:ln>
        </p:spPr>
        <p:txBody>
          <a:bodyPr wrap="none" lIns="0" rIns="0" tIns="0" bIns="0" anchor="t">
            <a:noAutofit/>
          </a:bodyPr>
          <a:p>
            <a:r>
              <a:rPr b="0" lang="zh-CN" sz="2020" spc="-1" strike="noStrike">
                <a:solidFill>
                  <a:srgbClr val="111111"/>
                </a:solidFill>
                <a:latin typeface="NotoSansJP"/>
                <a:ea typeface="NotoSansJP"/>
              </a:rPr>
              <a:t>全結合で一気に見るのではなく、局所特徴を段階的に積み上げることが重要。</a:t>
            </a:r>
            <a:endParaRPr b="0" lang="en-US" sz="2020" spc="-1" strike="noStrike">
              <a:solidFill>
                <a:srgbClr val="000000"/>
              </a:solidFill>
              <a:latin typeface="Times New Roman"/>
            </a:endParaRPr>
          </a:p>
        </p:txBody>
      </p:sp>
      <p:sp>
        <p:nvSpPr>
          <p:cNvPr id="288" name=""/>
          <p:cNvSpPr/>
          <p:nvPr/>
        </p:nvSpPr>
        <p:spPr>
          <a:xfrm>
            <a:off x="533160" y="561960"/>
            <a:ext cx="267120" cy="57240"/>
          </a:xfrm>
          <a:custGeom>
            <a:avLst/>
            <a:gdLst/>
            <a:ahLst/>
            <a:rect l="0" t="0" r="r" b="b"/>
            <a:pathLst>
              <a:path w="742" h="159">
                <a:moveTo>
                  <a:pt x="0" y="106"/>
                </a:moveTo>
                <a:lnTo>
                  <a:pt x="0" y="52"/>
                </a:lnTo>
                <a:cubicBezTo>
                  <a:pt x="0" y="45"/>
                  <a:pt x="2" y="39"/>
                  <a:pt x="4" y="32"/>
                </a:cubicBezTo>
                <a:cubicBezTo>
                  <a:pt x="7" y="26"/>
                  <a:pt x="11" y="20"/>
                  <a:pt x="16" y="15"/>
                </a:cubicBezTo>
                <a:cubicBezTo>
                  <a:pt x="21" y="10"/>
                  <a:pt x="26" y="6"/>
                  <a:pt x="33" y="4"/>
                </a:cubicBezTo>
                <a:cubicBezTo>
                  <a:pt x="39" y="1"/>
                  <a:pt x="46" y="0"/>
                  <a:pt x="53" y="0"/>
                </a:cubicBezTo>
                <a:lnTo>
                  <a:pt x="689" y="0"/>
                </a:lnTo>
                <a:cubicBezTo>
                  <a:pt x="696" y="0"/>
                  <a:pt x="703" y="1"/>
                  <a:pt x="709" y="4"/>
                </a:cubicBezTo>
                <a:cubicBezTo>
                  <a:pt x="716" y="6"/>
                  <a:pt x="722" y="10"/>
                  <a:pt x="727" y="15"/>
                </a:cubicBezTo>
                <a:cubicBezTo>
                  <a:pt x="731" y="20"/>
                  <a:pt x="735" y="26"/>
                  <a:pt x="738" y="32"/>
                </a:cubicBezTo>
                <a:cubicBezTo>
                  <a:pt x="741" y="39"/>
                  <a:pt x="742" y="45"/>
                  <a:pt x="742" y="52"/>
                </a:cubicBezTo>
                <a:lnTo>
                  <a:pt x="742" y="106"/>
                </a:lnTo>
                <a:cubicBezTo>
                  <a:pt x="742" y="113"/>
                  <a:pt x="741" y="120"/>
                  <a:pt x="738" y="127"/>
                </a:cubicBezTo>
                <a:cubicBezTo>
                  <a:pt x="735" y="133"/>
                  <a:pt x="731" y="139"/>
                  <a:pt x="727" y="144"/>
                </a:cubicBezTo>
                <a:cubicBezTo>
                  <a:pt x="722" y="149"/>
                  <a:pt x="716" y="153"/>
                  <a:pt x="709" y="155"/>
                </a:cubicBezTo>
                <a:cubicBezTo>
                  <a:pt x="703" y="158"/>
                  <a:pt x="696" y="159"/>
                  <a:pt x="689" y="159"/>
                </a:cubicBezTo>
                <a:lnTo>
                  <a:pt x="53" y="159"/>
                </a:lnTo>
                <a:cubicBezTo>
                  <a:pt x="46" y="159"/>
                  <a:pt x="39" y="158"/>
                  <a:pt x="33" y="155"/>
                </a:cubicBezTo>
                <a:cubicBezTo>
                  <a:pt x="26" y="153"/>
                  <a:pt x="21" y="149"/>
                  <a:pt x="16" y="144"/>
                </a:cubicBezTo>
                <a:cubicBezTo>
                  <a:pt x="11" y="139"/>
                  <a:pt x="7" y="133"/>
                  <a:pt x="4" y="127"/>
                </a:cubicBezTo>
                <a:cubicBezTo>
                  <a:pt x="2" y="120"/>
                  <a:pt x="0" y="113"/>
                  <a:pt x="0" y="106"/>
                </a:cubicBez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289" name=""/>
          <p:cNvSpPr txBox="1"/>
          <p:nvPr/>
        </p:nvSpPr>
        <p:spPr>
          <a:xfrm>
            <a:off x="914400" y="392400"/>
            <a:ext cx="497520" cy="360000"/>
          </a:xfrm>
          <a:prstGeom prst="rect">
            <a:avLst/>
          </a:prstGeom>
          <a:noFill/>
          <a:ln w="0">
            <a:noFill/>
          </a:ln>
        </p:spPr>
        <p:txBody>
          <a:bodyPr wrap="none" lIns="0" rIns="0" tIns="0" bIns="0" anchor="t">
            <a:noAutofit/>
          </a:bodyPr>
          <a:p>
            <a:r>
              <a:rPr b="0" lang="zh-CN" sz="1950" spc="-1" strike="noStrike">
                <a:solidFill>
                  <a:srgbClr val="111111"/>
                </a:solidFill>
                <a:latin typeface="NotoSansJP"/>
                <a:ea typeface="NotoSansJP"/>
              </a:rPr>
              <a:t>考察</a:t>
            </a:r>
            <a:endParaRPr b="0" lang="en-US" sz="1950" spc="-1" strike="noStrike">
              <a:solidFill>
                <a:srgbClr val="000000"/>
              </a:solidFill>
              <a:latin typeface="Times New Roman"/>
            </a:endParaRPr>
          </a:p>
        </p:txBody>
      </p:sp>
      <p:sp>
        <p:nvSpPr>
          <p:cNvPr id="290" name=""/>
          <p:cNvSpPr txBox="1"/>
          <p:nvPr/>
        </p:nvSpPr>
        <p:spPr>
          <a:xfrm>
            <a:off x="11777400" y="6436800"/>
            <a:ext cx="348120" cy="416520"/>
          </a:xfrm>
          <a:prstGeom prst="rect">
            <a:avLst/>
          </a:prstGeom>
          <a:noFill/>
          <a:ln w="0">
            <a:noFill/>
          </a:ln>
        </p:spPr>
        <p:txBody>
          <a:bodyPr wrap="none" lIns="0" rIns="0" tIns="0" bIns="0" anchor="t">
            <a:noAutofit/>
          </a:bodyPr>
          <a:p>
            <a:r>
              <a:rPr b="0" lang="en-US" sz="2400" spc="-1" strike="noStrike">
                <a:solidFill>
                  <a:srgbClr val="111111"/>
                </a:solidFill>
                <a:latin typeface="NotoSansJP"/>
                <a:ea typeface="NotoSansJP"/>
              </a:rPr>
              <a:t>10</a:t>
            </a:r>
            <a:endParaRPr b="0" lang="en-US" sz="24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29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29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c9c9c9"/>
          </a:solidFill>
          <a:ln w="0">
            <a:noFill/>
          </a:ln>
        </p:spPr>
        <p:txBody>
          <a:bodyPr lIns="0" rIns="0" tIns="0" bIns="0" anchor="t">
            <a:noAutofit/>
          </a:bodyPr>
          <a:p>
            <a:endParaRPr b="0" lang="en-US" sz="2400" spc="-1" strike="noStrike">
              <a:solidFill>
                <a:srgbClr val="000000"/>
              </a:solidFill>
              <a:latin typeface="Times New Roman"/>
            </a:endParaRPr>
          </a:p>
        </p:txBody>
      </p:sp>
      <p:sp>
        <p:nvSpPr>
          <p:cNvPr id="294" name=""/>
          <p:cNvSpPr/>
          <p:nvPr/>
        </p:nvSpPr>
        <p:spPr>
          <a:xfrm>
            <a:off x="228240" y="228240"/>
            <a:ext cx="11735280" cy="6401160"/>
          </a:xfrm>
          <a:custGeom>
            <a:avLst/>
            <a:gdLst/>
            <a:ahLst/>
            <a:rect l="0" t="0" r="r" b="b"/>
            <a:pathLst>
              <a:path w="32598" h="17781">
                <a:moveTo>
                  <a:pt x="530" y="0"/>
                </a:moveTo>
                <a:lnTo>
                  <a:pt x="32069" y="0"/>
                </a:lnTo>
                <a:cubicBezTo>
                  <a:pt x="32104" y="0"/>
                  <a:pt x="32138" y="4"/>
                  <a:pt x="32172" y="11"/>
                </a:cubicBezTo>
                <a:cubicBezTo>
                  <a:pt x="32206" y="17"/>
                  <a:pt x="32239" y="27"/>
                  <a:pt x="32271" y="41"/>
                </a:cubicBezTo>
                <a:cubicBezTo>
                  <a:pt x="32304" y="54"/>
                  <a:pt x="32334" y="70"/>
                  <a:pt x="32363" y="90"/>
                </a:cubicBezTo>
                <a:cubicBezTo>
                  <a:pt x="32392" y="109"/>
                  <a:pt x="32419" y="131"/>
                  <a:pt x="32443" y="155"/>
                </a:cubicBezTo>
                <a:cubicBezTo>
                  <a:pt x="32468" y="180"/>
                  <a:pt x="32490" y="207"/>
                  <a:pt x="32509" y="236"/>
                </a:cubicBezTo>
                <a:cubicBezTo>
                  <a:pt x="32528" y="265"/>
                  <a:pt x="32545" y="295"/>
                  <a:pt x="32558" y="327"/>
                </a:cubicBezTo>
                <a:cubicBezTo>
                  <a:pt x="32571" y="359"/>
                  <a:pt x="32581" y="392"/>
                  <a:pt x="32588" y="426"/>
                </a:cubicBezTo>
                <a:cubicBezTo>
                  <a:pt x="32595" y="461"/>
                  <a:pt x="32598" y="495"/>
                  <a:pt x="32598" y="530"/>
                </a:cubicBezTo>
                <a:lnTo>
                  <a:pt x="32598" y="17252"/>
                </a:lnTo>
                <a:cubicBezTo>
                  <a:pt x="32598" y="17287"/>
                  <a:pt x="32595" y="17321"/>
                  <a:pt x="32588" y="17356"/>
                </a:cubicBezTo>
                <a:cubicBezTo>
                  <a:pt x="32581" y="17390"/>
                  <a:pt x="32571" y="17423"/>
                  <a:pt x="32558" y="17455"/>
                </a:cubicBezTo>
                <a:cubicBezTo>
                  <a:pt x="32545" y="17487"/>
                  <a:pt x="32528" y="17517"/>
                  <a:pt x="32509" y="17546"/>
                </a:cubicBezTo>
                <a:cubicBezTo>
                  <a:pt x="32490" y="17575"/>
                  <a:pt x="32468" y="17602"/>
                  <a:pt x="32443" y="17627"/>
                </a:cubicBezTo>
                <a:cubicBezTo>
                  <a:pt x="32419" y="17651"/>
                  <a:pt x="32392" y="17673"/>
                  <a:pt x="32363" y="17692"/>
                </a:cubicBezTo>
                <a:cubicBezTo>
                  <a:pt x="32334" y="17712"/>
                  <a:pt x="32304" y="17728"/>
                  <a:pt x="32271" y="17741"/>
                </a:cubicBezTo>
                <a:cubicBezTo>
                  <a:pt x="32239" y="17755"/>
                  <a:pt x="32206" y="17765"/>
                  <a:pt x="32172" y="17771"/>
                </a:cubicBezTo>
                <a:cubicBezTo>
                  <a:pt x="32138" y="17778"/>
                  <a:pt x="32104" y="17781"/>
                  <a:pt x="32069" y="17781"/>
                </a:cubicBezTo>
                <a:lnTo>
                  <a:pt x="530" y="17781"/>
                </a:lnTo>
                <a:cubicBezTo>
                  <a:pt x="495" y="17781"/>
                  <a:pt x="461" y="17778"/>
                  <a:pt x="426" y="17771"/>
                </a:cubicBezTo>
                <a:cubicBezTo>
                  <a:pt x="392" y="17765"/>
                  <a:pt x="359" y="17755"/>
                  <a:pt x="327" y="17741"/>
                </a:cubicBezTo>
                <a:cubicBezTo>
                  <a:pt x="295" y="17728"/>
                  <a:pt x="265" y="17712"/>
                  <a:pt x="236" y="17692"/>
                </a:cubicBezTo>
                <a:cubicBezTo>
                  <a:pt x="207" y="17673"/>
                  <a:pt x="180" y="17651"/>
                  <a:pt x="155" y="17627"/>
                </a:cubicBezTo>
                <a:cubicBezTo>
                  <a:pt x="131" y="17602"/>
                  <a:pt x="109" y="17575"/>
                  <a:pt x="90" y="17546"/>
                </a:cubicBezTo>
                <a:cubicBezTo>
                  <a:pt x="70" y="17517"/>
                  <a:pt x="54" y="17487"/>
                  <a:pt x="41" y="17455"/>
                </a:cubicBezTo>
                <a:cubicBezTo>
                  <a:pt x="27" y="17423"/>
                  <a:pt x="17" y="17390"/>
                  <a:pt x="11" y="17356"/>
                </a:cubicBezTo>
                <a:cubicBezTo>
                  <a:pt x="4" y="17321"/>
                  <a:pt x="0" y="17287"/>
                  <a:pt x="0" y="17252"/>
                </a:cubicBezTo>
                <a:lnTo>
                  <a:pt x="0" y="530"/>
                </a:lnTo>
                <a:cubicBezTo>
                  <a:pt x="0" y="495"/>
                  <a:pt x="4" y="461"/>
                  <a:pt x="11" y="426"/>
                </a:cubicBezTo>
                <a:cubicBezTo>
                  <a:pt x="17" y="392"/>
                  <a:pt x="27" y="359"/>
                  <a:pt x="41" y="327"/>
                </a:cubicBezTo>
                <a:cubicBezTo>
                  <a:pt x="54" y="295"/>
                  <a:pt x="70" y="265"/>
                  <a:pt x="90" y="236"/>
                </a:cubicBezTo>
                <a:cubicBezTo>
                  <a:pt x="109" y="207"/>
                  <a:pt x="131" y="180"/>
                  <a:pt x="155" y="155"/>
                </a:cubicBezTo>
                <a:cubicBezTo>
                  <a:pt x="180" y="131"/>
                  <a:pt x="207" y="109"/>
                  <a:pt x="236" y="90"/>
                </a:cubicBezTo>
                <a:cubicBezTo>
                  <a:pt x="265" y="70"/>
                  <a:pt x="295" y="54"/>
                  <a:pt x="327" y="41"/>
                </a:cubicBezTo>
                <a:cubicBezTo>
                  <a:pt x="359" y="27"/>
                  <a:pt x="392" y="17"/>
                  <a:pt x="426" y="11"/>
                </a:cubicBezTo>
                <a:cubicBezTo>
                  <a:pt x="461" y="4"/>
                  <a:pt x="495" y="0"/>
                  <a:pt x="530" y="0"/>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pic>
        <p:nvPicPr>
          <p:cNvPr id="295" name="" descr=""/>
          <p:cNvPicPr/>
          <p:nvPr/>
        </p:nvPicPr>
        <p:blipFill>
          <a:blip r:embed="rId1"/>
          <a:stretch/>
        </p:blipFill>
        <p:spPr>
          <a:xfrm>
            <a:off x="10515600" y="38160"/>
            <a:ext cx="1142640" cy="1142640"/>
          </a:xfrm>
          <a:prstGeom prst="rect">
            <a:avLst/>
          </a:prstGeom>
          <a:ln w="0">
            <a:noFill/>
          </a:ln>
        </p:spPr>
      </p:pic>
      <p:sp>
        <p:nvSpPr>
          <p:cNvPr id="296" name=""/>
          <p:cNvSpPr/>
          <p:nvPr/>
        </p:nvSpPr>
        <p:spPr>
          <a:xfrm>
            <a:off x="542880" y="1666800"/>
            <a:ext cx="5410440" cy="3143520"/>
          </a:xfrm>
          <a:custGeom>
            <a:avLst/>
            <a:gdLst/>
            <a:ahLst/>
            <a:rect l="0" t="0" r="r" b="b"/>
            <a:pathLst>
              <a:path w="15029" h="8732">
                <a:moveTo>
                  <a:pt x="0" y="8547"/>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2"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8547"/>
                </a:lnTo>
                <a:cubicBezTo>
                  <a:pt x="15029" y="8559"/>
                  <a:pt x="15028" y="8571"/>
                  <a:pt x="15025" y="8583"/>
                </a:cubicBezTo>
                <a:cubicBezTo>
                  <a:pt x="15023" y="8595"/>
                  <a:pt x="15020" y="8606"/>
                  <a:pt x="15015" y="8618"/>
                </a:cubicBezTo>
                <a:cubicBezTo>
                  <a:pt x="15010" y="8629"/>
                  <a:pt x="15005" y="8640"/>
                  <a:pt x="14998" y="8650"/>
                </a:cubicBezTo>
                <a:cubicBezTo>
                  <a:pt x="14991" y="8660"/>
                  <a:pt x="14983" y="8669"/>
                  <a:pt x="14975" y="8678"/>
                </a:cubicBezTo>
                <a:cubicBezTo>
                  <a:pt x="14966" y="8686"/>
                  <a:pt x="14957" y="8694"/>
                  <a:pt x="14947" y="8701"/>
                </a:cubicBezTo>
                <a:cubicBezTo>
                  <a:pt x="14937" y="8707"/>
                  <a:pt x="14926" y="8713"/>
                  <a:pt x="14915" y="8718"/>
                </a:cubicBezTo>
                <a:cubicBezTo>
                  <a:pt x="14903" y="8723"/>
                  <a:pt x="14892" y="8726"/>
                  <a:pt x="14880" y="8728"/>
                </a:cubicBezTo>
                <a:cubicBezTo>
                  <a:pt x="14868" y="8731"/>
                  <a:pt x="14856" y="8732"/>
                  <a:pt x="14844" y="8732"/>
                </a:cubicBezTo>
                <a:lnTo>
                  <a:pt x="185" y="8732"/>
                </a:lnTo>
                <a:cubicBezTo>
                  <a:pt x="173" y="8732"/>
                  <a:pt x="161" y="8731"/>
                  <a:pt x="149" y="8728"/>
                </a:cubicBezTo>
                <a:cubicBezTo>
                  <a:pt x="137" y="8726"/>
                  <a:pt x="125" y="8723"/>
                  <a:pt x="114" y="8718"/>
                </a:cubicBezTo>
                <a:cubicBezTo>
                  <a:pt x="103" y="8713"/>
                  <a:pt x="92" y="8707"/>
                  <a:pt x="82" y="8701"/>
                </a:cubicBezTo>
                <a:cubicBezTo>
                  <a:pt x="72" y="8694"/>
                  <a:pt x="62" y="8686"/>
                  <a:pt x="54" y="8678"/>
                </a:cubicBezTo>
                <a:cubicBezTo>
                  <a:pt x="45" y="8669"/>
                  <a:pt x="38" y="8660"/>
                  <a:pt x="31" y="8650"/>
                </a:cubicBezTo>
                <a:cubicBezTo>
                  <a:pt x="24" y="8640"/>
                  <a:pt x="18" y="8629"/>
                  <a:pt x="14" y="8618"/>
                </a:cubicBezTo>
                <a:cubicBezTo>
                  <a:pt x="9" y="8606"/>
                  <a:pt x="6" y="8595"/>
                  <a:pt x="3" y="8583"/>
                </a:cubicBezTo>
                <a:cubicBezTo>
                  <a:pt x="1" y="8571"/>
                  <a:pt x="0" y="8559"/>
                  <a:pt x="0" y="8547"/>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297" name=""/>
          <p:cNvSpPr/>
          <p:nvPr/>
        </p:nvSpPr>
        <p:spPr>
          <a:xfrm>
            <a:off x="542880" y="1666800"/>
            <a:ext cx="5410440" cy="3143520"/>
          </a:xfrm>
          <a:custGeom>
            <a:avLst/>
            <a:gdLst/>
            <a:ahLst/>
            <a:rect l="0" t="0" r="r" b="b"/>
            <a:pathLst>
              <a:path w="15029" h="8732">
                <a:moveTo>
                  <a:pt x="0" y="8547"/>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2"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8547"/>
                </a:lnTo>
                <a:cubicBezTo>
                  <a:pt x="15029" y="8559"/>
                  <a:pt x="15028" y="8571"/>
                  <a:pt x="15025" y="8583"/>
                </a:cubicBezTo>
                <a:cubicBezTo>
                  <a:pt x="15023" y="8595"/>
                  <a:pt x="15020" y="8606"/>
                  <a:pt x="15015" y="8618"/>
                </a:cubicBezTo>
                <a:cubicBezTo>
                  <a:pt x="15010" y="8629"/>
                  <a:pt x="15005" y="8640"/>
                  <a:pt x="14998" y="8650"/>
                </a:cubicBezTo>
                <a:cubicBezTo>
                  <a:pt x="14991" y="8660"/>
                  <a:pt x="14983" y="8669"/>
                  <a:pt x="14975" y="8678"/>
                </a:cubicBezTo>
                <a:cubicBezTo>
                  <a:pt x="14966" y="8686"/>
                  <a:pt x="14957" y="8694"/>
                  <a:pt x="14947" y="8701"/>
                </a:cubicBezTo>
                <a:cubicBezTo>
                  <a:pt x="14937" y="8707"/>
                  <a:pt x="14926" y="8713"/>
                  <a:pt x="14915" y="8718"/>
                </a:cubicBezTo>
                <a:cubicBezTo>
                  <a:pt x="14903" y="8723"/>
                  <a:pt x="14892" y="8726"/>
                  <a:pt x="14880" y="8728"/>
                </a:cubicBezTo>
                <a:cubicBezTo>
                  <a:pt x="14868" y="8731"/>
                  <a:pt x="14856" y="8732"/>
                  <a:pt x="14844" y="8732"/>
                </a:cubicBezTo>
                <a:lnTo>
                  <a:pt x="185" y="8732"/>
                </a:lnTo>
                <a:cubicBezTo>
                  <a:pt x="173" y="8732"/>
                  <a:pt x="161" y="8731"/>
                  <a:pt x="149" y="8728"/>
                </a:cubicBezTo>
                <a:cubicBezTo>
                  <a:pt x="137" y="8726"/>
                  <a:pt x="125" y="8723"/>
                  <a:pt x="114" y="8718"/>
                </a:cubicBezTo>
                <a:cubicBezTo>
                  <a:pt x="103" y="8713"/>
                  <a:pt x="92" y="8707"/>
                  <a:pt x="82" y="8701"/>
                </a:cubicBezTo>
                <a:cubicBezTo>
                  <a:pt x="72" y="8694"/>
                  <a:pt x="62" y="8686"/>
                  <a:pt x="54" y="8678"/>
                </a:cubicBezTo>
                <a:cubicBezTo>
                  <a:pt x="45" y="8669"/>
                  <a:pt x="38" y="8660"/>
                  <a:pt x="31" y="8650"/>
                </a:cubicBezTo>
                <a:cubicBezTo>
                  <a:pt x="24" y="8640"/>
                  <a:pt x="18" y="8629"/>
                  <a:pt x="14" y="8618"/>
                </a:cubicBezTo>
                <a:cubicBezTo>
                  <a:pt x="9" y="8606"/>
                  <a:pt x="6" y="8595"/>
                  <a:pt x="3" y="8583"/>
                </a:cubicBezTo>
                <a:cubicBezTo>
                  <a:pt x="1" y="8571"/>
                  <a:pt x="0" y="8559"/>
                  <a:pt x="0" y="8547"/>
                </a:cubicBezTo>
                <a:close/>
              </a:path>
            </a:pathLst>
          </a:custGeom>
          <a:noFill/>
          <a:ln w="18720">
            <a:solidFill>
              <a:srgbClr val="d7e5ee"/>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298" name=""/>
          <p:cNvSpPr txBox="1"/>
          <p:nvPr/>
        </p:nvSpPr>
        <p:spPr>
          <a:xfrm>
            <a:off x="533520" y="924480"/>
            <a:ext cx="8152560" cy="387360"/>
          </a:xfrm>
          <a:prstGeom prst="rect">
            <a:avLst/>
          </a:prstGeom>
          <a:noFill/>
          <a:ln w="0">
            <a:noFill/>
          </a:ln>
        </p:spPr>
        <p:txBody>
          <a:bodyPr wrap="none" lIns="0" rIns="0" tIns="0" bIns="0" anchor="t">
            <a:noAutofit/>
          </a:bodyPr>
          <a:p>
            <a:r>
              <a:rPr b="0" lang="zh-CN" sz="2100" spc="-1" strike="noStrike">
                <a:solidFill>
                  <a:srgbClr val="111111"/>
                </a:solidFill>
                <a:latin typeface="NotoSansJP"/>
                <a:ea typeface="NotoSansJP"/>
              </a:rPr>
              <a:t>基本的な</a:t>
            </a:r>
            <a:r>
              <a:rPr b="0" lang="en-US" sz="2100" spc="-1" strike="noStrike">
                <a:solidFill>
                  <a:srgbClr val="111111"/>
                </a:solidFill>
                <a:latin typeface="NotoSansJP"/>
                <a:ea typeface="NotoSansJP"/>
              </a:rPr>
              <a:t>CNN</a:t>
            </a:r>
            <a:r>
              <a:rPr b="0" lang="zh-CN" sz="2100" spc="-1" strike="noStrike">
                <a:solidFill>
                  <a:srgbClr val="111111"/>
                </a:solidFill>
                <a:latin typeface="NotoSansJP"/>
                <a:ea typeface="NotoSansJP"/>
              </a:rPr>
              <a:t>にも、設計やタスクによって注意すべき限界がある。</a:t>
            </a:r>
            <a:endParaRPr b="0" lang="en-US" sz="2100" spc="-1" strike="noStrike">
              <a:solidFill>
                <a:srgbClr val="000000"/>
              </a:solidFill>
              <a:latin typeface="Times New Roman"/>
            </a:endParaRPr>
          </a:p>
        </p:txBody>
      </p:sp>
      <p:sp>
        <p:nvSpPr>
          <p:cNvPr id="299" name=""/>
          <p:cNvSpPr/>
          <p:nvPr/>
        </p:nvSpPr>
        <p:spPr>
          <a:xfrm>
            <a:off x="809280" y="2457360"/>
            <a:ext cx="95760" cy="95400"/>
          </a:xfrm>
          <a:custGeom>
            <a:avLst/>
            <a:gdLst/>
            <a:ahLst/>
            <a:rect l="0" t="0" r="r" b="b"/>
            <a:pathLst>
              <a:path w="266" h="265">
                <a:moveTo>
                  <a:pt x="266" y="132"/>
                </a:moveTo>
                <a:cubicBezTo>
                  <a:pt x="266" y="150"/>
                  <a:pt x="263" y="166"/>
                  <a:pt x="255" y="184"/>
                </a:cubicBezTo>
                <a:cubicBezTo>
                  <a:pt x="248" y="200"/>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200"/>
                  <a:pt x="11" y="184"/>
                </a:cubicBezTo>
                <a:cubicBezTo>
                  <a:pt x="4" y="166"/>
                  <a:pt x="0" y="150"/>
                  <a:pt x="0" y="132"/>
                </a:cubicBezTo>
                <a:cubicBezTo>
                  <a:pt x="0" y="114"/>
                  <a:pt x="4" y="98"/>
                  <a:pt x="11" y="81"/>
                </a:cubicBezTo>
                <a:cubicBezTo>
                  <a:pt x="17" y="65"/>
                  <a:pt x="27" y="51"/>
                  <a:pt x="39" y="38"/>
                </a:cubicBezTo>
                <a:cubicBezTo>
                  <a:pt x="52" y="26"/>
                  <a:pt x="66" y="17"/>
                  <a:pt x="82" y="10"/>
                </a:cubicBezTo>
                <a:cubicBezTo>
                  <a:pt x="98" y="3"/>
                  <a:pt x="115" y="0"/>
                  <a:pt x="133" y="0"/>
                </a:cubicBezTo>
                <a:cubicBezTo>
                  <a:pt x="150" y="0"/>
                  <a:pt x="167" y="3"/>
                  <a:pt x="183" y="10"/>
                </a:cubicBezTo>
                <a:cubicBezTo>
                  <a:pt x="200" y="17"/>
                  <a:pt x="214" y="26"/>
                  <a:pt x="226" y="38"/>
                </a:cubicBezTo>
                <a:cubicBezTo>
                  <a:pt x="239" y="51"/>
                  <a:pt x="248" y="65"/>
                  <a:pt x="255" y="81"/>
                </a:cubicBezTo>
                <a:cubicBezTo>
                  <a:pt x="263" y="98"/>
                  <a:pt x="266" y="114"/>
                  <a:pt x="266"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300" name=""/>
          <p:cNvSpPr txBox="1"/>
          <p:nvPr/>
        </p:nvSpPr>
        <p:spPr>
          <a:xfrm>
            <a:off x="762120" y="1848600"/>
            <a:ext cx="534240" cy="385920"/>
          </a:xfrm>
          <a:prstGeom prst="rect">
            <a:avLst/>
          </a:prstGeom>
          <a:noFill/>
          <a:ln w="0">
            <a:noFill/>
          </a:ln>
        </p:spPr>
        <p:txBody>
          <a:bodyPr wrap="none" lIns="0" rIns="0" tIns="0" bIns="0" anchor="t">
            <a:noAutofit/>
          </a:bodyPr>
          <a:p>
            <a:r>
              <a:rPr b="0" lang="zh-CN" sz="2100" spc="-1" strike="noStrike">
                <a:solidFill>
                  <a:srgbClr val="0b4b78"/>
                </a:solidFill>
                <a:latin typeface="NotoSansJP"/>
                <a:ea typeface="NotoSansJP"/>
              </a:rPr>
              <a:t>限界</a:t>
            </a:r>
            <a:endParaRPr b="0" lang="en-US" sz="2100" spc="-1" strike="noStrike">
              <a:solidFill>
                <a:srgbClr val="000000"/>
              </a:solidFill>
              <a:latin typeface="Times New Roman"/>
            </a:endParaRPr>
          </a:p>
        </p:txBody>
      </p:sp>
      <p:sp>
        <p:nvSpPr>
          <p:cNvPr id="301" name=""/>
          <p:cNvSpPr txBox="1"/>
          <p:nvPr/>
        </p:nvSpPr>
        <p:spPr>
          <a:xfrm>
            <a:off x="1059480" y="2336400"/>
            <a:ext cx="451800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層を深くすると学習が難しくなる場合があ</a:t>
            </a:r>
            <a:endParaRPr b="0" lang="en-US" sz="1870" spc="-1" strike="noStrike">
              <a:solidFill>
                <a:srgbClr val="000000"/>
              </a:solidFill>
              <a:latin typeface="Times New Roman"/>
            </a:endParaRPr>
          </a:p>
        </p:txBody>
      </p:sp>
      <p:sp>
        <p:nvSpPr>
          <p:cNvPr id="302" name=""/>
          <p:cNvSpPr/>
          <p:nvPr/>
        </p:nvSpPr>
        <p:spPr>
          <a:xfrm>
            <a:off x="809280" y="3257280"/>
            <a:ext cx="95760" cy="95760"/>
          </a:xfrm>
          <a:custGeom>
            <a:avLst/>
            <a:gdLst/>
            <a:ahLst/>
            <a:rect l="0" t="0" r="r" b="b"/>
            <a:pathLst>
              <a:path w="266" h="266">
                <a:moveTo>
                  <a:pt x="266" y="134"/>
                </a:moveTo>
                <a:cubicBezTo>
                  <a:pt x="266" y="151"/>
                  <a:pt x="263" y="168"/>
                  <a:pt x="255" y="184"/>
                </a:cubicBezTo>
                <a:cubicBezTo>
                  <a:pt x="248" y="200"/>
                  <a:pt x="239" y="215"/>
                  <a:pt x="226" y="227"/>
                </a:cubicBezTo>
                <a:cubicBezTo>
                  <a:pt x="214" y="239"/>
                  <a:pt x="200" y="249"/>
                  <a:pt x="183" y="256"/>
                </a:cubicBezTo>
                <a:cubicBezTo>
                  <a:pt x="167" y="262"/>
                  <a:pt x="150" y="266"/>
                  <a:pt x="133" y="266"/>
                </a:cubicBezTo>
                <a:cubicBezTo>
                  <a:pt x="115" y="266"/>
                  <a:pt x="98" y="262"/>
                  <a:pt x="82" y="256"/>
                </a:cubicBezTo>
                <a:cubicBezTo>
                  <a:pt x="66" y="249"/>
                  <a:pt x="52" y="239"/>
                  <a:pt x="39" y="227"/>
                </a:cubicBezTo>
                <a:cubicBezTo>
                  <a:pt x="27" y="215"/>
                  <a:pt x="17" y="200"/>
                  <a:pt x="11" y="184"/>
                </a:cubicBezTo>
                <a:cubicBezTo>
                  <a:pt x="4" y="168"/>
                  <a:pt x="0" y="151"/>
                  <a:pt x="0" y="134"/>
                </a:cubicBezTo>
                <a:cubicBezTo>
                  <a:pt x="0" y="116"/>
                  <a:pt x="4" y="99"/>
                  <a:pt x="11" y="83"/>
                </a:cubicBezTo>
                <a:cubicBezTo>
                  <a:pt x="17" y="67"/>
                  <a:pt x="27" y="51"/>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1"/>
                  <a:pt x="248" y="67"/>
                  <a:pt x="255" y="83"/>
                </a:cubicBezTo>
                <a:cubicBezTo>
                  <a:pt x="263" y="99"/>
                  <a:pt x="266" y="116"/>
                  <a:pt x="266" y="134"/>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303" name=""/>
          <p:cNvSpPr txBox="1"/>
          <p:nvPr/>
        </p:nvSpPr>
        <p:spPr>
          <a:xfrm>
            <a:off x="1059480" y="2698200"/>
            <a:ext cx="23832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る</a:t>
            </a:r>
            <a:endParaRPr b="0" lang="en-US" sz="1870" spc="-1" strike="noStrike">
              <a:solidFill>
                <a:srgbClr val="000000"/>
              </a:solidFill>
              <a:latin typeface="Times New Roman"/>
            </a:endParaRPr>
          </a:p>
        </p:txBody>
      </p:sp>
      <p:sp>
        <p:nvSpPr>
          <p:cNvPr id="304" name=""/>
          <p:cNvSpPr txBox="1"/>
          <p:nvPr/>
        </p:nvSpPr>
        <p:spPr>
          <a:xfrm>
            <a:off x="1059480" y="3136320"/>
            <a:ext cx="451800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大域的な関係は局所畳み込みだけでは扱い</a:t>
            </a:r>
            <a:endParaRPr b="0" lang="en-US" sz="1870" spc="-1" strike="noStrike">
              <a:solidFill>
                <a:srgbClr val="000000"/>
              </a:solidFill>
              <a:latin typeface="Times New Roman"/>
            </a:endParaRPr>
          </a:p>
        </p:txBody>
      </p:sp>
      <p:sp>
        <p:nvSpPr>
          <p:cNvPr id="305" name=""/>
          <p:cNvSpPr/>
          <p:nvPr/>
        </p:nvSpPr>
        <p:spPr>
          <a:xfrm>
            <a:off x="809280" y="4057560"/>
            <a:ext cx="95760" cy="95400"/>
          </a:xfrm>
          <a:custGeom>
            <a:avLst/>
            <a:gdLst/>
            <a:ahLst/>
            <a:rect l="0" t="0" r="r" b="b"/>
            <a:pathLst>
              <a:path w="266" h="265">
                <a:moveTo>
                  <a:pt x="266" y="132"/>
                </a:moveTo>
                <a:cubicBezTo>
                  <a:pt x="266" y="150"/>
                  <a:pt x="263" y="166"/>
                  <a:pt x="255" y="183"/>
                </a:cubicBezTo>
                <a:cubicBezTo>
                  <a:pt x="248" y="199"/>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199"/>
                  <a:pt x="11" y="183"/>
                </a:cubicBezTo>
                <a:cubicBezTo>
                  <a:pt x="4" y="166"/>
                  <a:pt x="0" y="150"/>
                  <a:pt x="0" y="132"/>
                </a:cubicBezTo>
                <a:cubicBezTo>
                  <a:pt x="0" y="114"/>
                  <a:pt x="4" y="98"/>
                  <a:pt x="11" y="81"/>
                </a:cubicBezTo>
                <a:cubicBezTo>
                  <a:pt x="17" y="65"/>
                  <a:pt x="27" y="51"/>
                  <a:pt x="39" y="38"/>
                </a:cubicBezTo>
                <a:cubicBezTo>
                  <a:pt x="52" y="26"/>
                  <a:pt x="66" y="17"/>
                  <a:pt x="82" y="10"/>
                </a:cubicBezTo>
                <a:cubicBezTo>
                  <a:pt x="98" y="3"/>
                  <a:pt x="115" y="0"/>
                  <a:pt x="133" y="0"/>
                </a:cubicBezTo>
                <a:cubicBezTo>
                  <a:pt x="150" y="0"/>
                  <a:pt x="167" y="3"/>
                  <a:pt x="183" y="10"/>
                </a:cubicBezTo>
                <a:cubicBezTo>
                  <a:pt x="200" y="17"/>
                  <a:pt x="214" y="26"/>
                  <a:pt x="226" y="38"/>
                </a:cubicBezTo>
                <a:cubicBezTo>
                  <a:pt x="239" y="51"/>
                  <a:pt x="248" y="65"/>
                  <a:pt x="255" y="81"/>
                </a:cubicBezTo>
                <a:cubicBezTo>
                  <a:pt x="263" y="98"/>
                  <a:pt x="266" y="114"/>
                  <a:pt x="266"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306" name=""/>
          <p:cNvSpPr txBox="1"/>
          <p:nvPr/>
        </p:nvSpPr>
        <p:spPr>
          <a:xfrm>
            <a:off x="1059480" y="3498120"/>
            <a:ext cx="71388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にくい</a:t>
            </a:r>
            <a:endParaRPr b="0" lang="en-US" sz="1870" spc="-1" strike="noStrike">
              <a:solidFill>
                <a:srgbClr val="000000"/>
              </a:solidFill>
              <a:latin typeface="Times New Roman"/>
            </a:endParaRPr>
          </a:p>
        </p:txBody>
      </p:sp>
      <p:sp>
        <p:nvSpPr>
          <p:cNvPr id="307" name=""/>
          <p:cNvSpPr txBox="1"/>
          <p:nvPr/>
        </p:nvSpPr>
        <p:spPr>
          <a:xfrm>
            <a:off x="1059480" y="3936600"/>
            <a:ext cx="451800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カーネルサイズやプーリング設計に性能が</a:t>
            </a:r>
            <a:endParaRPr b="0" lang="en-US" sz="1870" spc="-1" strike="noStrike">
              <a:solidFill>
                <a:srgbClr val="000000"/>
              </a:solidFill>
              <a:latin typeface="Times New Roman"/>
            </a:endParaRPr>
          </a:p>
        </p:txBody>
      </p:sp>
      <p:sp>
        <p:nvSpPr>
          <p:cNvPr id="308" name=""/>
          <p:cNvSpPr/>
          <p:nvPr/>
        </p:nvSpPr>
        <p:spPr>
          <a:xfrm>
            <a:off x="6238800" y="1666800"/>
            <a:ext cx="5410440" cy="3143520"/>
          </a:xfrm>
          <a:custGeom>
            <a:avLst/>
            <a:gdLst/>
            <a:ahLst/>
            <a:rect l="0" t="0" r="r" b="b"/>
            <a:pathLst>
              <a:path w="15029" h="8732">
                <a:moveTo>
                  <a:pt x="0" y="8547"/>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3"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8547"/>
                </a:lnTo>
                <a:cubicBezTo>
                  <a:pt x="15029" y="8559"/>
                  <a:pt x="15028" y="8571"/>
                  <a:pt x="15025" y="8583"/>
                </a:cubicBezTo>
                <a:cubicBezTo>
                  <a:pt x="15023" y="8595"/>
                  <a:pt x="15020" y="8606"/>
                  <a:pt x="15015" y="8618"/>
                </a:cubicBezTo>
                <a:cubicBezTo>
                  <a:pt x="15010" y="8629"/>
                  <a:pt x="15005" y="8640"/>
                  <a:pt x="14998" y="8650"/>
                </a:cubicBezTo>
                <a:cubicBezTo>
                  <a:pt x="14991" y="8660"/>
                  <a:pt x="14983" y="8669"/>
                  <a:pt x="14975" y="8678"/>
                </a:cubicBezTo>
                <a:cubicBezTo>
                  <a:pt x="14966" y="8686"/>
                  <a:pt x="14957" y="8694"/>
                  <a:pt x="14947" y="8701"/>
                </a:cubicBezTo>
                <a:cubicBezTo>
                  <a:pt x="14937" y="8707"/>
                  <a:pt x="14926" y="8713"/>
                  <a:pt x="14915" y="8718"/>
                </a:cubicBezTo>
                <a:cubicBezTo>
                  <a:pt x="14903" y="8723"/>
                  <a:pt x="14892" y="8726"/>
                  <a:pt x="14880" y="8728"/>
                </a:cubicBezTo>
                <a:cubicBezTo>
                  <a:pt x="14868" y="8731"/>
                  <a:pt x="14856" y="8732"/>
                  <a:pt x="14844" y="8732"/>
                </a:cubicBezTo>
                <a:lnTo>
                  <a:pt x="185" y="8732"/>
                </a:lnTo>
                <a:cubicBezTo>
                  <a:pt x="173" y="8732"/>
                  <a:pt x="161" y="8731"/>
                  <a:pt x="149" y="8728"/>
                </a:cubicBezTo>
                <a:cubicBezTo>
                  <a:pt x="137" y="8726"/>
                  <a:pt x="125" y="8723"/>
                  <a:pt x="114" y="8718"/>
                </a:cubicBezTo>
                <a:cubicBezTo>
                  <a:pt x="103" y="8713"/>
                  <a:pt x="92" y="8707"/>
                  <a:pt x="82" y="8701"/>
                </a:cubicBezTo>
                <a:cubicBezTo>
                  <a:pt x="72" y="8694"/>
                  <a:pt x="63" y="8686"/>
                  <a:pt x="54" y="8678"/>
                </a:cubicBezTo>
                <a:cubicBezTo>
                  <a:pt x="45" y="8669"/>
                  <a:pt x="38" y="8660"/>
                  <a:pt x="31" y="8650"/>
                </a:cubicBezTo>
                <a:cubicBezTo>
                  <a:pt x="24" y="8640"/>
                  <a:pt x="18" y="8629"/>
                  <a:pt x="14" y="8618"/>
                </a:cubicBezTo>
                <a:cubicBezTo>
                  <a:pt x="9" y="8606"/>
                  <a:pt x="6" y="8595"/>
                  <a:pt x="3" y="8583"/>
                </a:cubicBezTo>
                <a:cubicBezTo>
                  <a:pt x="1" y="8571"/>
                  <a:pt x="0" y="8559"/>
                  <a:pt x="0" y="8547"/>
                </a:cubicBezTo>
                <a:close/>
              </a:path>
            </a:pathLst>
          </a:custGeom>
          <a:solidFill>
            <a:srgbClr val="fff8f7"/>
          </a:solidFill>
          <a:ln w="0">
            <a:noFill/>
          </a:ln>
        </p:spPr>
        <p:txBody>
          <a:bodyPr lIns="0" rIns="0" tIns="0" bIns="0" anchor="t">
            <a:noAutofit/>
          </a:bodyPr>
          <a:p>
            <a:endParaRPr b="0" lang="en-US" sz="2400" spc="-1" strike="noStrike">
              <a:solidFill>
                <a:srgbClr val="000000"/>
              </a:solidFill>
              <a:latin typeface="Times New Roman"/>
            </a:endParaRPr>
          </a:p>
        </p:txBody>
      </p:sp>
      <p:sp>
        <p:nvSpPr>
          <p:cNvPr id="309" name=""/>
          <p:cNvSpPr/>
          <p:nvPr/>
        </p:nvSpPr>
        <p:spPr>
          <a:xfrm>
            <a:off x="6238800" y="1666800"/>
            <a:ext cx="5410440" cy="3143520"/>
          </a:xfrm>
          <a:custGeom>
            <a:avLst/>
            <a:gdLst/>
            <a:ahLst/>
            <a:rect l="0" t="0" r="r" b="b"/>
            <a:pathLst>
              <a:path w="15029" h="8732">
                <a:moveTo>
                  <a:pt x="0" y="8547"/>
                </a:moveTo>
                <a:lnTo>
                  <a:pt x="0" y="185"/>
                </a:lnTo>
                <a:cubicBezTo>
                  <a:pt x="0" y="173"/>
                  <a:pt x="1" y="161"/>
                  <a:pt x="3" y="149"/>
                </a:cubicBezTo>
                <a:cubicBezTo>
                  <a:pt x="6" y="137"/>
                  <a:pt x="9" y="125"/>
                  <a:pt x="14" y="114"/>
                </a:cubicBezTo>
                <a:cubicBezTo>
                  <a:pt x="18" y="103"/>
                  <a:pt x="24" y="92"/>
                  <a:pt x="31" y="82"/>
                </a:cubicBezTo>
                <a:cubicBezTo>
                  <a:pt x="38" y="72"/>
                  <a:pt x="45" y="63"/>
                  <a:pt x="54" y="54"/>
                </a:cubicBezTo>
                <a:cubicBezTo>
                  <a:pt x="63" y="45"/>
                  <a:pt x="72" y="38"/>
                  <a:pt x="82" y="31"/>
                </a:cubicBezTo>
                <a:cubicBezTo>
                  <a:pt x="92" y="24"/>
                  <a:pt x="103" y="18"/>
                  <a:pt x="114" y="14"/>
                </a:cubicBezTo>
                <a:cubicBezTo>
                  <a:pt x="125" y="9"/>
                  <a:pt x="137" y="6"/>
                  <a:pt x="149" y="3"/>
                </a:cubicBezTo>
                <a:cubicBezTo>
                  <a:pt x="161" y="1"/>
                  <a:pt x="173" y="0"/>
                  <a:pt x="185" y="0"/>
                </a:cubicBezTo>
                <a:lnTo>
                  <a:pt x="14844" y="0"/>
                </a:lnTo>
                <a:cubicBezTo>
                  <a:pt x="14856" y="0"/>
                  <a:pt x="14868" y="1"/>
                  <a:pt x="14880" y="3"/>
                </a:cubicBezTo>
                <a:cubicBezTo>
                  <a:pt x="14892" y="6"/>
                  <a:pt x="14903" y="9"/>
                  <a:pt x="14915" y="14"/>
                </a:cubicBezTo>
                <a:cubicBezTo>
                  <a:pt x="14926" y="18"/>
                  <a:pt x="14937" y="24"/>
                  <a:pt x="14947" y="31"/>
                </a:cubicBezTo>
                <a:cubicBezTo>
                  <a:pt x="14957" y="38"/>
                  <a:pt x="14966" y="45"/>
                  <a:pt x="14975" y="54"/>
                </a:cubicBezTo>
                <a:cubicBezTo>
                  <a:pt x="14983" y="63"/>
                  <a:pt x="14991" y="72"/>
                  <a:pt x="14998" y="82"/>
                </a:cubicBezTo>
                <a:cubicBezTo>
                  <a:pt x="15005" y="92"/>
                  <a:pt x="15010" y="103"/>
                  <a:pt x="15015" y="114"/>
                </a:cubicBezTo>
                <a:cubicBezTo>
                  <a:pt x="15020" y="125"/>
                  <a:pt x="15023" y="137"/>
                  <a:pt x="15025" y="149"/>
                </a:cubicBezTo>
                <a:cubicBezTo>
                  <a:pt x="15028" y="161"/>
                  <a:pt x="15029" y="173"/>
                  <a:pt x="15029" y="185"/>
                </a:cubicBezTo>
                <a:lnTo>
                  <a:pt x="15029" y="8547"/>
                </a:lnTo>
                <a:cubicBezTo>
                  <a:pt x="15029" y="8559"/>
                  <a:pt x="15028" y="8571"/>
                  <a:pt x="15025" y="8583"/>
                </a:cubicBezTo>
                <a:cubicBezTo>
                  <a:pt x="15023" y="8595"/>
                  <a:pt x="15020" y="8606"/>
                  <a:pt x="15015" y="8618"/>
                </a:cubicBezTo>
                <a:cubicBezTo>
                  <a:pt x="15010" y="8629"/>
                  <a:pt x="15005" y="8640"/>
                  <a:pt x="14998" y="8650"/>
                </a:cubicBezTo>
                <a:cubicBezTo>
                  <a:pt x="14991" y="8660"/>
                  <a:pt x="14983" y="8669"/>
                  <a:pt x="14975" y="8678"/>
                </a:cubicBezTo>
                <a:cubicBezTo>
                  <a:pt x="14966" y="8686"/>
                  <a:pt x="14957" y="8694"/>
                  <a:pt x="14947" y="8701"/>
                </a:cubicBezTo>
                <a:cubicBezTo>
                  <a:pt x="14937" y="8707"/>
                  <a:pt x="14926" y="8713"/>
                  <a:pt x="14915" y="8718"/>
                </a:cubicBezTo>
                <a:cubicBezTo>
                  <a:pt x="14903" y="8723"/>
                  <a:pt x="14892" y="8726"/>
                  <a:pt x="14880" y="8728"/>
                </a:cubicBezTo>
                <a:cubicBezTo>
                  <a:pt x="14868" y="8731"/>
                  <a:pt x="14856" y="8732"/>
                  <a:pt x="14844" y="8732"/>
                </a:cubicBezTo>
                <a:lnTo>
                  <a:pt x="185" y="8732"/>
                </a:lnTo>
                <a:cubicBezTo>
                  <a:pt x="173" y="8732"/>
                  <a:pt x="161" y="8731"/>
                  <a:pt x="149" y="8728"/>
                </a:cubicBezTo>
                <a:cubicBezTo>
                  <a:pt x="137" y="8726"/>
                  <a:pt x="125" y="8723"/>
                  <a:pt x="114" y="8718"/>
                </a:cubicBezTo>
                <a:cubicBezTo>
                  <a:pt x="103" y="8713"/>
                  <a:pt x="92" y="8707"/>
                  <a:pt x="82" y="8701"/>
                </a:cubicBezTo>
                <a:cubicBezTo>
                  <a:pt x="72" y="8694"/>
                  <a:pt x="63" y="8686"/>
                  <a:pt x="54" y="8678"/>
                </a:cubicBezTo>
                <a:cubicBezTo>
                  <a:pt x="45" y="8669"/>
                  <a:pt x="38" y="8660"/>
                  <a:pt x="31" y="8650"/>
                </a:cubicBezTo>
                <a:cubicBezTo>
                  <a:pt x="24" y="8640"/>
                  <a:pt x="18" y="8629"/>
                  <a:pt x="14" y="8618"/>
                </a:cubicBezTo>
                <a:cubicBezTo>
                  <a:pt x="9" y="8606"/>
                  <a:pt x="6" y="8595"/>
                  <a:pt x="3" y="8583"/>
                </a:cubicBezTo>
                <a:cubicBezTo>
                  <a:pt x="1" y="8571"/>
                  <a:pt x="0" y="8559"/>
                  <a:pt x="0" y="8547"/>
                </a:cubicBezTo>
                <a:close/>
              </a:path>
            </a:pathLst>
          </a:custGeom>
          <a:noFill/>
          <a:ln w="18720">
            <a:solidFill>
              <a:srgbClr val="e8bbb8"/>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310" name=""/>
          <p:cNvSpPr txBox="1"/>
          <p:nvPr/>
        </p:nvSpPr>
        <p:spPr>
          <a:xfrm>
            <a:off x="1059480" y="4298400"/>
            <a:ext cx="118944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左右される</a:t>
            </a:r>
            <a:endParaRPr b="0" lang="en-US" sz="1870" spc="-1" strike="noStrike">
              <a:solidFill>
                <a:srgbClr val="000000"/>
              </a:solidFill>
              <a:latin typeface="Times New Roman"/>
            </a:endParaRPr>
          </a:p>
        </p:txBody>
      </p:sp>
      <p:sp>
        <p:nvSpPr>
          <p:cNvPr id="311" name=""/>
          <p:cNvSpPr/>
          <p:nvPr/>
        </p:nvSpPr>
        <p:spPr>
          <a:xfrm>
            <a:off x="6505560" y="2457360"/>
            <a:ext cx="95400" cy="95400"/>
          </a:xfrm>
          <a:custGeom>
            <a:avLst/>
            <a:gdLst/>
            <a:ahLst/>
            <a:rect l="0" t="0" r="r" b="b"/>
            <a:pathLst>
              <a:path w="265" h="265">
                <a:moveTo>
                  <a:pt x="265" y="132"/>
                </a:moveTo>
                <a:cubicBezTo>
                  <a:pt x="265" y="150"/>
                  <a:pt x="262" y="166"/>
                  <a:pt x="255" y="184"/>
                </a:cubicBezTo>
                <a:cubicBezTo>
                  <a:pt x="248" y="200"/>
                  <a:pt x="239" y="214"/>
                  <a:pt x="226" y="227"/>
                </a:cubicBezTo>
                <a:cubicBezTo>
                  <a:pt x="214" y="239"/>
                  <a:pt x="200" y="249"/>
                  <a:pt x="183" y="255"/>
                </a:cubicBezTo>
                <a:cubicBezTo>
                  <a:pt x="167" y="262"/>
                  <a:pt x="150" y="265"/>
                  <a:pt x="133" y="265"/>
                </a:cubicBezTo>
                <a:cubicBezTo>
                  <a:pt x="115" y="265"/>
                  <a:pt x="98" y="262"/>
                  <a:pt x="82" y="255"/>
                </a:cubicBezTo>
                <a:cubicBezTo>
                  <a:pt x="66" y="249"/>
                  <a:pt x="52" y="239"/>
                  <a:pt x="39" y="227"/>
                </a:cubicBezTo>
                <a:cubicBezTo>
                  <a:pt x="27" y="214"/>
                  <a:pt x="17" y="200"/>
                  <a:pt x="10" y="184"/>
                </a:cubicBezTo>
                <a:cubicBezTo>
                  <a:pt x="3" y="166"/>
                  <a:pt x="0" y="150"/>
                  <a:pt x="0" y="132"/>
                </a:cubicBezTo>
                <a:cubicBezTo>
                  <a:pt x="0" y="114"/>
                  <a:pt x="3" y="98"/>
                  <a:pt x="10" y="81"/>
                </a:cubicBezTo>
                <a:cubicBezTo>
                  <a:pt x="17" y="65"/>
                  <a:pt x="27" y="51"/>
                  <a:pt x="39" y="38"/>
                </a:cubicBezTo>
                <a:cubicBezTo>
                  <a:pt x="52" y="26"/>
                  <a:pt x="66" y="17"/>
                  <a:pt x="82" y="10"/>
                </a:cubicBezTo>
                <a:cubicBezTo>
                  <a:pt x="98" y="3"/>
                  <a:pt x="115" y="0"/>
                  <a:pt x="133" y="0"/>
                </a:cubicBezTo>
                <a:cubicBezTo>
                  <a:pt x="150" y="0"/>
                  <a:pt x="167" y="3"/>
                  <a:pt x="183" y="10"/>
                </a:cubicBezTo>
                <a:cubicBezTo>
                  <a:pt x="200" y="17"/>
                  <a:pt x="214" y="26"/>
                  <a:pt x="226" y="38"/>
                </a:cubicBezTo>
                <a:cubicBezTo>
                  <a:pt x="239" y="51"/>
                  <a:pt x="248" y="65"/>
                  <a:pt x="255" y="81"/>
                </a:cubicBezTo>
                <a:cubicBezTo>
                  <a:pt x="262" y="98"/>
                  <a:pt x="265" y="114"/>
                  <a:pt x="265" y="132"/>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312" name=""/>
          <p:cNvSpPr txBox="1"/>
          <p:nvPr/>
        </p:nvSpPr>
        <p:spPr>
          <a:xfrm>
            <a:off x="6458040" y="1848600"/>
            <a:ext cx="1334160" cy="385920"/>
          </a:xfrm>
          <a:prstGeom prst="rect">
            <a:avLst/>
          </a:prstGeom>
          <a:noFill/>
          <a:ln w="0">
            <a:noFill/>
          </a:ln>
        </p:spPr>
        <p:txBody>
          <a:bodyPr wrap="none" lIns="0" rIns="0" tIns="0" bIns="0" anchor="t">
            <a:noAutofit/>
          </a:bodyPr>
          <a:p>
            <a:r>
              <a:rPr b="0" lang="zh-CN" sz="2100" spc="-1" strike="noStrike">
                <a:solidFill>
                  <a:srgbClr val="0b4b78"/>
                </a:solidFill>
                <a:latin typeface="NotoSansJP"/>
                <a:ea typeface="NotoSansJP"/>
              </a:rPr>
              <a:t>今後の方向</a:t>
            </a:r>
            <a:endParaRPr b="0" lang="en-US" sz="2100" spc="-1" strike="noStrike">
              <a:solidFill>
                <a:srgbClr val="000000"/>
              </a:solidFill>
              <a:latin typeface="Times New Roman"/>
            </a:endParaRPr>
          </a:p>
        </p:txBody>
      </p:sp>
      <p:sp>
        <p:nvSpPr>
          <p:cNvPr id="313" name=""/>
          <p:cNvSpPr/>
          <p:nvPr/>
        </p:nvSpPr>
        <p:spPr>
          <a:xfrm>
            <a:off x="6505560" y="2904840"/>
            <a:ext cx="95400" cy="95760"/>
          </a:xfrm>
          <a:custGeom>
            <a:avLst/>
            <a:gdLst/>
            <a:ahLst/>
            <a:rect l="0" t="0" r="r" b="b"/>
            <a:pathLst>
              <a:path w="265" h="266">
                <a:moveTo>
                  <a:pt x="265" y="133"/>
                </a:moveTo>
                <a:cubicBezTo>
                  <a:pt x="265" y="150"/>
                  <a:pt x="262" y="167"/>
                  <a:pt x="255" y="183"/>
                </a:cubicBezTo>
                <a:cubicBezTo>
                  <a:pt x="248" y="199"/>
                  <a:pt x="239" y="214"/>
                  <a:pt x="226" y="226"/>
                </a:cubicBezTo>
                <a:cubicBezTo>
                  <a:pt x="214" y="239"/>
                  <a:pt x="200" y="249"/>
                  <a:pt x="183" y="256"/>
                </a:cubicBezTo>
                <a:cubicBezTo>
                  <a:pt x="167" y="263"/>
                  <a:pt x="150" y="266"/>
                  <a:pt x="133" y="266"/>
                </a:cubicBezTo>
                <a:cubicBezTo>
                  <a:pt x="115" y="266"/>
                  <a:pt x="98" y="263"/>
                  <a:pt x="82" y="256"/>
                </a:cubicBezTo>
                <a:cubicBezTo>
                  <a:pt x="66" y="249"/>
                  <a:pt x="52" y="239"/>
                  <a:pt x="39" y="226"/>
                </a:cubicBezTo>
                <a:cubicBezTo>
                  <a:pt x="27" y="214"/>
                  <a:pt x="17" y="199"/>
                  <a:pt x="10" y="183"/>
                </a:cubicBezTo>
                <a:cubicBezTo>
                  <a:pt x="3" y="167"/>
                  <a:pt x="0" y="150"/>
                  <a:pt x="0" y="133"/>
                </a:cubicBezTo>
                <a:cubicBezTo>
                  <a:pt x="0" y="115"/>
                  <a:pt x="3" y="98"/>
                  <a:pt x="10" y="82"/>
                </a:cubicBezTo>
                <a:cubicBezTo>
                  <a:pt x="17" y="66"/>
                  <a:pt x="27" y="51"/>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1"/>
                  <a:pt x="248" y="66"/>
                  <a:pt x="255" y="82"/>
                </a:cubicBezTo>
                <a:cubicBezTo>
                  <a:pt x="262" y="98"/>
                  <a:pt x="265" y="115"/>
                  <a:pt x="265" y="133"/>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314" name=""/>
          <p:cNvSpPr txBox="1"/>
          <p:nvPr/>
        </p:nvSpPr>
        <p:spPr>
          <a:xfrm>
            <a:off x="6755760" y="2336400"/>
            <a:ext cx="2751120" cy="34632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より深い</a:t>
            </a:r>
            <a:r>
              <a:rPr b="0" lang="en-US" sz="1870" spc="-1" strike="noStrike">
                <a:solidFill>
                  <a:srgbClr val="111111"/>
                </a:solidFill>
                <a:latin typeface="NotoSansJP"/>
                <a:ea typeface="NotoSansJP"/>
              </a:rPr>
              <a:t>CNN</a:t>
            </a:r>
            <a:r>
              <a:rPr b="0" lang="zh-CN" sz="1870" spc="-1" strike="noStrike">
                <a:solidFill>
                  <a:srgbClr val="111111"/>
                </a:solidFill>
                <a:latin typeface="NotoSansJP"/>
                <a:ea typeface="NotoSansJP"/>
              </a:rPr>
              <a:t>の安定学習</a:t>
            </a:r>
            <a:endParaRPr b="0" lang="en-US" sz="1870" spc="-1" strike="noStrike">
              <a:solidFill>
                <a:srgbClr val="000000"/>
              </a:solidFill>
              <a:latin typeface="Times New Roman"/>
            </a:endParaRPr>
          </a:p>
        </p:txBody>
      </p:sp>
      <p:sp>
        <p:nvSpPr>
          <p:cNvPr id="315" name=""/>
          <p:cNvSpPr/>
          <p:nvPr/>
        </p:nvSpPr>
        <p:spPr>
          <a:xfrm>
            <a:off x="6505560" y="3342960"/>
            <a:ext cx="95400" cy="95760"/>
          </a:xfrm>
          <a:custGeom>
            <a:avLst/>
            <a:gdLst/>
            <a:ahLst/>
            <a:rect l="0" t="0" r="r" b="b"/>
            <a:pathLst>
              <a:path w="265" h="266">
                <a:moveTo>
                  <a:pt x="265" y="134"/>
                </a:moveTo>
                <a:cubicBezTo>
                  <a:pt x="265" y="151"/>
                  <a:pt x="262" y="168"/>
                  <a:pt x="255" y="184"/>
                </a:cubicBezTo>
                <a:cubicBezTo>
                  <a:pt x="248" y="200"/>
                  <a:pt x="239" y="215"/>
                  <a:pt x="226" y="227"/>
                </a:cubicBezTo>
                <a:cubicBezTo>
                  <a:pt x="214" y="240"/>
                  <a:pt x="200" y="249"/>
                  <a:pt x="183" y="256"/>
                </a:cubicBezTo>
                <a:cubicBezTo>
                  <a:pt x="167" y="263"/>
                  <a:pt x="150" y="266"/>
                  <a:pt x="133" y="266"/>
                </a:cubicBezTo>
                <a:cubicBezTo>
                  <a:pt x="115" y="266"/>
                  <a:pt x="98" y="263"/>
                  <a:pt x="82" y="256"/>
                </a:cubicBezTo>
                <a:cubicBezTo>
                  <a:pt x="66" y="249"/>
                  <a:pt x="52" y="240"/>
                  <a:pt x="39" y="227"/>
                </a:cubicBezTo>
                <a:cubicBezTo>
                  <a:pt x="27" y="215"/>
                  <a:pt x="17" y="200"/>
                  <a:pt x="10" y="184"/>
                </a:cubicBezTo>
                <a:cubicBezTo>
                  <a:pt x="3" y="168"/>
                  <a:pt x="0" y="151"/>
                  <a:pt x="0" y="134"/>
                </a:cubicBezTo>
                <a:cubicBezTo>
                  <a:pt x="0" y="116"/>
                  <a:pt x="3" y="99"/>
                  <a:pt x="10" y="82"/>
                </a:cubicBezTo>
                <a:cubicBezTo>
                  <a:pt x="17" y="66"/>
                  <a:pt x="27" y="52"/>
                  <a:pt x="39" y="39"/>
                </a:cubicBezTo>
                <a:cubicBezTo>
                  <a:pt x="52" y="27"/>
                  <a:pt x="66" y="17"/>
                  <a:pt x="82" y="10"/>
                </a:cubicBezTo>
                <a:cubicBezTo>
                  <a:pt x="98" y="4"/>
                  <a:pt x="115" y="0"/>
                  <a:pt x="133" y="0"/>
                </a:cubicBezTo>
                <a:cubicBezTo>
                  <a:pt x="150" y="0"/>
                  <a:pt x="167" y="4"/>
                  <a:pt x="183" y="10"/>
                </a:cubicBezTo>
                <a:cubicBezTo>
                  <a:pt x="200" y="17"/>
                  <a:pt x="214" y="27"/>
                  <a:pt x="226" y="39"/>
                </a:cubicBezTo>
                <a:cubicBezTo>
                  <a:pt x="239" y="52"/>
                  <a:pt x="248" y="66"/>
                  <a:pt x="255" y="82"/>
                </a:cubicBezTo>
                <a:cubicBezTo>
                  <a:pt x="262" y="99"/>
                  <a:pt x="265" y="116"/>
                  <a:pt x="265" y="134"/>
                </a:cubicBezTo>
                <a:close/>
              </a:path>
            </a:pathLst>
          </a:custGeom>
          <a:solidFill>
            <a:srgbClr val="111111"/>
          </a:solidFill>
          <a:ln w="0">
            <a:noFill/>
          </a:ln>
        </p:spPr>
        <p:txBody>
          <a:bodyPr lIns="0" rIns="0" tIns="0" bIns="0" anchor="t">
            <a:noAutofit/>
          </a:bodyPr>
          <a:p>
            <a:endParaRPr b="0" lang="en-US" sz="2400" spc="-1" strike="noStrike">
              <a:solidFill>
                <a:srgbClr val="ffffff"/>
              </a:solidFill>
              <a:latin typeface="Times New Roman"/>
            </a:endParaRPr>
          </a:p>
        </p:txBody>
      </p:sp>
      <p:sp>
        <p:nvSpPr>
          <p:cNvPr id="316" name=""/>
          <p:cNvSpPr txBox="1"/>
          <p:nvPr/>
        </p:nvSpPr>
        <p:spPr>
          <a:xfrm>
            <a:off x="6755760" y="2783880"/>
            <a:ext cx="2615760" cy="344880"/>
          </a:xfrm>
          <a:prstGeom prst="rect">
            <a:avLst/>
          </a:prstGeom>
          <a:noFill/>
          <a:ln w="0">
            <a:noFill/>
          </a:ln>
        </p:spPr>
        <p:txBody>
          <a:bodyPr wrap="none" lIns="0" rIns="0" tIns="0" bIns="0" anchor="t">
            <a:noAutofit/>
          </a:bodyPr>
          <a:p>
            <a:r>
              <a:rPr b="0" lang="zh-CN" sz="1870" spc="-1" strike="noStrike">
                <a:solidFill>
                  <a:srgbClr val="111111"/>
                </a:solidFill>
                <a:latin typeface="NotoSansJP"/>
                <a:ea typeface="NotoSansJP"/>
              </a:rPr>
              <a:t>残差接続などの改善手法</a:t>
            </a:r>
            <a:endParaRPr b="0" lang="en-US" sz="1870" spc="-1" strike="noStrike">
              <a:solidFill>
                <a:srgbClr val="000000"/>
              </a:solidFill>
              <a:latin typeface="Times New Roman"/>
            </a:endParaRPr>
          </a:p>
        </p:txBody>
      </p:sp>
      <p:sp>
        <p:nvSpPr>
          <p:cNvPr id="317" name=""/>
          <p:cNvSpPr/>
          <p:nvPr/>
        </p:nvSpPr>
        <p:spPr>
          <a:xfrm>
            <a:off x="533160" y="4991040"/>
            <a:ext cx="11125440" cy="648000"/>
          </a:xfrm>
          <a:custGeom>
            <a:avLst/>
            <a:gdLst/>
            <a:ahLst/>
            <a:rect l="0" t="0" r="r" b="b"/>
            <a:pathLst>
              <a:path w="30904" h="1800">
                <a:moveTo>
                  <a:pt x="0" y="0"/>
                </a:moveTo>
                <a:lnTo>
                  <a:pt x="30904" y="0"/>
                </a:lnTo>
                <a:lnTo>
                  <a:pt x="30904" y="1800"/>
                </a:lnTo>
                <a:lnTo>
                  <a:pt x="0" y="1800"/>
                </a:lnTo>
                <a:lnTo>
                  <a:pt x="0" y="0"/>
                </a:lnTo>
                <a:close/>
              </a:path>
            </a:pathLst>
          </a:custGeom>
          <a:solidFill>
            <a:srgbClr val="eef7fb"/>
          </a:solidFill>
          <a:ln w="0">
            <a:noFill/>
          </a:ln>
        </p:spPr>
        <p:txBody>
          <a:bodyPr lIns="0" rIns="0" tIns="0" bIns="0" anchor="t">
            <a:noAutofit/>
          </a:bodyPr>
          <a:p>
            <a:endParaRPr b="0" lang="en-US" sz="2400" spc="-1" strike="noStrike">
              <a:solidFill>
                <a:srgbClr val="000000"/>
              </a:solidFill>
              <a:latin typeface="Times New Roman"/>
            </a:endParaRPr>
          </a:p>
        </p:txBody>
      </p:sp>
      <p:sp>
        <p:nvSpPr>
          <p:cNvPr id="318" name=""/>
          <p:cNvSpPr/>
          <p:nvPr/>
        </p:nvSpPr>
        <p:spPr>
          <a:xfrm>
            <a:off x="533160" y="4991040"/>
            <a:ext cx="76680" cy="648000"/>
          </a:xfrm>
          <a:custGeom>
            <a:avLst/>
            <a:gdLst/>
            <a:ahLst/>
            <a:rect l="0" t="0" r="r" b="b"/>
            <a:pathLst>
              <a:path w="213" h="1800">
                <a:moveTo>
                  <a:pt x="0" y="0"/>
                </a:moveTo>
                <a:lnTo>
                  <a:pt x="213" y="0"/>
                </a:lnTo>
                <a:lnTo>
                  <a:pt x="213" y="1800"/>
                </a:lnTo>
                <a:lnTo>
                  <a:pt x="0" y="1800"/>
                </a:lnTo>
                <a:lnTo>
                  <a:pt x="0" y="0"/>
                </a:ln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319" name=""/>
          <p:cNvSpPr txBox="1"/>
          <p:nvPr/>
        </p:nvSpPr>
        <p:spPr>
          <a:xfrm>
            <a:off x="6755760" y="3222000"/>
            <a:ext cx="3394080" cy="346320"/>
          </a:xfrm>
          <a:prstGeom prst="rect">
            <a:avLst/>
          </a:prstGeom>
          <a:noFill/>
          <a:ln w="0">
            <a:noFill/>
          </a:ln>
        </p:spPr>
        <p:txBody>
          <a:bodyPr wrap="none" lIns="0" rIns="0" tIns="0" bIns="0" anchor="t">
            <a:noAutofit/>
          </a:bodyPr>
          <a:p>
            <a:r>
              <a:rPr b="0" lang="en-US" sz="1870" spc="-1" strike="noStrike">
                <a:solidFill>
                  <a:srgbClr val="111111"/>
                </a:solidFill>
                <a:latin typeface="NotoSansJP"/>
                <a:ea typeface="NotoSansJP"/>
              </a:rPr>
              <a:t>Attention</a:t>
            </a:r>
            <a:r>
              <a:rPr b="0" lang="zh-CN" sz="1870" spc="-1" strike="noStrike">
                <a:solidFill>
                  <a:srgbClr val="111111"/>
                </a:solidFill>
                <a:latin typeface="NotoSansJP"/>
                <a:ea typeface="NotoSansJP"/>
              </a:rPr>
              <a:t>系モデルとの使い分け</a:t>
            </a:r>
            <a:endParaRPr b="0" lang="en-US" sz="1870" spc="-1" strike="noStrike">
              <a:solidFill>
                <a:srgbClr val="000000"/>
              </a:solidFill>
              <a:latin typeface="Times New Roman"/>
            </a:endParaRPr>
          </a:p>
        </p:txBody>
      </p:sp>
      <p:sp>
        <p:nvSpPr>
          <p:cNvPr id="320" name=""/>
          <p:cNvSpPr txBox="1"/>
          <p:nvPr/>
        </p:nvSpPr>
        <p:spPr>
          <a:xfrm>
            <a:off x="781200" y="5144760"/>
            <a:ext cx="9522360" cy="375480"/>
          </a:xfrm>
          <a:prstGeom prst="rect">
            <a:avLst/>
          </a:prstGeom>
          <a:noFill/>
          <a:ln w="0">
            <a:noFill/>
          </a:ln>
        </p:spPr>
        <p:txBody>
          <a:bodyPr wrap="none" lIns="0" rIns="0" tIns="0" bIns="0" anchor="t">
            <a:noAutofit/>
          </a:bodyPr>
          <a:p>
            <a:r>
              <a:rPr b="0" lang="en-US" sz="2020" spc="-1" strike="noStrike">
                <a:solidFill>
                  <a:srgbClr val="111111"/>
                </a:solidFill>
                <a:latin typeface="NotoSansJP"/>
                <a:ea typeface="NotoSansJP"/>
              </a:rPr>
              <a:t>CNN</a:t>
            </a:r>
            <a:r>
              <a:rPr b="0" lang="zh-CN" sz="2020" spc="-1" strike="noStrike">
                <a:solidFill>
                  <a:srgbClr val="111111"/>
                </a:solidFill>
                <a:latin typeface="NotoSansJP"/>
                <a:ea typeface="NotoSansJP"/>
              </a:rPr>
              <a:t>入門の次には、</a:t>
            </a:r>
            <a:r>
              <a:rPr b="0" lang="en-US" sz="2020" spc="-1" strike="noStrike">
                <a:solidFill>
                  <a:srgbClr val="111111"/>
                </a:solidFill>
                <a:latin typeface="NotoSansJP"/>
                <a:ea typeface="NotoSansJP"/>
              </a:rPr>
              <a:t>ResNet</a:t>
            </a:r>
            <a:r>
              <a:rPr b="0" lang="zh-CN" sz="2020" spc="-1" strike="noStrike">
                <a:solidFill>
                  <a:srgbClr val="111111"/>
                </a:solidFill>
                <a:latin typeface="NotoSansJP"/>
                <a:ea typeface="NotoSansJP"/>
              </a:rPr>
              <a:t>のような深層化を支える仕組みが自然な発展になる。</a:t>
            </a:r>
            <a:endParaRPr b="0" lang="en-US" sz="2020" spc="-1" strike="noStrike">
              <a:solidFill>
                <a:srgbClr val="000000"/>
              </a:solidFill>
              <a:latin typeface="Times New Roman"/>
            </a:endParaRPr>
          </a:p>
        </p:txBody>
      </p:sp>
      <p:sp>
        <p:nvSpPr>
          <p:cNvPr id="321" name=""/>
          <p:cNvSpPr/>
          <p:nvPr/>
        </p:nvSpPr>
        <p:spPr>
          <a:xfrm>
            <a:off x="533160" y="561960"/>
            <a:ext cx="267120" cy="57240"/>
          </a:xfrm>
          <a:custGeom>
            <a:avLst/>
            <a:gdLst/>
            <a:ahLst/>
            <a:rect l="0" t="0" r="r" b="b"/>
            <a:pathLst>
              <a:path w="742" h="159">
                <a:moveTo>
                  <a:pt x="0" y="106"/>
                </a:moveTo>
                <a:lnTo>
                  <a:pt x="0" y="52"/>
                </a:lnTo>
                <a:cubicBezTo>
                  <a:pt x="0" y="45"/>
                  <a:pt x="2" y="39"/>
                  <a:pt x="4" y="32"/>
                </a:cubicBezTo>
                <a:cubicBezTo>
                  <a:pt x="7" y="26"/>
                  <a:pt x="11" y="20"/>
                  <a:pt x="16" y="15"/>
                </a:cubicBezTo>
                <a:cubicBezTo>
                  <a:pt x="21" y="10"/>
                  <a:pt x="26" y="6"/>
                  <a:pt x="33" y="4"/>
                </a:cubicBezTo>
                <a:cubicBezTo>
                  <a:pt x="39" y="1"/>
                  <a:pt x="46" y="0"/>
                  <a:pt x="53" y="0"/>
                </a:cubicBezTo>
                <a:lnTo>
                  <a:pt x="689" y="0"/>
                </a:lnTo>
                <a:cubicBezTo>
                  <a:pt x="696" y="0"/>
                  <a:pt x="703" y="1"/>
                  <a:pt x="709" y="4"/>
                </a:cubicBezTo>
                <a:cubicBezTo>
                  <a:pt x="716" y="6"/>
                  <a:pt x="722" y="10"/>
                  <a:pt x="727" y="15"/>
                </a:cubicBezTo>
                <a:cubicBezTo>
                  <a:pt x="731" y="20"/>
                  <a:pt x="735" y="26"/>
                  <a:pt x="738" y="32"/>
                </a:cubicBezTo>
                <a:cubicBezTo>
                  <a:pt x="741" y="39"/>
                  <a:pt x="742" y="45"/>
                  <a:pt x="742" y="52"/>
                </a:cubicBezTo>
                <a:lnTo>
                  <a:pt x="742" y="106"/>
                </a:lnTo>
                <a:cubicBezTo>
                  <a:pt x="742" y="113"/>
                  <a:pt x="741" y="120"/>
                  <a:pt x="738" y="127"/>
                </a:cubicBezTo>
                <a:cubicBezTo>
                  <a:pt x="735" y="133"/>
                  <a:pt x="731" y="139"/>
                  <a:pt x="727" y="144"/>
                </a:cubicBezTo>
                <a:cubicBezTo>
                  <a:pt x="722" y="149"/>
                  <a:pt x="716" y="153"/>
                  <a:pt x="709" y="155"/>
                </a:cubicBezTo>
                <a:cubicBezTo>
                  <a:pt x="703" y="158"/>
                  <a:pt x="696" y="159"/>
                  <a:pt x="689" y="159"/>
                </a:cubicBezTo>
                <a:lnTo>
                  <a:pt x="53" y="159"/>
                </a:lnTo>
                <a:cubicBezTo>
                  <a:pt x="46" y="159"/>
                  <a:pt x="39" y="158"/>
                  <a:pt x="33" y="155"/>
                </a:cubicBezTo>
                <a:cubicBezTo>
                  <a:pt x="26" y="153"/>
                  <a:pt x="21" y="149"/>
                  <a:pt x="16" y="144"/>
                </a:cubicBezTo>
                <a:cubicBezTo>
                  <a:pt x="11" y="139"/>
                  <a:pt x="7" y="133"/>
                  <a:pt x="4" y="127"/>
                </a:cubicBezTo>
                <a:cubicBezTo>
                  <a:pt x="2" y="120"/>
                  <a:pt x="0" y="113"/>
                  <a:pt x="0" y="106"/>
                </a:cubicBez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322" name=""/>
          <p:cNvSpPr txBox="1"/>
          <p:nvPr/>
        </p:nvSpPr>
        <p:spPr>
          <a:xfrm>
            <a:off x="914400" y="392400"/>
            <a:ext cx="1987920" cy="360000"/>
          </a:xfrm>
          <a:prstGeom prst="rect">
            <a:avLst/>
          </a:prstGeom>
          <a:noFill/>
          <a:ln w="0">
            <a:noFill/>
          </a:ln>
        </p:spPr>
        <p:txBody>
          <a:bodyPr wrap="none" lIns="0" rIns="0" tIns="0" bIns="0" anchor="t">
            <a:noAutofit/>
          </a:bodyPr>
          <a:p>
            <a:r>
              <a:rPr b="0" lang="zh-CN" sz="1950" spc="-1" strike="noStrike">
                <a:solidFill>
                  <a:srgbClr val="111111"/>
                </a:solidFill>
                <a:latin typeface="NotoSansJP"/>
                <a:ea typeface="NotoSansJP"/>
              </a:rPr>
              <a:t>限界‧今後の課題</a:t>
            </a:r>
            <a:endParaRPr b="0" lang="en-US" sz="1950" spc="-1" strike="noStrike">
              <a:solidFill>
                <a:srgbClr val="000000"/>
              </a:solidFill>
              <a:latin typeface="Times New Roman"/>
            </a:endParaRPr>
          </a:p>
        </p:txBody>
      </p:sp>
      <p:sp>
        <p:nvSpPr>
          <p:cNvPr id="323" name=""/>
          <p:cNvSpPr txBox="1"/>
          <p:nvPr/>
        </p:nvSpPr>
        <p:spPr>
          <a:xfrm>
            <a:off x="11777400" y="6436800"/>
            <a:ext cx="348120" cy="416520"/>
          </a:xfrm>
          <a:prstGeom prst="rect">
            <a:avLst/>
          </a:prstGeom>
          <a:noFill/>
          <a:ln w="0">
            <a:noFill/>
          </a:ln>
        </p:spPr>
        <p:txBody>
          <a:bodyPr wrap="none" lIns="0" rIns="0" tIns="0" bIns="0" anchor="t">
            <a:noAutofit/>
          </a:bodyPr>
          <a:p>
            <a:r>
              <a:rPr b="0" lang="en-US" sz="2400" spc="-1" strike="noStrike">
                <a:solidFill>
                  <a:srgbClr val="111111"/>
                </a:solidFill>
                <a:latin typeface="NotoSansJP"/>
                <a:ea typeface="NotoSansJP"/>
              </a:rPr>
              <a:t>11</a:t>
            </a:r>
            <a:endParaRPr b="0" lang="en-US" sz="24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3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sp>
        <p:nvSpPr>
          <p:cNvPr id="3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c9c9c9"/>
          </a:solidFill>
          <a:ln w="0">
            <a:noFill/>
          </a:ln>
        </p:spPr>
        <p:txBody>
          <a:bodyPr lIns="0" rIns="0" tIns="0" bIns="0" anchor="t">
            <a:noAutofit/>
          </a:bodyPr>
          <a:p>
            <a:endParaRPr b="0" lang="en-US" sz="2400" spc="-1" strike="noStrike">
              <a:solidFill>
                <a:srgbClr val="000000"/>
              </a:solidFill>
              <a:latin typeface="Times New Roman"/>
            </a:endParaRPr>
          </a:p>
        </p:txBody>
      </p:sp>
      <p:sp>
        <p:nvSpPr>
          <p:cNvPr id="327" name=""/>
          <p:cNvSpPr/>
          <p:nvPr/>
        </p:nvSpPr>
        <p:spPr>
          <a:xfrm>
            <a:off x="228240" y="228240"/>
            <a:ext cx="11735280" cy="6401160"/>
          </a:xfrm>
          <a:custGeom>
            <a:avLst/>
            <a:gdLst/>
            <a:ahLst/>
            <a:rect l="0" t="0" r="r" b="b"/>
            <a:pathLst>
              <a:path w="32598" h="17781">
                <a:moveTo>
                  <a:pt x="530" y="0"/>
                </a:moveTo>
                <a:lnTo>
                  <a:pt x="32069" y="0"/>
                </a:lnTo>
                <a:cubicBezTo>
                  <a:pt x="32104" y="0"/>
                  <a:pt x="32138" y="4"/>
                  <a:pt x="32172" y="11"/>
                </a:cubicBezTo>
                <a:cubicBezTo>
                  <a:pt x="32206" y="17"/>
                  <a:pt x="32239" y="27"/>
                  <a:pt x="32271" y="41"/>
                </a:cubicBezTo>
                <a:cubicBezTo>
                  <a:pt x="32304" y="54"/>
                  <a:pt x="32334" y="70"/>
                  <a:pt x="32363" y="90"/>
                </a:cubicBezTo>
                <a:cubicBezTo>
                  <a:pt x="32392" y="109"/>
                  <a:pt x="32419" y="131"/>
                  <a:pt x="32443" y="155"/>
                </a:cubicBezTo>
                <a:cubicBezTo>
                  <a:pt x="32468" y="180"/>
                  <a:pt x="32490" y="207"/>
                  <a:pt x="32509" y="236"/>
                </a:cubicBezTo>
                <a:cubicBezTo>
                  <a:pt x="32528" y="265"/>
                  <a:pt x="32545" y="295"/>
                  <a:pt x="32558" y="327"/>
                </a:cubicBezTo>
                <a:cubicBezTo>
                  <a:pt x="32571" y="359"/>
                  <a:pt x="32581" y="392"/>
                  <a:pt x="32588" y="426"/>
                </a:cubicBezTo>
                <a:cubicBezTo>
                  <a:pt x="32595" y="461"/>
                  <a:pt x="32598" y="495"/>
                  <a:pt x="32598" y="530"/>
                </a:cubicBezTo>
                <a:lnTo>
                  <a:pt x="32598" y="17252"/>
                </a:lnTo>
                <a:cubicBezTo>
                  <a:pt x="32598" y="17287"/>
                  <a:pt x="32595" y="17321"/>
                  <a:pt x="32588" y="17356"/>
                </a:cubicBezTo>
                <a:cubicBezTo>
                  <a:pt x="32581" y="17390"/>
                  <a:pt x="32571" y="17423"/>
                  <a:pt x="32558" y="17455"/>
                </a:cubicBezTo>
                <a:cubicBezTo>
                  <a:pt x="32545" y="17487"/>
                  <a:pt x="32528" y="17517"/>
                  <a:pt x="32509" y="17546"/>
                </a:cubicBezTo>
                <a:cubicBezTo>
                  <a:pt x="32490" y="17575"/>
                  <a:pt x="32468" y="17602"/>
                  <a:pt x="32443" y="17627"/>
                </a:cubicBezTo>
                <a:cubicBezTo>
                  <a:pt x="32419" y="17651"/>
                  <a:pt x="32392" y="17673"/>
                  <a:pt x="32363" y="17692"/>
                </a:cubicBezTo>
                <a:cubicBezTo>
                  <a:pt x="32334" y="17712"/>
                  <a:pt x="32304" y="17728"/>
                  <a:pt x="32271" y="17741"/>
                </a:cubicBezTo>
                <a:cubicBezTo>
                  <a:pt x="32239" y="17755"/>
                  <a:pt x="32206" y="17765"/>
                  <a:pt x="32172" y="17771"/>
                </a:cubicBezTo>
                <a:cubicBezTo>
                  <a:pt x="32138" y="17778"/>
                  <a:pt x="32104" y="17781"/>
                  <a:pt x="32069" y="17781"/>
                </a:cubicBezTo>
                <a:lnTo>
                  <a:pt x="530" y="17781"/>
                </a:lnTo>
                <a:cubicBezTo>
                  <a:pt x="495" y="17781"/>
                  <a:pt x="461" y="17778"/>
                  <a:pt x="426" y="17771"/>
                </a:cubicBezTo>
                <a:cubicBezTo>
                  <a:pt x="392" y="17765"/>
                  <a:pt x="359" y="17755"/>
                  <a:pt x="327" y="17741"/>
                </a:cubicBezTo>
                <a:cubicBezTo>
                  <a:pt x="295" y="17728"/>
                  <a:pt x="265" y="17712"/>
                  <a:pt x="236" y="17692"/>
                </a:cubicBezTo>
                <a:cubicBezTo>
                  <a:pt x="207" y="17673"/>
                  <a:pt x="180" y="17651"/>
                  <a:pt x="155" y="17627"/>
                </a:cubicBezTo>
                <a:cubicBezTo>
                  <a:pt x="131" y="17602"/>
                  <a:pt x="109" y="17575"/>
                  <a:pt x="90" y="17546"/>
                </a:cubicBezTo>
                <a:cubicBezTo>
                  <a:pt x="70" y="17517"/>
                  <a:pt x="54" y="17487"/>
                  <a:pt x="41" y="17455"/>
                </a:cubicBezTo>
                <a:cubicBezTo>
                  <a:pt x="27" y="17423"/>
                  <a:pt x="17" y="17390"/>
                  <a:pt x="11" y="17356"/>
                </a:cubicBezTo>
                <a:cubicBezTo>
                  <a:pt x="4" y="17321"/>
                  <a:pt x="0" y="17287"/>
                  <a:pt x="0" y="17252"/>
                </a:cubicBezTo>
                <a:lnTo>
                  <a:pt x="0" y="530"/>
                </a:lnTo>
                <a:cubicBezTo>
                  <a:pt x="0" y="495"/>
                  <a:pt x="4" y="461"/>
                  <a:pt x="11" y="426"/>
                </a:cubicBezTo>
                <a:cubicBezTo>
                  <a:pt x="17" y="392"/>
                  <a:pt x="27" y="359"/>
                  <a:pt x="41" y="327"/>
                </a:cubicBezTo>
                <a:cubicBezTo>
                  <a:pt x="54" y="295"/>
                  <a:pt x="70" y="265"/>
                  <a:pt x="90" y="236"/>
                </a:cubicBezTo>
                <a:cubicBezTo>
                  <a:pt x="109" y="207"/>
                  <a:pt x="131" y="180"/>
                  <a:pt x="155" y="155"/>
                </a:cubicBezTo>
                <a:cubicBezTo>
                  <a:pt x="180" y="131"/>
                  <a:pt x="207" y="109"/>
                  <a:pt x="236" y="90"/>
                </a:cubicBezTo>
                <a:cubicBezTo>
                  <a:pt x="265" y="70"/>
                  <a:pt x="295" y="54"/>
                  <a:pt x="327" y="41"/>
                </a:cubicBezTo>
                <a:cubicBezTo>
                  <a:pt x="359" y="27"/>
                  <a:pt x="392" y="17"/>
                  <a:pt x="426" y="11"/>
                </a:cubicBezTo>
                <a:cubicBezTo>
                  <a:pt x="461" y="4"/>
                  <a:pt x="495" y="0"/>
                  <a:pt x="530" y="0"/>
                </a:cubicBezTo>
                <a:close/>
              </a:path>
            </a:pathLst>
          </a:custGeom>
          <a:solidFill>
            <a:srgbClr val="ffffff"/>
          </a:solidFill>
          <a:ln w="0">
            <a:noFill/>
          </a:ln>
        </p:spPr>
        <p:txBody>
          <a:bodyPr lIns="0" rIns="0" tIns="0" bIns="0" anchor="t">
            <a:noAutofit/>
          </a:bodyPr>
          <a:p>
            <a:endParaRPr b="0" lang="en-US" sz="2400" spc="-1" strike="noStrike">
              <a:solidFill>
                <a:srgbClr val="000000"/>
              </a:solidFill>
              <a:latin typeface="Times New Roman"/>
            </a:endParaRPr>
          </a:p>
        </p:txBody>
      </p:sp>
      <p:pic>
        <p:nvPicPr>
          <p:cNvPr id="328" name="" descr=""/>
          <p:cNvPicPr/>
          <p:nvPr/>
        </p:nvPicPr>
        <p:blipFill>
          <a:blip r:embed="rId1"/>
          <a:stretch/>
        </p:blipFill>
        <p:spPr>
          <a:xfrm>
            <a:off x="10515600" y="38160"/>
            <a:ext cx="1142640" cy="1142640"/>
          </a:xfrm>
          <a:prstGeom prst="rect">
            <a:avLst/>
          </a:prstGeom>
          <a:ln w="0">
            <a:noFill/>
          </a:ln>
        </p:spPr>
      </p:pic>
      <p:sp>
        <p:nvSpPr>
          <p:cNvPr id="329" name=""/>
          <p:cNvSpPr/>
          <p:nvPr/>
        </p:nvSpPr>
        <p:spPr>
          <a:xfrm>
            <a:off x="542880" y="1723680"/>
            <a:ext cx="3571920" cy="2439000"/>
          </a:xfrm>
          <a:custGeom>
            <a:avLst/>
            <a:gdLst/>
            <a:ahLst/>
            <a:rect l="0" t="0" r="r" b="b"/>
            <a:pathLst>
              <a:path w="9922" h="6775">
                <a:moveTo>
                  <a:pt x="0" y="6590"/>
                </a:moveTo>
                <a:lnTo>
                  <a:pt x="0" y="186"/>
                </a:lnTo>
                <a:cubicBezTo>
                  <a:pt x="0" y="174"/>
                  <a:pt x="1" y="161"/>
                  <a:pt x="3" y="150"/>
                </a:cubicBezTo>
                <a:cubicBezTo>
                  <a:pt x="6" y="138"/>
                  <a:pt x="9" y="126"/>
                  <a:pt x="14" y="115"/>
                </a:cubicBezTo>
                <a:cubicBezTo>
                  <a:pt x="18" y="104"/>
                  <a:pt x="24" y="93"/>
                  <a:pt x="31" y="83"/>
                </a:cubicBezTo>
                <a:cubicBezTo>
                  <a:pt x="38" y="73"/>
                  <a:pt x="45" y="63"/>
                  <a:pt x="54" y="55"/>
                </a:cubicBezTo>
                <a:cubicBezTo>
                  <a:pt x="62" y="46"/>
                  <a:pt x="72" y="38"/>
                  <a:pt x="82" y="32"/>
                </a:cubicBezTo>
                <a:cubicBezTo>
                  <a:pt x="92" y="25"/>
                  <a:pt x="103" y="19"/>
                  <a:pt x="114" y="15"/>
                </a:cubicBezTo>
                <a:cubicBezTo>
                  <a:pt x="125" y="10"/>
                  <a:pt x="137" y="6"/>
                  <a:pt x="149" y="4"/>
                </a:cubicBezTo>
                <a:cubicBezTo>
                  <a:pt x="161" y="2"/>
                  <a:pt x="173" y="0"/>
                  <a:pt x="185" y="0"/>
                </a:cubicBezTo>
                <a:lnTo>
                  <a:pt x="9737" y="0"/>
                </a:lnTo>
                <a:cubicBezTo>
                  <a:pt x="9749" y="0"/>
                  <a:pt x="9761" y="2"/>
                  <a:pt x="9773" y="4"/>
                </a:cubicBezTo>
                <a:cubicBezTo>
                  <a:pt x="9785" y="6"/>
                  <a:pt x="9797" y="10"/>
                  <a:pt x="9808" y="15"/>
                </a:cubicBezTo>
                <a:cubicBezTo>
                  <a:pt x="9819" y="19"/>
                  <a:pt x="9830" y="25"/>
                  <a:pt x="9840" y="32"/>
                </a:cubicBezTo>
                <a:cubicBezTo>
                  <a:pt x="9850" y="38"/>
                  <a:pt x="9860" y="46"/>
                  <a:pt x="9868" y="55"/>
                </a:cubicBezTo>
                <a:cubicBezTo>
                  <a:pt x="9877" y="63"/>
                  <a:pt x="9885" y="73"/>
                  <a:pt x="9891" y="83"/>
                </a:cubicBezTo>
                <a:cubicBezTo>
                  <a:pt x="9898" y="93"/>
                  <a:pt x="9904" y="104"/>
                  <a:pt x="9908" y="115"/>
                </a:cubicBezTo>
                <a:cubicBezTo>
                  <a:pt x="9913" y="126"/>
                  <a:pt x="9917" y="138"/>
                  <a:pt x="9919" y="150"/>
                </a:cubicBezTo>
                <a:cubicBezTo>
                  <a:pt x="9921" y="161"/>
                  <a:pt x="9922" y="174"/>
                  <a:pt x="9922" y="186"/>
                </a:cubicBezTo>
                <a:lnTo>
                  <a:pt x="9922" y="6590"/>
                </a:lnTo>
                <a:cubicBezTo>
                  <a:pt x="9922" y="6602"/>
                  <a:pt x="9921" y="6614"/>
                  <a:pt x="9919" y="6626"/>
                </a:cubicBezTo>
                <a:cubicBezTo>
                  <a:pt x="9917" y="6638"/>
                  <a:pt x="9913" y="6649"/>
                  <a:pt x="9908" y="6660"/>
                </a:cubicBezTo>
                <a:cubicBezTo>
                  <a:pt x="9904" y="6672"/>
                  <a:pt x="9898" y="6682"/>
                  <a:pt x="9891" y="6692"/>
                </a:cubicBezTo>
                <a:cubicBezTo>
                  <a:pt x="9885" y="6703"/>
                  <a:pt x="9877" y="6712"/>
                  <a:pt x="9868" y="6721"/>
                </a:cubicBezTo>
                <a:cubicBezTo>
                  <a:pt x="9860" y="6729"/>
                  <a:pt x="9850" y="6737"/>
                  <a:pt x="9840" y="6744"/>
                </a:cubicBezTo>
                <a:cubicBezTo>
                  <a:pt x="9830" y="6750"/>
                  <a:pt x="9819" y="6756"/>
                  <a:pt x="9808" y="6761"/>
                </a:cubicBezTo>
                <a:cubicBezTo>
                  <a:pt x="9797" y="6765"/>
                  <a:pt x="9785" y="6769"/>
                  <a:pt x="9773" y="6771"/>
                </a:cubicBezTo>
                <a:cubicBezTo>
                  <a:pt x="9761" y="6774"/>
                  <a:pt x="9749" y="6775"/>
                  <a:pt x="9737" y="6775"/>
                </a:cubicBezTo>
                <a:lnTo>
                  <a:pt x="185" y="6775"/>
                </a:lnTo>
                <a:cubicBezTo>
                  <a:pt x="173" y="6775"/>
                  <a:pt x="161" y="6774"/>
                  <a:pt x="149" y="6771"/>
                </a:cubicBezTo>
                <a:cubicBezTo>
                  <a:pt x="137" y="6769"/>
                  <a:pt x="125" y="6765"/>
                  <a:pt x="114" y="6761"/>
                </a:cubicBezTo>
                <a:cubicBezTo>
                  <a:pt x="103" y="6756"/>
                  <a:pt x="92" y="6750"/>
                  <a:pt x="82" y="6744"/>
                </a:cubicBezTo>
                <a:cubicBezTo>
                  <a:pt x="72" y="6737"/>
                  <a:pt x="62" y="6729"/>
                  <a:pt x="54" y="6721"/>
                </a:cubicBezTo>
                <a:cubicBezTo>
                  <a:pt x="45" y="6712"/>
                  <a:pt x="38" y="6703"/>
                  <a:pt x="31" y="6692"/>
                </a:cubicBezTo>
                <a:cubicBezTo>
                  <a:pt x="24" y="6682"/>
                  <a:pt x="18" y="6672"/>
                  <a:pt x="14" y="6660"/>
                </a:cubicBezTo>
                <a:cubicBezTo>
                  <a:pt x="9" y="6649"/>
                  <a:pt x="6" y="6638"/>
                  <a:pt x="3" y="6626"/>
                </a:cubicBezTo>
                <a:cubicBezTo>
                  <a:pt x="1" y="6614"/>
                  <a:pt x="0" y="6602"/>
                  <a:pt x="0" y="6590"/>
                </a:cubicBezTo>
                <a:close/>
              </a:path>
            </a:pathLst>
          </a:custGeom>
          <a:solidFill>
            <a:srgbClr val="f9fcfe"/>
          </a:solidFill>
          <a:ln w="0">
            <a:noFill/>
          </a:ln>
        </p:spPr>
        <p:txBody>
          <a:bodyPr lIns="0" rIns="0" tIns="0" bIns="0" anchor="t">
            <a:noAutofit/>
          </a:bodyPr>
          <a:p>
            <a:endParaRPr b="0" lang="en-US" sz="2400" spc="-1" strike="noStrike">
              <a:solidFill>
                <a:srgbClr val="000000"/>
              </a:solidFill>
              <a:latin typeface="Times New Roman"/>
            </a:endParaRPr>
          </a:p>
        </p:txBody>
      </p:sp>
      <p:sp>
        <p:nvSpPr>
          <p:cNvPr id="330" name=""/>
          <p:cNvSpPr/>
          <p:nvPr/>
        </p:nvSpPr>
        <p:spPr>
          <a:xfrm>
            <a:off x="542880" y="1723680"/>
            <a:ext cx="3571920" cy="2439000"/>
          </a:xfrm>
          <a:custGeom>
            <a:avLst/>
            <a:gdLst/>
            <a:ahLst/>
            <a:rect l="0" t="0" r="r" b="b"/>
            <a:pathLst>
              <a:path w="9922" h="6775">
                <a:moveTo>
                  <a:pt x="0" y="6590"/>
                </a:moveTo>
                <a:lnTo>
                  <a:pt x="0" y="186"/>
                </a:lnTo>
                <a:cubicBezTo>
                  <a:pt x="0" y="174"/>
                  <a:pt x="1" y="161"/>
                  <a:pt x="3" y="150"/>
                </a:cubicBezTo>
                <a:cubicBezTo>
                  <a:pt x="6" y="138"/>
                  <a:pt x="9" y="126"/>
                  <a:pt x="14" y="115"/>
                </a:cubicBezTo>
                <a:cubicBezTo>
                  <a:pt x="18" y="104"/>
                  <a:pt x="24" y="93"/>
                  <a:pt x="31" y="83"/>
                </a:cubicBezTo>
                <a:cubicBezTo>
                  <a:pt x="38" y="73"/>
                  <a:pt x="45" y="63"/>
                  <a:pt x="54" y="55"/>
                </a:cubicBezTo>
                <a:cubicBezTo>
                  <a:pt x="62" y="46"/>
                  <a:pt x="72" y="38"/>
                  <a:pt x="82" y="32"/>
                </a:cubicBezTo>
                <a:cubicBezTo>
                  <a:pt x="92" y="25"/>
                  <a:pt x="103" y="19"/>
                  <a:pt x="114" y="15"/>
                </a:cubicBezTo>
                <a:cubicBezTo>
                  <a:pt x="125" y="10"/>
                  <a:pt x="137" y="6"/>
                  <a:pt x="149" y="4"/>
                </a:cubicBezTo>
                <a:cubicBezTo>
                  <a:pt x="161" y="2"/>
                  <a:pt x="173" y="0"/>
                  <a:pt x="185" y="0"/>
                </a:cubicBezTo>
                <a:lnTo>
                  <a:pt x="9737" y="0"/>
                </a:lnTo>
                <a:cubicBezTo>
                  <a:pt x="9749" y="0"/>
                  <a:pt x="9761" y="2"/>
                  <a:pt x="9773" y="4"/>
                </a:cubicBezTo>
                <a:cubicBezTo>
                  <a:pt x="9785" y="6"/>
                  <a:pt x="9797" y="10"/>
                  <a:pt x="9808" y="15"/>
                </a:cubicBezTo>
                <a:cubicBezTo>
                  <a:pt x="9819" y="19"/>
                  <a:pt x="9830" y="25"/>
                  <a:pt x="9840" y="32"/>
                </a:cubicBezTo>
                <a:cubicBezTo>
                  <a:pt x="9850" y="38"/>
                  <a:pt x="9860" y="46"/>
                  <a:pt x="9868" y="55"/>
                </a:cubicBezTo>
                <a:cubicBezTo>
                  <a:pt x="9877" y="63"/>
                  <a:pt x="9885" y="73"/>
                  <a:pt x="9891" y="83"/>
                </a:cubicBezTo>
                <a:cubicBezTo>
                  <a:pt x="9898" y="93"/>
                  <a:pt x="9904" y="104"/>
                  <a:pt x="9908" y="115"/>
                </a:cubicBezTo>
                <a:cubicBezTo>
                  <a:pt x="9913" y="126"/>
                  <a:pt x="9917" y="138"/>
                  <a:pt x="9919" y="150"/>
                </a:cubicBezTo>
                <a:cubicBezTo>
                  <a:pt x="9921" y="161"/>
                  <a:pt x="9922" y="174"/>
                  <a:pt x="9922" y="186"/>
                </a:cubicBezTo>
                <a:lnTo>
                  <a:pt x="9922" y="6590"/>
                </a:lnTo>
                <a:cubicBezTo>
                  <a:pt x="9922" y="6602"/>
                  <a:pt x="9921" y="6614"/>
                  <a:pt x="9919" y="6626"/>
                </a:cubicBezTo>
                <a:cubicBezTo>
                  <a:pt x="9917" y="6638"/>
                  <a:pt x="9913" y="6649"/>
                  <a:pt x="9908" y="6660"/>
                </a:cubicBezTo>
                <a:cubicBezTo>
                  <a:pt x="9904" y="6672"/>
                  <a:pt x="9898" y="6682"/>
                  <a:pt x="9891" y="6692"/>
                </a:cubicBezTo>
                <a:cubicBezTo>
                  <a:pt x="9885" y="6703"/>
                  <a:pt x="9877" y="6712"/>
                  <a:pt x="9868" y="6721"/>
                </a:cubicBezTo>
                <a:cubicBezTo>
                  <a:pt x="9860" y="6729"/>
                  <a:pt x="9850" y="6737"/>
                  <a:pt x="9840" y="6744"/>
                </a:cubicBezTo>
                <a:cubicBezTo>
                  <a:pt x="9830" y="6750"/>
                  <a:pt x="9819" y="6756"/>
                  <a:pt x="9808" y="6761"/>
                </a:cubicBezTo>
                <a:cubicBezTo>
                  <a:pt x="9797" y="6765"/>
                  <a:pt x="9785" y="6769"/>
                  <a:pt x="9773" y="6771"/>
                </a:cubicBezTo>
                <a:cubicBezTo>
                  <a:pt x="9761" y="6774"/>
                  <a:pt x="9749" y="6775"/>
                  <a:pt x="9737" y="6775"/>
                </a:cubicBezTo>
                <a:lnTo>
                  <a:pt x="185" y="6775"/>
                </a:lnTo>
                <a:cubicBezTo>
                  <a:pt x="173" y="6775"/>
                  <a:pt x="161" y="6774"/>
                  <a:pt x="149" y="6771"/>
                </a:cubicBezTo>
                <a:cubicBezTo>
                  <a:pt x="137" y="6769"/>
                  <a:pt x="125" y="6765"/>
                  <a:pt x="114" y="6761"/>
                </a:cubicBezTo>
                <a:cubicBezTo>
                  <a:pt x="103" y="6756"/>
                  <a:pt x="92" y="6750"/>
                  <a:pt x="82" y="6744"/>
                </a:cubicBezTo>
                <a:cubicBezTo>
                  <a:pt x="72" y="6737"/>
                  <a:pt x="62" y="6729"/>
                  <a:pt x="54" y="6721"/>
                </a:cubicBezTo>
                <a:cubicBezTo>
                  <a:pt x="45" y="6712"/>
                  <a:pt x="38" y="6703"/>
                  <a:pt x="31" y="6692"/>
                </a:cubicBezTo>
                <a:cubicBezTo>
                  <a:pt x="24" y="6682"/>
                  <a:pt x="18" y="6672"/>
                  <a:pt x="14" y="6660"/>
                </a:cubicBezTo>
                <a:cubicBezTo>
                  <a:pt x="9" y="6649"/>
                  <a:pt x="6" y="6638"/>
                  <a:pt x="3" y="6626"/>
                </a:cubicBezTo>
                <a:cubicBezTo>
                  <a:pt x="1" y="6614"/>
                  <a:pt x="0" y="6602"/>
                  <a:pt x="0" y="6590"/>
                </a:cubicBezTo>
                <a:close/>
              </a:path>
            </a:pathLst>
          </a:custGeom>
          <a:noFill/>
          <a:ln w="18720">
            <a:solidFill>
              <a:srgbClr val="d7e5ee"/>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331" name=""/>
          <p:cNvSpPr txBox="1"/>
          <p:nvPr/>
        </p:nvSpPr>
        <p:spPr>
          <a:xfrm>
            <a:off x="533520" y="924480"/>
            <a:ext cx="10742760" cy="387360"/>
          </a:xfrm>
          <a:prstGeom prst="rect">
            <a:avLst/>
          </a:prstGeom>
          <a:noFill/>
          <a:ln w="0">
            <a:noFill/>
          </a:ln>
        </p:spPr>
        <p:txBody>
          <a:bodyPr wrap="none" lIns="0" rIns="0" tIns="0" bIns="0" anchor="t">
            <a:noAutofit/>
          </a:bodyPr>
          <a:p>
            <a:r>
              <a:rPr b="0" lang="en-US" sz="2100" spc="-1" strike="noStrike">
                <a:solidFill>
                  <a:srgbClr val="111111"/>
                </a:solidFill>
                <a:latin typeface="NotoSansJP"/>
                <a:ea typeface="NotoSansJP"/>
              </a:rPr>
              <a:t>CNN</a:t>
            </a:r>
            <a:r>
              <a:rPr b="0" lang="zh-CN" sz="2100" spc="-1" strike="noStrike">
                <a:solidFill>
                  <a:srgbClr val="111111"/>
                </a:solidFill>
                <a:latin typeface="NotoSansJP"/>
                <a:ea typeface="NotoSansJP"/>
              </a:rPr>
              <a:t>は、画像の局所構造を活かして特徴抽出と分類を効率化するアーキテクチャである。</a:t>
            </a:r>
            <a:endParaRPr b="0" lang="en-US" sz="2100" spc="-1" strike="noStrike">
              <a:solidFill>
                <a:srgbClr val="000000"/>
              </a:solidFill>
              <a:latin typeface="Times New Roman"/>
            </a:endParaRPr>
          </a:p>
        </p:txBody>
      </p:sp>
      <p:sp>
        <p:nvSpPr>
          <p:cNvPr id="332" name=""/>
          <p:cNvSpPr txBox="1"/>
          <p:nvPr/>
        </p:nvSpPr>
        <p:spPr>
          <a:xfrm>
            <a:off x="723960" y="1891080"/>
            <a:ext cx="399960" cy="289800"/>
          </a:xfrm>
          <a:prstGeom prst="rect">
            <a:avLst/>
          </a:prstGeom>
          <a:noFill/>
          <a:ln w="0">
            <a:noFill/>
          </a:ln>
        </p:spPr>
        <p:txBody>
          <a:bodyPr wrap="none" lIns="0" rIns="0" tIns="0" bIns="0" anchor="t">
            <a:noAutofit/>
          </a:bodyPr>
          <a:p>
            <a:r>
              <a:rPr b="0" lang="zh-CN" sz="1580" spc="-1" strike="noStrike">
                <a:solidFill>
                  <a:srgbClr val="0b4b78"/>
                </a:solidFill>
                <a:latin typeface="NotoSansJP"/>
                <a:ea typeface="NotoSansJP"/>
              </a:rPr>
              <a:t>背景</a:t>
            </a:r>
            <a:endParaRPr b="0" lang="en-US" sz="1580" spc="-1" strike="noStrike">
              <a:solidFill>
                <a:srgbClr val="000000"/>
              </a:solidFill>
              <a:latin typeface="Times New Roman"/>
            </a:endParaRPr>
          </a:p>
        </p:txBody>
      </p:sp>
      <p:sp>
        <p:nvSpPr>
          <p:cNvPr id="333" name=""/>
          <p:cNvSpPr txBox="1"/>
          <p:nvPr/>
        </p:nvSpPr>
        <p:spPr>
          <a:xfrm>
            <a:off x="723960" y="227664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画像を全結合で扱うと、</a:t>
            </a:r>
            <a:endParaRPr b="0" lang="en-US" sz="2170" spc="-1" strike="noStrike">
              <a:solidFill>
                <a:srgbClr val="000000"/>
              </a:solidFill>
              <a:latin typeface="Times New Roman"/>
            </a:endParaRPr>
          </a:p>
        </p:txBody>
      </p:sp>
      <p:sp>
        <p:nvSpPr>
          <p:cNvPr id="334" name=""/>
          <p:cNvSpPr txBox="1"/>
          <p:nvPr/>
        </p:nvSpPr>
        <p:spPr>
          <a:xfrm>
            <a:off x="723960" y="269568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空間構造を活かしにくく</a:t>
            </a:r>
            <a:endParaRPr b="0" lang="en-US" sz="2170" spc="-1" strike="noStrike">
              <a:solidFill>
                <a:srgbClr val="000000"/>
              </a:solidFill>
              <a:latin typeface="Times New Roman"/>
            </a:endParaRPr>
          </a:p>
        </p:txBody>
      </p:sp>
      <p:sp>
        <p:nvSpPr>
          <p:cNvPr id="335" name=""/>
          <p:cNvSpPr/>
          <p:nvPr/>
        </p:nvSpPr>
        <p:spPr>
          <a:xfrm>
            <a:off x="4305240" y="1723680"/>
            <a:ext cx="3581640" cy="2439000"/>
          </a:xfrm>
          <a:custGeom>
            <a:avLst/>
            <a:gdLst/>
            <a:ahLst/>
            <a:rect l="0" t="0" r="r" b="b"/>
            <a:pathLst>
              <a:path w="9949" h="6775">
                <a:moveTo>
                  <a:pt x="0" y="6590"/>
                </a:moveTo>
                <a:lnTo>
                  <a:pt x="0" y="186"/>
                </a:lnTo>
                <a:cubicBezTo>
                  <a:pt x="0" y="174"/>
                  <a:pt x="1" y="161"/>
                  <a:pt x="3" y="150"/>
                </a:cubicBezTo>
                <a:cubicBezTo>
                  <a:pt x="6" y="138"/>
                  <a:pt x="9" y="126"/>
                  <a:pt x="14" y="115"/>
                </a:cubicBezTo>
                <a:cubicBezTo>
                  <a:pt x="18" y="104"/>
                  <a:pt x="24" y="93"/>
                  <a:pt x="31" y="83"/>
                </a:cubicBezTo>
                <a:cubicBezTo>
                  <a:pt x="38" y="73"/>
                  <a:pt x="45" y="63"/>
                  <a:pt x="54" y="55"/>
                </a:cubicBezTo>
                <a:cubicBezTo>
                  <a:pt x="63" y="46"/>
                  <a:pt x="72" y="38"/>
                  <a:pt x="82" y="32"/>
                </a:cubicBezTo>
                <a:cubicBezTo>
                  <a:pt x="92" y="25"/>
                  <a:pt x="103" y="19"/>
                  <a:pt x="114" y="15"/>
                </a:cubicBezTo>
                <a:cubicBezTo>
                  <a:pt x="125" y="10"/>
                  <a:pt x="137" y="6"/>
                  <a:pt x="149" y="4"/>
                </a:cubicBezTo>
                <a:cubicBezTo>
                  <a:pt x="161" y="2"/>
                  <a:pt x="173" y="0"/>
                  <a:pt x="185" y="0"/>
                </a:cubicBezTo>
                <a:lnTo>
                  <a:pt x="9764" y="0"/>
                </a:lnTo>
                <a:cubicBezTo>
                  <a:pt x="9776" y="0"/>
                  <a:pt x="9788" y="2"/>
                  <a:pt x="9800" y="4"/>
                </a:cubicBezTo>
                <a:cubicBezTo>
                  <a:pt x="9812" y="6"/>
                  <a:pt x="9823" y="10"/>
                  <a:pt x="9835" y="15"/>
                </a:cubicBezTo>
                <a:cubicBezTo>
                  <a:pt x="9846" y="19"/>
                  <a:pt x="9857" y="25"/>
                  <a:pt x="9867" y="32"/>
                </a:cubicBezTo>
                <a:cubicBezTo>
                  <a:pt x="9877" y="38"/>
                  <a:pt x="9886" y="46"/>
                  <a:pt x="9895" y="55"/>
                </a:cubicBezTo>
                <a:cubicBezTo>
                  <a:pt x="9903" y="63"/>
                  <a:pt x="9911" y="73"/>
                  <a:pt x="9918" y="83"/>
                </a:cubicBezTo>
                <a:cubicBezTo>
                  <a:pt x="9925" y="93"/>
                  <a:pt x="9930" y="104"/>
                  <a:pt x="9935" y="115"/>
                </a:cubicBezTo>
                <a:cubicBezTo>
                  <a:pt x="9940" y="126"/>
                  <a:pt x="9943" y="138"/>
                  <a:pt x="9945" y="150"/>
                </a:cubicBezTo>
                <a:cubicBezTo>
                  <a:pt x="9948" y="161"/>
                  <a:pt x="9949" y="174"/>
                  <a:pt x="9949" y="186"/>
                </a:cubicBezTo>
                <a:lnTo>
                  <a:pt x="9949" y="6590"/>
                </a:lnTo>
                <a:cubicBezTo>
                  <a:pt x="9949" y="6602"/>
                  <a:pt x="9948" y="6614"/>
                  <a:pt x="9945" y="6626"/>
                </a:cubicBezTo>
                <a:cubicBezTo>
                  <a:pt x="9943" y="6638"/>
                  <a:pt x="9940" y="6649"/>
                  <a:pt x="9935" y="6660"/>
                </a:cubicBezTo>
                <a:cubicBezTo>
                  <a:pt x="9930" y="6672"/>
                  <a:pt x="9925" y="6682"/>
                  <a:pt x="9918" y="6692"/>
                </a:cubicBezTo>
                <a:cubicBezTo>
                  <a:pt x="9911" y="6703"/>
                  <a:pt x="9903" y="6712"/>
                  <a:pt x="9895" y="6721"/>
                </a:cubicBezTo>
                <a:cubicBezTo>
                  <a:pt x="9886" y="6729"/>
                  <a:pt x="9877" y="6737"/>
                  <a:pt x="9867" y="6744"/>
                </a:cubicBezTo>
                <a:cubicBezTo>
                  <a:pt x="9857" y="6750"/>
                  <a:pt x="9846" y="6756"/>
                  <a:pt x="9835" y="6761"/>
                </a:cubicBezTo>
                <a:cubicBezTo>
                  <a:pt x="9823" y="6765"/>
                  <a:pt x="9812" y="6769"/>
                  <a:pt x="9800" y="6771"/>
                </a:cubicBezTo>
                <a:cubicBezTo>
                  <a:pt x="9788" y="6774"/>
                  <a:pt x="9776" y="6775"/>
                  <a:pt x="9764" y="6775"/>
                </a:cubicBezTo>
                <a:lnTo>
                  <a:pt x="185" y="6775"/>
                </a:lnTo>
                <a:cubicBezTo>
                  <a:pt x="173" y="6775"/>
                  <a:pt x="161" y="6774"/>
                  <a:pt x="149" y="6771"/>
                </a:cubicBezTo>
                <a:cubicBezTo>
                  <a:pt x="137" y="6769"/>
                  <a:pt x="125" y="6765"/>
                  <a:pt x="114" y="6761"/>
                </a:cubicBezTo>
                <a:cubicBezTo>
                  <a:pt x="103" y="6756"/>
                  <a:pt x="92" y="6750"/>
                  <a:pt x="82" y="6744"/>
                </a:cubicBezTo>
                <a:cubicBezTo>
                  <a:pt x="72" y="6737"/>
                  <a:pt x="63" y="6729"/>
                  <a:pt x="54" y="6721"/>
                </a:cubicBezTo>
                <a:cubicBezTo>
                  <a:pt x="45" y="6712"/>
                  <a:pt x="38" y="6703"/>
                  <a:pt x="31" y="6692"/>
                </a:cubicBezTo>
                <a:cubicBezTo>
                  <a:pt x="24" y="6682"/>
                  <a:pt x="18" y="6672"/>
                  <a:pt x="14" y="6660"/>
                </a:cubicBezTo>
                <a:cubicBezTo>
                  <a:pt x="9" y="6649"/>
                  <a:pt x="6" y="6638"/>
                  <a:pt x="3" y="6626"/>
                </a:cubicBezTo>
                <a:cubicBezTo>
                  <a:pt x="1" y="6614"/>
                  <a:pt x="0" y="6602"/>
                  <a:pt x="0" y="6590"/>
                </a:cubicBezTo>
                <a:close/>
              </a:path>
            </a:pathLst>
          </a:custGeom>
          <a:solidFill>
            <a:srgbClr val="fff8f7"/>
          </a:solidFill>
          <a:ln w="0">
            <a:noFill/>
          </a:ln>
        </p:spPr>
        <p:txBody>
          <a:bodyPr lIns="0" rIns="0" tIns="0" bIns="0" anchor="t">
            <a:noAutofit/>
          </a:bodyPr>
          <a:p>
            <a:endParaRPr b="0" lang="en-US" sz="2400" spc="-1" strike="noStrike">
              <a:solidFill>
                <a:srgbClr val="000000"/>
              </a:solidFill>
              <a:latin typeface="Times New Roman"/>
            </a:endParaRPr>
          </a:p>
        </p:txBody>
      </p:sp>
      <p:sp>
        <p:nvSpPr>
          <p:cNvPr id="336" name=""/>
          <p:cNvSpPr/>
          <p:nvPr/>
        </p:nvSpPr>
        <p:spPr>
          <a:xfrm>
            <a:off x="4305240" y="1723680"/>
            <a:ext cx="3581640" cy="2439000"/>
          </a:xfrm>
          <a:custGeom>
            <a:avLst/>
            <a:gdLst/>
            <a:ahLst/>
            <a:rect l="0" t="0" r="r" b="b"/>
            <a:pathLst>
              <a:path w="9949" h="6775">
                <a:moveTo>
                  <a:pt x="0" y="6590"/>
                </a:moveTo>
                <a:lnTo>
                  <a:pt x="0" y="186"/>
                </a:lnTo>
                <a:cubicBezTo>
                  <a:pt x="0" y="174"/>
                  <a:pt x="1" y="161"/>
                  <a:pt x="3" y="150"/>
                </a:cubicBezTo>
                <a:cubicBezTo>
                  <a:pt x="6" y="138"/>
                  <a:pt x="9" y="126"/>
                  <a:pt x="14" y="115"/>
                </a:cubicBezTo>
                <a:cubicBezTo>
                  <a:pt x="18" y="104"/>
                  <a:pt x="24" y="93"/>
                  <a:pt x="31" y="83"/>
                </a:cubicBezTo>
                <a:cubicBezTo>
                  <a:pt x="38" y="73"/>
                  <a:pt x="45" y="63"/>
                  <a:pt x="54" y="55"/>
                </a:cubicBezTo>
                <a:cubicBezTo>
                  <a:pt x="63" y="46"/>
                  <a:pt x="72" y="38"/>
                  <a:pt x="82" y="32"/>
                </a:cubicBezTo>
                <a:cubicBezTo>
                  <a:pt x="92" y="25"/>
                  <a:pt x="103" y="19"/>
                  <a:pt x="114" y="15"/>
                </a:cubicBezTo>
                <a:cubicBezTo>
                  <a:pt x="125" y="10"/>
                  <a:pt x="137" y="6"/>
                  <a:pt x="149" y="4"/>
                </a:cubicBezTo>
                <a:cubicBezTo>
                  <a:pt x="161" y="2"/>
                  <a:pt x="173" y="0"/>
                  <a:pt x="185" y="0"/>
                </a:cubicBezTo>
                <a:lnTo>
                  <a:pt x="9764" y="0"/>
                </a:lnTo>
                <a:cubicBezTo>
                  <a:pt x="9776" y="0"/>
                  <a:pt x="9788" y="2"/>
                  <a:pt x="9800" y="4"/>
                </a:cubicBezTo>
                <a:cubicBezTo>
                  <a:pt x="9812" y="6"/>
                  <a:pt x="9823" y="10"/>
                  <a:pt x="9835" y="15"/>
                </a:cubicBezTo>
                <a:cubicBezTo>
                  <a:pt x="9846" y="19"/>
                  <a:pt x="9857" y="25"/>
                  <a:pt x="9867" y="32"/>
                </a:cubicBezTo>
                <a:cubicBezTo>
                  <a:pt x="9877" y="38"/>
                  <a:pt x="9886" y="46"/>
                  <a:pt x="9895" y="55"/>
                </a:cubicBezTo>
                <a:cubicBezTo>
                  <a:pt x="9903" y="63"/>
                  <a:pt x="9911" y="73"/>
                  <a:pt x="9918" y="83"/>
                </a:cubicBezTo>
                <a:cubicBezTo>
                  <a:pt x="9925" y="93"/>
                  <a:pt x="9930" y="104"/>
                  <a:pt x="9935" y="115"/>
                </a:cubicBezTo>
                <a:cubicBezTo>
                  <a:pt x="9940" y="126"/>
                  <a:pt x="9943" y="138"/>
                  <a:pt x="9945" y="150"/>
                </a:cubicBezTo>
                <a:cubicBezTo>
                  <a:pt x="9948" y="161"/>
                  <a:pt x="9949" y="174"/>
                  <a:pt x="9949" y="186"/>
                </a:cubicBezTo>
                <a:lnTo>
                  <a:pt x="9949" y="6590"/>
                </a:lnTo>
                <a:cubicBezTo>
                  <a:pt x="9949" y="6602"/>
                  <a:pt x="9948" y="6614"/>
                  <a:pt x="9945" y="6626"/>
                </a:cubicBezTo>
                <a:cubicBezTo>
                  <a:pt x="9943" y="6638"/>
                  <a:pt x="9940" y="6649"/>
                  <a:pt x="9935" y="6660"/>
                </a:cubicBezTo>
                <a:cubicBezTo>
                  <a:pt x="9930" y="6672"/>
                  <a:pt x="9925" y="6682"/>
                  <a:pt x="9918" y="6692"/>
                </a:cubicBezTo>
                <a:cubicBezTo>
                  <a:pt x="9911" y="6703"/>
                  <a:pt x="9903" y="6712"/>
                  <a:pt x="9895" y="6721"/>
                </a:cubicBezTo>
                <a:cubicBezTo>
                  <a:pt x="9886" y="6729"/>
                  <a:pt x="9877" y="6737"/>
                  <a:pt x="9867" y="6744"/>
                </a:cubicBezTo>
                <a:cubicBezTo>
                  <a:pt x="9857" y="6750"/>
                  <a:pt x="9846" y="6756"/>
                  <a:pt x="9835" y="6761"/>
                </a:cubicBezTo>
                <a:cubicBezTo>
                  <a:pt x="9823" y="6765"/>
                  <a:pt x="9812" y="6769"/>
                  <a:pt x="9800" y="6771"/>
                </a:cubicBezTo>
                <a:cubicBezTo>
                  <a:pt x="9788" y="6774"/>
                  <a:pt x="9776" y="6775"/>
                  <a:pt x="9764" y="6775"/>
                </a:cubicBezTo>
                <a:lnTo>
                  <a:pt x="185" y="6775"/>
                </a:lnTo>
                <a:cubicBezTo>
                  <a:pt x="173" y="6775"/>
                  <a:pt x="161" y="6774"/>
                  <a:pt x="149" y="6771"/>
                </a:cubicBezTo>
                <a:cubicBezTo>
                  <a:pt x="137" y="6769"/>
                  <a:pt x="125" y="6765"/>
                  <a:pt x="114" y="6761"/>
                </a:cubicBezTo>
                <a:cubicBezTo>
                  <a:pt x="103" y="6756"/>
                  <a:pt x="92" y="6750"/>
                  <a:pt x="82" y="6744"/>
                </a:cubicBezTo>
                <a:cubicBezTo>
                  <a:pt x="72" y="6737"/>
                  <a:pt x="63" y="6729"/>
                  <a:pt x="54" y="6721"/>
                </a:cubicBezTo>
                <a:cubicBezTo>
                  <a:pt x="45" y="6712"/>
                  <a:pt x="38" y="6703"/>
                  <a:pt x="31" y="6692"/>
                </a:cubicBezTo>
                <a:cubicBezTo>
                  <a:pt x="24" y="6682"/>
                  <a:pt x="18" y="6672"/>
                  <a:pt x="14" y="6660"/>
                </a:cubicBezTo>
                <a:cubicBezTo>
                  <a:pt x="9" y="6649"/>
                  <a:pt x="6" y="6638"/>
                  <a:pt x="3" y="6626"/>
                </a:cubicBezTo>
                <a:cubicBezTo>
                  <a:pt x="1" y="6614"/>
                  <a:pt x="0" y="6602"/>
                  <a:pt x="0" y="6590"/>
                </a:cubicBezTo>
                <a:close/>
              </a:path>
            </a:pathLst>
          </a:custGeom>
          <a:noFill/>
          <a:ln w="18720">
            <a:solidFill>
              <a:srgbClr val="e8bbb8"/>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337" name=""/>
          <p:cNvSpPr txBox="1"/>
          <p:nvPr/>
        </p:nvSpPr>
        <p:spPr>
          <a:xfrm>
            <a:off x="723960" y="3105000"/>
            <a:ext cx="220752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重み数も増える。</a:t>
            </a:r>
            <a:endParaRPr b="0" lang="en-US" sz="2170" spc="-1" strike="noStrike">
              <a:solidFill>
                <a:srgbClr val="000000"/>
              </a:solidFill>
              <a:latin typeface="Times New Roman"/>
            </a:endParaRPr>
          </a:p>
        </p:txBody>
      </p:sp>
      <p:sp>
        <p:nvSpPr>
          <p:cNvPr id="338" name=""/>
          <p:cNvSpPr txBox="1"/>
          <p:nvPr/>
        </p:nvSpPr>
        <p:spPr>
          <a:xfrm>
            <a:off x="4489560" y="1891080"/>
            <a:ext cx="399960" cy="289800"/>
          </a:xfrm>
          <a:prstGeom prst="rect">
            <a:avLst/>
          </a:prstGeom>
          <a:noFill/>
          <a:ln w="0">
            <a:noFill/>
          </a:ln>
        </p:spPr>
        <p:txBody>
          <a:bodyPr wrap="none" lIns="0" rIns="0" tIns="0" bIns="0" anchor="t">
            <a:noAutofit/>
          </a:bodyPr>
          <a:p>
            <a:r>
              <a:rPr b="0" lang="zh-CN" sz="1580" spc="-1" strike="noStrike">
                <a:solidFill>
                  <a:srgbClr val="0b4b78"/>
                </a:solidFill>
                <a:latin typeface="NotoSansJP"/>
                <a:ea typeface="NotoSansJP"/>
              </a:rPr>
              <a:t>方法</a:t>
            </a:r>
            <a:endParaRPr b="0" lang="en-US" sz="1580" spc="-1" strike="noStrike">
              <a:solidFill>
                <a:srgbClr val="000000"/>
              </a:solidFill>
              <a:latin typeface="Times New Roman"/>
            </a:endParaRPr>
          </a:p>
        </p:txBody>
      </p:sp>
      <p:sp>
        <p:nvSpPr>
          <p:cNvPr id="339" name=""/>
          <p:cNvSpPr txBox="1"/>
          <p:nvPr/>
        </p:nvSpPr>
        <p:spPr>
          <a:xfrm>
            <a:off x="4489560" y="227664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畳み込み‧プーリング‧</a:t>
            </a:r>
            <a:endParaRPr b="0" lang="en-US" sz="2170" spc="-1" strike="noStrike">
              <a:solidFill>
                <a:srgbClr val="000000"/>
              </a:solidFill>
              <a:latin typeface="Times New Roman"/>
            </a:endParaRPr>
          </a:p>
        </p:txBody>
      </p:sp>
      <p:sp>
        <p:nvSpPr>
          <p:cNvPr id="340" name=""/>
          <p:cNvSpPr txBox="1"/>
          <p:nvPr/>
        </p:nvSpPr>
        <p:spPr>
          <a:xfrm>
            <a:off x="4489560" y="269568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全結合を組み合わせて、</a:t>
            </a:r>
            <a:endParaRPr b="0" lang="en-US" sz="2170" spc="-1" strike="noStrike">
              <a:solidFill>
                <a:srgbClr val="000000"/>
              </a:solidFill>
              <a:latin typeface="Times New Roman"/>
            </a:endParaRPr>
          </a:p>
        </p:txBody>
      </p:sp>
      <p:sp>
        <p:nvSpPr>
          <p:cNvPr id="341" name=""/>
          <p:cNvSpPr/>
          <p:nvPr/>
        </p:nvSpPr>
        <p:spPr>
          <a:xfrm>
            <a:off x="8076960" y="1723680"/>
            <a:ext cx="3572280" cy="2439000"/>
          </a:xfrm>
          <a:custGeom>
            <a:avLst/>
            <a:gdLst/>
            <a:ahLst/>
            <a:rect l="0" t="0" r="r" b="b"/>
            <a:pathLst>
              <a:path w="9923" h="6775">
                <a:moveTo>
                  <a:pt x="0" y="6590"/>
                </a:moveTo>
                <a:lnTo>
                  <a:pt x="0" y="186"/>
                </a:lnTo>
                <a:cubicBezTo>
                  <a:pt x="0" y="174"/>
                  <a:pt x="1" y="161"/>
                  <a:pt x="4" y="150"/>
                </a:cubicBezTo>
                <a:cubicBezTo>
                  <a:pt x="6" y="138"/>
                  <a:pt x="10" y="126"/>
                  <a:pt x="14" y="115"/>
                </a:cubicBezTo>
                <a:cubicBezTo>
                  <a:pt x="19" y="104"/>
                  <a:pt x="25" y="93"/>
                  <a:pt x="31" y="83"/>
                </a:cubicBezTo>
                <a:cubicBezTo>
                  <a:pt x="38" y="73"/>
                  <a:pt x="46" y="63"/>
                  <a:pt x="54" y="55"/>
                </a:cubicBezTo>
                <a:cubicBezTo>
                  <a:pt x="63" y="46"/>
                  <a:pt x="72" y="38"/>
                  <a:pt x="82" y="32"/>
                </a:cubicBezTo>
                <a:cubicBezTo>
                  <a:pt x="93" y="25"/>
                  <a:pt x="103" y="19"/>
                  <a:pt x="114" y="15"/>
                </a:cubicBezTo>
                <a:cubicBezTo>
                  <a:pt x="126" y="10"/>
                  <a:pt x="137" y="6"/>
                  <a:pt x="149" y="4"/>
                </a:cubicBezTo>
                <a:cubicBezTo>
                  <a:pt x="161" y="2"/>
                  <a:pt x="173" y="0"/>
                  <a:pt x="185" y="0"/>
                </a:cubicBezTo>
                <a:lnTo>
                  <a:pt x="9738" y="0"/>
                </a:lnTo>
                <a:cubicBezTo>
                  <a:pt x="9750" y="0"/>
                  <a:pt x="9762" y="2"/>
                  <a:pt x="9774" y="4"/>
                </a:cubicBezTo>
                <a:cubicBezTo>
                  <a:pt x="9786" y="6"/>
                  <a:pt x="9797" y="10"/>
                  <a:pt x="9809" y="15"/>
                </a:cubicBezTo>
                <a:cubicBezTo>
                  <a:pt x="9820" y="19"/>
                  <a:pt x="9831" y="25"/>
                  <a:pt x="9841" y="32"/>
                </a:cubicBezTo>
                <a:cubicBezTo>
                  <a:pt x="9851" y="38"/>
                  <a:pt x="9860" y="46"/>
                  <a:pt x="9869" y="55"/>
                </a:cubicBezTo>
                <a:cubicBezTo>
                  <a:pt x="9877" y="63"/>
                  <a:pt x="9885" y="73"/>
                  <a:pt x="9892" y="83"/>
                </a:cubicBezTo>
                <a:cubicBezTo>
                  <a:pt x="9899" y="93"/>
                  <a:pt x="9904" y="104"/>
                  <a:pt x="9909" y="115"/>
                </a:cubicBezTo>
                <a:cubicBezTo>
                  <a:pt x="9914" y="126"/>
                  <a:pt x="9917" y="138"/>
                  <a:pt x="9919" y="150"/>
                </a:cubicBezTo>
                <a:cubicBezTo>
                  <a:pt x="9922" y="161"/>
                  <a:pt x="9923" y="174"/>
                  <a:pt x="9923" y="186"/>
                </a:cubicBezTo>
                <a:lnTo>
                  <a:pt x="9923" y="6590"/>
                </a:lnTo>
                <a:cubicBezTo>
                  <a:pt x="9923" y="6602"/>
                  <a:pt x="9922" y="6614"/>
                  <a:pt x="9919" y="6626"/>
                </a:cubicBezTo>
                <a:cubicBezTo>
                  <a:pt x="9917" y="6638"/>
                  <a:pt x="9914" y="6649"/>
                  <a:pt x="9909" y="6660"/>
                </a:cubicBezTo>
                <a:cubicBezTo>
                  <a:pt x="9904" y="6672"/>
                  <a:pt x="9899" y="6682"/>
                  <a:pt x="9892" y="6692"/>
                </a:cubicBezTo>
                <a:cubicBezTo>
                  <a:pt x="9885" y="6703"/>
                  <a:pt x="9877" y="6712"/>
                  <a:pt x="9869" y="6721"/>
                </a:cubicBezTo>
                <a:cubicBezTo>
                  <a:pt x="9860" y="6729"/>
                  <a:pt x="9851" y="6737"/>
                  <a:pt x="9841" y="6744"/>
                </a:cubicBezTo>
                <a:cubicBezTo>
                  <a:pt x="9831" y="6750"/>
                  <a:pt x="9820" y="6756"/>
                  <a:pt x="9809" y="6761"/>
                </a:cubicBezTo>
                <a:cubicBezTo>
                  <a:pt x="9797" y="6765"/>
                  <a:pt x="9786" y="6769"/>
                  <a:pt x="9774" y="6771"/>
                </a:cubicBezTo>
                <a:cubicBezTo>
                  <a:pt x="9762" y="6774"/>
                  <a:pt x="9750" y="6775"/>
                  <a:pt x="9738" y="6775"/>
                </a:cubicBezTo>
                <a:lnTo>
                  <a:pt x="185" y="6775"/>
                </a:lnTo>
                <a:cubicBezTo>
                  <a:pt x="173" y="6775"/>
                  <a:pt x="161" y="6774"/>
                  <a:pt x="149" y="6771"/>
                </a:cubicBezTo>
                <a:cubicBezTo>
                  <a:pt x="137" y="6769"/>
                  <a:pt x="126" y="6765"/>
                  <a:pt x="114" y="6761"/>
                </a:cubicBezTo>
                <a:cubicBezTo>
                  <a:pt x="103" y="6756"/>
                  <a:pt x="93" y="6750"/>
                  <a:pt x="82" y="6744"/>
                </a:cubicBezTo>
                <a:cubicBezTo>
                  <a:pt x="72" y="6737"/>
                  <a:pt x="63" y="6729"/>
                  <a:pt x="54" y="6721"/>
                </a:cubicBezTo>
                <a:cubicBezTo>
                  <a:pt x="46" y="6712"/>
                  <a:pt x="38" y="6703"/>
                  <a:pt x="31" y="6692"/>
                </a:cubicBezTo>
                <a:cubicBezTo>
                  <a:pt x="25" y="6682"/>
                  <a:pt x="19" y="6672"/>
                  <a:pt x="14" y="6660"/>
                </a:cubicBezTo>
                <a:cubicBezTo>
                  <a:pt x="10" y="6649"/>
                  <a:pt x="6" y="6638"/>
                  <a:pt x="4" y="6626"/>
                </a:cubicBezTo>
                <a:cubicBezTo>
                  <a:pt x="1" y="6614"/>
                  <a:pt x="0" y="6602"/>
                  <a:pt x="0" y="6590"/>
                </a:cubicBezTo>
                <a:close/>
              </a:path>
            </a:pathLst>
          </a:custGeom>
          <a:solidFill>
            <a:srgbClr val="f9fcfe"/>
          </a:solidFill>
          <a:ln w="0">
            <a:noFill/>
          </a:ln>
        </p:spPr>
        <p:txBody>
          <a:bodyPr lIns="0" rIns="0" tIns="0" bIns="0" anchor="t">
            <a:noAutofit/>
          </a:bodyPr>
          <a:p>
            <a:endParaRPr b="0" lang="en-US" sz="2400" spc="-1" strike="noStrike">
              <a:solidFill>
                <a:srgbClr val="000000"/>
              </a:solidFill>
              <a:latin typeface="Times New Roman"/>
            </a:endParaRPr>
          </a:p>
        </p:txBody>
      </p:sp>
      <p:sp>
        <p:nvSpPr>
          <p:cNvPr id="342" name=""/>
          <p:cNvSpPr/>
          <p:nvPr/>
        </p:nvSpPr>
        <p:spPr>
          <a:xfrm>
            <a:off x="8076960" y="1723680"/>
            <a:ext cx="3572280" cy="2439000"/>
          </a:xfrm>
          <a:custGeom>
            <a:avLst/>
            <a:gdLst/>
            <a:ahLst/>
            <a:rect l="0" t="0" r="r" b="b"/>
            <a:pathLst>
              <a:path w="9923" h="6775">
                <a:moveTo>
                  <a:pt x="0" y="6590"/>
                </a:moveTo>
                <a:lnTo>
                  <a:pt x="0" y="186"/>
                </a:lnTo>
                <a:cubicBezTo>
                  <a:pt x="0" y="174"/>
                  <a:pt x="1" y="161"/>
                  <a:pt x="4" y="150"/>
                </a:cubicBezTo>
                <a:cubicBezTo>
                  <a:pt x="6" y="138"/>
                  <a:pt x="10" y="126"/>
                  <a:pt x="14" y="115"/>
                </a:cubicBezTo>
                <a:cubicBezTo>
                  <a:pt x="19" y="104"/>
                  <a:pt x="25" y="93"/>
                  <a:pt x="31" y="83"/>
                </a:cubicBezTo>
                <a:cubicBezTo>
                  <a:pt x="38" y="73"/>
                  <a:pt x="46" y="63"/>
                  <a:pt x="54" y="55"/>
                </a:cubicBezTo>
                <a:cubicBezTo>
                  <a:pt x="63" y="46"/>
                  <a:pt x="72" y="38"/>
                  <a:pt x="82" y="32"/>
                </a:cubicBezTo>
                <a:cubicBezTo>
                  <a:pt x="93" y="25"/>
                  <a:pt x="103" y="19"/>
                  <a:pt x="114" y="15"/>
                </a:cubicBezTo>
                <a:cubicBezTo>
                  <a:pt x="126" y="10"/>
                  <a:pt x="137" y="6"/>
                  <a:pt x="149" y="4"/>
                </a:cubicBezTo>
                <a:cubicBezTo>
                  <a:pt x="161" y="2"/>
                  <a:pt x="173" y="0"/>
                  <a:pt x="185" y="0"/>
                </a:cubicBezTo>
                <a:lnTo>
                  <a:pt x="9738" y="0"/>
                </a:lnTo>
                <a:cubicBezTo>
                  <a:pt x="9750" y="0"/>
                  <a:pt x="9762" y="2"/>
                  <a:pt x="9774" y="4"/>
                </a:cubicBezTo>
                <a:cubicBezTo>
                  <a:pt x="9786" y="6"/>
                  <a:pt x="9797" y="10"/>
                  <a:pt x="9809" y="15"/>
                </a:cubicBezTo>
                <a:cubicBezTo>
                  <a:pt x="9820" y="19"/>
                  <a:pt x="9831" y="25"/>
                  <a:pt x="9841" y="32"/>
                </a:cubicBezTo>
                <a:cubicBezTo>
                  <a:pt x="9851" y="38"/>
                  <a:pt x="9860" y="46"/>
                  <a:pt x="9869" y="55"/>
                </a:cubicBezTo>
                <a:cubicBezTo>
                  <a:pt x="9877" y="63"/>
                  <a:pt x="9885" y="73"/>
                  <a:pt x="9892" y="83"/>
                </a:cubicBezTo>
                <a:cubicBezTo>
                  <a:pt x="9899" y="93"/>
                  <a:pt x="9904" y="104"/>
                  <a:pt x="9909" y="115"/>
                </a:cubicBezTo>
                <a:cubicBezTo>
                  <a:pt x="9914" y="126"/>
                  <a:pt x="9917" y="138"/>
                  <a:pt x="9919" y="150"/>
                </a:cubicBezTo>
                <a:cubicBezTo>
                  <a:pt x="9922" y="161"/>
                  <a:pt x="9923" y="174"/>
                  <a:pt x="9923" y="186"/>
                </a:cubicBezTo>
                <a:lnTo>
                  <a:pt x="9923" y="6590"/>
                </a:lnTo>
                <a:cubicBezTo>
                  <a:pt x="9923" y="6602"/>
                  <a:pt x="9922" y="6614"/>
                  <a:pt x="9919" y="6626"/>
                </a:cubicBezTo>
                <a:cubicBezTo>
                  <a:pt x="9917" y="6638"/>
                  <a:pt x="9914" y="6649"/>
                  <a:pt x="9909" y="6660"/>
                </a:cubicBezTo>
                <a:cubicBezTo>
                  <a:pt x="9904" y="6672"/>
                  <a:pt x="9899" y="6682"/>
                  <a:pt x="9892" y="6692"/>
                </a:cubicBezTo>
                <a:cubicBezTo>
                  <a:pt x="9885" y="6703"/>
                  <a:pt x="9877" y="6712"/>
                  <a:pt x="9869" y="6721"/>
                </a:cubicBezTo>
                <a:cubicBezTo>
                  <a:pt x="9860" y="6729"/>
                  <a:pt x="9851" y="6737"/>
                  <a:pt x="9841" y="6744"/>
                </a:cubicBezTo>
                <a:cubicBezTo>
                  <a:pt x="9831" y="6750"/>
                  <a:pt x="9820" y="6756"/>
                  <a:pt x="9809" y="6761"/>
                </a:cubicBezTo>
                <a:cubicBezTo>
                  <a:pt x="9797" y="6765"/>
                  <a:pt x="9786" y="6769"/>
                  <a:pt x="9774" y="6771"/>
                </a:cubicBezTo>
                <a:cubicBezTo>
                  <a:pt x="9762" y="6774"/>
                  <a:pt x="9750" y="6775"/>
                  <a:pt x="9738" y="6775"/>
                </a:cubicBezTo>
                <a:lnTo>
                  <a:pt x="185" y="6775"/>
                </a:lnTo>
                <a:cubicBezTo>
                  <a:pt x="173" y="6775"/>
                  <a:pt x="161" y="6774"/>
                  <a:pt x="149" y="6771"/>
                </a:cubicBezTo>
                <a:cubicBezTo>
                  <a:pt x="137" y="6769"/>
                  <a:pt x="126" y="6765"/>
                  <a:pt x="114" y="6761"/>
                </a:cubicBezTo>
                <a:cubicBezTo>
                  <a:pt x="103" y="6756"/>
                  <a:pt x="93" y="6750"/>
                  <a:pt x="82" y="6744"/>
                </a:cubicBezTo>
                <a:cubicBezTo>
                  <a:pt x="72" y="6737"/>
                  <a:pt x="63" y="6729"/>
                  <a:pt x="54" y="6721"/>
                </a:cubicBezTo>
                <a:cubicBezTo>
                  <a:pt x="46" y="6712"/>
                  <a:pt x="38" y="6703"/>
                  <a:pt x="31" y="6692"/>
                </a:cubicBezTo>
                <a:cubicBezTo>
                  <a:pt x="25" y="6682"/>
                  <a:pt x="19" y="6672"/>
                  <a:pt x="14" y="6660"/>
                </a:cubicBezTo>
                <a:cubicBezTo>
                  <a:pt x="10" y="6649"/>
                  <a:pt x="6" y="6638"/>
                  <a:pt x="4" y="6626"/>
                </a:cubicBezTo>
                <a:cubicBezTo>
                  <a:pt x="1" y="6614"/>
                  <a:pt x="0" y="6602"/>
                  <a:pt x="0" y="6590"/>
                </a:cubicBezTo>
                <a:close/>
              </a:path>
            </a:pathLst>
          </a:custGeom>
          <a:noFill/>
          <a:ln w="18720">
            <a:solidFill>
              <a:srgbClr val="d7e5ee"/>
            </a:solidFill>
            <a:miter/>
          </a:ln>
        </p:spPr>
        <p:txBody>
          <a:bodyPr lIns="9360" rIns="9360" tIns="9360" bIns="9360" anchor="t">
            <a:noAutofit/>
          </a:bodyPr>
          <a:p>
            <a:endParaRPr b="0" lang="en-US" sz="2400" spc="-1" strike="noStrike">
              <a:solidFill>
                <a:srgbClr val="000000"/>
              </a:solidFill>
              <a:latin typeface="Times New Roman"/>
            </a:endParaRPr>
          </a:p>
        </p:txBody>
      </p:sp>
      <p:sp>
        <p:nvSpPr>
          <p:cNvPr id="343" name=""/>
          <p:cNvSpPr txBox="1"/>
          <p:nvPr/>
        </p:nvSpPr>
        <p:spPr>
          <a:xfrm>
            <a:off x="4489560" y="3105000"/>
            <a:ext cx="275904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階層的に特徴を作る。</a:t>
            </a:r>
            <a:endParaRPr b="0" lang="en-US" sz="2170" spc="-1" strike="noStrike">
              <a:solidFill>
                <a:srgbClr val="000000"/>
              </a:solidFill>
              <a:latin typeface="Times New Roman"/>
            </a:endParaRPr>
          </a:p>
        </p:txBody>
      </p:sp>
      <p:sp>
        <p:nvSpPr>
          <p:cNvPr id="344" name=""/>
          <p:cNvSpPr txBox="1"/>
          <p:nvPr/>
        </p:nvSpPr>
        <p:spPr>
          <a:xfrm>
            <a:off x="8254800" y="1891080"/>
            <a:ext cx="399960" cy="289800"/>
          </a:xfrm>
          <a:prstGeom prst="rect">
            <a:avLst/>
          </a:prstGeom>
          <a:noFill/>
          <a:ln w="0">
            <a:noFill/>
          </a:ln>
        </p:spPr>
        <p:txBody>
          <a:bodyPr wrap="none" lIns="0" rIns="0" tIns="0" bIns="0" anchor="t">
            <a:noAutofit/>
          </a:bodyPr>
          <a:p>
            <a:r>
              <a:rPr b="0" lang="zh-CN" sz="1580" spc="-1" strike="noStrike">
                <a:solidFill>
                  <a:srgbClr val="0b4b78"/>
                </a:solidFill>
                <a:latin typeface="NotoSansJP"/>
                <a:ea typeface="NotoSansJP"/>
              </a:rPr>
              <a:t>結論</a:t>
            </a:r>
            <a:endParaRPr b="0" lang="en-US" sz="1580" spc="-1" strike="noStrike">
              <a:solidFill>
                <a:srgbClr val="000000"/>
              </a:solidFill>
              <a:latin typeface="Times New Roman"/>
            </a:endParaRPr>
          </a:p>
        </p:txBody>
      </p:sp>
      <p:sp>
        <p:nvSpPr>
          <p:cNvPr id="345" name=""/>
          <p:cNvSpPr txBox="1"/>
          <p:nvPr/>
        </p:nvSpPr>
        <p:spPr>
          <a:xfrm>
            <a:off x="8254800" y="227664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局所結合とパラメータ共</a:t>
            </a:r>
            <a:endParaRPr b="0" lang="en-US" sz="2170" spc="-1" strike="noStrike">
              <a:solidFill>
                <a:srgbClr val="000000"/>
              </a:solidFill>
              <a:latin typeface="Times New Roman"/>
            </a:endParaRPr>
          </a:p>
        </p:txBody>
      </p:sp>
      <p:sp>
        <p:nvSpPr>
          <p:cNvPr id="346" name=""/>
          <p:cNvSpPr txBox="1"/>
          <p:nvPr/>
        </p:nvSpPr>
        <p:spPr>
          <a:xfrm>
            <a:off x="8254800" y="269568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有により、画像認識へ適</a:t>
            </a:r>
            <a:endParaRPr b="0" lang="en-US" sz="2170" spc="-1" strike="noStrike">
              <a:solidFill>
                <a:srgbClr val="000000"/>
              </a:solidFill>
              <a:latin typeface="Times New Roman"/>
            </a:endParaRPr>
          </a:p>
        </p:txBody>
      </p:sp>
      <p:sp>
        <p:nvSpPr>
          <p:cNvPr id="347" name=""/>
          <p:cNvSpPr txBox="1"/>
          <p:nvPr/>
        </p:nvSpPr>
        <p:spPr>
          <a:xfrm>
            <a:off x="8254800" y="3105000"/>
            <a:ext cx="303516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した効率的なモデルにな</a:t>
            </a:r>
            <a:endParaRPr b="0" lang="en-US" sz="2170" spc="-1" strike="noStrike">
              <a:solidFill>
                <a:srgbClr val="000000"/>
              </a:solidFill>
              <a:latin typeface="Times New Roman"/>
            </a:endParaRPr>
          </a:p>
        </p:txBody>
      </p:sp>
      <p:sp>
        <p:nvSpPr>
          <p:cNvPr id="348" name=""/>
          <p:cNvSpPr/>
          <p:nvPr/>
        </p:nvSpPr>
        <p:spPr>
          <a:xfrm>
            <a:off x="533160" y="4343040"/>
            <a:ext cx="11125440" cy="638640"/>
          </a:xfrm>
          <a:custGeom>
            <a:avLst/>
            <a:gdLst/>
            <a:ahLst/>
            <a:rect l="0" t="0" r="r" b="b"/>
            <a:pathLst>
              <a:path w="30904" h="1774">
                <a:moveTo>
                  <a:pt x="0" y="0"/>
                </a:moveTo>
                <a:lnTo>
                  <a:pt x="30904" y="0"/>
                </a:lnTo>
                <a:lnTo>
                  <a:pt x="30904" y="1774"/>
                </a:lnTo>
                <a:lnTo>
                  <a:pt x="0" y="1774"/>
                </a:lnTo>
                <a:lnTo>
                  <a:pt x="0" y="0"/>
                </a:lnTo>
                <a:close/>
              </a:path>
            </a:pathLst>
          </a:custGeom>
          <a:solidFill>
            <a:srgbClr val="eef7fb"/>
          </a:solidFill>
          <a:ln w="0">
            <a:noFill/>
          </a:ln>
        </p:spPr>
        <p:txBody>
          <a:bodyPr lIns="0" rIns="0" tIns="0" bIns="0" anchor="t">
            <a:noAutofit/>
          </a:bodyPr>
          <a:p>
            <a:endParaRPr b="0" lang="en-US" sz="2400" spc="-1" strike="noStrike">
              <a:solidFill>
                <a:srgbClr val="000000"/>
              </a:solidFill>
              <a:latin typeface="Times New Roman"/>
            </a:endParaRPr>
          </a:p>
        </p:txBody>
      </p:sp>
      <p:sp>
        <p:nvSpPr>
          <p:cNvPr id="349" name=""/>
          <p:cNvSpPr/>
          <p:nvPr/>
        </p:nvSpPr>
        <p:spPr>
          <a:xfrm>
            <a:off x="533160" y="4343040"/>
            <a:ext cx="76680" cy="638640"/>
          </a:xfrm>
          <a:custGeom>
            <a:avLst/>
            <a:gdLst/>
            <a:ahLst/>
            <a:rect l="0" t="0" r="r" b="b"/>
            <a:pathLst>
              <a:path w="213" h="1774">
                <a:moveTo>
                  <a:pt x="0" y="0"/>
                </a:moveTo>
                <a:lnTo>
                  <a:pt x="213" y="0"/>
                </a:lnTo>
                <a:lnTo>
                  <a:pt x="213" y="1774"/>
                </a:lnTo>
                <a:lnTo>
                  <a:pt x="0" y="1774"/>
                </a:lnTo>
                <a:lnTo>
                  <a:pt x="0" y="0"/>
                </a:ln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350" name=""/>
          <p:cNvSpPr txBox="1"/>
          <p:nvPr/>
        </p:nvSpPr>
        <p:spPr>
          <a:xfrm>
            <a:off x="8254800" y="3524400"/>
            <a:ext cx="552240" cy="399600"/>
          </a:xfrm>
          <a:prstGeom prst="rect">
            <a:avLst/>
          </a:prstGeom>
          <a:noFill/>
          <a:ln w="0">
            <a:noFill/>
          </a:ln>
        </p:spPr>
        <p:txBody>
          <a:bodyPr wrap="none" lIns="0" rIns="0" tIns="0" bIns="0" anchor="t">
            <a:noAutofit/>
          </a:bodyPr>
          <a:p>
            <a:r>
              <a:rPr b="0" lang="zh-CN" sz="2170" spc="-1" strike="noStrike">
                <a:solidFill>
                  <a:srgbClr val="111111"/>
                </a:solidFill>
                <a:latin typeface="NotoSansJP"/>
                <a:ea typeface="NotoSansJP"/>
              </a:rPr>
              <a:t>る。</a:t>
            </a:r>
            <a:endParaRPr b="0" lang="en-US" sz="2170" spc="-1" strike="noStrike">
              <a:solidFill>
                <a:srgbClr val="000000"/>
              </a:solidFill>
              <a:latin typeface="Times New Roman"/>
            </a:endParaRPr>
          </a:p>
        </p:txBody>
      </p:sp>
      <p:sp>
        <p:nvSpPr>
          <p:cNvPr id="351" name=""/>
          <p:cNvSpPr txBox="1"/>
          <p:nvPr/>
        </p:nvSpPr>
        <p:spPr>
          <a:xfrm>
            <a:off x="781200" y="4497120"/>
            <a:ext cx="10045440" cy="373680"/>
          </a:xfrm>
          <a:prstGeom prst="rect">
            <a:avLst/>
          </a:prstGeom>
          <a:noFill/>
          <a:ln w="0">
            <a:noFill/>
          </a:ln>
        </p:spPr>
        <p:txBody>
          <a:bodyPr wrap="none" lIns="0" rIns="0" tIns="0" bIns="0" anchor="t">
            <a:noAutofit/>
          </a:bodyPr>
          <a:p>
            <a:r>
              <a:rPr b="0" lang="zh-CN" sz="2020" spc="-1" strike="noStrike">
                <a:solidFill>
                  <a:srgbClr val="111111"/>
                </a:solidFill>
                <a:latin typeface="NotoSansJP"/>
                <a:ea typeface="NotoSansJP"/>
              </a:rPr>
              <a:t>標準構成では、背景から限界までを一方向に並べ、輪読で話の流れを追いやすくする。</a:t>
            </a:r>
            <a:endParaRPr b="0" lang="en-US" sz="2020" spc="-1" strike="noStrike">
              <a:solidFill>
                <a:srgbClr val="000000"/>
              </a:solidFill>
              <a:latin typeface="Times New Roman"/>
            </a:endParaRPr>
          </a:p>
        </p:txBody>
      </p:sp>
      <p:sp>
        <p:nvSpPr>
          <p:cNvPr id="352" name=""/>
          <p:cNvSpPr/>
          <p:nvPr/>
        </p:nvSpPr>
        <p:spPr>
          <a:xfrm>
            <a:off x="533160" y="561960"/>
            <a:ext cx="267120" cy="57240"/>
          </a:xfrm>
          <a:custGeom>
            <a:avLst/>
            <a:gdLst/>
            <a:ahLst/>
            <a:rect l="0" t="0" r="r" b="b"/>
            <a:pathLst>
              <a:path w="742" h="159">
                <a:moveTo>
                  <a:pt x="0" y="106"/>
                </a:moveTo>
                <a:lnTo>
                  <a:pt x="0" y="52"/>
                </a:lnTo>
                <a:cubicBezTo>
                  <a:pt x="0" y="45"/>
                  <a:pt x="2" y="39"/>
                  <a:pt x="4" y="32"/>
                </a:cubicBezTo>
                <a:cubicBezTo>
                  <a:pt x="7" y="26"/>
                  <a:pt x="11" y="20"/>
                  <a:pt x="16" y="15"/>
                </a:cubicBezTo>
                <a:cubicBezTo>
                  <a:pt x="21" y="10"/>
                  <a:pt x="26" y="6"/>
                  <a:pt x="33" y="4"/>
                </a:cubicBezTo>
                <a:cubicBezTo>
                  <a:pt x="39" y="1"/>
                  <a:pt x="46" y="0"/>
                  <a:pt x="53" y="0"/>
                </a:cubicBezTo>
                <a:lnTo>
                  <a:pt x="689" y="0"/>
                </a:lnTo>
                <a:cubicBezTo>
                  <a:pt x="696" y="0"/>
                  <a:pt x="703" y="1"/>
                  <a:pt x="709" y="4"/>
                </a:cubicBezTo>
                <a:cubicBezTo>
                  <a:pt x="716" y="6"/>
                  <a:pt x="722" y="10"/>
                  <a:pt x="727" y="15"/>
                </a:cubicBezTo>
                <a:cubicBezTo>
                  <a:pt x="731" y="20"/>
                  <a:pt x="735" y="26"/>
                  <a:pt x="738" y="32"/>
                </a:cubicBezTo>
                <a:cubicBezTo>
                  <a:pt x="741" y="39"/>
                  <a:pt x="742" y="45"/>
                  <a:pt x="742" y="52"/>
                </a:cubicBezTo>
                <a:lnTo>
                  <a:pt x="742" y="106"/>
                </a:lnTo>
                <a:cubicBezTo>
                  <a:pt x="742" y="113"/>
                  <a:pt x="741" y="120"/>
                  <a:pt x="738" y="127"/>
                </a:cubicBezTo>
                <a:cubicBezTo>
                  <a:pt x="735" y="133"/>
                  <a:pt x="731" y="139"/>
                  <a:pt x="727" y="144"/>
                </a:cubicBezTo>
                <a:cubicBezTo>
                  <a:pt x="722" y="149"/>
                  <a:pt x="716" y="153"/>
                  <a:pt x="709" y="155"/>
                </a:cubicBezTo>
                <a:cubicBezTo>
                  <a:pt x="703" y="158"/>
                  <a:pt x="696" y="159"/>
                  <a:pt x="689" y="159"/>
                </a:cubicBezTo>
                <a:lnTo>
                  <a:pt x="53" y="159"/>
                </a:lnTo>
                <a:cubicBezTo>
                  <a:pt x="46" y="159"/>
                  <a:pt x="39" y="158"/>
                  <a:pt x="33" y="155"/>
                </a:cubicBezTo>
                <a:cubicBezTo>
                  <a:pt x="26" y="153"/>
                  <a:pt x="21" y="149"/>
                  <a:pt x="16" y="144"/>
                </a:cubicBezTo>
                <a:cubicBezTo>
                  <a:pt x="11" y="139"/>
                  <a:pt x="7" y="133"/>
                  <a:pt x="4" y="127"/>
                </a:cubicBezTo>
                <a:cubicBezTo>
                  <a:pt x="2" y="120"/>
                  <a:pt x="0" y="113"/>
                  <a:pt x="0" y="106"/>
                </a:cubicBezTo>
                <a:close/>
              </a:path>
            </a:pathLst>
          </a:custGeom>
          <a:solidFill>
            <a:srgbClr val="0b4b78"/>
          </a:solidFill>
          <a:ln w="0">
            <a:noFill/>
          </a:ln>
        </p:spPr>
        <p:txBody>
          <a:bodyPr lIns="0" rIns="0" tIns="0" bIns="0" anchor="t">
            <a:noAutofit/>
          </a:bodyPr>
          <a:p>
            <a:endParaRPr b="0" lang="en-US" sz="2400" spc="-1" strike="noStrike">
              <a:solidFill>
                <a:srgbClr val="ffffff"/>
              </a:solidFill>
              <a:latin typeface="Times New Roman"/>
            </a:endParaRPr>
          </a:p>
        </p:txBody>
      </p:sp>
      <p:sp>
        <p:nvSpPr>
          <p:cNvPr id="353" name=""/>
          <p:cNvSpPr txBox="1"/>
          <p:nvPr/>
        </p:nvSpPr>
        <p:spPr>
          <a:xfrm>
            <a:off x="914400" y="392400"/>
            <a:ext cx="745920" cy="360000"/>
          </a:xfrm>
          <a:prstGeom prst="rect">
            <a:avLst/>
          </a:prstGeom>
          <a:noFill/>
          <a:ln w="0">
            <a:noFill/>
          </a:ln>
        </p:spPr>
        <p:txBody>
          <a:bodyPr wrap="none" lIns="0" rIns="0" tIns="0" bIns="0" anchor="t">
            <a:noAutofit/>
          </a:bodyPr>
          <a:p>
            <a:r>
              <a:rPr b="0" lang="zh-CN" sz="1950" spc="-1" strike="noStrike">
                <a:solidFill>
                  <a:srgbClr val="111111"/>
                </a:solidFill>
                <a:latin typeface="NotoSansJP"/>
                <a:ea typeface="NotoSansJP"/>
              </a:rPr>
              <a:t>まとめ</a:t>
            </a:r>
            <a:endParaRPr b="0" lang="en-US" sz="1950" spc="-1" strike="noStrike">
              <a:solidFill>
                <a:srgbClr val="000000"/>
              </a:solidFill>
              <a:latin typeface="Times New Roman"/>
            </a:endParaRPr>
          </a:p>
        </p:txBody>
      </p:sp>
      <p:sp>
        <p:nvSpPr>
          <p:cNvPr id="354" name=""/>
          <p:cNvSpPr txBox="1"/>
          <p:nvPr/>
        </p:nvSpPr>
        <p:spPr>
          <a:xfrm>
            <a:off x="11777400" y="6436800"/>
            <a:ext cx="348120" cy="416520"/>
          </a:xfrm>
          <a:prstGeom prst="rect">
            <a:avLst/>
          </a:prstGeom>
          <a:noFill/>
          <a:ln w="0">
            <a:noFill/>
          </a:ln>
        </p:spPr>
        <p:txBody>
          <a:bodyPr wrap="none" lIns="0" rIns="0" tIns="0" bIns="0" anchor="t">
            <a:noAutofit/>
          </a:bodyPr>
          <a:p>
            <a:r>
              <a:rPr b="0" lang="en-US" sz="2400" spc="-1" strike="noStrike">
                <a:solidFill>
                  <a:srgbClr val="111111"/>
                </a:solidFill>
                <a:latin typeface="NotoSansJP"/>
                <a:ea typeface="NotoSansJP"/>
              </a:rPr>
              <a:t>12</a:t>
            </a:r>
            <a:endParaRPr b="0" lang="en-US" sz="24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LibreOffice/24.2.7.2$Linux_AARCH64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
  <cp:revision>0</cp:revision>
  <dc:subject/>
  <dc:title/>
</cp:coreProperties>
</file>