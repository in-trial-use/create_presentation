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3867120" y="1859400"/>
            <a:ext cx="469296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2024</a:t>
            </a:r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年度後期第</a:t>
            </a:r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4</a:t>
            </a:r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回輪読会 【物体検出】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" name="" descr=""/>
          <p:cNvPicPr/>
          <p:nvPr/>
        </p:nvPicPr>
        <p:blipFill>
          <a:blip r:embed="rId1"/>
          <a:stretch/>
        </p:blipFill>
        <p:spPr>
          <a:xfrm>
            <a:off x="4809960" y="-190440"/>
            <a:ext cx="2571480" cy="2571480"/>
          </a:xfrm>
          <a:prstGeom prst="rect">
            <a:avLst/>
          </a:prstGeom>
          <a:ln w="0">
            <a:noFill/>
          </a:ln>
        </p:spPr>
      </p:pic>
      <p:sp>
        <p:nvSpPr>
          <p:cNvPr id="9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4942440" y="2500920"/>
            <a:ext cx="2030760" cy="651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750" spc="-1" strike="noStrike">
                <a:solidFill>
                  <a:srgbClr val="0b4b78"/>
                </a:solidFill>
                <a:latin typeface="NotoSansJP"/>
                <a:ea typeface="NotoSansJP"/>
              </a:rPr>
              <a:t>ConvNeXt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153040" y="4708800"/>
            <a:ext cx="208692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京都大学理学部</a:t>
            </a:r>
            <a:r>
              <a:rPr b="0" lang="en-US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2</a:t>
            </a:r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回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5563440" y="5285880"/>
            <a:ext cx="114660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知能太郎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3009960" y="2207880"/>
            <a:ext cx="16232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1.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研究背景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009960" y="2665080"/>
            <a:ext cx="25376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2.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解決したい課題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3122280"/>
            <a:ext cx="284220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3.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提案手法の全体像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009960" y="3579480"/>
            <a:ext cx="284220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4.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手法の詳細と数式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009960" y="4036680"/>
            <a:ext cx="40615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5.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実験‧結果‧考察‧まとめ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23" name="" descr=""/>
          <p:cNvPicPr/>
          <p:nvPr/>
        </p:nvPicPr>
        <p:blipFill>
          <a:blip r:embed="rId1"/>
          <a:stretch/>
        </p:blipFill>
        <p:spPr>
          <a:xfrm>
            <a:off x="10744200" y="-219240"/>
            <a:ext cx="1256760" cy="1256760"/>
          </a:xfrm>
          <a:prstGeom prst="rect">
            <a:avLst/>
          </a:prstGeom>
          <a:ln w="0">
            <a:noFill/>
          </a:ln>
        </p:spPr>
      </p:pic>
      <p:sp>
        <p:nvSpPr>
          <p:cNvPr id="24" name=""/>
          <p:cNvSpPr/>
          <p:nvPr/>
        </p:nvSpPr>
        <p:spPr>
          <a:xfrm>
            <a:off x="2666880" y="2333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2666880" y="2790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2666880" y="3247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2666880" y="3705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2666880" y="4162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95360" y="18720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JP"/>
                <a:ea typeface="NotoSans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5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6" name=""/>
          <p:cNvSpPr txBox="1"/>
          <p:nvPr/>
        </p:nvSpPr>
        <p:spPr>
          <a:xfrm>
            <a:off x="533520" y="924480"/>
            <a:ext cx="1111500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以後、画像分類では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が強くなったが、汎用視覚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backbone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では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的な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542880" y="2076120"/>
            <a:ext cx="5410440" cy="3153240"/>
          </a:xfrm>
          <a:custGeom>
            <a:avLst/>
            <a:gdLst/>
            <a:ahLst/>
            <a:rect l="0" t="0" r="r" b="b"/>
            <a:pathLst>
              <a:path w="15029" h="8759">
                <a:moveTo>
                  <a:pt x="0" y="8574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8574"/>
                </a:lnTo>
                <a:cubicBezTo>
                  <a:pt x="15029" y="8586"/>
                  <a:pt x="15028" y="8598"/>
                  <a:pt x="15025" y="8610"/>
                </a:cubicBezTo>
                <a:cubicBezTo>
                  <a:pt x="15023" y="8622"/>
                  <a:pt x="15020" y="8634"/>
                  <a:pt x="15015" y="8645"/>
                </a:cubicBezTo>
                <a:cubicBezTo>
                  <a:pt x="15010" y="8656"/>
                  <a:pt x="15005" y="8667"/>
                  <a:pt x="14998" y="8677"/>
                </a:cubicBezTo>
                <a:cubicBezTo>
                  <a:pt x="14991" y="8687"/>
                  <a:pt x="14983" y="8696"/>
                  <a:pt x="14975" y="8705"/>
                </a:cubicBezTo>
                <a:cubicBezTo>
                  <a:pt x="14966" y="8713"/>
                  <a:pt x="14957" y="8721"/>
                  <a:pt x="14947" y="8728"/>
                </a:cubicBezTo>
                <a:cubicBezTo>
                  <a:pt x="14937" y="8735"/>
                  <a:pt x="14926" y="8740"/>
                  <a:pt x="14915" y="8745"/>
                </a:cubicBezTo>
                <a:cubicBezTo>
                  <a:pt x="14903" y="8750"/>
                  <a:pt x="14892" y="8753"/>
                  <a:pt x="14880" y="8756"/>
                </a:cubicBezTo>
                <a:cubicBezTo>
                  <a:pt x="14868" y="8758"/>
                  <a:pt x="14856" y="8759"/>
                  <a:pt x="14844" y="8759"/>
                </a:cubicBezTo>
                <a:lnTo>
                  <a:pt x="185" y="8759"/>
                </a:lnTo>
                <a:cubicBezTo>
                  <a:pt x="173" y="8759"/>
                  <a:pt x="161" y="8758"/>
                  <a:pt x="149" y="8756"/>
                </a:cubicBezTo>
                <a:cubicBezTo>
                  <a:pt x="137" y="8753"/>
                  <a:pt x="125" y="8750"/>
                  <a:pt x="114" y="8745"/>
                </a:cubicBezTo>
                <a:cubicBezTo>
                  <a:pt x="103" y="8740"/>
                  <a:pt x="92" y="8735"/>
                  <a:pt x="82" y="8728"/>
                </a:cubicBezTo>
                <a:cubicBezTo>
                  <a:pt x="72" y="8721"/>
                  <a:pt x="62" y="8713"/>
                  <a:pt x="54" y="8705"/>
                </a:cubicBezTo>
                <a:cubicBezTo>
                  <a:pt x="45" y="8696"/>
                  <a:pt x="38" y="8687"/>
                  <a:pt x="31" y="8677"/>
                </a:cubicBezTo>
                <a:cubicBezTo>
                  <a:pt x="24" y="8667"/>
                  <a:pt x="18" y="8656"/>
                  <a:pt x="14" y="8645"/>
                </a:cubicBezTo>
                <a:cubicBezTo>
                  <a:pt x="9" y="8634"/>
                  <a:pt x="6" y="8622"/>
                  <a:pt x="3" y="8610"/>
                </a:cubicBezTo>
                <a:cubicBezTo>
                  <a:pt x="1" y="8598"/>
                  <a:pt x="0" y="8586"/>
                  <a:pt x="0" y="857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542880" y="2076120"/>
            <a:ext cx="5410440" cy="3153240"/>
          </a:xfrm>
          <a:custGeom>
            <a:avLst/>
            <a:gdLst/>
            <a:ahLst/>
            <a:rect l="0" t="0" r="r" b="b"/>
            <a:pathLst>
              <a:path w="15029" h="8759">
                <a:moveTo>
                  <a:pt x="0" y="8574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8574"/>
                </a:lnTo>
                <a:cubicBezTo>
                  <a:pt x="15029" y="8586"/>
                  <a:pt x="15028" y="8598"/>
                  <a:pt x="15025" y="8610"/>
                </a:cubicBezTo>
                <a:cubicBezTo>
                  <a:pt x="15023" y="8622"/>
                  <a:pt x="15020" y="8634"/>
                  <a:pt x="15015" y="8645"/>
                </a:cubicBezTo>
                <a:cubicBezTo>
                  <a:pt x="15010" y="8656"/>
                  <a:pt x="15005" y="8667"/>
                  <a:pt x="14998" y="8677"/>
                </a:cubicBezTo>
                <a:cubicBezTo>
                  <a:pt x="14991" y="8687"/>
                  <a:pt x="14983" y="8696"/>
                  <a:pt x="14975" y="8705"/>
                </a:cubicBezTo>
                <a:cubicBezTo>
                  <a:pt x="14966" y="8713"/>
                  <a:pt x="14957" y="8721"/>
                  <a:pt x="14947" y="8728"/>
                </a:cubicBezTo>
                <a:cubicBezTo>
                  <a:pt x="14937" y="8735"/>
                  <a:pt x="14926" y="8740"/>
                  <a:pt x="14915" y="8745"/>
                </a:cubicBezTo>
                <a:cubicBezTo>
                  <a:pt x="14903" y="8750"/>
                  <a:pt x="14892" y="8753"/>
                  <a:pt x="14880" y="8756"/>
                </a:cubicBezTo>
                <a:cubicBezTo>
                  <a:pt x="14868" y="8758"/>
                  <a:pt x="14856" y="8759"/>
                  <a:pt x="14844" y="8759"/>
                </a:cubicBezTo>
                <a:lnTo>
                  <a:pt x="185" y="8759"/>
                </a:lnTo>
                <a:cubicBezTo>
                  <a:pt x="173" y="8759"/>
                  <a:pt x="161" y="8758"/>
                  <a:pt x="149" y="8756"/>
                </a:cubicBezTo>
                <a:cubicBezTo>
                  <a:pt x="137" y="8753"/>
                  <a:pt x="125" y="8750"/>
                  <a:pt x="114" y="8745"/>
                </a:cubicBezTo>
                <a:cubicBezTo>
                  <a:pt x="103" y="8740"/>
                  <a:pt x="92" y="8735"/>
                  <a:pt x="82" y="8728"/>
                </a:cubicBezTo>
                <a:cubicBezTo>
                  <a:pt x="72" y="8721"/>
                  <a:pt x="62" y="8713"/>
                  <a:pt x="54" y="8705"/>
                </a:cubicBezTo>
                <a:cubicBezTo>
                  <a:pt x="45" y="8696"/>
                  <a:pt x="38" y="8687"/>
                  <a:pt x="31" y="8677"/>
                </a:cubicBezTo>
                <a:cubicBezTo>
                  <a:pt x="24" y="8667"/>
                  <a:pt x="18" y="8656"/>
                  <a:pt x="14" y="8645"/>
                </a:cubicBezTo>
                <a:cubicBezTo>
                  <a:pt x="9" y="8634"/>
                  <a:pt x="6" y="8622"/>
                  <a:pt x="3" y="8610"/>
                </a:cubicBezTo>
                <a:cubicBezTo>
                  <a:pt x="1" y="8598"/>
                  <a:pt x="0" y="8586"/>
                  <a:pt x="0" y="8574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33520" y="1343520"/>
            <a:ext cx="240120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性質も重要だった。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809280" y="287640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3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8"/>
                  <a:pt x="0" y="151"/>
                  <a:pt x="0" y="133"/>
                </a:cubicBezTo>
                <a:cubicBezTo>
                  <a:pt x="0" y="116"/>
                  <a:pt x="4" y="99"/>
                  <a:pt x="11" y="83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3" y="99"/>
                  <a:pt x="266" y="116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762120" y="2257920"/>
            <a:ext cx="18730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ConvNet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の強み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809280" y="331452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2"/>
                </a:moveTo>
                <a:cubicBezTo>
                  <a:pt x="266" y="150"/>
                  <a:pt x="263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8"/>
                  <a:pt x="0" y="150"/>
                  <a:pt x="0" y="132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3" y="98"/>
                  <a:pt x="266" y="115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059480" y="275544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平行移動等価性などの帰納バイアスを持つ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059480" y="3193560"/>
            <a:ext cx="44503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sliding-window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的な処理が高解像度画像に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809280" y="411444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4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1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1"/>
                  <a:pt x="11" y="184"/>
                </a:cubicBezTo>
                <a:cubicBezTo>
                  <a:pt x="4" y="168"/>
                  <a:pt x="0" y="151"/>
                  <a:pt x="0" y="134"/>
                </a:cubicBezTo>
                <a:cubicBezTo>
                  <a:pt x="0" y="116"/>
                  <a:pt x="4" y="99"/>
                  <a:pt x="11" y="83"/>
                </a:cubicBezTo>
                <a:cubicBezTo>
                  <a:pt x="17" y="67"/>
                  <a:pt x="27" y="52"/>
                  <a:pt x="39" y="39"/>
                </a:cubicBezTo>
                <a:cubicBezTo>
                  <a:pt x="52" y="27"/>
                  <a:pt x="66" y="17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1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7"/>
                  <a:pt x="255" y="83"/>
                </a:cubicBezTo>
                <a:cubicBezTo>
                  <a:pt x="263" y="99"/>
                  <a:pt x="266" y="116"/>
                  <a:pt x="266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059480" y="3555360"/>
            <a:ext cx="476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合う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6238800" y="2076120"/>
            <a:ext cx="5410440" cy="3153240"/>
          </a:xfrm>
          <a:custGeom>
            <a:avLst/>
            <a:gdLst/>
            <a:ahLst/>
            <a:rect l="0" t="0" r="r" b="b"/>
            <a:pathLst>
              <a:path w="15029" h="8759">
                <a:moveTo>
                  <a:pt x="0" y="8574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8574"/>
                </a:lnTo>
                <a:cubicBezTo>
                  <a:pt x="15029" y="8586"/>
                  <a:pt x="15028" y="8598"/>
                  <a:pt x="15025" y="8610"/>
                </a:cubicBezTo>
                <a:cubicBezTo>
                  <a:pt x="15023" y="8622"/>
                  <a:pt x="15020" y="8634"/>
                  <a:pt x="15015" y="8645"/>
                </a:cubicBezTo>
                <a:cubicBezTo>
                  <a:pt x="15010" y="8656"/>
                  <a:pt x="15005" y="8667"/>
                  <a:pt x="14998" y="8677"/>
                </a:cubicBezTo>
                <a:cubicBezTo>
                  <a:pt x="14991" y="8687"/>
                  <a:pt x="14983" y="8696"/>
                  <a:pt x="14975" y="8705"/>
                </a:cubicBezTo>
                <a:cubicBezTo>
                  <a:pt x="14966" y="8713"/>
                  <a:pt x="14957" y="8721"/>
                  <a:pt x="14947" y="8728"/>
                </a:cubicBezTo>
                <a:cubicBezTo>
                  <a:pt x="14937" y="8735"/>
                  <a:pt x="14926" y="8740"/>
                  <a:pt x="14915" y="8745"/>
                </a:cubicBezTo>
                <a:cubicBezTo>
                  <a:pt x="14903" y="8750"/>
                  <a:pt x="14892" y="8753"/>
                  <a:pt x="14880" y="8756"/>
                </a:cubicBezTo>
                <a:cubicBezTo>
                  <a:pt x="14868" y="8758"/>
                  <a:pt x="14856" y="8759"/>
                  <a:pt x="14844" y="8759"/>
                </a:cubicBezTo>
                <a:lnTo>
                  <a:pt x="185" y="8759"/>
                </a:lnTo>
                <a:cubicBezTo>
                  <a:pt x="173" y="8759"/>
                  <a:pt x="161" y="8758"/>
                  <a:pt x="149" y="8756"/>
                </a:cubicBezTo>
                <a:cubicBezTo>
                  <a:pt x="137" y="8753"/>
                  <a:pt x="125" y="8750"/>
                  <a:pt x="114" y="8745"/>
                </a:cubicBezTo>
                <a:cubicBezTo>
                  <a:pt x="103" y="8740"/>
                  <a:pt x="92" y="8735"/>
                  <a:pt x="82" y="8728"/>
                </a:cubicBezTo>
                <a:cubicBezTo>
                  <a:pt x="72" y="8721"/>
                  <a:pt x="63" y="8713"/>
                  <a:pt x="54" y="8705"/>
                </a:cubicBezTo>
                <a:cubicBezTo>
                  <a:pt x="45" y="8696"/>
                  <a:pt x="38" y="8687"/>
                  <a:pt x="31" y="8677"/>
                </a:cubicBezTo>
                <a:cubicBezTo>
                  <a:pt x="24" y="8667"/>
                  <a:pt x="18" y="8656"/>
                  <a:pt x="14" y="8645"/>
                </a:cubicBezTo>
                <a:cubicBezTo>
                  <a:pt x="9" y="8634"/>
                  <a:pt x="6" y="8622"/>
                  <a:pt x="3" y="8610"/>
                </a:cubicBezTo>
                <a:cubicBezTo>
                  <a:pt x="1" y="8598"/>
                  <a:pt x="0" y="8586"/>
                  <a:pt x="0" y="8574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6238800" y="2076120"/>
            <a:ext cx="5410440" cy="3153240"/>
          </a:xfrm>
          <a:custGeom>
            <a:avLst/>
            <a:gdLst/>
            <a:ahLst/>
            <a:rect l="0" t="0" r="r" b="b"/>
            <a:pathLst>
              <a:path w="15029" h="8759">
                <a:moveTo>
                  <a:pt x="0" y="8574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8574"/>
                </a:lnTo>
                <a:cubicBezTo>
                  <a:pt x="15029" y="8586"/>
                  <a:pt x="15028" y="8598"/>
                  <a:pt x="15025" y="8610"/>
                </a:cubicBezTo>
                <a:cubicBezTo>
                  <a:pt x="15023" y="8622"/>
                  <a:pt x="15020" y="8634"/>
                  <a:pt x="15015" y="8645"/>
                </a:cubicBezTo>
                <a:cubicBezTo>
                  <a:pt x="15010" y="8656"/>
                  <a:pt x="15005" y="8667"/>
                  <a:pt x="14998" y="8677"/>
                </a:cubicBezTo>
                <a:cubicBezTo>
                  <a:pt x="14991" y="8687"/>
                  <a:pt x="14983" y="8696"/>
                  <a:pt x="14975" y="8705"/>
                </a:cubicBezTo>
                <a:cubicBezTo>
                  <a:pt x="14966" y="8713"/>
                  <a:pt x="14957" y="8721"/>
                  <a:pt x="14947" y="8728"/>
                </a:cubicBezTo>
                <a:cubicBezTo>
                  <a:pt x="14937" y="8735"/>
                  <a:pt x="14926" y="8740"/>
                  <a:pt x="14915" y="8745"/>
                </a:cubicBezTo>
                <a:cubicBezTo>
                  <a:pt x="14903" y="8750"/>
                  <a:pt x="14892" y="8753"/>
                  <a:pt x="14880" y="8756"/>
                </a:cubicBezTo>
                <a:cubicBezTo>
                  <a:pt x="14868" y="8758"/>
                  <a:pt x="14856" y="8759"/>
                  <a:pt x="14844" y="8759"/>
                </a:cubicBezTo>
                <a:lnTo>
                  <a:pt x="185" y="8759"/>
                </a:lnTo>
                <a:cubicBezTo>
                  <a:pt x="173" y="8759"/>
                  <a:pt x="161" y="8758"/>
                  <a:pt x="149" y="8756"/>
                </a:cubicBezTo>
                <a:cubicBezTo>
                  <a:pt x="137" y="8753"/>
                  <a:pt x="125" y="8750"/>
                  <a:pt x="114" y="8745"/>
                </a:cubicBezTo>
                <a:cubicBezTo>
                  <a:pt x="103" y="8740"/>
                  <a:pt x="92" y="8735"/>
                  <a:pt x="82" y="8728"/>
                </a:cubicBezTo>
                <a:cubicBezTo>
                  <a:pt x="72" y="8721"/>
                  <a:pt x="63" y="8713"/>
                  <a:pt x="54" y="8705"/>
                </a:cubicBezTo>
                <a:cubicBezTo>
                  <a:pt x="45" y="8696"/>
                  <a:pt x="38" y="8687"/>
                  <a:pt x="31" y="8677"/>
                </a:cubicBezTo>
                <a:cubicBezTo>
                  <a:pt x="24" y="8667"/>
                  <a:pt x="18" y="8656"/>
                  <a:pt x="14" y="8645"/>
                </a:cubicBezTo>
                <a:cubicBezTo>
                  <a:pt x="9" y="8634"/>
                  <a:pt x="6" y="8622"/>
                  <a:pt x="3" y="8610"/>
                </a:cubicBezTo>
                <a:cubicBezTo>
                  <a:pt x="1" y="8598"/>
                  <a:pt x="0" y="8586"/>
                  <a:pt x="0" y="8574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059480" y="3993480"/>
            <a:ext cx="42800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検出‧セグメンテーションで使いやすい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6505560" y="287640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6458040" y="2257920"/>
            <a:ext cx="258300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側の流れ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6755760" y="2755440"/>
            <a:ext cx="46947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ViT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は大規模分類で強いが、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vanilla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構成は汎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6505560" y="36763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4"/>
                  <a:pt x="17" y="200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6755760" y="3107880"/>
            <a:ext cx="28177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用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backbone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で難点がある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755760" y="3555360"/>
            <a:ext cx="45856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Swin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は局所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window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 priors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を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6505560" y="447660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8"/>
                  <a:pt x="10" y="82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8"/>
                  <a:pt x="265" y="116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755760" y="3907800"/>
            <a:ext cx="11894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再導入した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755760" y="4355640"/>
            <a:ext cx="46360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性能差の理由が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attention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だけなのかを問い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533160" y="5410080"/>
            <a:ext cx="11125440" cy="1009800"/>
          </a:xfrm>
          <a:custGeom>
            <a:avLst/>
            <a:gdLst/>
            <a:ahLst/>
            <a:rect l="0" t="0" r="r" b="b"/>
            <a:pathLst>
              <a:path w="30904" h="2805">
                <a:moveTo>
                  <a:pt x="0" y="0"/>
                </a:moveTo>
                <a:lnTo>
                  <a:pt x="30904" y="0"/>
                </a:lnTo>
                <a:lnTo>
                  <a:pt x="30904" y="2805"/>
                </a:lnTo>
                <a:lnTo>
                  <a:pt x="0" y="2805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533160" y="5410080"/>
            <a:ext cx="76680" cy="1009800"/>
          </a:xfrm>
          <a:custGeom>
            <a:avLst/>
            <a:gdLst/>
            <a:ahLst/>
            <a:rect l="0" t="0" r="r" b="b"/>
            <a:pathLst>
              <a:path w="213" h="2805">
                <a:moveTo>
                  <a:pt x="0" y="0"/>
                </a:moveTo>
                <a:lnTo>
                  <a:pt x="213" y="0"/>
                </a:lnTo>
                <a:lnTo>
                  <a:pt x="213" y="2805"/>
                </a:lnTo>
                <a:lnTo>
                  <a:pt x="0" y="2805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755760" y="4708080"/>
            <a:ext cx="1665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直す流れがある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81200" y="5563800"/>
            <a:ext cx="1051020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ConvNeXt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は、純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を現代的な設計に更新したとき、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とどこまで競える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781200" y="5935320"/>
            <a:ext cx="180360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かを検証する。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914400" y="3924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研究背景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72" name=""/>
          <p:cNvSpPr/>
          <p:nvPr/>
        </p:nvSpPr>
        <p:spPr>
          <a:xfrm>
            <a:off x="54288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2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54288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2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33520" y="924480"/>
            <a:ext cx="1071540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が強い理由を、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attention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そのものだけで説明してよいのかを切り分けたい。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62120" y="1848600"/>
            <a:ext cx="160092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比較の難しさ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059480" y="2336400"/>
            <a:ext cx="47451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は新しい学習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recipe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も同時に導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809280" y="325728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4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1" y="184"/>
                </a:cubicBezTo>
                <a:cubicBezTo>
                  <a:pt x="4" y="168"/>
                  <a:pt x="0" y="151"/>
                  <a:pt x="0" y="134"/>
                </a:cubicBezTo>
                <a:cubicBezTo>
                  <a:pt x="0" y="116"/>
                  <a:pt x="4" y="99"/>
                  <a:pt x="11" y="83"/>
                </a:cubicBezTo>
                <a:cubicBezTo>
                  <a:pt x="17" y="67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7"/>
                  <a:pt x="255" y="83"/>
                </a:cubicBezTo>
                <a:cubicBezTo>
                  <a:pt x="263" y="99"/>
                  <a:pt x="266" y="116"/>
                  <a:pt x="266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1059480" y="2698200"/>
            <a:ext cx="7138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入した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1059480" y="3136320"/>
            <a:ext cx="48009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macro design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や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micro design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も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ResNet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とは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809280" y="40575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3"/>
                </a:cubicBezTo>
                <a:cubicBezTo>
                  <a:pt x="248" y="199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059480" y="3498120"/>
            <a:ext cx="7138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異なる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059480" y="3936600"/>
            <a:ext cx="48168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単純な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ResNet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対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Swin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では、差の原因が混ざ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623880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3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623880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3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059480" y="4298400"/>
            <a:ext cx="238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6458040" y="184860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論文の問い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6755760" y="2336400"/>
            <a:ext cx="45216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も同じ設計原理を取り込めば強く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6505560" y="32572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55760" y="2698200"/>
            <a:ext cx="7138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なるか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6505560" y="37051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7"/>
                  <a:pt x="0" y="151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755760" y="3136320"/>
            <a:ext cx="37742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純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のまま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Swin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と競えるか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755760" y="3584160"/>
            <a:ext cx="38044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検出‧セグメンテーションでも汎用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533160" y="4991040"/>
            <a:ext cx="11125440" cy="648000"/>
          </a:xfrm>
          <a:custGeom>
            <a:avLst/>
            <a:gdLst/>
            <a:ahLst/>
            <a:rect l="0" t="0" r="r" b="b"/>
            <a:pathLst>
              <a:path w="30904" h="1800">
                <a:moveTo>
                  <a:pt x="0" y="0"/>
                </a:moveTo>
                <a:lnTo>
                  <a:pt x="30904" y="0"/>
                </a:lnTo>
                <a:lnTo>
                  <a:pt x="30904" y="1800"/>
                </a:lnTo>
                <a:lnTo>
                  <a:pt x="0" y="1800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533160" y="4991040"/>
            <a:ext cx="76680" cy="648000"/>
          </a:xfrm>
          <a:custGeom>
            <a:avLst/>
            <a:gdLst/>
            <a:ahLst/>
            <a:rect l="0" t="0" r="r" b="b"/>
            <a:pathLst>
              <a:path w="213" h="1800">
                <a:moveTo>
                  <a:pt x="0" y="0"/>
                </a:moveTo>
                <a:lnTo>
                  <a:pt x="213" y="0"/>
                </a:lnTo>
                <a:lnTo>
                  <a:pt x="213" y="1800"/>
                </a:lnTo>
                <a:lnTo>
                  <a:pt x="0" y="1800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755760" y="3936600"/>
            <a:ext cx="27493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backbone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として使えるか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81200" y="5144760"/>
            <a:ext cx="919332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課題は、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ResNet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を段階的に近代化し、どの変更が性能差に効くかを見ること。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914400" y="392400"/>
            <a:ext cx="1739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解決したい課題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07" name=""/>
          <p:cNvSpPr/>
          <p:nvPr/>
        </p:nvSpPr>
        <p:spPr>
          <a:xfrm>
            <a:off x="54288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2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54288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2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533520" y="924480"/>
            <a:ext cx="1038420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標準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ResNet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を出発点に、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Swin 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の設計に近づける変更を段階的に入れる。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762120" y="1848600"/>
            <a:ext cx="16876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Modernization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809280" y="290484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7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059480" y="2336400"/>
            <a:ext cx="47282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ResNet-50 / Swin-T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程度の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FLOPs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で主に検証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809280" y="334296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4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0"/>
                  <a:pt x="11" y="184"/>
                </a:cubicBezTo>
                <a:cubicBezTo>
                  <a:pt x="4" y="168"/>
                  <a:pt x="0" y="151"/>
                  <a:pt x="0" y="134"/>
                </a:cubicBezTo>
                <a:cubicBezTo>
                  <a:pt x="0" y="116"/>
                  <a:pt x="4" y="99"/>
                  <a:pt x="11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3" y="99"/>
                  <a:pt x="266" y="116"/>
                  <a:pt x="266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059480" y="2783880"/>
            <a:ext cx="38160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ImageNet-1K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で各変更の効果を確認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623880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3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623880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3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1059480" y="3222000"/>
            <a:ext cx="38174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FLOPs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を大きく外さないように調整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458040" y="1848600"/>
            <a:ext cx="80100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到達点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65055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755760" y="2336400"/>
            <a:ext cx="38772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標準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モジュールだけで構成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755760" y="2783880"/>
            <a:ext cx="45259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的な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macro/micro design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を取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6505560" y="37051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7"/>
                  <a:pt x="0" y="151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755760" y="3136320"/>
            <a:ext cx="9518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り入れる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533160" y="4314600"/>
            <a:ext cx="11125440" cy="1257840"/>
          </a:xfrm>
          <a:custGeom>
            <a:avLst/>
            <a:gdLst/>
            <a:ahLst/>
            <a:rect l="0" t="0" r="r" b="b"/>
            <a:pathLst>
              <a:path w="30904" h="3494">
                <a:moveTo>
                  <a:pt x="0" y="0"/>
                </a:moveTo>
                <a:lnTo>
                  <a:pt x="30904" y="0"/>
                </a:lnTo>
                <a:lnTo>
                  <a:pt x="30904" y="3494"/>
                </a:lnTo>
                <a:lnTo>
                  <a:pt x="0" y="3494"/>
                </a:lnTo>
                <a:lnTo>
                  <a:pt x="0" y="0"/>
                </a:lnTo>
                <a:close/>
              </a:path>
            </a:pathLst>
          </a:custGeom>
          <a:solidFill>
            <a:srgbClr val="f8fb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521640" y="4303080"/>
            <a:ext cx="11148480" cy="1280520"/>
          </a:xfrm>
          <a:custGeom>
            <a:avLst/>
            <a:gdLst/>
            <a:ahLst/>
            <a:rect l="0" t="0" r="r" b="b"/>
            <a:pathLst>
              <a:path w="30968" h="3557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3" y="0"/>
                </a:moveTo>
                <a:lnTo>
                  <a:pt x="932" y="0"/>
                </a:lnTo>
                <a:lnTo>
                  <a:pt x="932" y="117"/>
                </a:lnTo>
                <a:lnTo>
                  <a:pt x="773" y="117"/>
                </a:lnTo>
                <a:lnTo>
                  <a:pt x="773" y="0"/>
                </a:lnTo>
                <a:moveTo>
                  <a:pt x="1037" y="0"/>
                </a:moveTo>
                <a:lnTo>
                  <a:pt x="1196" y="0"/>
                </a:lnTo>
                <a:lnTo>
                  <a:pt x="1196" y="117"/>
                </a:lnTo>
                <a:lnTo>
                  <a:pt x="1037" y="117"/>
                </a:lnTo>
                <a:lnTo>
                  <a:pt x="1037" y="0"/>
                </a:lnTo>
                <a:moveTo>
                  <a:pt x="1302" y="0"/>
                </a:moveTo>
                <a:lnTo>
                  <a:pt x="1461" y="0"/>
                </a:lnTo>
                <a:lnTo>
                  <a:pt x="1461" y="117"/>
                </a:lnTo>
                <a:lnTo>
                  <a:pt x="1302" y="117"/>
                </a:lnTo>
                <a:lnTo>
                  <a:pt x="1302" y="0"/>
                </a:lnTo>
                <a:moveTo>
                  <a:pt x="1566" y="0"/>
                </a:moveTo>
                <a:lnTo>
                  <a:pt x="1725" y="0"/>
                </a:lnTo>
                <a:lnTo>
                  <a:pt x="1725" y="117"/>
                </a:lnTo>
                <a:lnTo>
                  <a:pt x="1566" y="117"/>
                </a:lnTo>
                <a:lnTo>
                  <a:pt x="1566" y="0"/>
                </a:lnTo>
                <a:moveTo>
                  <a:pt x="1831" y="0"/>
                </a:moveTo>
                <a:lnTo>
                  <a:pt x="1989" y="0"/>
                </a:lnTo>
                <a:lnTo>
                  <a:pt x="1989" y="117"/>
                </a:lnTo>
                <a:lnTo>
                  <a:pt x="1831" y="117"/>
                </a:lnTo>
                <a:lnTo>
                  <a:pt x="1831" y="0"/>
                </a:lnTo>
                <a:moveTo>
                  <a:pt x="2095" y="0"/>
                </a:moveTo>
                <a:lnTo>
                  <a:pt x="2254" y="0"/>
                </a:lnTo>
                <a:lnTo>
                  <a:pt x="2254" y="117"/>
                </a:lnTo>
                <a:lnTo>
                  <a:pt x="2095" y="117"/>
                </a:lnTo>
                <a:lnTo>
                  <a:pt x="2095" y="0"/>
                </a:lnTo>
                <a:moveTo>
                  <a:pt x="2360" y="0"/>
                </a:moveTo>
                <a:lnTo>
                  <a:pt x="2518" y="0"/>
                </a:lnTo>
                <a:lnTo>
                  <a:pt x="2518" y="117"/>
                </a:lnTo>
                <a:lnTo>
                  <a:pt x="2360" y="117"/>
                </a:lnTo>
                <a:lnTo>
                  <a:pt x="2360" y="0"/>
                </a:lnTo>
                <a:moveTo>
                  <a:pt x="2624" y="0"/>
                </a:moveTo>
                <a:lnTo>
                  <a:pt x="2783" y="0"/>
                </a:lnTo>
                <a:lnTo>
                  <a:pt x="2783" y="117"/>
                </a:lnTo>
                <a:lnTo>
                  <a:pt x="2624" y="117"/>
                </a:lnTo>
                <a:lnTo>
                  <a:pt x="2624" y="0"/>
                </a:lnTo>
                <a:moveTo>
                  <a:pt x="2889" y="0"/>
                </a:moveTo>
                <a:lnTo>
                  <a:pt x="3047" y="0"/>
                </a:lnTo>
                <a:lnTo>
                  <a:pt x="3047" y="117"/>
                </a:lnTo>
                <a:lnTo>
                  <a:pt x="2889" y="117"/>
                </a:lnTo>
                <a:lnTo>
                  <a:pt x="2889" y="0"/>
                </a:lnTo>
                <a:moveTo>
                  <a:pt x="3153" y="0"/>
                </a:moveTo>
                <a:lnTo>
                  <a:pt x="3312" y="0"/>
                </a:lnTo>
                <a:lnTo>
                  <a:pt x="3312" y="117"/>
                </a:lnTo>
                <a:lnTo>
                  <a:pt x="3153" y="117"/>
                </a:lnTo>
                <a:lnTo>
                  <a:pt x="3153" y="0"/>
                </a:lnTo>
                <a:moveTo>
                  <a:pt x="3418" y="0"/>
                </a:moveTo>
                <a:lnTo>
                  <a:pt x="3576" y="0"/>
                </a:lnTo>
                <a:lnTo>
                  <a:pt x="3576" y="117"/>
                </a:lnTo>
                <a:lnTo>
                  <a:pt x="3418" y="117"/>
                </a:lnTo>
                <a:lnTo>
                  <a:pt x="3418" y="0"/>
                </a:lnTo>
                <a:moveTo>
                  <a:pt x="3682" y="0"/>
                </a:moveTo>
                <a:lnTo>
                  <a:pt x="3841" y="0"/>
                </a:lnTo>
                <a:lnTo>
                  <a:pt x="3841" y="117"/>
                </a:lnTo>
                <a:lnTo>
                  <a:pt x="3682" y="117"/>
                </a:lnTo>
                <a:lnTo>
                  <a:pt x="3682" y="0"/>
                </a:lnTo>
                <a:moveTo>
                  <a:pt x="3947" y="0"/>
                </a:moveTo>
                <a:lnTo>
                  <a:pt x="4105" y="0"/>
                </a:lnTo>
                <a:lnTo>
                  <a:pt x="4105" y="117"/>
                </a:lnTo>
                <a:lnTo>
                  <a:pt x="3947" y="117"/>
                </a:lnTo>
                <a:lnTo>
                  <a:pt x="3947" y="0"/>
                </a:lnTo>
                <a:moveTo>
                  <a:pt x="4211" y="0"/>
                </a:moveTo>
                <a:lnTo>
                  <a:pt x="4370" y="0"/>
                </a:lnTo>
                <a:lnTo>
                  <a:pt x="4370" y="117"/>
                </a:lnTo>
                <a:lnTo>
                  <a:pt x="4211" y="117"/>
                </a:lnTo>
                <a:lnTo>
                  <a:pt x="4211" y="0"/>
                </a:lnTo>
                <a:moveTo>
                  <a:pt x="4476" y="0"/>
                </a:moveTo>
                <a:lnTo>
                  <a:pt x="4634" y="0"/>
                </a:lnTo>
                <a:lnTo>
                  <a:pt x="4634" y="117"/>
                </a:lnTo>
                <a:lnTo>
                  <a:pt x="4476" y="117"/>
                </a:lnTo>
                <a:lnTo>
                  <a:pt x="4476" y="0"/>
                </a:lnTo>
                <a:moveTo>
                  <a:pt x="4740" y="0"/>
                </a:moveTo>
                <a:lnTo>
                  <a:pt x="4899" y="0"/>
                </a:lnTo>
                <a:lnTo>
                  <a:pt x="4899" y="117"/>
                </a:lnTo>
                <a:lnTo>
                  <a:pt x="4740" y="117"/>
                </a:lnTo>
                <a:lnTo>
                  <a:pt x="4740" y="0"/>
                </a:lnTo>
                <a:moveTo>
                  <a:pt x="5004" y="0"/>
                </a:moveTo>
                <a:lnTo>
                  <a:pt x="5163" y="0"/>
                </a:lnTo>
                <a:lnTo>
                  <a:pt x="5163" y="117"/>
                </a:lnTo>
                <a:lnTo>
                  <a:pt x="5004" y="117"/>
                </a:lnTo>
                <a:lnTo>
                  <a:pt x="5004" y="0"/>
                </a:lnTo>
                <a:moveTo>
                  <a:pt x="5269" y="0"/>
                </a:moveTo>
                <a:lnTo>
                  <a:pt x="5428" y="0"/>
                </a:lnTo>
                <a:lnTo>
                  <a:pt x="5428" y="117"/>
                </a:lnTo>
                <a:lnTo>
                  <a:pt x="5269" y="117"/>
                </a:lnTo>
                <a:lnTo>
                  <a:pt x="5269" y="0"/>
                </a:lnTo>
                <a:moveTo>
                  <a:pt x="5533" y="0"/>
                </a:moveTo>
                <a:lnTo>
                  <a:pt x="5692" y="0"/>
                </a:lnTo>
                <a:lnTo>
                  <a:pt x="5692" y="117"/>
                </a:lnTo>
                <a:lnTo>
                  <a:pt x="5533" y="117"/>
                </a:lnTo>
                <a:lnTo>
                  <a:pt x="5533" y="0"/>
                </a:lnTo>
                <a:moveTo>
                  <a:pt x="5798" y="0"/>
                </a:moveTo>
                <a:lnTo>
                  <a:pt x="5957" y="0"/>
                </a:lnTo>
                <a:lnTo>
                  <a:pt x="5957" y="117"/>
                </a:lnTo>
                <a:lnTo>
                  <a:pt x="5798" y="117"/>
                </a:lnTo>
                <a:lnTo>
                  <a:pt x="5798" y="0"/>
                </a:lnTo>
                <a:moveTo>
                  <a:pt x="6062" y="0"/>
                </a:moveTo>
                <a:lnTo>
                  <a:pt x="6221" y="0"/>
                </a:lnTo>
                <a:lnTo>
                  <a:pt x="6221" y="117"/>
                </a:lnTo>
                <a:lnTo>
                  <a:pt x="6062" y="117"/>
                </a:lnTo>
                <a:lnTo>
                  <a:pt x="6062" y="0"/>
                </a:lnTo>
                <a:moveTo>
                  <a:pt x="6327" y="0"/>
                </a:moveTo>
                <a:lnTo>
                  <a:pt x="6486" y="0"/>
                </a:lnTo>
                <a:lnTo>
                  <a:pt x="6486" y="117"/>
                </a:lnTo>
                <a:lnTo>
                  <a:pt x="6327" y="117"/>
                </a:lnTo>
                <a:lnTo>
                  <a:pt x="6327" y="0"/>
                </a:lnTo>
                <a:moveTo>
                  <a:pt x="6591" y="0"/>
                </a:moveTo>
                <a:lnTo>
                  <a:pt x="6750" y="0"/>
                </a:lnTo>
                <a:lnTo>
                  <a:pt x="6750" y="117"/>
                </a:lnTo>
                <a:lnTo>
                  <a:pt x="6591" y="117"/>
                </a:lnTo>
                <a:lnTo>
                  <a:pt x="6591" y="0"/>
                </a:lnTo>
                <a:moveTo>
                  <a:pt x="6856" y="0"/>
                </a:moveTo>
                <a:lnTo>
                  <a:pt x="7015" y="0"/>
                </a:lnTo>
                <a:lnTo>
                  <a:pt x="7015" y="117"/>
                </a:lnTo>
                <a:lnTo>
                  <a:pt x="6856" y="117"/>
                </a:lnTo>
                <a:lnTo>
                  <a:pt x="6856" y="0"/>
                </a:lnTo>
                <a:moveTo>
                  <a:pt x="7120" y="0"/>
                </a:moveTo>
                <a:lnTo>
                  <a:pt x="7279" y="0"/>
                </a:lnTo>
                <a:lnTo>
                  <a:pt x="7279" y="117"/>
                </a:lnTo>
                <a:lnTo>
                  <a:pt x="7120" y="117"/>
                </a:lnTo>
                <a:lnTo>
                  <a:pt x="7120" y="0"/>
                </a:lnTo>
                <a:moveTo>
                  <a:pt x="7385" y="0"/>
                </a:moveTo>
                <a:lnTo>
                  <a:pt x="7544" y="0"/>
                </a:lnTo>
                <a:lnTo>
                  <a:pt x="7544" y="117"/>
                </a:lnTo>
                <a:lnTo>
                  <a:pt x="7385" y="117"/>
                </a:lnTo>
                <a:lnTo>
                  <a:pt x="7385" y="0"/>
                </a:lnTo>
                <a:moveTo>
                  <a:pt x="7649" y="0"/>
                </a:moveTo>
                <a:lnTo>
                  <a:pt x="7808" y="0"/>
                </a:lnTo>
                <a:lnTo>
                  <a:pt x="7808" y="117"/>
                </a:lnTo>
                <a:lnTo>
                  <a:pt x="7649" y="117"/>
                </a:lnTo>
                <a:lnTo>
                  <a:pt x="7649" y="0"/>
                </a:lnTo>
                <a:moveTo>
                  <a:pt x="7914" y="0"/>
                </a:moveTo>
                <a:lnTo>
                  <a:pt x="8073" y="0"/>
                </a:lnTo>
                <a:lnTo>
                  <a:pt x="8073" y="117"/>
                </a:lnTo>
                <a:lnTo>
                  <a:pt x="7914" y="117"/>
                </a:lnTo>
                <a:lnTo>
                  <a:pt x="7914" y="0"/>
                </a:lnTo>
                <a:moveTo>
                  <a:pt x="8178" y="0"/>
                </a:moveTo>
                <a:lnTo>
                  <a:pt x="8337" y="0"/>
                </a:lnTo>
                <a:lnTo>
                  <a:pt x="8337" y="117"/>
                </a:lnTo>
                <a:lnTo>
                  <a:pt x="8178" y="117"/>
                </a:lnTo>
                <a:lnTo>
                  <a:pt x="8178" y="0"/>
                </a:lnTo>
                <a:moveTo>
                  <a:pt x="8443" y="0"/>
                </a:moveTo>
                <a:lnTo>
                  <a:pt x="8601" y="0"/>
                </a:lnTo>
                <a:lnTo>
                  <a:pt x="8601" y="117"/>
                </a:lnTo>
                <a:lnTo>
                  <a:pt x="8443" y="117"/>
                </a:lnTo>
                <a:lnTo>
                  <a:pt x="8443" y="0"/>
                </a:lnTo>
                <a:moveTo>
                  <a:pt x="8707" y="0"/>
                </a:moveTo>
                <a:lnTo>
                  <a:pt x="8866" y="0"/>
                </a:lnTo>
                <a:lnTo>
                  <a:pt x="8866" y="117"/>
                </a:lnTo>
                <a:lnTo>
                  <a:pt x="8707" y="117"/>
                </a:lnTo>
                <a:lnTo>
                  <a:pt x="8707" y="0"/>
                </a:lnTo>
                <a:moveTo>
                  <a:pt x="8972" y="0"/>
                </a:moveTo>
                <a:lnTo>
                  <a:pt x="9130" y="0"/>
                </a:lnTo>
                <a:lnTo>
                  <a:pt x="9130" y="117"/>
                </a:lnTo>
                <a:lnTo>
                  <a:pt x="8972" y="117"/>
                </a:lnTo>
                <a:lnTo>
                  <a:pt x="8972" y="0"/>
                </a:lnTo>
                <a:moveTo>
                  <a:pt x="9236" y="0"/>
                </a:moveTo>
                <a:lnTo>
                  <a:pt x="9395" y="0"/>
                </a:lnTo>
                <a:lnTo>
                  <a:pt x="9395" y="117"/>
                </a:lnTo>
                <a:lnTo>
                  <a:pt x="9236" y="117"/>
                </a:lnTo>
                <a:lnTo>
                  <a:pt x="9236" y="0"/>
                </a:lnTo>
                <a:moveTo>
                  <a:pt x="9501" y="0"/>
                </a:moveTo>
                <a:lnTo>
                  <a:pt x="9659" y="0"/>
                </a:lnTo>
                <a:lnTo>
                  <a:pt x="9659" y="117"/>
                </a:lnTo>
                <a:lnTo>
                  <a:pt x="9501" y="117"/>
                </a:lnTo>
                <a:lnTo>
                  <a:pt x="9501" y="0"/>
                </a:lnTo>
                <a:moveTo>
                  <a:pt x="9765" y="0"/>
                </a:moveTo>
                <a:lnTo>
                  <a:pt x="9924" y="0"/>
                </a:lnTo>
                <a:lnTo>
                  <a:pt x="9924" y="117"/>
                </a:lnTo>
                <a:lnTo>
                  <a:pt x="9765" y="117"/>
                </a:lnTo>
                <a:lnTo>
                  <a:pt x="9765" y="0"/>
                </a:lnTo>
                <a:moveTo>
                  <a:pt x="10030" y="0"/>
                </a:moveTo>
                <a:lnTo>
                  <a:pt x="10188" y="0"/>
                </a:lnTo>
                <a:lnTo>
                  <a:pt x="10188" y="117"/>
                </a:lnTo>
                <a:lnTo>
                  <a:pt x="10030" y="117"/>
                </a:lnTo>
                <a:lnTo>
                  <a:pt x="10030" y="0"/>
                </a:lnTo>
                <a:moveTo>
                  <a:pt x="10294" y="0"/>
                </a:moveTo>
                <a:lnTo>
                  <a:pt x="10453" y="0"/>
                </a:lnTo>
                <a:lnTo>
                  <a:pt x="10453" y="117"/>
                </a:lnTo>
                <a:lnTo>
                  <a:pt x="10294" y="117"/>
                </a:lnTo>
                <a:lnTo>
                  <a:pt x="10294" y="0"/>
                </a:lnTo>
                <a:moveTo>
                  <a:pt x="10559" y="0"/>
                </a:moveTo>
                <a:lnTo>
                  <a:pt x="10717" y="0"/>
                </a:lnTo>
                <a:lnTo>
                  <a:pt x="10717" y="117"/>
                </a:lnTo>
                <a:lnTo>
                  <a:pt x="10559" y="117"/>
                </a:lnTo>
                <a:lnTo>
                  <a:pt x="10559" y="0"/>
                </a:lnTo>
                <a:moveTo>
                  <a:pt x="10823" y="0"/>
                </a:moveTo>
                <a:lnTo>
                  <a:pt x="10982" y="0"/>
                </a:lnTo>
                <a:lnTo>
                  <a:pt x="10982" y="117"/>
                </a:lnTo>
                <a:lnTo>
                  <a:pt x="10823" y="117"/>
                </a:lnTo>
                <a:lnTo>
                  <a:pt x="10823" y="0"/>
                </a:lnTo>
                <a:moveTo>
                  <a:pt x="11088" y="0"/>
                </a:moveTo>
                <a:lnTo>
                  <a:pt x="11246" y="0"/>
                </a:lnTo>
                <a:lnTo>
                  <a:pt x="11246" y="117"/>
                </a:lnTo>
                <a:lnTo>
                  <a:pt x="11088" y="117"/>
                </a:lnTo>
                <a:lnTo>
                  <a:pt x="11088" y="0"/>
                </a:lnTo>
                <a:moveTo>
                  <a:pt x="11352" y="0"/>
                </a:moveTo>
                <a:lnTo>
                  <a:pt x="11511" y="0"/>
                </a:lnTo>
                <a:lnTo>
                  <a:pt x="11511" y="117"/>
                </a:lnTo>
                <a:lnTo>
                  <a:pt x="11352" y="117"/>
                </a:lnTo>
                <a:lnTo>
                  <a:pt x="11352" y="0"/>
                </a:lnTo>
                <a:moveTo>
                  <a:pt x="11617" y="0"/>
                </a:moveTo>
                <a:lnTo>
                  <a:pt x="11775" y="0"/>
                </a:lnTo>
                <a:lnTo>
                  <a:pt x="11775" y="117"/>
                </a:lnTo>
                <a:lnTo>
                  <a:pt x="11617" y="117"/>
                </a:lnTo>
                <a:lnTo>
                  <a:pt x="11617" y="0"/>
                </a:lnTo>
                <a:moveTo>
                  <a:pt x="11881" y="0"/>
                </a:moveTo>
                <a:lnTo>
                  <a:pt x="12040" y="0"/>
                </a:lnTo>
                <a:lnTo>
                  <a:pt x="12040" y="117"/>
                </a:lnTo>
                <a:lnTo>
                  <a:pt x="11881" y="117"/>
                </a:lnTo>
                <a:lnTo>
                  <a:pt x="11881" y="0"/>
                </a:lnTo>
                <a:moveTo>
                  <a:pt x="12145" y="0"/>
                </a:moveTo>
                <a:lnTo>
                  <a:pt x="12304" y="0"/>
                </a:lnTo>
                <a:lnTo>
                  <a:pt x="12304" y="117"/>
                </a:lnTo>
                <a:lnTo>
                  <a:pt x="12145" y="117"/>
                </a:lnTo>
                <a:lnTo>
                  <a:pt x="12145" y="0"/>
                </a:lnTo>
                <a:moveTo>
                  <a:pt x="12410" y="0"/>
                </a:moveTo>
                <a:lnTo>
                  <a:pt x="12569" y="0"/>
                </a:lnTo>
                <a:lnTo>
                  <a:pt x="12569" y="117"/>
                </a:lnTo>
                <a:lnTo>
                  <a:pt x="12410" y="117"/>
                </a:lnTo>
                <a:lnTo>
                  <a:pt x="12410" y="0"/>
                </a:lnTo>
                <a:moveTo>
                  <a:pt x="12674" y="0"/>
                </a:moveTo>
                <a:lnTo>
                  <a:pt x="12833" y="0"/>
                </a:lnTo>
                <a:lnTo>
                  <a:pt x="12833" y="117"/>
                </a:lnTo>
                <a:lnTo>
                  <a:pt x="12674" y="117"/>
                </a:lnTo>
                <a:lnTo>
                  <a:pt x="12674" y="0"/>
                </a:lnTo>
                <a:moveTo>
                  <a:pt x="12939" y="0"/>
                </a:moveTo>
                <a:lnTo>
                  <a:pt x="13098" y="0"/>
                </a:lnTo>
                <a:lnTo>
                  <a:pt x="13098" y="117"/>
                </a:lnTo>
                <a:lnTo>
                  <a:pt x="12939" y="117"/>
                </a:lnTo>
                <a:lnTo>
                  <a:pt x="12939" y="0"/>
                </a:lnTo>
                <a:moveTo>
                  <a:pt x="13203" y="0"/>
                </a:moveTo>
                <a:lnTo>
                  <a:pt x="13362" y="0"/>
                </a:lnTo>
                <a:lnTo>
                  <a:pt x="13362" y="117"/>
                </a:lnTo>
                <a:lnTo>
                  <a:pt x="13203" y="117"/>
                </a:lnTo>
                <a:lnTo>
                  <a:pt x="13203" y="0"/>
                </a:lnTo>
                <a:moveTo>
                  <a:pt x="13468" y="0"/>
                </a:moveTo>
                <a:lnTo>
                  <a:pt x="13627" y="0"/>
                </a:lnTo>
                <a:lnTo>
                  <a:pt x="13627" y="117"/>
                </a:lnTo>
                <a:lnTo>
                  <a:pt x="13468" y="117"/>
                </a:lnTo>
                <a:lnTo>
                  <a:pt x="13468" y="0"/>
                </a:lnTo>
                <a:moveTo>
                  <a:pt x="13732" y="0"/>
                </a:moveTo>
                <a:lnTo>
                  <a:pt x="13891" y="0"/>
                </a:lnTo>
                <a:lnTo>
                  <a:pt x="13891" y="117"/>
                </a:lnTo>
                <a:lnTo>
                  <a:pt x="13732" y="117"/>
                </a:lnTo>
                <a:lnTo>
                  <a:pt x="13732" y="0"/>
                </a:lnTo>
                <a:moveTo>
                  <a:pt x="13997" y="0"/>
                </a:moveTo>
                <a:lnTo>
                  <a:pt x="14157" y="0"/>
                </a:lnTo>
                <a:lnTo>
                  <a:pt x="14157" y="117"/>
                </a:lnTo>
                <a:lnTo>
                  <a:pt x="13997" y="117"/>
                </a:lnTo>
                <a:lnTo>
                  <a:pt x="13997" y="0"/>
                </a:lnTo>
                <a:moveTo>
                  <a:pt x="14262" y="0"/>
                </a:moveTo>
                <a:lnTo>
                  <a:pt x="14421" y="0"/>
                </a:lnTo>
                <a:lnTo>
                  <a:pt x="14421" y="117"/>
                </a:lnTo>
                <a:lnTo>
                  <a:pt x="14262" y="117"/>
                </a:lnTo>
                <a:lnTo>
                  <a:pt x="14262" y="0"/>
                </a:lnTo>
                <a:moveTo>
                  <a:pt x="14527" y="0"/>
                </a:moveTo>
                <a:lnTo>
                  <a:pt x="14686" y="0"/>
                </a:lnTo>
                <a:lnTo>
                  <a:pt x="14686" y="117"/>
                </a:lnTo>
                <a:lnTo>
                  <a:pt x="14527" y="117"/>
                </a:lnTo>
                <a:lnTo>
                  <a:pt x="14527" y="0"/>
                </a:lnTo>
                <a:moveTo>
                  <a:pt x="14791" y="0"/>
                </a:moveTo>
                <a:lnTo>
                  <a:pt x="14950" y="0"/>
                </a:lnTo>
                <a:lnTo>
                  <a:pt x="14950" y="117"/>
                </a:lnTo>
                <a:lnTo>
                  <a:pt x="14791" y="117"/>
                </a:lnTo>
                <a:lnTo>
                  <a:pt x="14791" y="0"/>
                </a:lnTo>
                <a:moveTo>
                  <a:pt x="15056" y="0"/>
                </a:moveTo>
                <a:lnTo>
                  <a:pt x="15215" y="0"/>
                </a:lnTo>
                <a:lnTo>
                  <a:pt x="15215" y="117"/>
                </a:lnTo>
                <a:lnTo>
                  <a:pt x="15056" y="117"/>
                </a:lnTo>
                <a:lnTo>
                  <a:pt x="15056" y="0"/>
                </a:lnTo>
                <a:moveTo>
                  <a:pt x="15320" y="0"/>
                </a:moveTo>
                <a:lnTo>
                  <a:pt x="15479" y="0"/>
                </a:lnTo>
                <a:lnTo>
                  <a:pt x="15479" y="117"/>
                </a:lnTo>
                <a:lnTo>
                  <a:pt x="15320" y="117"/>
                </a:lnTo>
                <a:lnTo>
                  <a:pt x="15320" y="0"/>
                </a:lnTo>
                <a:moveTo>
                  <a:pt x="15585" y="0"/>
                </a:moveTo>
                <a:lnTo>
                  <a:pt x="15743" y="0"/>
                </a:lnTo>
                <a:lnTo>
                  <a:pt x="15743" y="117"/>
                </a:lnTo>
                <a:lnTo>
                  <a:pt x="15585" y="117"/>
                </a:lnTo>
                <a:lnTo>
                  <a:pt x="15585" y="0"/>
                </a:lnTo>
                <a:moveTo>
                  <a:pt x="15849" y="0"/>
                </a:moveTo>
                <a:lnTo>
                  <a:pt x="16008" y="0"/>
                </a:lnTo>
                <a:lnTo>
                  <a:pt x="16008" y="117"/>
                </a:lnTo>
                <a:lnTo>
                  <a:pt x="15849" y="117"/>
                </a:lnTo>
                <a:lnTo>
                  <a:pt x="15849" y="0"/>
                </a:lnTo>
                <a:moveTo>
                  <a:pt x="16114" y="0"/>
                </a:moveTo>
                <a:lnTo>
                  <a:pt x="16272" y="0"/>
                </a:lnTo>
                <a:lnTo>
                  <a:pt x="16272" y="117"/>
                </a:lnTo>
                <a:lnTo>
                  <a:pt x="16114" y="117"/>
                </a:lnTo>
                <a:lnTo>
                  <a:pt x="16114" y="0"/>
                </a:lnTo>
                <a:moveTo>
                  <a:pt x="16378" y="0"/>
                </a:moveTo>
                <a:lnTo>
                  <a:pt x="16537" y="0"/>
                </a:lnTo>
                <a:lnTo>
                  <a:pt x="16537" y="117"/>
                </a:lnTo>
                <a:lnTo>
                  <a:pt x="16378" y="117"/>
                </a:lnTo>
                <a:lnTo>
                  <a:pt x="16378" y="0"/>
                </a:lnTo>
                <a:moveTo>
                  <a:pt x="16643" y="0"/>
                </a:moveTo>
                <a:lnTo>
                  <a:pt x="16801" y="0"/>
                </a:lnTo>
                <a:lnTo>
                  <a:pt x="16801" y="117"/>
                </a:lnTo>
                <a:lnTo>
                  <a:pt x="16643" y="117"/>
                </a:lnTo>
                <a:lnTo>
                  <a:pt x="16643" y="0"/>
                </a:lnTo>
                <a:moveTo>
                  <a:pt x="16907" y="0"/>
                </a:moveTo>
                <a:lnTo>
                  <a:pt x="17066" y="0"/>
                </a:lnTo>
                <a:lnTo>
                  <a:pt x="17066" y="117"/>
                </a:lnTo>
                <a:lnTo>
                  <a:pt x="16907" y="117"/>
                </a:lnTo>
                <a:lnTo>
                  <a:pt x="16907" y="0"/>
                </a:lnTo>
                <a:moveTo>
                  <a:pt x="17172" y="0"/>
                </a:moveTo>
                <a:lnTo>
                  <a:pt x="17330" y="0"/>
                </a:lnTo>
                <a:lnTo>
                  <a:pt x="17330" y="117"/>
                </a:lnTo>
                <a:lnTo>
                  <a:pt x="17172" y="117"/>
                </a:lnTo>
                <a:lnTo>
                  <a:pt x="17172" y="0"/>
                </a:lnTo>
                <a:moveTo>
                  <a:pt x="17436" y="0"/>
                </a:moveTo>
                <a:lnTo>
                  <a:pt x="17595" y="0"/>
                </a:lnTo>
                <a:lnTo>
                  <a:pt x="17595" y="117"/>
                </a:lnTo>
                <a:lnTo>
                  <a:pt x="17436" y="117"/>
                </a:lnTo>
                <a:lnTo>
                  <a:pt x="17436" y="0"/>
                </a:lnTo>
                <a:moveTo>
                  <a:pt x="17701" y="0"/>
                </a:moveTo>
                <a:lnTo>
                  <a:pt x="17859" y="0"/>
                </a:lnTo>
                <a:lnTo>
                  <a:pt x="17859" y="117"/>
                </a:lnTo>
                <a:lnTo>
                  <a:pt x="17701" y="117"/>
                </a:lnTo>
                <a:lnTo>
                  <a:pt x="17701" y="0"/>
                </a:lnTo>
                <a:moveTo>
                  <a:pt x="17965" y="0"/>
                </a:moveTo>
                <a:lnTo>
                  <a:pt x="18124" y="0"/>
                </a:lnTo>
                <a:lnTo>
                  <a:pt x="18124" y="117"/>
                </a:lnTo>
                <a:lnTo>
                  <a:pt x="17965" y="117"/>
                </a:lnTo>
                <a:lnTo>
                  <a:pt x="17965" y="0"/>
                </a:lnTo>
                <a:moveTo>
                  <a:pt x="18230" y="0"/>
                </a:moveTo>
                <a:lnTo>
                  <a:pt x="18388" y="0"/>
                </a:lnTo>
                <a:lnTo>
                  <a:pt x="18388" y="117"/>
                </a:lnTo>
                <a:lnTo>
                  <a:pt x="18230" y="117"/>
                </a:lnTo>
                <a:lnTo>
                  <a:pt x="18230" y="0"/>
                </a:lnTo>
                <a:moveTo>
                  <a:pt x="18494" y="0"/>
                </a:moveTo>
                <a:lnTo>
                  <a:pt x="18653" y="0"/>
                </a:lnTo>
                <a:lnTo>
                  <a:pt x="18653" y="117"/>
                </a:lnTo>
                <a:lnTo>
                  <a:pt x="18494" y="117"/>
                </a:lnTo>
                <a:lnTo>
                  <a:pt x="18494" y="0"/>
                </a:lnTo>
                <a:moveTo>
                  <a:pt x="18758" y="0"/>
                </a:moveTo>
                <a:lnTo>
                  <a:pt x="18917" y="0"/>
                </a:lnTo>
                <a:lnTo>
                  <a:pt x="18917" y="117"/>
                </a:lnTo>
                <a:lnTo>
                  <a:pt x="18758" y="117"/>
                </a:lnTo>
                <a:lnTo>
                  <a:pt x="18758" y="0"/>
                </a:lnTo>
                <a:moveTo>
                  <a:pt x="19023" y="0"/>
                </a:moveTo>
                <a:lnTo>
                  <a:pt x="19182" y="0"/>
                </a:lnTo>
                <a:lnTo>
                  <a:pt x="19182" y="117"/>
                </a:lnTo>
                <a:lnTo>
                  <a:pt x="19023" y="117"/>
                </a:lnTo>
                <a:lnTo>
                  <a:pt x="19023" y="0"/>
                </a:lnTo>
                <a:moveTo>
                  <a:pt x="19287" y="0"/>
                </a:moveTo>
                <a:lnTo>
                  <a:pt x="19446" y="0"/>
                </a:lnTo>
                <a:lnTo>
                  <a:pt x="19446" y="117"/>
                </a:lnTo>
                <a:lnTo>
                  <a:pt x="19287" y="117"/>
                </a:lnTo>
                <a:lnTo>
                  <a:pt x="19287" y="0"/>
                </a:lnTo>
                <a:moveTo>
                  <a:pt x="19552" y="0"/>
                </a:moveTo>
                <a:lnTo>
                  <a:pt x="19711" y="0"/>
                </a:lnTo>
                <a:lnTo>
                  <a:pt x="19711" y="117"/>
                </a:lnTo>
                <a:lnTo>
                  <a:pt x="19552" y="117"/>
                </a:lnTo>
                <a:lnTo>
                  <a:pt x="19552" y="0"/>
                </a:lnTo>
                <a:moveTo>
                  <a:pt x="19816" y="0"/>
                </a:moveTo>
                <a:lnTo>
                  <a:pt x="19975" y="0"/>
                </a:lnTo>
                <a:lnTo>
                  <a:pt x="19975" y="117"/>
                </a:lnTo>
                <a:lnTo>
                  <a:pt x="19816" y="117"/>
                </a:lnTo>
                <a:lnTo>
                  <a:pt x="19816" y="0"/>
                </a:lnTo>
                <a:moveTo>
                  <a:pt x="20081" y="0"/>
                </a:moveTo>
                <a:lnTo>
                  <a:pt x="20240" y="0"/>
                </a:lnTo>
                <a:lnTo>
                  <a:pt x="20240" y="117"/>
                </a:lnTo>
                <a:lnTo>
                  <a:pt x="20081" y="117"/>
                </a:lnTo>
                <a:lnTo>
                  <a:pt x="20081" y="0"/>
                </a:lnTo>
                <a:moveTo>
                  <a:pt x="20345" y="0"/>
                </a:moveTo>
                <a:lnTo>
                  <a:pt x="20504" y="0"/>
                </a:lnTo>
                <a:lnTo>
                  <a:pt x="20504" y="117"/>
                </a:lnTo>
                <a:lnTo>
                  <a:pt x="20345" y="117"/>
                </a:lnTo>
                <a:lnTo>
                  <a:pt x="20345" y="0"/>
                </a:lnTo>
                <a:moveTo>
                  <a:pt x="20610" y="0"/>
                </a:moveTo>
                <a:lnTo>
                  <a:pt x="20769" y="0"/>
                </a:lnTo>
                <a:lnTo>
                  <a:pt x="20769" y="117"/>
                </a:lnTo>
                <a:lnTo>
                  <a:pt x="20610" y="117"/>
                </a:lnTo>
                <a:lnTo>
                  <a:pt x="20610" y="0"/>
                </a:lnTo>
                <a:moveTo>
                  <a:pt x="20874" y="0"/>
                </a:moveTo>
                <a:lnTo>
                  <a:pt x="21033" y="0"/>
                </a:lnTo>
                <a:lnTo>
                  <a:pt x="21033" y="117"/>
                </a:lnTo>
                <a:lnTo>
                  <a:pt x="20874" y="117"/>
                </a:lnTo>
                <a:lnTo>
                  <a:pt x="20874" y="0"/>
                </a:lnTo>
                <a:moveTo>
                  <a:pt x="21139" y="0"/>
                </a:moveTo>
                <a:lnTo>
                  <a:pt x="21298" y="0"/>
                </a:lnTo>
                <a:lnTo>
                  <a:pt x="21298" y="117"/>
                </a:lnTo>
                <a:lnTo>
                  <a:pt x="21139" y="117"/>
                </a:lnTo>
                <a:lnTo>
                  <a:pt x="21139" y="0"/>
                </a:lnTo>
                <a:moveTo>
                  <a:pt x="21403" y="0"/>
                </a:moveTo>
                <a:lnTo>
                  <a:pt x="21562" y="0"/>
                </a:lnTo>
                <a:lnTo>
                  <a:pt x="21562" y="117"/>
                </a:lnTo>
                <a:lnTo>
                  <a:pt x="21403" y="117"/>
                </a:lnTo>
                <a:lnTo>
                  <a:pt x="21403" y="0"/>
                </a:lnTo>
                <a:moveTo>
                  <a:pt x="21668" y="0"/>
                </a:moveTo>
                <a:lnTo>
                  <a:pt x="21827" y="0"/>
                </a:lnTo>
                <a:lnTo>
                  <a:pt x="21827" y="117"/>
                </a:lnTo>
                <a:lnTo>
                  <a:pt x="21668" y="117"/>
                </a:lnTo>
                <a:lnTo>
                  <a:pt x="21668" y="0"/>
                </a:lnTo>
                <a:moveTo>
                  <a:pt x="21932" y="0"/>
                </a:moveTo>
                <a:lnTo>
                  <a:pt x="22091" y="0"/>
                </a:lnTo>
                <a:lnTo>
                  <a:pt x="22091" y="117"/>
                </a:lnTo>
                <a:lnTo>
                  <a:pt x="21932" y="117"/>
                </a:lnTo>
                <a:lnTo>
                  <a:pt x="21932" y="0"/>
                </a:lnTo>
                <a:moveTo>
                  <a:pt x="22197" y="0"/>
                </a:moveTo>
                <a:lnTo>
                  <a:pt x="22355" y="0"/>
                </a:lnTo>
                <a:lnTo>
                  <a:pt x="22355" y="117"/>
                </a:lnTo>
                <a:lnTo>
                  <a:pt x="22197" y="117"/>
                </a:lnTo>
                <a:lnTo>
                  <a:pt x="22197" y="0"/>
                </a:lnTo>
                <a:moveTo>
                  <a:pt x="22461" y="0"/>
                </a:moveTo>
                <a:lnTo>
                  <a:pt x="22620" y="0"/>
                </a:lnTo>
                <a:lnTo>
                  <a:pt x="22620" y="117"/>
                </a:lnTo>
                <a:lnTo>
                  <a:pt x="22461" y="117"/>
                </a:lnTo>
                <a:lnTo>
                  <a:pt x="22461" y="0"/>
                </a:lnTo>
                <a:moveTo>
                  <a:pt x="22726" y="0"/>
                </a:moveTo>
                <a:lnTo>
                  <a:pt x="22884" y="0"/>
                </a:lnTo>
                <a:lnTo>
                  <a:pt x="22884" y="117"/>
                </a:lnTo>
                <a:lnTo>
                  <a:pt x="22726" y="117"/>
                </a:lnTo>
                <a:lnTo>
                  <a:pt x="22726" y="0"/>
                </a:lnTo>
                <a:moveTo>
                  <a:pt x="22990" y="0"/>
                </a:moveTo>
                <a:lnTo>
                  <a:pt x="23149" y="0"/>
                </a:lnTo>
                <a:lnTo>
                  <a:pt x="23149" y="117"/>
                </a:lnTo>
                <a:lnTo>
                  <a:pt x="22990" y="117"/>
                </a:lnTo>
                <a:lnTo>
                  <a:pt x="22990" y="0"/>
                </a:lnTo>
                <a:moveTo>
                  <a:pt x="23255" y="0"/>
                </a:moveTo>
                <a:lnTo>
                  <a:pt x="23413" y="0"/>
                </a:lnTo>
                <a:lnTo>
                  <a:pt x="23413" y="117"/>
                </a:lnTo>
                <a:lnTo>
                  <a:pt x="23255" y="117"/>
                </a:lnTo>
                <a:lnTo>
                  <a:pt x="23255" y="0"/>
                </a:lnTo>
                <a:moveTo>
                  <a:pt x="23519" y="0"/>
                </a:moveTo>
                <a:lnTo>
                  <a:pt x="23678" y="0"/>
                </a:lnTo>
                <a:lnTo>
                  <a:pt x="23678" y="117"/>
                </a:lnTo>
                <a:lnTo>
                  <a:pt x="23519" y="117"/>
                </a:lnTo>
                <a:lnTo>
                  <a:pt x="23519" y="0"/>
                </a:lnTo>
                <a:moveTo>
                  <a:pt x="23784" y="0"/>
                </a:moveTo>
                <a:lnTo>
                  <a:pt x="23942" y="0"/>
                </a:lnTo>
                <a:lnTo>
                  <a:pt x="23942" y="117"/>
                </a:lnTo>
                <a:lnTo>
                  <a:pt x="23784" y="117"/>
                </a:lnTo>
                <a:lnTo>
                  <a:pt x="23784" y="0"/>
                </a:lnTo>
                <a:moveTo>
                  <a:pt x="24048" y="0"/>
                </a:moveTo>
                <a:lnTo>
                  <a:pt x="24207" y="0"/>
                </a:lnTo>
                <a:lnTo>
                  <a:pt x="24207" y="117"/>
                </a:lnTo>
                <a:lnTo>
                  <a:pt x="24048" y="117"/>
                </a:lnTo>
                <a:lnTo>
                  <a:pt x="24048" y="0"/>
                </a:lnTo>
                <a:moveTo>
                  <a:pt x="24313" y="0"/>
                </a:moveTo>
                <a:lnTo>
                  <a:pt x="24471" y="0"/>
                </a:lnTo>
                <a:lnTo>
                  <a:pt x="24471" y="117"/>
                </a:lnTo>
                <a:lnTo>
                  <a:pt x="24313" y="117"/>
                </a:lnTo>
                <a:lnTo>
                  <a:pt x="24313" y="0"/>
                </a:lnTo>
                <a:moveTo>
                  <a:pt x="24577" y="0"/>
                </a:moveTo>
                <a:lnTo>
                  <a:pt x="24736" y="0"/>
                </a:lnTo>
                <a:lnTo>
                  <a:pt x="24736" y="117"/>
                </a:lnTo>
                <a:lnTo>
                  <a:pt x="24577" y="117"/>
                </a:lnTo>
                <a:lnTo>
                  <a:pt x="24577" y="0"/>
                </a:lnTo>
                <a:moveTo>
                  <a:pt x="24842" y="0"/>
                </a:moveTo>
                <a:lnTo>
                  <a:pt x="25000" y="0"/>
                </a:lnTo>
                <a:lnTo>
                  <a:pt x="25000" y="117"/>
                </a:lnTo>
                <a:lnTo>
                  <a:pt x="24842" y="117"/>
                </a:lnTo>
                <a:lnTo>
                  <a:pt x="24842" y="0"/>
                </a:lnTo>
                <a:moveTo>
                  <a:pt x="25106" y="0"/>
                </a:moveTo>
                <a:lnTo>
                  <a:pt x="25265" y="0"/>
                </a:lnTo>
                <a:lnTo>
                  <a:pt x="25265" y="117"/>
                </a:lnTo>
                <a:lnTo>
                  <a:pt x="25106" y="117"/>
                </a:lnTo>
                <a:lnTo>
                  <a:pt x="25106" y="0"/>
                </a:lnTo>
                <a:moveTo>
                  <a:pt x="25371" y="0"/>
                </a:moveTo>
                <a:lnTo>
                  <a:pt x="25529" y="0"/>
                </a:lnTo>
                <a:lnTo>
                  <a:pt x="25529" y="117"/>
                </a:lnTo>
                <a:lnTo>
                  <a:pt x="25371" y="117"/>
                </a:lnTo>
                <a:lnTo>
                  <a:pt x="25371" y="0"/>
                </a:lnTo>
                <a:moveTo>
                  <a:pt x="25635" y="0"/>
                </a:moveTo>
                <a:lnTo>
                  <a:pt x="25794" y="0"/>
                </a:lnTo>
                <a:lnTo>
                  <a:pt x="25794" y="117"/>
                </a:lnTo>
                <a:lnTo>
                  <a:pt x="25635" y="117"/>
                </a:lnTo>
                <a:lnTo>
                  <a:pt x="25635" y="0"/>
                </a:lnTo>
                <a:moveTo>
                  <a:pt x="25899" y="0"/>
                </a:moveTo>
                <a:lnTo>
                  <a:pt x="26058" y="0"/>
                </a:lnTo>
                <a:lnTo>
                  <a:pt x="26058" y="117"/>
                </a:lnTo>
                <a:lnTo>
                  <a:pt x="25899" y="117"/>
                </a:lnTo>
                <a:lnTo>
                  <a:pt x="25899" y="0"/>
                </a:lnTo>
                <a:moveTo>
                  <a:pt x="26164" y="0"/>
                </a:moveTo>
                <a:lnTo>
                  <a:pt x="26323" y="0"/>
                </a:lnTo>
                <a:lnTo>
                  <a:pt x="26323" y="117"/>
                </a:lnTo>
                <a:lnTo>
                  <a:pt x="26164" y="117"/>
                </a:lnTo>
                <a:lnTo>
                  <a:pt x="26164" y="0"/>
                </a:lnTo>
                <a:moveTo>
                  <a:pt x="26428" y="0"/>
                </a:moveTo>
                <a:lnTo>
                  <a:pt x="26587" y="0"/>
                </a:lnTo>
                <a:lnTo>
                  <a:pt x="26587" y="117"/>
                </a:lnTo>
                <a:lnTo>
                  <a:pt x="26428" y="117"/>
                </a:lnTo>
                <a:lnTo>
                  <a:pt x="26428" y="0"/>
                </a:lnTo>
                <a:moveTo>
                  <a:pt x="26693" y="0"/>
                </a:moveTo>
                <a:lnTo>
                  <a:pt x="26852" y="0"/>
                </a:lnTo>
                <a:lnTo>
                  <a:pt x="26852" y="117"/>
                </a:lnTo>
                <a:lnTo>
                  <a:pt x="26693" y="117"/>
                </a:lnTo>
                <a:lnTo>
                  <a:pt x="26693" y="0"/>
                </a:lnTo>
                <a:moveTo>
                  <a:pt x="26957" y="0"/>
                </a:moveTo>
                <a:lnTo>
                  <a:pt x="27116" y="0"/>
                </a:lnTo>
                <a:lnTo>
                  <a:pt x="27116" y="117"/>
                </a:lnTo>
                <a:lnTo>
                  <a:pt x="26957" y="117"/>
                </a:lnTo>
                <a:lnTo>
                  <a:pt x="26957" y="0"/>
                </a:lnTo>
                <a:moveTo>
                  <a:pt x="27222" y="0"/>
                </a:moveTo>
                <a:lnTo>
                  <a:pt x="27381" y="0"/>
                </a:lnTo>
                <a:lnTo>
                  <a:pt x="27381" y="117"/>
                </a:lnTo>
                <a:lnTo>
                  <a:pt x="27222" y="117"/>
                </a:lnTo>
                <a:lnTo>
                  <a:pt x="27222" y="0"/>
                </a:lnTo>
                <a:moveTo>
                  <a:pt x="27486" y="0"/>
                </a:moveTo>
                <a:lnTo>
                  <a:pt x="27645" y="0"/>
                </a:lnTo>
                <a:lnTo>
                  <a:pt x="27645" y="117"/>
                </a:lnTo>
                <a:lnTo>
                  <a:pt x="27486" y="117"/>
                </a:lnTo>
                <a:lnTo>
                  <a:pt x="27486" y="0"/>
                </a:lnTo>
                <a:moveTo>
                  <a:pt x="27751" y="0"/>
                </a:moveTo>
                <a:lnTo>
                  <a:pt x="27910" y="0"/>
                </a:lnTo>
                <a:lnTo>
                  <a:pt x="27910" y="117"/>
                </a:lnTo>
                <a:lnTo>
                  <a:pt x="27751" y="117"/>
                </a:lnTo>
                <a:lnTo>
                  <a:pt x="27751" y="0"/>
                </a:lnTo>
                <a:moveTo>
                  <a:pt x="28015" y="0"/>
                </a:moveTo>
                <a:lnTo>
                  <a:pt x="28174" y="0"/>
                </a:lnTo>
                <a:lnTo>
                  <a:pt x="28174" y="117"/>
                </a:lnTo>
                <a:lnTo>
                  <a:pt x="28015" y="117"/>
                </a:lnTo>
                <a:lnTo>
                  <a:pt x="28015" y="0"/>
                </a:lnTo>
                <a:moveTo>
                  <a:pt x="28280" y="0"/>
                </a:moveTo>
                <a:lnTo>
                  <a:pt x="28439" y="0"/>
                </a:lnTo>
                <a:lnTo>
                  <a:pt x="28439" y="117"/>
                </a:lnTo>
                <a:lnTo>
                  <a:pt x="28280" y="117"/>
                </a:lnTo>
                <a:lnTo>
                  <a:pt x="28280" y="0"/>
                </a:lnTo>
                <a:moveTo>
                  <a:pt x="28544" y="0"/>
                </a:moveTo>
                <a:lnTo>
                  <a:pt x="28703" y="0"/>
                </a:lnTo>
                <a:lnTo>
                  <a:pt x="28703" y="117"/>
                </a:lnTo>
                <a:lnTo>
                  <a:pt x="28544" y="117"/>
                </a:lnTo>
                <a:lnTo>
                  <a:pt x="28544" y="0"/>
                </a:lnTo>
                <a:moveTo>
                  <a:pt x="28809" y="0"/>
                </a:moveTo>
                <a:lnTo>
                  <a:pt x="28968" y="0"/>
                </a:lnTo>
                <a:lnTo>
                  <a:pt x="28968" y="117"/>
                </a:lnTo>
                <a:lnTo>
                  <a:pt x="28809" y="117"/>
                </a:lnTo>
                <a:lnTo>
                  <a:pt x="28809" y="0"/>
                </a:lnTo>
                <a:moveTo>
                  <a:pt x="29073" y="0"/>
                </a:moveTo>
                <a:lnTo>
                  <a:pt x="29232" y="0"/>
                </a:lnTo>
                <a:lnTo>
                  <a:pt x="29232" y="117"/>
                </a:lnTo>
                <a:lnTo>
                  <a:pt x="29073" y="117"/>
                </a:lnTo>
                <a:lnTo>
                  <a:pt x="29073" y="0"/>
                </a:lnTo>
                <a:moveTo>
                  <a:pt x="29338" y="0"/>
                </a:moveTo>
                <a:lnTo>
                  <a:pt x="29496" y="0"/>
                </a:lnTo>
                <a:lnTo>
                  <a:pt x="29496" y="117"/>
                </a:lnTo>
                <a:lnTo>
                  <a:pt x="29338" y="117"/>
                </a:lnTo>
                <a:lnTo>
                  <a:pt x="29338" y="0"/>
                </a:lnTo>
                <a:moveTo>
                  <a:pt x="29602" y="0"/>
                </a:moveTo>
                <a:lnTo>
                  <a:pt x="29761" y="0"/>
                </a:lnTo>
                <a:lnTo>
                  <a:pt x="29761" y="117"/>
                </a:lnTo>
                <a:lnTo>
                  <a:pt x="29602" y="117"/>
                </a:lnTo>
                <a:lnTo>
                  <a:pt x="29602" y="0"/>
                </a:lnTo>
                <a:moveTo>
                  <a:pt x="29867" y="0"/>
                </a:moveTo>
                <a:lnTo>
                  <a:pt x="30025" y="0"/>
                </a:lnTo>
                <a:lnTo>
                  <a:pt x="30025" y="117"/>
                </a:lnTo>
                <a:lnTo>
                  <a:pt x="29867" y="117"/>
                </a:lnTo>
                <a:lnTo>
                  <a:pt x="29867" y="0"/>
                </a:lnTo>
                <a:moveTo>
                  <a:pt x="30131" y="0"/>
                </a:moveTo>
                <a:lnTo>
                  <a:pt x="30290" y="0"/>
                </a:lnTo>
                <a:lnTo>
                  <a:pt x="30290" y="117"/>
                </a:lnTo>
                <a:lnTo>
                  <a:pt x="30131" y="117"/>
                </a:lnTo>
                <a:lnTo>
                  <a:pt x="30131" y="0"/>
                </a:lnTo>
                <a:moveTo>
                  <a:pt x="30396" y="0"/>
                </a:moveTo>
                <a:lnTo>
                  <a:pt x="30554" y="0"/>
                </a:lnTo>
                <a:lnTo>
                  <a:pt x="30554" y="117"/>
                </a:lnTo>
                <a:lnTo>
                  <a:pt x="30396" y="117"/>
                </a:lnTo>
                <a:lnTo>
                  <a:pt x="30396" y="0"/>
                </a:lnTo>
                <a:moveTo>
                  <a:pt x="30660" y="0"/>
                </a:moveTo>
                <a:lnTo>
                  <a:pt x="30725" y="0"/>
                </a:lnTo>
                <a:cubicBezTo>
                  <a:pt x="30767" y="0"/>
                  <a:pt x="30807" y="11"/>
                  <a:pt x="30843" y="31"/>
                </a:cubicBezTo>
                <a:lnTo>
                  <a:pt x="30787" y="133"/>
                </a:lnTo>
                <a:cubicBezTo>
                  <a:pt x="30767" y="122"/>
                  <a:pt x="30747" y="117"/>
                  <a:pt x="30725" y="117"/>
                </a:cubicBezTo>
                <a:lnTo>
                  <a:pt x="30660" y="117"/>
                </a:lnTo>
                <a:lnTo>
                  <a:pt x="30660" y="0"/>
                </a:lnTo>
                <a:moveTo>
                  <a:pt x="30940" y="131"/>
                </a:moveTo>
                <a:cubicBezTo>
                  <a:pt x="30959" y="166"/>
                  <a:pt x="30968" y="204"/>
                  <a:pt x="30968" y="244"/>
                </a:cubicBezTo>
                <a:lnTo>
                  <a:pt x="30968" y="313"/>
                </a:lnTo>
                <a:lnTo>
                  <a:pt x="30852" y="313"/>
                </a:lnTo>
                <a:lnTo>
                  <a:pt x="30852" y="244"/>
                </a:lnTo>
                <a:cubicBezTo>
                  <a:pt x="30852" y="223"/>
                  <a:pt x="30847" y="203"/>
                  <a:pt x="30837" y="185"/>
                </a:cubicBezTo>
                <a:lnTo>
                  <a:pt x="30940" y="131"/>
                </a:lnTo>
                <a:moveTo>
                  <a:pt x="30968" y="419"/>
                </a:moveTo>
                <a:lnTo>
                  <a:pt x="30968" y="579"/>
                </a:lnTo>
                <a:lnTo>
                  <a:pt x="30852" y="579"/>
                </a:lnTo>
                <a:lnTo>
                  <a:pt x="30852" y="419"/>
                </a:lnTo>
                <a:lnTo>
                  <a:pt x="30968" y="419"/>
                </a:lnTo>
                <a:moveTo>
                  <a:pt x="30968" y="684"/>
                </a:moveTo>
                <a:lnTo>
                  <a:pt x="30968" y="843"/>
                </a:lnTo>
                <a:lnTo>
                  <a:pt x="30852" y="843"/>
                </a:lnTo>
                <a:lnTo>
                  <a:pt x="30852" y="684"/>
                </a:lnTo>
                <a:lnTo>
                  <a:pt x="30968" y="684"/>
                </a:lnTo>
                <a:moveTo>
                  <a:pt x="30968" y="949"/>
                </a:moveTo>
                <a:lnTo>
                  <a:pt x="30968" y="1108"/>
                </a:lnTo>
                <a:lnTo>
                  <a:pt x="30852" y="1108"/>
                </a:lnTo>
                <a:lnTo>
                  <a:pt x="30852" y="949"/>
                </a:lnTo>
                <a:lnTo>
                  <a:pt x="30968" y="949"/>
                </a:lnTo>
                <a:moveTo>
                  <a:pt x="30968" y="1213"/>
                </a:moveTo>
                <a:lnTo>
                  <a:pt x="30968" y="1372"/>
                </a:lnTo>
                <a:lnTo>
                  <a:pt x="30852" y="1372"/>
                </a:lnTo>
                <a:lnTo>
                  <a:pt x="30852" y="1213"/>
                </a:lnTo>
                <a:lnTo>
                  <a:pt x="30968" y="1213"/>
                </a:lnTo>
                <a:moveTo>
                  <a:pt x="30968" y="1478"/>
                </a:moveTo>
                <a:lnTo>
                  <a:pt x="30968" y="1637"/>
                </a:lnTo>
                <a:lnTo>
                  <a:pt x="30852" y="1637"/>
                </a:lnTo>
                <a:lnTo>
                  <a:pt x="30852" y="1478"/>
                </a:lnTo>
                <a:lnTo>
                  <a:pt x="30968" y="1478"/>
                </a:lnTo>
                <a:moveTo>
                  <a:pt x="30968" y="1742"/>
                </a:moveTo>
                <a:lnTo>
                  <a:pt x="30968" y="1901"/>
                </a:lnTo>
                <a:lnTo>
                  <a:pt x="30852" y="1901"/>
                </a:lnTo>
                <a:lnTo>
                  <a:pt x="30852" y="1742"/>
                </a:lnTo>
                <a:lnTo>
                  <a:pt x="30968" y="1742"/>
                </a:lnTo>
                <a:moveTo>
                  <a:pt x="30968" y="2007"/>
                </a:moveTo>
                <a:lnTo>
                  <a:pt x="30968" y="2166"/>
                </a:lnTo>
                <a:lnTo>
                  <a:pt x="30852" y="2166"/>
                </a:lnTo>
                <a:lnTo>
                  <a:pt x="30852" y="2007"/>
                </a:lnTo>
                <a:lnTo>
                  <a:pt x="30968" y="2007"/>
                </a:lnTo>
                <a:moveTo>
                  <a:pt x="30968" y="2271"/>
                </a:moveTo>
                <a:lnTo>
                  <a:pt x="30968" y="2430"/>
                </a:lnTo>
                <a:lnTo>
                  <a:pt x="30852" y="2430"/>
                </a:lnTo>
                <a:lnTo>
                  <a:pt x="30852" y="2271"/>
                </a:lnTo>
                <a:lnTo>
                  <a:pt x="30968" y="2271"/>
                </a:lnTo>
                <a:moveTo>
                  <a:pt x="30968" y="2536"/>
                </a:moveTo>
                <a:lnTo>
                  <a:pt x="30968" y="2695"/>
                </a:lnTo>
                <a:lnTo>
                  <a:pt x="30852" y="2695"/>
                </a:lnTo>
                <a:lnTo>
                  <a:pt x="30852" y="2536"/>
                </a:lnTo>
                <a:lnTo>
                  <a:pt x="30968" y="2536"/>
                </a:lnTo>
                <a:moveTo>
                  <a:pt x="30968" y="2800"/>
                </a:moveTo>
                <a:lnTo>
                  <a:pt x="30968" y="2959"/>
                </a:lnTo>
                <a:lnTo>
                  <a:pt x="30852" y="2959"/>
                </a:lnTo>
                <a:lnTo>
                  <a:pt x="30852" y="2800"/>
                </a:lnTo>
                <a:lnTo>
                  <a:pt x="30968" y="2800"/>
                </a:lnTo>
                <a:moveTo>
                  <a:pt x="30968" y="3065"/>
                </a:moveTo>
                <a:lnTo>
                  <a:pt x="30968" y="3224"/>
                </a:lnTo>
                <a:lnTo>
                  <a:pt x="30852" y="3224"/>
                </a:lnTo>
                <a:lnTo>
                  <a:pt x="30852" y="3065"/>
                </a:lnTo>
                <a:lnTo>
                  <a:pt x="30968" y="3065"/>
                </a:lnTo>
                <a:moveTo>
                  <a:pt x="30967" y="3333"/>
                </a:moveTo>
                <a:cubicBezTo>
                  <a:pt x="30962" y="3408"/>
                  <a:pt x="30928" y="3468"/>
                  <a:pt x="30867" y="3512"/>
                </a:cubicBezTo>
                <a:lnTo>
                  <a:pt x="30799" y="3417"/>
                </a:lnTo>
                <a:cubicBezTo>
                  <a:pt x="30831" y="3394"/>
                  <a:pt x="30848" y="3363"/>
                  <a:pt x="30851" y="3324"/>
                </a:cubicBezTo>
                <a:lnTo>
                  <a:pt x="30967" y="3333"/>
                </a:lnTo>
                <a:moveTo>
                  <a:pt x="30736" y="3557"/>
                </a:moveTo>
                <a:cubicBezTo>
                  <a:pt x="30733" y="3557"/>
                  <a:pt x="30729" y="3557"/>
                  <a:pt x="30725" y="3557"/>
                </a:cubicBezTo>
                <a:lnTo>
                  <a:pt x="30575" y="3557"/>
                </a:lnTo>
                <a:lnTo>
                  <a:pt x="30575" y="3441"/>
                </a:lnTo>
                <a:lnTo>
                  <a:pt x="30725" y="3441"/>
                </a:lnTo>
                <a:cubicBezTo>
                  <a:pt x="30727" y="3441"/>
                  <a:pt x="30729" y="3441"/>
                  <a:pt x="30731" y="3441"/>
                </a:cubicBezTo>
                <a:lnTo>
                  <a:pt x="30736" y="3557"/>
                </a:lnTo>
                <a:moveTo>
                  <a:pt x="30470" y="3557"/>
                </a:moveTo>
                <a:lnTo>
                  <a:pt x="30311" y="3557"/>
                </a:lnTo>
                <a:lnTo>
                  <a:pt x="30311" y="3441"/>
                </a:lnTo>
                <a:lnTo>
                  <a:pt x="30470" y="3441"/>
                </a:lnTo>
                <a:lnTo>
                  <a:pt x="30470" y="3557"/>
                </a:lnTo>
                <a:moveTo>
                  <a:pt x="30205" y="3557"/>
                </a:moveTo>
                <a:lnTo>
                  <a:pt x="30046" y="3557"/>
                </a:lnTo>
                <a:lnTo>
                  <a:pt x="30046" y="3441"/>
                </a:lnTo>
                <a:lnTo>
                  <a:pt x="30205" y="3441"/>
                </a:lnTo>
                <a:lnTo>
                  <a:pt x="30205" y="3557"/>
                </a:lnTo>
                <a:moveTo>
                  <a:pt x="29941" y="3557"/>
                </a:moveTo>
                <a:lnTo>
                  <a:pt x="29782" y="3557"/>
                </a:lnTo>
                <a:lnTo>
                  <a:pt x="29782" y="3441"/>
                </a:lnTo>
                <a:lnTo>
                  <a:pt x="29941" y="3441"/>
                </a:lnTo>
                <a:lnTo>
                  <a:pt x="29941" y="3557"/>
                </a:lnTo>
                <a:moveTo>
                  <a:pt x="29676" y="3557"/>
                </a:moveTo>
                <a:lnTo>
                  <a:pt x="29517" y="3557"/>
                </a:lnTo>
                <a:lnTo>
                  <a:pt x="29517" y="3441"/>
                </a:lnTo>
                <a:lnTo>
                  <a:pt x="29676" y="3441"/>
                </a:lnTo>
                <a:lnTo>
                  <a:pt x="29676" y="3557"/>
                </a:lnTo>
                <a:moveTo>
                  <a:pt x="29412" y="3557"/>
                </a:moveTo>
                <a:lnTo>
                  <a:pt x="29253" y="3557"/>
                </a:lnTo>
                <a:lnTo>
                  <a:pt x="29253" y="3441"/>
                </a:lnTo>
                <a:lnTo>
                  <a:pt x="29412" y="3441"/>
                </a:lnTo>
                <a:lnTo>
                  <a:pt x="29412" y="3557"/>
                </a:lnTo>
                <a:moveTo>
                  <a:pt x="29147" y="3557"/>
                </a:moveTo>
                <a:lnTo>
                  <a:pt x="28988" y="3557"/>
                </a:lnTo>
                <a:lnTo>
                  <a:pt x="28988" y="3441"/>
                </a:lnTo>
                <a:lnTo>
                  <a:pt x="29147" y="3441"/>
                </a:lnTo>
                <a:lnTo>
                  <a:pt x="29147" y="3557"/>
                </a:lnTo>
                <a:moveTo>
                  <a:pt x="28883" y="3557"/>
                </a:moveTo>
                <a:lnTo>
                  <a:pt x="28724" y="3557"/>
                </a:lnTo>
                <a:lnTo>
                  <a:pt x="28724" y="3441"/>
                </a:lnTo>
                <a:lnTo>
                  <a:pt x="28883" y="3441"/>
                </a:lnTo>
                <a:lnTo>
                  <a:pt x="28883" y="3557"/>
                </a:lnTo>
                <a:moveTo>
                  <a:pt x="28618" y="3557"/>
                </a:moveTo>
                <a:lnTo>
                  <a:pt x="28459" y="3557"/>
                </a:lnTo>
                <a:lnTo>
                  <a:pt x="28459" y="3441"/>
                </a:lnTo>
                <a:lnTo>
                  <a:pt x="28618" y="3441"/>
                </a:lnTo>
                <a:lnTo>
                  <a:pt x="28618" y="3557"/>
                </a:lnTo>
                <a:moveTo>
                  <a:pt x="28354" y="3557"/>
                </a:moveTo>
                <a:lnTo>
                  <a:pt x="28195" y="3557"/>
                </a:lnTo>
                <a:lnTo>
                  <a:pt x="28195" y="3441"/>
                </a:lnTo>
                <a:lnTo>
                  <a:pt x="28354" y="3441"/>
                </a:lnTo>
                <a:lnTo>
                  <a:pt x="28354" y="3557"/>
                </a:lnTo>
                <a:moveTo>
                  <a:pt x="28089" y="3557"/>
                </a:moveTo>
                <a:lnTo>
                  <a:pt x="27931" y="3557"/>
                </a:lnTo>
                <a:lnTo>
                  <a:pt x="27931" y="3441"/>
                </a:lnTo>
                <a:lnTo>
                  <a:pt x="28089" y="3441"/>
                </a:lnTo>
                <a:lnTo>
                  <a:pt x="28089" y="3557"/>
                </a:lnTo>
                <a:moveTo>
                  <a:pt x="27825" y="3557"/>
                </a:moveTo>
                <a:lnTo>
                  <a:pt x="27666" y="3557"/>
                </a:lnTo>
                <a:lnTo>
                  <a:pt x="27666" y="3441"/>
                </a:lnTo>
                <a:lnTo>
                  <a:pt x="27825" y="3441"/>
                </a:lnTo>
                <a:lnTo>
                  <a:pt x="27825" y="3557"/>
                </a:lnTo>
                <a:moveTo>
                  <a:pt x="27560" y="3557"/>
                </a:moveTo>
                <a:lnTo>
                  <a:pt x="27402" y="3557"/>
                </a:lnTo>
                <a:lnTo>
                  <a:pt x="27402" y="3441"/>
                </a:lnTo>
                <a:lnTo>
                  <a:pt x="27560" y="3441"/>
                </a:lnTo>
                <a:lnTo>
                  <a:pt x="27560" y="3557"/>
                </a:lnTo>
                <a:moveTo>
                  <a:pt x="27296" y="3557"/>
                </a:moveTo>
                <a:lnTo>
                  <a:pt x="27137" y="3557"/>
                </a:lnTo>
                <a:lnTo>
                  <a:pt x="27137" y="3441"/>
                </a:lnTo>
                <a:lnTo>
                  <a:pt x="27296" y="3441"/>
                </a:lnTo>
                <a:lnTo>
                  <a:pt x="27296" y="3557"/>
                </a:lnTo>
                <a:moveTo>
                  <a:pt x="27031" y="3557"/>
                </a:moveTo>
                <a:lnTo>
                  <a:pt x="26873" y="3557"/>
                </a:lnTo>
                <a:lnTo>
                  <a:pt x="26873" y="3441"/>
                </a:lnTo>
                <a:lnTo>
                  <a:pt x="27031" y="3441"/>
                </a:lnTo>
                <a:lnTo>
                  <a:pt x="27031" y="3557"/>
                </a:lnTo>
                <a:moveTo>
                  <a:pt x="26767" y="3557"/>
                </a:moveTo>
                <a:lnTo>
                  <a:pt x="26608" y="3557"/>
                </a:lnTo>
                <a:lnTo>
                  <a:pt x="26608" y="3441"/>
                </a:lnTo>
                <a:lnTo>
                  <a:pt x="26767" y="3441"/>
                </a:lnTo>
                <a:lnTo>
                  <a:pt x="26767" y="3557"/>
                </a:lnTo>
                <a:moveTo>
                  <a:pt x="26502" y="3557"/>
                </a:moveTo>
                <a:lnTo>
                  <a:pt x="26344" y="3557"/>
                </a:lnTo>
                <a:lnTo>
                  <a:pt x="26344" y="3441"/>
                </a:lnTo>
                <a:lnTo>
                  <a:pt x="26502" y="3441"/>
                </a:lnTo>
                <a:lnTo>
                  <a:pt x="26502" y="3557"/>
                </a:lnTo>
                <a:moveTo>
                  <a:pt x="26238" y="3557"/>
                </a:moveTo>
                <a:lnTo>
                  <a:pt x="26079" y="3557"/>
                </a:lnTo>
                <a:lnTo>
                  <a:pt x="26079" y="3441"/>
                </a:lnTo>
                <a:lnTo>
                  <a:pt x="26238" y="3441"/>
                </a:lnTo>
                <a:lnTo>
                  <a:pt x="26238" y="3557"/>
                </a:lnTo>
                <a:moveTo>
                  <a:pt x="25973" y="3557"/>
                </a:moveTo>
                <a:lnTo>
                  <a:pt x="25815" y="3557"/>
                </a:lnTo>
                <a:lnTo>
                  <a:pt x="25815" y="3441"/>
                </a:lnTo>
                <a:lnTo>
                  <a:pt x="25973" y="3441"/>
                </a:lnTo>
                <a:lnTo>
                  <a:pt x="25973" y="3557"/>
                </a:lnTo>
                <a:moveTo>
                  <a:pt x="25709" y="3557"/>
                </a:moveTo>
                <a:lnTo>
                  <a:pt x="25550" y="3557"/>
                </a:lnTo>
                <a:lnTo>
                  <a:pt x="25550" y="3441"/>
                </a:lnTo>
                <a:lnTo>
                  <a:pt x="25709" y="3441"/>
                </a:lnTo>
                <a:lnTo>
                  <a:pt x="25709" y="3557"/>
                </a:lnTo>
                <a:moveTo>
                  <a:pt x="25444" y="3557"/>
                </a:moveTo>
                <a:lnTo>
                  <a:pt x="25286" y="3557"/>
                </a:lnTo>
                <a:lnTo>
                  <a:pt x="25286" y="3441"/>
                </a:lnTo>
                <a:lnTo>
                  <a:pt x="25444" y="3441"/>
                </a:lnTo>
                <a:lnTo>
                  <a:pt x="25444" y="3557"/>
                </a:lnTo>
                <a:moveTo>
                  <a:pt x="25180" y="3557"/>
                </a:moveTo>
                <a:lnTo>
                  <a:pt x="25021" y="3557"/>
                </a:lnTo>
                <a:lnTo>
                  <a:pt x="25021" y="3441"/>
                </a:lnTo>
                <a:lnTo>
                  <a:pt x="25180" y="3441"/>
                </a:lnTo>
                <a:lnTo>
                  <a:pt x="25180" y="3557"/>
                </a:lnTo>
                <a:moveTo>
                  <a:pt x="24916" y="3557"/>
                </a:moveTo>
                <a:lnTo>
                  <a:pt x="24757" y="3557"/>
                </a:lnTo>
                <a:lnTo>
                  <a:pt x="24757" y="3441"/>
                </a:lnTo>
                <a:lnTo>
                  <a:pt x="24916" y="3441"/>
                </a:lnTo>
                <a:lnTo>
                  <a:pt x="24916" y="3557"/>
                </a:lnTo>
                <a:moveTo>
                  <a:pt x="24651" y="3557"/>
                </a:moveTo>
                <a:lnTo>
                  <a:pt x="24492" y="3557"/>
                </a:lnTo>
                <a:lnTo>
                  <a:pt x="24492" y="3441"/>
                </a:lnTo>
                <a:lnTo>
                  <a:pt x="24651" y="3441"/>
                </a:lnTo>
                <a:lnTo>
                  <a:pt x="24651" y="3557"/>
                </a:lnTo>
                <a:moveTo>
                  <a:pt x="24387" y="3557"/>
                </a:moveTo>
                <a:lnTo>
                  <a:pt x="24228" y="3557"/>
                </a:lnTo>
                <a:lnTo>
                  <a:pt x="24228" y="3441"/>
                </a:lnTo>
                <a:lnTo>
                  <a:pt x="24387" y="3441"/>
                </a:lnTo>
                <a:lnTo>
                  <a:pt x="24387" y="3557"/>
                </a:lnTo>
                <a:moveTo>
                  <a:pt x="24122" y="3557"/>
                </a:moveTo>
                <a:lnTo>
                  <a:pt x="23963" y="3557"/>
                </a:lnTo>
                <a:lnTo>
                  <a:pt x="23963" y="3441"/>
                </a:lnTo>
                <a:lnTo>
                  <a:pt x="24122" y="3441"/>
                </a:lnTo>
                <a:lnTo>
                  <a:pt x="24122" y="3557"/>
                </a:lnTo>
                <a:moveTo>
                  <a:pt x="23858" y="3557"/>
                </a:moveTo>
                <a:lnTo>
                  <a:pt x="23699" y="3557"/>
                </a:lnTo>
                <a:lnTo>
                  <a:pt x="23699" y="3441"/>
                </a:lnTo>
                <a:lnTo>
                  <a:pt x="23858" y="3441"/>
                </a:lnTo>
                <a:lnTo>
                  <a:pt x="23858" y="3557"/>
                </a:lnTo>
                <a:moveTo>
                  <a:pt x="23593" y="3557"/>
                </a:moveTo>
                <a:lnTo>
                  <a:pt x="23434" y="3557"/>
                </a:lnTo>
                <a:lnTo>
                  <a:pt x="23434" y="3441"/>
                </a:lnTo>
                <a:lnTo>
                  <a:pt x="23593" y="3441"/>
                </a:lnTo>
                <a:lnTo>
                  <a:pt x="23593" y="3557"/>
                </a:lnTo>
                <a:moveTo>
                  <a:pt x="23329" y="3557"/>
                </a:moveTo>
                <a:lnTo>
                  <a:pt x="23170" y="3557"/>
                </a:lnTo>
                <a:lnTo>
                  <a:pt x="23170" y="3441"/>
                </a:lnTo>
                <a:lnTo>
                  <a:pt x="23329" y="3441"/>
                </a:lnTo>
                <a:lnTo>
                  <a:pt x="23329" y="3557"/>
                </a:lnTo>
                <a:moveTo>
                  <a:pt x="23064" y="3557"/>
                </a:moveTo>
                <a:lnTo>
                  <a:pt x="22905" y="3557"/>
                </a:lnTo>
                <a:lnTo>
                  <a:pt x="22905" y="3441"/>
                </a:lnTo>
                <a:lnTo>
                  <a:pt x="23064" y="3441"/>
                </a:lnTo>
                <a:lnTo>
                  <a:pt x="23064" y="3557"/>
                </a:lnTo>
                <a:moveTo>
                  <a:pt x="22800" y="3557"/>
                </a:moveTo>
                <a:lnTo>
                  <a:pt x="22641" y="3557"/>
                </a:lnTo>
                <a:lnTo>
                  <a:pt x="22641" y="3441"/>
                </a:lnTo>
                <a:lnTo>
                  <a:pt x="22800" y="3441"/>
                </a:lnTo>
                <a:lnTo>
                  <a:pt x="22800" y="3557"/>
                </a:lnTo>
                <a:moveTo>
                  <a:pt x="22535" y="3557"/>
                </a:moveTo>
                <a:lnTo>
                  <a:pt x="22376" y="3557"/>
                </a:lnTo>
                <a:lnTo>
                  <a:pt x="22376" y="3441"/>
                </a:lnTo>
                <a:lnTo>
                  <a:pt x="22535" y="3441"/>
                </a:lnTo>
                <a:lnTo>
                  <a:pt x="22535" y="3557"/>
                </a:lnTo>
                <a:moveTo>
                  <a:pt x="22271" y="3557"/>
                </a:moveTo>
                <a:lnTo>
                  <a:pt x="22112" y="3557"/>
                </a:lnTo>
                <a:lnTo>
                  <a:pt x="22112" y="3441"/>
                </a:lnTo>
                <a:lnTo>
                  <a:pt x="22271" y="3441"/>
                </a:lnTo>
                <a:lnTo>
                  <a:pt x="22271" y="3557"/>
                </a:lnTo>
                <a:moveTo>
                  <a:pt x="22006" y="3557"/>
                </a:moveTo>
                <a:lnTo>
                  <a:pt x="21847" y="3557"/>
                </a:lnTo>
                <a:lnTo>
                  <a:pt x="21847" y="3441"/>
                </a:lnTo>
                <a:lnTo>
                  <a:pt x="22006" y="3441"/>
                </a:lnTo>
                <a:lnTo>
                  <a:pt x="22006" y="3557"/>
                </a:lnTo>
                <a:moveTo>
                  <a:pt x="21742" y="3557"/>
                </a:moveTo>
                <a:lnTo>
                  <a:pt x="21583" y="3557"/>
                </a:lnTo>
                <a:lnTo>
                  <a:pt x="21583" y="3441"/>
                </a:lnTo>
                <a:lnTo>
                  <a:pt x="21742" y="3441"/>
                </a:lnTo>
                <a:lnTo>
                  <a:pt x="21742" y="3557"/>
                </a:lnTo>
                <a:moveTo>
                  <a:pt x="21477" y="3557"/>
                </a:moveTo>
                <a:lnTo>
                  <a:pt x="21319" y="3557"/>
                </a:lnTo>
                <a:lnTo>
                  <a:pt x="21319" y="3441"/>
                </a:lnTo>
                <a:lnTo>
                  <a:pt x="21477" y="3441"/>
                </a:lnTo>
                <a:lnTo>
                  <a:pt x="21477" y="3557"/>
                </a:lnTo>
                <a:moveTo>
                  <a:pt x="21213" y="3557"/>
                </a:moveTo>
                <a:lnTo>
                  <a:pt x="21054" y="3557"/>
                </a:lnTo>
                <a:lnTo>
                  <a:pt x="21054" y="3441"/>
                </a:lnTo>
                <a:lnTo>
                  <a:pt x="21213" y="3441"/>
                </a:lnTo>
                <a:lnTo>
                  <a:pt x="21213" y="3557"/>
                </a:lnTo>
                <a:moveTo>
                  <a:pt x="20948" y="3557"/>
                </a:moveTo>
                <a:lnTo>
                  <a:pt x="20790" y="3557"/>
                </a:lnTo>
                <a:lnTo>
                  <a:pt x="20790" y="3441"/>
                </a:lnTo>
                <a:lnTo>
                  <a:pt x="20948" y="3441"/>
                </a:lnTo>
                <a:lnTo>
                  <a:pt x="20948" y="3557"/>
                </a:lnTo>
                <a:moveTo>
                  <a:pt x="20684" y="3557"/>
                </a:moveTo>
                <a:lnTo>
                  <a:pt x="20525" y="3557"/>
                </a:lnTo>
                <a:lnTo>
                  <a:pt x="20525" y="3441"/>
                </a:lnTo>
                <a:lnTo>
                  <a:pt x="20684" y="3441"/>
                </a:lnTo>
                <a:lnTo>
                  <a:pt x="20684" y="3557"/>
                </a:lnTo>
                <a:moveTo>
                  <a:pt x="20419" y="3557"/>
                </a:moveTo>
                <a:lnTo>
                  <a:pt x="20261" y="3557"/>
                </a:lnTo>
                <a:lnTo>
                  <a:pt x="20261" y="3441"/>
                </a:lnTo>
                <a:lnTo>
                  <a:pt x="20419" y="3441"/>
                </a:lnTo>
                <a:lnTo>
                  <a:pt x="20419" y="3557"/>
                </a:lnTo>
                <a:moveTo>
                  <a:pt x="20155" y="3557"/>
                </a:moveTo>
                <a:lnTo>
                  <a:pt x="19996" y="3557"/>
                </a:lnTo>
                <a:lnTo>
                  <a:pt x="19996" y="3441"/>
                </a:lnTo>
                <a:lnTo>
                  <a:pt x="20155" y="3441"/>
                </a:lnTo>
                <a:lnTo>
                  <a:pt x="20155" y="3557"/>
                </a:lnTo>
                <a:moveTo>
                  <a:pt x="19890" y="3557"/>
                </a:moveTo>
                <a:lnTo>
                  <a:pt x="19732" y="3557"/>
                </a:lnTo>
                <a:lnTo>
                  <a:pt x="19732" y="3441"/>
                </a:lnTo>
                <a:lnTo>
                  <a:pt x="19890" y="3441"/>
                </a:lnTo>
                <a:lnTo>
                  <a:pt x="19890" y="3557"/>
                </a:lnTo>
                <a:moveTo>
                  <a:pt x="19626" y="3557"/>
                </a:moveTo>
                <a:lnTo>
                  <a:pt x="19467" y="3557"/>
                </a:lnTo>
                <a:lnTo>
                  <a:pt x="19467" y="3441"/>
                </a:lnTo>
                <a:lnTo>
                  <a:pt x="19626" y="3441"/>
                </a:lnTo>
                <a:lnTo>
                  <a:pt x="19626" y="3557"/>
                </a:lnTo>
                <a:moveTo>
                  <a:pt x="19361" y="3557"/>
                </a:moveTo>
                <a:lnTo>
                  <a:pt x="19203" y="3557"/>
                </a:lnTo>
                <a:lnTo>
                  <a:pt x="19203" y="3441"/>
                </a:lnTo>
                <a:lnTo>
                  <a:pt x="19361" y="3441"/>
                </a:lnTo>
                <a:lnTo>
                  <a:pt x="19361" y="3557"/>
                </a:lnTo>
                <a:moveTo>
                  <a:pt x="19097" y="3557"/>
                </a:moveTo>
                <a:lnTo>
                  <a:pt x="18938" y="3557"/>
                </a:lnTo>
                <a:lnTo>
                  <a:pt x="18938" y="3441"/>
                </a:lnTo>
                <a:lnTo>
                  <a:pt x="19097" y="3441"/>
                </a:lnTo>
                <a:lnTo>
                  <a:pt x="19097" y="3557"/>
                </a:lnTo>
                <a:moveTo>
                  <a:pt x="18832" y="3557"/>
                </a:moveTo>
                <a:lnTo>
                  <a:pt x="18674" y="3557"/>
                </a:lnTo>
                <a:lnTo>
                  <a:pt x="18674" y="3441"/>
                </a:lnTo>
                <a:lnTo>
                  <a:pt x="18832" y="3441"/>
                </a:lnTo>
                <a:lnTo>
                  <a:pt x="18832" y="3557"/>
                </a:lnTo>
                <a:moveTo>
                  <a:pt x="18568" y="3557"/>
                </a:moveTo>
                <a:lnTo>
                  <a:pt x="18409" y="3557"/>
                </a:lnTo>
                <a:lnTo>
                  <a:pt x="18409" y="3441"/>
                </a:lnTo>
                <a:lnTo>
                  <a:pt x="18568" y="3441"/>
                </a:lnTo>
                <a:lnTo>
                  <a:pt x="18568" y="3557"/>
                </a:lnTo>
                <a:moveTo>
                  <a:pt x="18303" y="3557"/>
                </a:moveTo>
                <a:lnTo>
                  <a:pt x="18145" y="3557"/>
                </a:lnTo>
                <a:lnTo>
                  <a:pt x="18145" y="3441"/>
                </a:lnTo>
                <a:lnTo>
                  <a:pt x="18303" y="3441"/>
                </a:lnTo>
                <a:lnTo>
                  <a:pt x="18303" y="3557"/>
                </a:lnTo>
                <a:moveTo>
                  <a:pt x="18039" y="3557"/>
                </a:moveTo>
                <a:lnTo>
                  <a:pt x="17880" y="3557"/>
                </a:lnTo>
                <a:lnTo>
                  <a:pt x="17880" y="3441"/>
                </a:lnTo>
                <a:lnTo>
                  <a:pt x="18039" y="3441"/>
                </a:lnTo>
                <a:lnTo>
                  <a:pt x="18039" y="3557"/>
                </a:lnTo>
                <a:moveTo>
                  <a:pt x="17775" y="3557"/>
                </a:moveTo>
                <a:lnTo>
                  <a:pt x="17616" y="3557"/>
                </a:lnTo>
                <a:lnTo>
                  <a:pt x="17616" y="3441"/>
                </a:lnTo>
                <a:lnTo>
                  <a:pt x="17775" y="3441"/>
                </a:lnTo>
                <a:lnTo>
                  <a:pt x="17775" y="3557"/>
                </a:lnTo>
                <a:moveTo>
                  <a:pt x="17510" y="3557"/>
                </a:moveTo>
                <a:lnTo>
                  <a:pt x="17351" y="3557"/>
                </a:lnTo>
                <a:lnTo>
                  <a:pt x="17351" y="3441"/>
                </a:lnTo>
                <a:lnTo>
                  <a:pt x="17510" y="3441"/>
                </a:lnTo>
                <a:lnTo>
                  <a:pt x="17510" y="3557"/>
                </a:lnTo>
                <a:moveTo>
                  <a:pt x="17246" y="3557"/>
                </a:moveTo>
                <a:lnTo>
                  <a:pt x="17087" y="3557"/>
                </a:lnTo>
                <a:lnTo>
                  <a:pt x="17087" y="3441"/>
                </a:lnTo>
                <a:lnTo>
                  <a:pt x="17246" y="3441"/>
                </a:lnTo>
                <a:lnTo>
                  <a:pt x="17246" y="3557"/>
                </a:lnTo>
                <a:moveTo>
                  <a:pt x="16981" y="3557"/>
                </a:moveTo>
                <a:lnTo>
                  <a:pt x="16822" y="3557"/>
                </a:lnTo>
                <a:lnTo>
                  <a:pt x="16822" y="3441"/>
                </a:lnTo>
                <a:lnTo>
                  <a:pt x="16981" y="3441"/>
                </a:lnTo>
                <a:lnTo>
                  <a:pt x="16981" y="3557"/>
                </a:lnTo>
                <a:moveTo>
                  <a:pt x="16717" y="3557"/>
                </a:moveTo>
                <a:lnTo>
                  <a:pt x="16558" y="3557"/>
                </a:lnTo>
                <a:lnTo>
                  <a:pt x="16558" y="3441"/>
                </a:lnTo>
                <a:lnTo>
                  <a:pt x="16717" y="3441"/>
                </a:lnTo>
                <a:lnTo>
                  <a:pt x="16717" y="3557"/>
                </a:lnTo>
                <a:moveTo>
                  <a:pt x="16452" y="3557"/>
                </a:moveTo>
                <a:lnTo>
                  <a:pt x="16293" y="3557"/>
                </a:lnTo>
                <a:lnTo>
                  <a:pt x="16293" y="3441"/>
                </a:lnTo>
                <a:lnTo>
                  <a:pt x="16452" y="3441"/>
                </a:lnTo>
                <a:lnTo>
                  <a:pt x="16452" y="3557"/>
                </a:lnTo>
                <a:moveTo>
                  <a:pt x="16188" y="3557"/>
                </a:moveTo>
                <a:lnTo>
                  <a:pt x="16029" y="3557"/>
                </a:lnTo>
                <a:lnTo>
                  <a:pt x="16029" y="3441"/>
                </a:lnTo>
                <a:lnTo>
                  <a:pt x="16188" y="3441"/>
                </a:lnTo>
                <a:lnTo>
                  <a:pt x="16188" y="3557"/>
                </a:lnTo>
                <a:moveTo>
                  <a:pt x="15923" y="3557"/>
                </a:moveTo>
                <a:lnTo>
                  <a:pt x="15764" y="3557"/>
                </a:lnTo>
                <a:lnTo>
                  <a:pt x="15764" y="3441"/>
                </a:lnTo>
                <a:lnTo>
                  <a:pt x="15923" y="3441"/>
                </a:lnTo>
                <a:lnTo>
                  <a:pt x="15923" y="3557"/>
                </a:lnTo>
                <a:moveTo>
                  <a:pt x="15659" y="3557"/>
                </a:moveTo>
                <a:lnTo>
                  <a:pt x="15500" y="3557"/>
                </a:lnTo>
                <a:lnTo>
                  <a:pt x="15500" y="3441"/>
                </a:lnTo>
                <a:lnTo>
                  <a:pt x="15659" y="3441"/>
                </a:lnTo>
                <a:lnTo>
                  <a:pt x="15659" y="3557"/>
                </a:lnTo>
                <a:moveTo>
                  <a:pt x="15394" y="3557"/>
                </a:moveTo>
                <a:lnTo>
                  <a:pt x="15235" y="3557"/>
                </a:lnTo>
                <a:lnTo>
                  <a:pt x="15235" y="3441"/>
                </a:lnTo>
                <a:lnTo>
                  <a:pt x="15394" y="3441"/>
                </a:lnTo>
                <a:lnTo>
                  <a:pt x="15394" y="3557"/>
                </a:lnTo>
                <a:moveTo>
                  <a:pt x="15130" y="3557"/>
                </a:moveTo>
                <a:lnTo>
                  <a:pt x="14971" y="3557"/>
                </a:lnTo>
                <a:lnTo>
                  <a:pt x="14971" y="3441"/>
                </a:lnTo>
                <a:lnTo>
                  <a:pt x="15130" y="3441"/>
                </a:lnTo>
                <a:lnTo>
                  <a:pt x="15130" y="3557"/>
                </a:lnTo>
                <a:moveTo>
                  <a:pt x="14865" y="3557"/>
                </a:moveTo>
                <a:lnTo>
                  <a:pt x="14706" y="3557"/>
                </a:lnTo>
                <a:lnTo>
                  <a:pt x="14706" y="3441"/>
                </a:lnTo>
                <a:lnTo>
                  <a:pt x="14865" y="3441"/>
                </a:lnTo>
                <a:lnTo>
                  <a:pt x="14865" y="3557"/>
                </a:lnTo>
                <a:moveTo>
                  <a:pt x="14601" y="3557"/>
                </a:moveTo>
                <a:lnTo>
                  <a:pt x="14442" y="3557"/>
                </a:lnTo>
                <a:lnTo>
                  <a:pt x="14442" y="3441"/>
                </a:lnTo>
                <a:lnTo>
                  <a:pt x="14601" y="3441"/>
                </a:lnTo>
                <a:lnTo>
                  <a:pt x="14601" y="3557"/>
                </a:lnTo>
                <a:moveTo>
                  <a:pt x="14336" y="3557"/>
                </a:moveTo>
                <a:lnTo>
                  <a:pt x="14178" y="3557"/>
                </a:lnTo>
                <a:lnTo>
                  <a:pt x="14178" y="3441"/>
                </a:lnTo>
                <a:lnTo>
                  <a:pt x="14336" y="3441"/>
                </a:lnTo>
                <a:lnTo>
                  <a:pt x="14336" y="3557"/>
                </a:lnTo>
                <a:moveTo>
                  <a:pt x="14072" y="3557"/>
                </a:moveTo>
                <a:lnTo>
                  <a:pt x="13912" y="3557"/>
                </a:lnTo>
                <a:lnTo>
                  <a:pt x="13912" y="3441"/>
                </a:lnTo>
                <a:lnTo>
                  <a:pt x="14072" y="3441"/>
                </a:lnTo>
                <a:lnTo>
                  <a:pt x="14072" y="3557"/>
                </a:lnTo>
                <a:moveTo>
                  <a:pt x="13806" y="3557"/>
                </a:moveTo>
                <a:lnTo>
                  <a:pt x="13648" y="3557"/>
                </a:lnTo>
                <a:lnTo>
                  <a:pt x="13648" y="3441"/>
                </a:lnTo>
                <a:lnTo>
                  <a:pt x="13806" y="3441"/>
                </a:lnTo>
                <a:lnTo>
                  <a:pt x="13806" y="3557"/>
                </a:lnTo>
                <a:moveTo>
                  <a:pt x="13542" y="3557"/>
                </a:moveTo>
                <a:lnTo>
                  <a:pt x="13383" y="3557"/>
                </a:lnTo>
                <a:lnTo>
                  <a:pt x="13383" y="3441"/>
                </a:lnTo>
                <a:lnTo>
                  <a:pt x="13542" y="3441"/>
                </a:lnTo>
                <a:lnTo>
                  <a:pt x="13542" y="3557"/>
                </a:lnTo>
                <a:moveTo>
                  <a:pt x="13277" y="3557"/>
                </a:moveTo>
                <a:lnTo>
                  <a:pt x="13119" y="3557"/>
                </a:lnTo>
                <a:lnTo>
                  <a:pt x="13119" y="3441"/>
                </a:lnTo>
                <a:lnTo>
                  <a:pt x="13277" y="3441"/>
                </a:lnTo>
                <a:lnTo>
                  <a:pt x="13277" y="3557"/>
                </a:lnTo>
                <a:moveTo>
                  <a:pt x="13013" y="3557"/>
                </a:moveTo>
                <a:lnTo>
                  <a:pt x="12854" y="3557"/>
                </a:lnTo>
                <a:lnTo>
                  <a:pt x="12854" y="3441"/>
                </a:lnTo>
                <a:lnTo>
                  <a:pt x="13013" y="3441"/>
                </a:lnTo>
                <a:lnTo>
                  <a:pt x="13013" y="3557"/>
                </a:lnTo>
                <a:moveTo>
                  <a:pt x="12748" y="3557"/>
                </a:moveTo>
                <a:lnTo>
                  <a:pt x="12590" y="3557"/>
                </a:lnTo>
                <a:lnTo>
                  <a:pt x="12590" y="3441"/>
                </a:lnTo>
                <a:lnTo>
                  <a:pt x="12748" y="3441"/>
                </a:lnTo>
                <a:lnTo>
                  <a:pt x="12748" y="3557"/>
                </a:lnTo>
                <a:moveTo>
                  <a:pt x="12484" y="3557"/>
                </a:moveTo>
                <a:lnTo>
                  <a:pt x="12325" y="3557"/>
                </a:lnTo>
                <a:lnTo>
                  <a:pt x="12325" y="3441"/>
                </a:lnTo>
                <a:lnTo>
                  <a:pt x="12484" y="3441"/>
                </a:lnTo>
                <a:lnTo>
                  <a:pt x="12484" y="3557"/>
                </a:lnTo>
                <a:moveTo>
                  <a:pt x="12219" y="3557"/>
                </a:moveTo>
                <a:lnTo>
                  <a:pt x="12061" y="3557"/>
                </a:lnTo>
                <a:lnTo>
                  <a:pt x="12061" y="3441"/>
                </a:lnTo>
                <a:lnTo>
                  <a:pt x="12219" y="3441"/>
                </a:lnTo>
                <a:lnTo>
                  <a:pt x="12219" y="3557"/>
                </a:lnTo>
                <a:moveTo>
                  <a:pt x="11955" y="3557"/>
                </a:moveTo>
                <a:lnTo>
                  <a:pt x="11796" y="3557"/>
                </a:lnTo>
                <a:lnTo>
                  <a:pt x="11796" y="3441"/>
                </a:lnTo>
                <a:lnTo>
                  <a:pt x="11955" y="3441"/>
                </a:lnTo>
                <a:lnTo>
                  <a:pt x="11955" y="3557"/>
                </a:lnTo>
                <a:moveTo>
                  <a:pt x="11690" y="3557"/>
                </a:moveTo>
                <a:lnTo>
                  <a:pt x="11532" y="3557"/>
                </a:lnTo>
                <a:lnTo>
                  <a:pt x="11532" y="3441"/>
                </a:lnTo>
                <a:lnTo>
                  <a:pt x="11690" y="3441"/>
                </a:lnTo>
                <a:lnTo>
                  <a:pt x="11690" y="3557"/>
                </a:lnTo>
                <a:moveTo>
                  <a:pt x="11426" y="3557"/>
                </a:moveTo>
                <a:lnTo>
                  <a:pt x="11267" y="3557"/>
                </a:lnTo>
                <a:lnTo>
                  <a:pt x="11267" y="3441"/>
                </a:lnTo>
                <a:lnTo>
                  <a:pt x="11426" y="3441"/>
                </a:lnTo>
                <a:lnTo>
                  <a:pt x="11426" y="3557"/>
                </a:lnTo>
                <a:moveTo>
                  <a:pt x="11162" y="3557"/>
                </a:moveTo>
                <a:lnTo>
                  <a:pt x="11003" y="3557"/>
                </a:lnTo>
                <a:lnTo>
                  <a:pt x="11003" y="3441"/>
                </a:lnTo>
                <a:lnTo>
                  <a:pt x="11162" y="3441"/>
                </a:lnTo>
                <a:lnTo>
                  <a:pt x="11162" y="3557"/>
                </a:lnTo>
                <a:moveTo>
                  <a:pt x="10897" y="3557"/>
                </a:moveTo>
                <a:lnTo>
                  <a:pt x="10738" y="3557"/>
                </a:lnTo>
                <a:lnTo>
                  <a:pt x="10738" y="3441"/>
                </a:lnTo>
                <a:lnTo>
                  <a:pt x="10897" y="3441"/>
                </a:lnTo>
                <a:lnTo>
                  <a:pt x="10897" y="3557"/>
                </a:lnTo>
                <a:moveTo>
                  <a:pt x="10633" y="3557"/>
                </a:moveTo>
                <a:lnTo>
                  <a:pt x="10474" y="3557"/>
                </a:lnTo>
                <a:lnTo>
                  <a:pt x="10474" y="3441"/>
                </a:lnTo>
                <a:lnTo>
                  <a:pt x="10633" y="3441"/>
                </a:lnTo>
                <a:lnTo>
                  <a:pt x="10633" y="3557"/>
                </a:lnTo>
                <a:moveTo>
                  <a:pt x="10368" y="3557"/>
                </a:moveTo>
                <a:lnTo>
                  <a:pt x="10209" y="3557"/>
                </a:lnTo>
                <a:lnTo>
                  <a:pt x="10209" y="3441"/>
                </a:lnTo>
                <a:lnTo>
                  <a:pt x="10368" y="3441"/>
                </a:lnTo>
                <a:lnTo>
                  <a:pt x="10368" y="3557"/>
                </a:lnTo>
                <a:moveTo>
                  <a:pt x="10104" y="3557"/>
                </a:moveTo>
                <a:lnTo>
                  <a:pt x="9945" y="3557"/>
                </a:lnTo>
                <a:lnTo>
                  <a:pt x="9945" y="3441"/>
                </a:lnTo>
                <a:lnTo>
                  <a:pt x="10104" y="3441"/>
                </a:lnTo>
                <a:lnTo>
                  <a:pt x="10104" y="3557"/>
                </a:lnTo>
                <a:moveTo>
                  <a:pt x="9839" y="3557"/>
                </a:moveTo>
                <a:lnTo>
                  <a:pt x="9680" y="3557"/>
                </a:lnTo>
                <a:lnTo>
                  <a:pt x="9680" y="3441"/>
                </a:lnTo>
                <a:lnTo>
                  <a:pt x="9839" y="3441"/>
                </a:lnTo>
                <a:lnTo>
                  <a:pt x="9839" y="3557"/>
                </a:lnTo>
                <a:moveTo>
                  <a:pt x="9575" y="3557"/>
                </a:moveTo>
                <a:lnTo>
                  <a:pt x="9416" y="3557"/>
                </a:lnTo>
                <a:lnTo>
                  <a:pt x="9416" y="3441"/>
                </a:lnTo>
                <a:lnTo>
                  <a:pt x="9575" y="3441"/>
                </a:lnTo>
                <a:lnTo>
                  <a:pt x="9575" y="3557"/>
                </a:lnTo>
                <a:moveTo>
                  <a:pt x="9310" y="3557"/>
                </a:moveTo>
                <a:lnTo>
                  <a:pt x="9151" y="3557"/>
                </a:lnTo>
                <a:lnTo>
                  <a:pt x="9151" y="3441"/>
                </a:lnTo>
                <a:lnTo>
                  <a:pt x="9310" y="3441"/>
                </a:lnTo>
                <a:lnTo>
                  <a:pt x="9310" y="3557"/>
                </a:lnTo>
                <a:moveTo>
                  <a:pt x="9046" y="3557"/>
                </a:moveTo>
                <a:lnTo>
                  <a:pt x="8887" y="3557"/>
                </a:lnTo>
                <a:lnTo>
                  <a:pt x="8887" y="3441"/>
                </a:lnTo>
                <a:lnTo>
                  <a:pt x="9046" y="3441"/>
                </a:lnTo>
                <a:lnTo>
                  <a:pt x="9046" y="3557"/>
                </a:lnTo>
                <a:moveTo>
                  <a:pt x="8781" y="3557"/>
                </a:moveTo>
                <a:lnTo>
                  <a:pt x="8622" y="3557"/>
                </a:lnTo>
                <a:lnTo>
                  <a:pt x="8622" y="3441"/>
                </a:lnTo>
                <a:lnTo>
                  <a:pt x="8781" y="3441"/>
                </a:lnTo>
                <a:lnTo>
                  <a:pt x="8781" y="3557"/>
                </a:lnTo>
                <a:moveTo>
                  <a:pt x="8517" y="3557"/>
                </a:moveTo>
                <a:lnTo>
                  <a:pt x="8358" y="3557"/>
                </a:lnTo>
                <a:lnTo>
                  <a:pt x="8358" y="3441"/>
                </a:lnTo>
                <a:lnTo>
                  <a:pt x="8517" y="3441"/>
                </a:lnTo>
                <a:lnTo>
                  <a:pt x="8517" y="3557"/>
                </a:lnTo>
                <a:moveTo>
                  <a:pt x="8252" y="3557"/>
                </a:moveTo>
                <a:lnTo>
                  <a:pt x="8093" y="3557"/>
                </a:lnTo>
                <a:lnTo>
                  <a:pt x="8093" y="3441"/>
                </a:lnTo>
                <a:lnTo>
                  <a:pt x="8252" y="3441"/>
                </a:lnTo>
                <a:lnTo>
                  <a:pt x="8252" y="3557"/>
                </a:lnTo>
                <a:moveTo>
                  <a:pt x="7988" y="3557"/>
                </a:moveTo>
                <a:lnTo>
                  <a:pt x="7829" y="3557"/>
                </a:lnTo>
                <a:lnTo>
                  <a:pt x="7829" y="3441"/>
                </a:lnTo>
                <a:lnTo>
                  <a:pt x="7988" y="3441"/>
                </a:lnTo>
                <a:lnTo>
                  <a:pt x="7988" y="3557"/>
                </a:lnTo>
                <a:moveTo>
                  <a:pt x="7723" y="3557"/>
                </a:moveTo>
                <a:lnTo>
                  <a:pt x="7565" y="3557"/>
                </a:lnTo>
                <a:lnTo>
                  <a:pt x="7565" y="3441"/>
                </a:lnTo>
                <a:lnTo>
                  <a:pt x="7723" y="3441"/>
                </a:lnTo>
                <a:lnTo>
                  <a:pt x="7723" y="3557"/>
                </a:lnTo>
                <a:moveTo>
                  <a:pt x="7459" y="3557"/>
                </a:moveTo>
                <a:lnTo>
                  <a:pt x="7300" y="3557"/>
                </a:lnTo>
                <a:lnTo>
                  <a:pt x="7300" y="3441"/>
                </a:lnTo>
                <a:lnTo>
                  <a:pt x="7459" y="3441"/>
                </a:lnTo>
                <a:lnTo>
                  <a:pt x="7459" y="3557"/>
                </a:lnTo>
                <a:moveTo>
                  <a:pt x="7194" y="3557"/>
                </a:moveTo>
                <a:lnTo>
                  <a:pt x="7036" y="3557"/>
                </a:lnTo>
                <a:lnTo>
                  <a:pt x="7036" y="3441"/>
                </a:lnTo>
                <a:lnTo>
                  <a:pt x="7194" y="3441"/>
                </a:lnTo>
                <a:lnTo>
                  <a:pt x="7194" y="3557"/>
                </a:lnTo>
                <a:moveTo>
                  <a:pt x="6930" y="3557"/>
                </a:moveTo>
                <a:lnTo>
                  <a:pt x="6771" y="3557"/>
                </a:lnTo>
                <a:lnTo>
                  <a:pt x="6771" y="3441"/>
                </a:lnTo>
                <a:lnTo>
                  <a:pt x="6930" y="3441"/>
                </a:lnTo>
                <a:lnTo>
                  <a:pt x="6930" y="3557"/>
                </a:lnTo>
                <a:moveTo>
                  <a:pt x="6665" y="3557"/>
                </a:moveTo>
                <a:lnTo>
                  <a:pt x="6507" y="3557"/>
                </a:lnTo>
                <a:lnTo>
                  <a:pt x="6507" y="3441"/>
                </a:lnTo>
                <a:lnTo>
                  <a:pt x="6665" y="3441"/>
                </a:lnTo>
                <a:lnTo>
                  <a:pt x="6665" y="3557"/>
                </a:lnTo>
                <a:moveTo>
                  <a:pt x="6401" y="3557"/>
                </a:moveTo>
                <a:lnTo>
                  <a:pt x="6242" y="3557"/>
                </a:lnTo>
                <a:lnTo>
                  <a:pt x="6242" y="3441"/>
                </a:lnTo>
                <a:lnTo>
                  <a:pt x="6401" y="3441"/>
                </a:lnTo>
                <a:lnTo>
                  <a:pt x="6401" y="3557"/>
                </a:lnTo>
                <a:moveTo>
                  <a:pt x="6136" y="3557"/>
                </a:moveTo>
                <a:lnTo>
                  <a:pt x="5978" y="3557"/>
                </a:lnTo>
                <a:lnTo>
                  <a:pt x="5978" y="3441"/>
                </a:lnTo>
                <a:lnTo>
                  <a:pt x="6136" y="3441"/>
                </a:lnTo>
                <a:lnTo>
                  <a:pt x="6136" y="3557"/>
                </a:lnTo>
                <a:moveTo>
                  <a:pt x="5872" y="3557"/>
                </a:moveTo>
                <a:lnTo>
                  <a:pt x="5713" y="3557"/>
                </a:lnTo>
                <a:lnTo>
                  <a:pt x="5713" y="3441"/>
                </a:lnTo>
                <a:lnTo>
                  <a:pt x="5872" y="3441"/>
                </a:lnTo>
                <a:lnTo>
                  <a:pt x="5872" y="3557"/>
                </a:lnTo>
                <a:moveTo>
                  <a:pt x="5607" y="3557"/>
                </a:moveTo>
                <a:lnTo>
                  <a:pt x="5449" y="3557"/>
                </a:lnTo>
                <a:lnTo>
                  <a:pt x="5449" y="3441"/>
                </a:lnTo>
                <a:lnTo>
                  <a:pt x="5607" y="3441"/>
                </a:lnTo>
                <a:lnTo>
                  <a:pt x="5607" y="3557"/>
                </a:lnTo>
                <a:moveTo>
                  <a:pt x="5343" y="3557"/>
                </a:moveTo>
                <a:lnTo>
                  <a:pt x="5184" y="3557"/>
                </a:lnTo>
                <a:lnTo>
                  <a:pt x="5184" y="3441"/>
                </a:lnTo>
                <a:lnTo>
                  <a:pt x="5343" y="3441"/>
                </a:lnTo>
                <a:lnTo>
                  <a:pt x="5343" y="3557"/>
                </a:lnTo>
                <a:moveTo>
                  <a:pt x="5078" y="3557"/>
                </a:moveTo>
                <a:lnTo>
                  <a:pt x="4920" y="3557"/>
                </a:lnTo>
                <a:lnTo>
                  <a:pt x="4920" y="3441"/>
                </a:lnTo>
                <a:lnTo>
                  <a:pt x="5078" y="3441"/>
                </a:lnTo>
                <a:lnTo>
                  <a:pt x="5078" y="3557"/>
                </a:lnTo>
                <a:moveTo>
                  <a:pt x="4814" y="3557"/>
                </a:moveTo>
                <a:lnTo>
                  <a:pt x="4655" y="3557"/>
                </a:lnTo>
                <a:lnTo>
                  <a:pt x="4655" y="3441"/>
                </a:lnTo>
                <a:lnTo>
                  <a:pt x="4814" y="3441"/>
                </a:lnTo>
                <a:lnTo>
                  <a:pt x="4814" y="3557"/>
                </a:lnTo>
                <a:moveTo>
                  <a:pt x="4549" y="3557"/>
                </a:moveTo>
                <a:lnTo>
                  <a:pt x="4391" y="3557"/>
                </a:lnTo>
                <a:lnTo>
                  <a:pt x="4391" y="3441"/>
                </a:lnTo>
                <a:lnTo>
                  <a:pt x="4549" y="3441"/>
                </a:lnTo>
                <a:lnTo>
                  <a:pt x="4549" y="3557"/>
                </a:lnTo>
                <a:moveTo>
                  <a:pt x="4285" y="3557"/>
                </a:moveTo>
                <a:lnTo>
                  <a:pt x="4126" y="3557"/>
                </a:lnTo>
                <a:lnTo>
                  <a:pt x="4126" y="3441"/>
                </a:lnTo>
                <a:lnTo>
                  <a:pt x="4285" y="3441"/>
                </a:lnTo>
                <a:lnTo>
                  <a:pt x="4285" y="3557"/>
                </a:lnTo>
                <a:moveTo>
                  <a:pt x="4021" y="3557"/>
                </a:moveTo>
                <a:lnTo>
                  <a:pt x="3862" y="3557"/>
                </a:lnTo>
                <a:lnTo>
                  <a:pt x="3862" y="3441"/>
                </a:lnTo>
                <a:lnTo>
                  <a:pt x="4021" y="3441"/>
                </a:lnTo>
                <a:lnTo>
                  <a:pt x="4021" y="3557"/>
                </a:lnTo>
                <a:moveTo>
                  <a:pt x="3756" y="3557"/>
                </a:moveTo>
                <a:lnTo>
                  <a:pt x="3597" y="3557"/>
                </a:lnTo>
                <a:lnTo>
                  <a:pt x="3597" y="3441"/>
                </a:lnTo>
                <a:lnTo>
                  <a:pt x="3756" y="3441"/>
                </a:lnTo>
                <a:lnTo>
                  <a:pt x="3756" y="3557"/>
                </a:lnTo>
                <a:moveTo>
                  <a:pt x="3492" y="3557"/>
                </a:moveTo>
                <a:lnTo>
                  <a:pt x="3333" y="3557"/>
                </a:lnTo>
                <a:lnTo>
                  <a:pt x="3333" y="3441"/>
                </a:lnTo>
                <a:lnTo>
                  <a:pt x="3492" y="3441"/>
                </a:lnTo>
                <a:lnTo>
                  <a:pt x="3492" y="3557"/>
                </a:lnTo>
                <a:moveTo>
                  <a:pt x="3227" y="3557"/>
                </a:moveTo>
                <a:lnTo>
                  <a:pt x="3068" y="3557"/>
                </a:lnTo>
                <a:lnTo>
                  <a:pt x="3068" y="3441"/>
                </a:lnTo>
                <a:lnTo>
                  <a:pt x="3227" y="3441"/>
                </a:lnTo>
                <a:lnTo>
                  <a:pt x="3227" y="3557"/>
                </a:lnTo>
                <a:moveTo>
                  <a:pt x="2963" y="3557"/>
                </a:moveTo>
                <a:lnTo>
                  <a:pt x="2804" y="3557"/>
                </a:lnTo>
                <a:lnTo>
                  <a:pt x="2804" y="3441"/>
                </a:lnTo>
                <a:lnTo>
                  <a:pt x="2963" y="3441"/>
                </a:lnTo>
                <a:lnTo>
                  <a:pt x="2963" y="3557"/>
                </a:lnTo>
                <a:moveTo>
                  <a:pt x="2698" y="3557"/>
                </a:moveTo>
                <a:lnTo>
                  <a:pt x="2539" y="3557"/>
                </a:lnTo>
                <a:lnTo>
                  <a:pt x="2539" y="3441"/>
                </a:lnTo>
                <a:lnTo>
                  <a:pt x="2698" y="3441"/>
                </a:lnTo>
                <a:lnTo>
                  <a:pt x="2698" y="3557"/>
                </a:lnTo>
                <a:moveTo>
                  <a:pt x="2434" y="3557"/>
                </a:moveTo>
                <a:lnTo>
                  <a:pt x="2275" y="3557"/>
                </a:lnTo>
                <a:lnTo>
                  <a:pt x="2275" y="3441"/>
                </a:lnTo>
                <a:lnTo>
                  <a:pt x="2434" y="3441"/>
                </a:lnTo>
                <a:lnTo>
                  <a:pt x="2434" y="3557"/>
                </a:lnTo>
                <a:moveTo>
                  <a:pt x="2169" y="3557"/>
                </a:moveTo>
                <a:lnTo>
                  <a:pt x="2010" y="3557"/>
                </a:lnTo>
                <a:lnTo>
                  <a:pt x="2010" y="3441"/>
                </a:lnTo>
                <a:lnTo>
                  <a:pt x="2169" y="3441"/>
                </a:lnTo>
                <a:lnTo>
                  <a:pt x="2169" y="3557"/>
                </a:lnTo>
                <a:moveTo>
                  <a:pt x="1905" y="3557"/>
                </a:moveTo>
                <a:lnTo>
                  <a:pt x="1746" y="3557"/>
                </a:lnTo>
                <a:lnTo>
                  <a:pt x="1746" y="3441"/>
                </a:lnTo>
                <a:lnTo>
                  <a:pt x="1905" y="3441"/>
                </a:lnTo>
                <a:lnTo>
                  <a:pt x="1905" y="3557"/>
                </a:lnTo>
                <a:moveTo>
                  <a:pt x="1640" y="3557"/>
                </a:moveTo>
                <a:lnTo>
                  <a:pt x="1481" y="3557"/>
                </a:lnTo>
                <a:lnTo>
                  <a:pt x="1481" y="3441"/>
                </a:lnTo>
                <a:lnTo>
                  <a:pt x="1640" y="3441"/>
                </a:lnTo>
                <a:lnTo>
                  <a:pt x="1640" y="3557"/>
                </a:lnTo>
                <a:moveTo>
                  <a:pt x="1376" y="3557"/>
                </a:moveTo>
                <a:lnTo>
                  <a:pt x="1217" y="3557"/>
                </a:lnTo>
                <a:lnTo>
                  <a:pt x="1217" y="3441"/>
                </a:lnTo>
                <a:lnTo>
                  <a:pt x="1376" y="3441"/>
                </a:lnTo>
                <a:lnTo>
                  <a:pt x="1376" y="3557"/>
                </a:lnTo>
                <a:moveTo>
                  <a:pt x="1111" y="3557"/>
                </a:moveTo>
                <a:lnTo>
                  <a:pt x="952" y="3557"/>
                </a:lnTo>
                <a:lnTo>
                  <a:pt x="952" y="3441"/>
                </a:lnTo>
                <a:lnTo>
                  <a:pt x="1111" y="3441"/>
                </a:lnTo>
                <a:lnTo>
                  <a:pt x="1111" y="3557"/>
                </a:lnTo>
                <a:moveTo>
                  <a:pt x="847" y="3557"/>
                </a:moveTo>
                <a:lnTo>
                  <a:pt x="688" y="3557"/>
                </a:lnTo>
                <a:lnTo>
                  <a:pt x="688" y="3441"/>
                </a:lnTo>
                <a:lnTo>
                  <a:pt x="847" y="3441"/>
                </a:lnTo>
                <a:lnTo>
                  <a:pt x="847" y="3557"/>
                </a:lnTo>
                <a:moveTo>
                  <a:pt x="582" y="3557"/>
                </a:moveTo>
                <a:lnTo>
                  <a:pt x="424" y="3557"/>
                </a:lnTo>
                <a:lnTo>
                  <a:pt x="424" y="3441"/>
                </a:lnTo>
                <a:lnTo>
                  <a:pt x="582" y="3441"/>
                </a:lnTo>
                <a:lnTo>
                  <a:pt x="582" y="3557"/>
                </a:lnTo>
                <a:moveTo>
                  <a:pt x="318" y="3557"/>
                </a:moveTo>
                <a:lnTo>
                  <a:pt x="244" y="3557"/>
                </a:lnTo>
                <a:cubicBezTo>
                  <a:pt x="206" y="3557"/>
                  <a:pt x="170" y="3549"/>
                  <a:pt x="136" y="3532"/>
                </a:cubicBezTo>
                <a:lnTo>
                  <a:pt x="188" y="3428"/>
                </a:lnTo>
                <a:cubicBezTo>
                  <a:pt x="205" y="3437"/>
                  <a:pt x="224" y="3441"/>
                  <a:pt x="244" y="3441"/>
                </a:cubicBezTo>
                <a:lnTo>
                  <a:pt x="318" y="3441"/>
                </a:lnTo>
                <a:lnTo>
                  <a:pt x="318" y="3557"/>
                </a:lnTo>
                <a:moveTo>
                  <a:pt x="34" y="3438"/>
                </a:moveTo>
                <a:cubicBezTo>
                  <a:pt x="12" y="3400"/>
                  <a:pt x="0" y="3358"/>
                  <a:pt x="0" y="3314"/>
                </a:cubicBezTo>
                <a:lnTo>
                  <a:pt x="0" y="3254"/>
                </a:lnTo>
                <a:lnTo>
                  <a:pt x="117" y="3254"/>
                </a:lnTo>
                <a:lnTo>
                  <a:pt x="117" y="3314"/>
                </a:lnTo>
                <a:cubicBezTo>
                  <a:pt x="117" y="3337"/>
                  <a:pt x="123" y="3359"/>
                  <a:pt x="134" y="3379"/>
                </a:cubicBezTo>
                <a:lnTo>
                  <a:pt x="34" y="3438"/>
                </a:lnTo>
                <a:moveTo>
                  <a:pt x="0" y="3148"/>
                </a:moveTo>
                <a:lnTo>
                  <a:pt x="0" y="2989"/>
                </a:lnTo>
                <a:lnTo>
                  <a:pt x="117" y="2989"/>
                </a:lnTo>
                <a:lnTo>
                  <a:pt x="117" y="3148"/>
                </a:lnTo>
                <a:lnTo>
                  <a:pt x="0" y="3148"/>
                </a:lnTo>
                <a:moveTo>
                  <a:pt x="0" y="2884"/>
                </a:moveTo>
                <a:lnTo>
                  <a:pt x="0" y="2725"/>
                </a:lnTo>
                <a:lnTo>
                  <a:pt x="117" y="2725"/>
                </a:lnTo>
                <a:lnTo>
                  <a:pt x="117" y="2884"/>
                </a:lnTo>
                <a:lnTo>
                  <a:pt x="0" y="2884"/>
                </a:lnTo>
                <a:moveTo>
                  <a:pt x="0" y="2619"/>
                </a:moveTo>
                <a:lnTo>
                  <a:pt x="0" y="2460"/>
                </a:lnTo>
                <a:lnTo>
                  <a:pt x="117" y="2460"/>
                </a:lnTo>
                <a:lnTo>
                  <a:pt x="117" y="2619"/>
                </a:lnTo>
                <a:lnTo>
                  <a:pt x="0" y="2619"/>
                </a:lnTo>
                <a:moveTo>
                  <a:pt x="0" y="2355"/>
                </a:moveTo>
                <a:lnTo>
                  <a:pt x="0" y="2196"/>
                </a:lnTo>
                <a:lnTo>
                  <a:pt x="117" y="2196"/>
                </a:lnTo>
                <a:lnTo>
                  <a:pt x="117" y="2355"/>
                </a:lnTo>
                <a:lnTo>
                  <a:pt x="0" y="2355"/>
                </a:lnTo>
                <a:moveTo>
                  <a:pt x="0" y="2090"/>
                </a:moveTo>
                <a:lnTo>
                  <a:pt x="0" y="1931"/>
                </a:lnTo>
                <a:lnTo>
                  <a:pt x="117" y="1931"/>
                </a:lnTo>
                <a:lnTo>
                  <a:pt x="117" y="2090"/>
                </a:lnTo>
                <a:lnTo>
                  <a:pt x="0" y="2090"/>
                </a:lnTo>
                <a:moveTo>
                  <a:pt x="0" y="1826"/>
                </a:moveTo>
                <a:lnTo>
                  <a:pt x="0" y="1667"/>
                </a:lnTo>
                <a:lnTo>
                  <a:pt x="117" y="1667"/>
                </a:lnTo>
                <a:lnTo>
                  <a:pt x="117" y="1826"/>
                </a:lnTo>
                <a:lnTo>
                  <a:pt x="0" y="1826"/>
                </a:lnTo>
                <a:moveTo>
                  <a:pt x="0" y="1561"/>
                </a:moveTo>
                <a:lnTo>
                  <a:pt x="0" y="1402"/>
                </a:lnTo>
                <a:lnTo>
                  <a:pt x="117" y="1402"/>
                </a:lnTo>
                <a:lnTo>
                  <a:pt x="117" y="1561"/>
                </a:lnTo>
                <a:lnTo>
                  <a:pt x="0" y="1561"/>
                </a:lnTo>
                <a:moveTo>
                  <a:pt x="0" y="1297"/>
                </a:moveTo>
                <a:lnTo>
                  <a:pt x="0" y="1138"/>
                </a:lnTo>
                <a:lnTo>
                  <a:pt x="117" y="1138"/>
                </a:lnTo>
                <a:lnTo>
                  <a:pt x="117" y="1297"/>
                </a:lnTo>
                <a:lnTo>
                  <a:pt x="0" y="1297"/>
                </a:lnTo>
                <a:moveTo>
                  <a:pt x="0" y="1032"/>
                </a:moveTo>
                <a:lnTo>
                  <a:pt x="0" y="873"/>
                </a:lnTo>
                <a:lnTo>
                  <a:pt x="117" y="873"/>
                </a:lnTo>
                <a:lnTo>
                  <a:pt x="117" y="1032"/>
                </a:lnTo>
                <a:lnTo>
                  <a:pt x="0" y="1032"/>
                </a:lnTo>
                <a:moveTo>
                  <a:pt x="0" y="768"/>
                </a:moveTo>
                <a:lnTo>
                  <a:pt x="0" y="609"/>
                </a:lnTo>
                <a:lnTo>
                  <a:pt x="117" y="609"/>
                </a:lnTo>
                <a:lnTo>
                  <a:pt x="117" y="768"/>
                </a:lnTo>
                <a:lnTo>
                  <a:pt x="0" y="768"/>
                </a:lnTo>
                <a:moveTo>
                  <a:pt x="0" y="503"/>
                </a:moveTo>
                <a:lnTo>
                  <a:pt x="0" y="343"/>
                </a:lnTo>
                <a:lnTo>
                  <a:pt x="117" y="343"/>
                </a:lnTo>
                <a:lnTo>
                  <a:pt x="117" y="503"/>
                </a:lnTo>
                <a:lnTo>
                  <a:pt x="0" y="503"/>
                </a:lnTo>
                <a:moveTo>
                  <a:pt x="1" y="236"/>
                </a:moveTo>
                <a:cubicBezTo>
                  <a:pt x="3" y="161"/>
                  <a:pt x="33" y="100"/>
                  <a:pt x="92" y="54"/>
                </a:cubicBezTo>
                <a:lnTo>
                  <a:pt x="165" y="145"/>
                </a:lnTo>
                <a:cubicBezTo>
                  <a:pt x="134" y="169"/>
                  <a:pt x="118" y="201"/>
                  <a:pt x="117" y="240"/>
                </a:cubicBezTo>
                <a:lnTo>
                  <a:pt x="1" y="236"/>
                </a:lnTo>
                <a:moveTo>
                  <a:pt x="221" y="1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521640" y="4303080"/>
            <a:ext cx="11148480" cy="1280520"/>
          </a:xfrm>
          <a:custGeom>
            <a:avLst/>
            <a:gdLst/>
            <a:ahLst/>
            <a:rect l="0" t="0" r="r" b="b"/>
            <a:pathLst>
              <a:path w="30968" h="3557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3" y="0"/>
                </a:moveTo>
                <a:lnTo>
                  <a:pt x="932" y="0"/>
                </a:lnTo>
                <a:lnTo>
                  <a:pt x="932" y="117"/>
                </a:lnTo>
                <a:lnTo>
                  <a:pt x="773" y="117"/>
                </a:lnTo>
                <a:lnTo>
                  <a:pt x="773" y="0"/>
                </a:lnTo>
                <a:moveTo>
                  <a:pt x="1037" y="0"/>
                </a:moveTo>
                <a:lnTo>
                  <a:pt x="1196" y="0"/>
                </a:lnTo>
                <a:lnTo>
                  <a:pt x="1196" y="117"/>
                </a:lnTo>
                <a:lnTo>
                  <a:pt x="1037" y="117"/>
                </a:lnTo>
                <a:lnTo>
                  <a:pt x="1037" y="0"/>
                </a:lnTo>
                <a:moveTo>
                  <a:pt x="1302" y="0"/>
                </a:moveTo>
                <a:lnTo>
                  <a:pt x="1461" y="0"/>
                </a:lnTo>
                <a:lnTo>
                  <a:pt x="1461" y="117"/>
                </a:lnTo>
                <a:lnTo>
                  <a:pt x="1302" y="117"/>
                </a:lnTo>
                <a:lnTo>
                  <a:pt x="1302" y="0"/>
                </a:lnTo>
                <a:moveTo>
                  <a:pt x="1566" y="0"/>
                </a:moveTo>
                <a:lnTo>
                  <a:pt x="1725" y="0"/>
                </a:lnTo>
                <a:lnTo>
                  <a:pt x="1725" y="117"/>
                </a:lnTo>
                <a:lnTo>
                  <a:pt x="1566" y="117"/>
                </a:lnTo>
                <a:lnTo>
                  <a:pt x="1566" y="0"/>
                </a:lnTo>
                <a:moveTo>
                  <a:pt x="1831" y="0"/>
                </a:moveTo>
                <a:lnTo>
                  <a:pt x="1989" y="0"/>
                </a:lnTo>
                <a:lnTo>
                  <a:pt x="1989" y="117"/>
                </a:lnTo>
                <a:lnTo>
                  <a:pt x="1831" y="117"/>
                </a:lnTo>
                <a:lnTo>
                  <a:pt x="1831" y="0"/>
                </a:lnTo>
                <a:moveTo>
                  <a:pt x="2095" y="0"/>
                </a:moveTo>
                <a:lnTo>
                  <a:pt x="2254" y="0"/>
                </a:lnTo>
                <a:lnTo>
                  <a:pt x="2254" y="117"/>
                </a:lnTo>
                <a:lnTo>
                  <a:pt x="2095" y="117"/>
                </a:lnTo>
                <a:lnTo>
                  <a:pt x="2095" y="0"/>
                </a:lnTo>
                <a:moveTo>
                  <a:pt x="2360" y="0"/>
                </a:moveTo>
                <a:lnTo>
                  <a:pt x="2518" y="0"/>
                </a:lnTo>
                <a:lnTo>
                  <a:pt x="2518" y="117"/>
                </a:lnTo>
                <a:lnTo>
                  <a:pt x="2360" y="117"/>
                </a:lnTo>
                <a:lnTo>
                  <a:pt x="2360" y="0"/>
                </a:lnTo>
                <a:moveTo>
                  <a:pt x="2624" y="0"/>
                </a:moveTo>
                <a:lnTo>
                  <a:pt x="2783" y="0"/>
                </a:lnTo>
                <a:lnTo>
                  <a:pt x="2783" y="117"/>
                </a:lnTo>
                <a:lnTo>
                  <a:pt x="2624" y="117"/>
                </a:lnTo>
                <a:lnTo>
                  <a:pt x="2624" y="0"/>
                </a:lnTo>
                <a:moveTo>
                  <a:pt x="2889" y="0"/>
                </a:moveTo>
                <a:lnTo>
                  <a:pt x="3047" y="0"/>
                </a:lnTo>
                <a:lnTo>
                  <a:pt x="3047" y="117"/>
                </a:lnTo>
                <a:lnTo>
                  <a:pt x="2889" y="117"/>
                </a:lnTo>
                <a:lnTo>
                  <a:pt x="2889" y="0"/>
                </a:lnTo>
                <a:moveTo>
                  <a:pt x="3153" y="0"/>
                </a:moveTo>
                <a:lnTo>
                  <a:pt x="3312" y="0"/>
                </a:lnTo>
                <a:lnTo>
                  <a:pt x="3312" y="117"/>
                </a:lnTo>
                <a:lnTo>
                  <a:pt x="3153" y="117"/>
                </a:lnTo>
                <a:lnTo>
                  <a:pt x="3153" y="0"/>
                </a:lnTo>
                <a:moveTo>
                  <a:pt x="3418" y="0"/>
                </a:moveTo>
                <a:lnTo>
                  <a:pt x="3576" y="0"/>
                </a:lnTo>
                <a:lnTo>
                  <a:pt x="3576" y="117"/>
                </a:lnTo>
                <a:lnTo>
                  <a:pt x="3418" y="117"/>
                </a:lnTo>
                <a:lnTo>
                  <a:pt x="3418" y="0"/>
                </a:lnTo>
                <a:moveTo>
                  <a:pt x="3682" y="0"/>
                </a:moveTo>
                <a:lnTo>
                  <a:pt x="3841" y="0"/>
                </a:lnTo>
                <a:lnTo>
                  <a:pt x="3841" y="117"/>
                </a:lnTo>
                <a:lnTo>
                  <a:pt x="3682" y="117"/>
                </a:lnTo>
                <a:lnTo>
                  <a:pt x="3682" y="0"/>
                </a:lnTo>
                <a:moveTo>
                  <a:pt x="3947" y="0"/>
                </a:moveTo>
                <a:lnTo>
                  <a:pt x="4105" y="0"/>
                </a:lnTo>
                <a:lnTo>
                  <a:pt x="4105" y="117"/>
                </a:lnTo>
                <a:lnTo>
                  <a:pt x="3947" y="117"/>
                </a:lnTo>
                <a:lnTo>
                  <a:pt x="3947" y="0"/>
                </a:lnTo>
                <a:moveTo>
                  <a:pt x="4211" y="0"/>
                </a:moveTo>
                <a:lnTo>
                  <a:pt x="4370" y="0"/>
                </a:lnTo>
                <a:lnTo>
                  <a:pt x="4370" y="117"/>
                </a:lnTo>
                <a:lnTo>
                  <a:pt x="4211" y="117"/>
                </a:lnTo>
                <a:lnTo>
                  <a:pt x="4211" y="0"/>
                </a:lnTo>
                <a:moveTo>
                  <a:pt x="4476" y="0"/>
                </a:moveTo>
                <a:lnTo>
                  <a:pt x="4634" y="0"/>
                </a:lnTo>
                <a:lnTo>
                  <a:pt x="4634" y="117"/>
                </a:lnTo>
                <a:lnTo>
                  <a:pt x="4476" y="117"/>
                </a:lnTo>
                <a:lnTo>
                  <a:pt x="4476" y="0"/>
                </a:lnTo>
                <a:moveTo>
                  <a:pt x="4740" y="0"/>
                </a:moveTo>
                <a:lnTo>
                  <a:pt x="4899" y="0"/>
                </a:lnTo>
                <a:lnTo>
                  <a:pt x="4899" y="117"/>
                </a:lnTo>
                <a:lnTo>
                  <a:pt x="4740" y="117"/>
                </a:lnTo>
                <a:lnTo>
                  <a:pt x="4740" y="0"/>
                </a:lnTo>
                <a:moveTo>
                  <a:pt x="5004" y="0"/>
                </a:moveTo>
                <a:lnTo>
                  <a:pt x="5163" y="0"/>
                </a:lnTo>
                <a:lnTo>
                  <a:pt x="5163" y="117"/>
                </a:lnTo>
                <a:lnTo>
                  <a:pt x="5004" y="117"/>
                </a:lnTo>
                <a:lnTo>
                  <a:pt x="5004" y="0"/>
                </a:lnTo>
                <a:moveTo>
                  <a:pt x="5269" y="0"/>
                </a:moveTo>
                <a:lnTo>
                  <a:pt x="5428" y="0"/>
                </a:lnTo>
                <a:lnTo>
                  <a:pt x="5428" y="117"/>
                </a:lnTo>
                <a:lnTo>
                  <a:pt x="5269" y="117"/>
                </a:lnTo>
                <a:lnTo>
                  <a:pt x="5269" y="0"/>
                </a:lnTo>
                <a:moveTo>
                  <a:pt x="5533" y="0"/>
                </a:moveTo>
                <a:lnTo>
                  <a:pt x="5692" y="0"/>
                </a:lnTo>
                <a:lnTo>
                  <a:pt x="5692" y="117"/>
                </a:lnTo>
                <a:lnTo>
                  <a:pt x="5533" y="117"/>
                </a:lnTo>
                <a:lnTo>
                  <a:pt x="5533" y="0"/>
                </a:lnTo>
                <a:moveTo>
                  <a:pt x="5798" y="0"/>
                </a:moveTo>
                <a:lnTo>
                  <a:pt x="5957" y="0"/>
                </a:lnTo>
                <a:lnTo>
                  <a:pt x="5957" y="117"/>
                </a:lnTo>
                <a:lnTo>
                  <a:pt x="5798" y="117"/>
                </a:lnTo>
                <a:lnTo>
                  <a:pt x="5798" y="0"/>
                </a:lnTo>
                <a:moveTo>
                  <a:pt x="6062" y="0"/>
                </a:moveTo>
                <a:lnTo>
                  <a:pt x="6221" y="0"/>
                </a:lnTo>
                <a:lnTo>
                  <a:pt x="6221" y="117"/>
                </a:lnTo>
                <a:lnTo>
                  <a:pt x="6062" y="117"/>
                </a:lnTo>
                <a:lnTo>
                  <a:pt x="6062" y="0"/>
                </a:lnTo>
                <a:moveTo>
                  <a:pt x="6327" y="0"/>
                </a:moveTo>
                <a:lnTo>
                  <a:pt x="6486" y="0"/>
                </a:lnTo>
                <a:lnTo>
                  <a:pt x="6486" y="117"/>
                </a:lnTo>
                <a:lnTo>
                  <a:pt x="6327" y="117"/>
                </a:lnTo>
                <a:lnTo>
                  <a:pt x="6327" y="0"/>
                </a:lnTo>
                <a:moveTo>
                  <a:pt x="6591" y="0"/>
                </a:moveTo>
                <a:lnTo>
                  <a:pt x="6750" y="0"/>
                </a:lnTo>
                <a:lnTo>
                  <a:pt x="6750" y="117"/>
                </a:lnTo>
                <a:lnTo>
                  <a:pt x="6591" y="117"/>
                </a:lnTo>
                <a:lnTo>
                  <a:pt x="6591" y="0"/>
                </a:lnTo>
                <a:moveTo>
                  <a:pt x="6856" y="0"/>
                </a:moveTo>
                <a:lnTo>
                  <a:pt x="7015" y="0"/>
                </a:lnTo>
                <a:lnTo>
                  <a:pt x="7015" y="117"/>
                </a:lnTo>
                <a:lnTo>
                  <a:pt x="6856" y="117"/>
                </a:lnTo>
                <a:lnTo>
                  <a:pt x="6856" y="0"/>
                </a:lnTo>
                <a:moveTo>
                  <a:pt x="7120" y="0"/>
                </a:moveTo>
                <a:lnTo>
                  <a:pt x="7279" y="0"/>
                </a:lnTo>
                <a:lnTo>
                  <a:pt x="7279" y="117"/>
                </a:lnTo>
                <a:lnTo>
                  <a:pt x="7120" y="117"/>
                </a:lnTo>
                <a:lnTo>
                  <a:pt x="7120" y="0"/>
                </a:lnTo>
                <a:moveTo>
                  <a:pt x="7385" y="0"/>
                </a:moveTo>
                <a:lnTo>
                  <a:pt x="7544" y="0"/>
                </a:lnTo>
                <a:lnTo>
                  <a:pt x="7544" y="117"/>
                </a:lnTo>
                <a:lnTo>
                  <a:pt x="7385" y="117"/>
                </a:lnTo>
                <a:lnTo>
                  <a:pt x="7385" y="0"/>
                </a:lnTo>
                <a:moveTo>
                  <a:pt x="7649" y="0"/>
                </a:moveTo>
                <a:lnTo>
                  <a:pt x="7808" y="0"/>
                </a:lnTo>
                <a:lnTo>
                  <a:pt x="7808" y="117"/>
                </a:lnTo>
                <a:lnTo>
                  <a:pt x="7649" y="117"/>
                </a:lnTo>
                <a:lnTo>
                  <a:pt x="7649" y="0"/>
                </a:lnTo>
                <a:moveTo>
                  <a:pt x="7914" y="0"/>
                </a:moveTo>
                <a:lnTo>
                  <a:pt x="8073" y="0"/>
                </a:lnTo>
                <a:lnTo>
                  <a:pt x="8073" y="117"/>
                </a:lnTo>
                <a:lnTo>
                  <a:pt x="7914" y="117"/>
                </a:lnTo>
                <a:lnTo>
                  <a:pt x="7914" y="0"/>
                </a:lnTo>
                <a:moveTo>
                  <a:pt x="8178" y="0"/>
                </a:moveTo>
                <a:lnTo>
                  <a:pt x="8337" y="0"/>
                </a:lnTo>
                <a:lnTo>
                  <a:pt x="8337" y="117"/>
                </a:lnTo>
                <a:lnTo>
                  <a:pt x="8178" y="117"/>
                </a:lnTo>
                <a:lnTo>
                  <a:pt x="8178" y="0"/>
                </a:lnTo>
                <a:moveTo>
                  <a:pt x="8443" y="0"/>
                </a:moveTo>
                <a:lnTo>
                  <a:pt x="8601" y="0"/>
                </a:lnTo>
                <a:lnTo>
                  <a:pt x="8601" y="117"/>
                </a:lnTo>
                <a:lnTo>
                  <a:pt x="8443" y="117"/>
                </a:lnTo>
                <a:lnTo>
                  <a:pt x="8443" y="0"/>
                </a:lnTo>
                <a:moveTo>
                  <a:pt x="8707" y="0"/>
                </a:moveTo>
                <a:lnTo>
                  <a:pt x="8866" y="0"/>
                </a:lnTo>
                <a:lnTo>
                  <a:pt x="8866" y="117"/>
                </a:lnTo>
                <a:lnTo>
                  <a:pt x="8707" y="117"/>
                </a:lnTo>
                <a:lnTo>
                  <a:pt x="8707" y="0"/>
                </a:lnTo>
                <a:moveTo>
                  <a:pt x="8972" y="0"/>
                </a:moveTo>
                <a:lnTo>
                  <a:pt x="9130" y="0"/>
                </a:lnTo>
                <a:lnTo>
                  <a:pt x="9130" y="117"/>
                </a:lnTo>
                <a:lnTo>
                  <a:pt x="8972" y="117"/>
                </a:lnTo>
                <a:lnTo>
                  <a:pt x="8972" y="0"/>
                </a:lnTo>
                <a:moveTo>
                  <a:pt x="9236" y="0"/>
                </a:moveTo>
                <a:lnTo>
                  <a:pt x="9395" y="0"/>
                </a:lnTo>
                <a:lnTo>
                  <a:pt x="9395" y="117"/>
                </a:lnTo>
                <a:lnTo>
                  <a:pt x="9236" y="117"/>
                </a:lnTo>
                <a:lnTo>
                  <a:pt x="9236" y="0"/>
                </a:lnTo>
                <a:moveTo>
                  <a:pt x="9501" y="0"/>
                </a:moveTo>
                <a:lnTo>
                  <a:pt x="9659" y="0"/>
                </a:lnTo>
                <a:lnTo>
                  <a:pt x="9659" y="117"/>
                </a:lnTo>
                <a:lnTo>
                  <a:pt x="9501" y="117"/>
                </a:lnTo>
                <a:lnTo>
                  <a:pt x="9501" y="0"/>
                </a:lnTo>
                <a:moveTo>
                  <a:pt x="9765" y="0"/>
                </a:moveTo>
                <a:lnTo>
                  <a:pt x="9924" y="0"/>
                </a:lnTo>
                <a:lnTo>
                  <a:pt x="9924" y="117"/>
                </a:lnTo>
                <a:lnTo>
                  <a:pt x="9765" y="117"/>
                </a:lnTo>
                <a:lnTo>
                  <a:pt x="9765" y="0"/>
                </a:lnTo>
                <a:moveTo>
                  <a:pt x="10030" y="0"/>
                </a:moveTo>
                <a:lnTo>
                  <a:pt x="10188" y="0"/>
                </a:lnTo>
                <a:lnTo>
                  <a:pt x="10188" y="117"/>
                </a:lnTo>
                <a:lnTo>
                  <a:pt x="10030" y="117"/>
                </a:lnTo>
                <a:lnTo>
                  <a:pt x="10030" y="0"/>
                </a:lnTo>
                <a:moveTo>
                  <a:pt x="10294" y="0"/>
                </a:moveTo>
                <a:lnTo>
                  <a:pt x="10453" y="0"/>
                </a:lnTo>
                <a:lnTo>
                  <a:pt x="10453" y="117"/>
                </a:lnTo>
                <a:lnTo>
                  <a:pt x="10294" y="117"/>
                </a:lnTo>
                <a:lnTo>
                  <a:pt x="10294" y="0"/>
                </a:lnTo>
                <a:moveTo>
                  <a:pt x="10559" y="0"/>
                </a:moveTo>
                <a:lnTo>
                  <a:pt x="10717" y="0"/>
                </a:lnTo>
                <a:lnTo>
                  <a:pt x="10717" y="117"/>
                </a:lnTo>
                <a:lnTo>
                  <a:pt x="10559" y="117"/>
                </a:lnTo>
                <a:lnTo>
                  <a:pt x="10559" y="0"/>
                </a:lnTo>
                <a:moveTo>
                  <a:pt x="10823" y="0"/>
                </a:moveTo>
                <a:lnTo>
                  <a:pt x="10982" y="0"/>
                </a:lnTo>
                <a:lnTo>
                  <a:pt x="10982" y="117"/>
                </a:lnTo>
                <a:lnTo>
                  <a:pt x="10823" y="117"/>
                </a:lnTo>
                <a:lnTo>
                  <a:pt x="10823" y="0"/>
                </a:lnTo>
                <a:moveTo>
                  <a:pt x="11088" y="0"/>
                </a:moveTo>
                <a:lnTo>
                  <a:pt x="11246" y="0"/>
                </a:lnTo>
                <a:lnTo>
                  <a:pt x="11246" y="117"/>
                </a:lnTo>
                <a:lnTo>
                  <a:pt x="11088" y="117"/>
                </a:lnTo>
                <a:lnTo>
                  <a:pt x="11088" y="0"/>
                </a:lnTo>
                <a:moveTo>
                  <a:pt x="11352" y="0"/>
                </a:moveTo>
                <a:lnTo>
                  <a:pt x="11511" y="0"/>
                </a:lnTo>
                <a:lnTo>
                  <a:pt x="11511" y="117"/>
                </a:lnTo>
                <a:lnTo>
                  <a:pt x="11352" y="117"/>
                </a:lnTo>
                <a:lnTo>
                  <a:pt x="11352" y="0"/>
                </a:lnTo>
                <a:moveTo>
                  <a:pt x="11617" y="0"/>
                </a:moveTo>
                <a:lnTo>
                  <a:pt x="11775" y="0"/>
                </a:lnTo>
                <a:lnTo>
                  <a:pt x="11775" y="117"/>
                </a:lnTo>
                <a:lnTo>
                  <a:pt x="11617" y="117"/>
                </a:lnTo>
                <a:lnTo>
                  <a:pt x="11617" y="0"/>
                </a:lnTo>
                <a:moveTo>
                  <a:pt x="11881" y="0"/>
                </a:moveTo>
                <a:lnTo>
                  <a:pt x="12040" y="0"/>
                </a:lnTo>
                <a:lnTo>
                  <a:pt x="12040" y="117"/>
                </a:lnTo>
                <a:lnTo>
                  <a:pt x="11881" y="117"/>
                </a:lnTo>
                <a:lnTo>
                  <a:pt x="11881" y="0"/>
                </a:lnTo>
                <a:moveTo>
                  <a:pt x="12145" y="0"/>
                </a:moveTo>
                <a:lnTo>
                  <a:pt x="12304" y="0"/>
                </a:lnTo>
                <a:lnTo>
                  <a:pt x="12304" y="117"/>
                </a:lnTo>
                <a:lnTo>
                  <a:pt x="12145" y="117"/>
                </a:lnTo>
                <a:lnTo>
                  <a:pt x="12145" y="0"/>
                </a:lnTo>
                <a:moveTo>
                  <a:pt x="12410" y="0"/>
                </a:moveTo>
                <a:lnTo>
                  <a:pt x="12569" y="0"/>
                </a:lnTo>
                <a:lnTo>
                  <a:pt x="12569" y="117"/>
                </a:lnTo>
                <a:lnTo>
                  <a:pt x="12410" y="117"/>
                </a:lnTo>
                <a:lnTo>
                  <a:pt x="12410" y="0"/>
                </a:lnTo>
                <a:moveTo>
                  <a:pt x="12674" y="0"/>
                </a:moveTo>
                <a:lnTo>
                  <a:pt x="12833" y="0"/>
                </a:lnTo>
                <a:lnTo>
                  <a:pt x="12833" y="117"/>
                </a:lnTo>
                <a:lnTo>
                  <a:pt x="12674" y="117"/>
                </a:lnTo>
                <a:lnTo>
                  <a:pt x="12674" y="0"/>
                </a:lnTo>
                <a:moveTo>
                  <a:pt x="12939" y="0"/>
                </a:moveTo>
                <a:lnTo>
                  <a:pt x="13098" y="0"/>
                </a:lnTo>
                <a:lnTo>
                  <a:pt x="13098" y="117"/>
                </a:lnTo>
                <a:lnTo>
                  <a:pt x="12939" y="117"/>
                </a:lnTo>
                <a:lnTo>
                  <a:pt x="12939" y="0"/>
                </a:lnTo>
                <a:moveTo>
                  <a:pt x="13203" y="0"/>
                </a:moveTo>
                <a:lnTo>
                  <a:pt x="13362" y="0"/>
                </a:lnTo>
                <a:lnTo>
                  <a:pt x="13362" y="117"/>
                </a:lnTo>
                <a:lnTo>
                  <a:pt x="13203" y="117"/>
                </a:lnTo>
                <a:lnTo>
                  <a:pt x="13203" y="0"/>
                </a:lnTo>
                <a:moveTo>
                  <a:pt x="13468" y="0"/>
                </a:moveTo>
                <a:lnTo>
                  <a:pt x="13627" y="0"/>
                </a:lnTo>
                <a:lnTo>
                  <a:pt x="13627" y="117"/>
                </a:lnTo>
                <a:lnTo>
                  <a:pt x="13468" y="117"/>
                </a:lnTo>
                <a:lnTo>
                  <a:pt x="13468" y="0"/>
                </a:lnTo>
                <a:moveTo>
                  <a:pt x="13732" y="0"/>
                </a:moveTo>
                <a:lnTo>
                  <a:pt x="13891" y="0"/>
                </a:lnTo>
                <a:lnTo>
                  <a:pt x="13891" y="117"/>
                </a:lnTo>
                <a:lnTo>
                  <a:pt x="13732" y="117"/>
                </a:lnTo>
                <a:lnTo>
                  <a:pt x="13732" y="0"/>
                </a:lnTo>
                <a:moveTo>
                  <a:pt x="13997" y="0"/>
                </a:moveTo>
                <a:lnTo>
                  <a:pt x="14157" y="0"/>
                </a:lnTo>
                <a:lnTo>
                  <a:pt x="14157" y="117"/>
                </a:lnTo>
                <a:lnTo>
                  <a:pt x="13997" y="117"/>
                </a:lnTo>
                <a:lnTo>
                  <a:pt x="13997" y="0"/>
                </a:lnTo>
                <a:moveTo>
                  <a:pt x="14262" y="0"/>
                </a:moveTo>
                <a:lnTo>
                  <a:pt x="14421" y="0"/>
                </a:lnTo>
                <a:lnTo>
                  <a:pt x="14421" y="117"/>
                </a:lnTo>
                <a:lnTo>
                  <a:pt x="14262" y="117"/>
                </a:lnTo>
                <a:lnTo>
                  <a:pt x="14262" y="0"/>
                </a:lnTo>
                <a:moveTo>
                  <a:pt x="14527" y="0"/>
                </a:moveTo>
                <a:lnTo>
                  <a:pt x="14686" y="0"/>
                </a:lnTo>
                <a:lnTo>
                  <a:pt x="14686" y="117"/>
                </a:lnTo>
                <a:lnTo>
                  <a:pt x="14527" y="117"/>
                </a:lnTo>
                <a:lnTo>
                  <a:pt x="14527" y="0"/>
                </a:lnTo>
                <a:moveTo>
                  <a:pt x="14791" y="0"/>
                </a:moveTo>
                <a:lnTo>
                  <a:pt x="14950" y="0"/>
                </a:lnTo>
                <a:lnTo>
                  <a:pt x="14950" y="117"/>
                </a:lnTo>
                <a:lnTo>
                  <a:pt x="14791" y="117"/>
                </a:lnTo>
                <a:lnTo>
                  <a:pt x="14791" y="0"/>
                </a:lnTo>
                <a:moveTo>
                  <a:pt x="15056" y="0"/>
                </a:moveTo>
                <a:lnTo>
                  <a:pt x="15215" y="0"/>
                </a:lnTo>
                <a:lnTo>
                  <a:pt x="15215" y="117"/>
                </a:lnTo>
                <a:lnTo>
                  <a:pt x="15056" y="117"/>
                </a:lnTo>
                <a:lnTo>
                  <a:pt x="15056" y="0"/>
                </a:lnTo>
                <a:moveTo>
                  <a:pt x="15320" y="0"/>
                </a:moveTo>
                <a:lnTo>
                  <a:pt x="15479" y="0"/>
                </a:lnTo>
                <a:lnTo>
                  <a:pt x="15479" y="117"/>
                </a:lnTo>
                <a:lnTo>
                  <a:pt x="15320" y="117"/>
                </a:lnTo>
                <a:lnTo>
                  <a:pt x="15320" y="0"/>
                </a:lnTo>
                <a:moveTo>
                  <a:pt x="15585" y="0"/>
                </a:moveTo>
                <a:lnTo>
                  <a:pt x="15743" y="0"/>
                </a:lnTo>
                <a:lnTo>
                  <a:pt x="15743" y="117"/>
                </a:lnTo>
                <a:lnTo>
                  <a:pt x="15585" y="117"/>
                </a:lnTo>
                <a:lnTo>
                  <a:pt x="15585" y="0"/>
                </a:lnTo>
                <a:moveTo>
                  <a:pt x="15849" y="0"/>
                </a:moveTo>
                <a:lnTo>
                  <a:pt x="16008" y="0"/>
                </a:lnTo>
                <a:lnTo>
                  <a:pt x="16008" y="117"/>
                </a:lnTo>
                <a:lnTo>
                  <a:pt x="15849" y="117"/>
                </a:lnTo>
                <a:lnTo>
                  <a:pt x="15849" y="0"/>
                </a:lnTo>
                <a:moveTo>
                  <a:pt x="16114" y="0"/>
                </a:moveTo>
                <a:lnTo>
                  <a:pt x="16272" y="0"/>
                </a:lnTo>
                <a:lnTo>
                  <a:pt x="16272" y="117"/>
                </a:lnTo>
                <a:lnTo>
                  <a:pt x="16114" y="117"/>
                </a:lnTo>
                <a:lnTo>
                  <a:pt x="16114" y="0"/>
                </a:lnTo>
                <a:moveTo>
                  <a:pt x="16378" y="0"/>
                </a:moveTo>
                <a:lnTo>
                  <a:pt x="16537" y="0"/>
                </a:lnTo>
                <a:lnTo>
                  <a:pt x="16537" y="117"/>
                </a:lnTo>
                <a:lnTo>
                  <a:pt x="16378" y="117"/>
                </a:lnTo>
                <a:lnTo>
                  <a:pt x="16378" y="0"/>
                </a:lnTo>
                <a:moveTo>
                  <a:pt x="16643" y="0"/>
                </a:moveTo>
                <a:lnTo>
                  <a:pt x="16801" y="0"/>
                </a:lnTo>
                <a:lnTo>
                  <a:pt x="16801" y="117"/>
                </a:lnTo>
                <a:lnTo>
                  <a:pt x="16643" y="117"/>
                </a:lnTo>
                <a:lnTo>
                  <a:pt x="16643" y="0"/>
                </a:lnTo>
                <a:moveTo>
                  <a:pt x="16907" y="0"/>
                </a:moveTo>
                <a:lnTo>
                  <a:pt x="17066" y="0"/>
                </a:lnTo>
                <a:lnTo>
                  <a:pt x="17066" y="117"/>
                </a:lnTo>
                <a:lnTo>
                  <a:pt x="16907" y="117"/>
                </a:lnTo>
                <a:lnTo>
                  <a:pt x="16907" y="0"/>
                </a:lnTo>
                <a:moveTo>
                  <a:pt x="17172" y="0"/>
                </a:moveTo>
                <a:lnTo>
                  <a:pt x="17330" y="0"/>
                </a:lnTo>
                <a:lnTo>
                  <a:pt x="17330" y="117"/>
                </a:lnTo>
                <a:lnTo>
                  <a:pt x="17172" y="117"/>
                </a:lnTo>
                <a:lnTo>
                  <a:pt x="17172" y="0"/>
                </a:lnTo>
                <a:moveTo>
                  <a:pt x="17436" y="0"/>
                </a:moveTo>
                <a:lnTo>
                  <a:pt x="17595" y="0"/>
                </a:lnTo>
                <a:lnTo>
                  <a:pt x="17595" y="117"/>
                </a:lnTo>
                <a:lnTo>
                  <a:pt x="17436" y="117"/>
                </a:lnTo>
                <a:lnTo>
                  <a:pt x="17436" y="0"/>
                </a:lnTo>
                <a:moveTo>
                  <a:pt x="17701" y="0"/>
                </a:moveTo>
                <a:lnTo>
                  <a:pt x="17859" y="0"/>
                </a:lnTo>
                <a:lnTo>
                  <a:pt x="17859" y="117"/>
                </a:lnTo>
                <a:lnTo>
                  <a:pt x="17701" y="117"/>
                </a:lnTo>
                <a:lnTo>
                  <a:pt x="17701" y="0"/>
                </a:lnTo>
                <a:moveTo>
                  <a:pt x="17965" y="0"/>
                </a:moveTo>
                <a:lnTo>
                  <a:pt x="18124" y="0"/>
                </a:lnTo>
                <a:lnTo>
                  <a:pt x="18124" y="117"/>
                </a:lnTo>
                <a:lnTo>
                  <a:pt x="17965" y="117"/>
                </a:lnTo>
                <a:lnTo>
                  <a:pt x="17965" y="0"/>
                </a:lnTo>
                <a:moveTo>
                  <a:pt x="18230" y="0"/>
                </a:moveTo>
                <a:lnTo>
                  <a:pt x="18388" y="0"/>
                </a:lnTo>
                <a:lnTo>
                  <a:pt x="18388" y="117"/>
                </a:lnTo>
                <a:lnTo>
                  <a:pt x="18230" y="117"/>
                </a:lnTo>
                <a:lnTo>
                  <a:pt x="18230" y="0"/>
                </a:lnTo>
                <a:moveTo>
                  <a:pt x="18494" y="0"/>
                </a:moveTo>
                <a:lnTo>
                  <a:pt x="18653" y="0"/>
                </a:lnTo>
                <a:lnTo>
                  <a:pt x="18653" y="117"/>
                </a:lnTo>
                <a:lnTo>
                  <a:pt x="18494" y="117"/>
                </a:lnTo>
                <a:lnTo>
                  <a:pt x="18494" y="0"/>
                </a:lnTo>
                <a:moveTo>
                  <a:pt x="18758" y="0"/>
                </a:moveTo>
                <a:lnTo>
                  <a:pt x="18917" y="0"/>
                </a:lnTo>
                <a:lnTo>
                  <a:pt x="18917" y="117"/>
                </a:lnTo>
                <a:lnTo>
                  <a:pt x="18758" y="117"/>
                </a:lnTo>
                <a:lnTo>
                  <a:pt x="18758" y="0"/>
                </a:lnTo>
                <a:moveTo>
                  <a:pt x="19023" y="0"/>
                </a:moveTo>
                <a:lnTo>
                  <a:pt x="19182" y="0"/>
                </a:lnTo>
                <a:lnTo>
                  <a:pt x="19182" y="117"/>
                </a:lnTo>
                <a:lnTo>
                  <a:pt x="19023" y="117"/>
                </a:lnTo>
                <a:lnTo>
                  <a:pt x="19023" y="0"/>
                </a:lnTo>
                <a:moveTo>
                  <a:pt x="19287" y="0"/>
                </a:moveTo>
                <a:lnTo>
                  <a:pt x="19446" y="0"/>
                </a:lnTo>
                <a:lnTo>
                  <a:pt x="19446" y="117"/>
                </a:lnTo>
                <a:lnTo>
                  <a:pt x="19287" y="117"/>
                </a:lnTo>
                <a:lnTo>
                  <a:pt x="19287" y="0"/>
                </a:lnTo>
                <a:moveTo>
                  <a:pt x="19552" y="0"/>
                </a:moveTo>
                <a:lnTo>
                  <a:pt x="19711" y="0"/>
                </a:lnTo>
                <a:lnTo>
                  <a:pt x="19711" y="117"/>
                </a:lnTo>
                <a:lnTo>
                  <a:pt x="19552" y="117"/>
                </a:lnTo>
                <a:lnTo>
                  <a:pt x="19552" y="0"/>
                </a:lnTo>
                <a:moveTo>
                  <a:pt x="19816" y="0"/>
                </a:moveTo>
                <a:lnTo>
                  <a:pt x="19975" y="0"/>
                </a:lnTo>
                <a:lnTo>
                  <a:pt x="19975" y="117"/>
                </a:lnTo>
                <a:lnTo>
                  <a:pt x="19816" y="117"/>
                </a:lnTo>
                <a:lnTo>
                  <a:pt x="19816" y="0"/>
                </a:lnTo>
                <a:moveTo>
                  <a:pt x="20081" y="0"/>
                </a:moveTo>
                <a:lnTo>
                  <a:pt x="20240" y="0"/>
                </a:lnTo>
                <a:lnTo>
                  <a:pt x="20240" y="117"/>
                </a:lnTo>
                <a:lnTo>
                  <a:pt x="20081" y="117"/>
                </a:lnTo>
                <a:lnTo>
                  <a:pt x="20081" y="0"/>
                </a:lnTo>
                <a:moveTo>
                  <a:pt x="20345" y="0"/>
                </a:moveTo>
                <a:lnTo>
                  <a:pt x="20504" y="0"/>
                </a:lnTo>
                <a:lnTo>
                  <a:pt x="20504" y="117"/>
                </a:lnTo>
                <a:lnTo>
                  <a:pt x="20345" y="117"/>
                </a:lnTo>
                <a:lnTo>
                  <a:pt x="20345" y="0"/>
                </a:lnTo>
                <a:moveTo>
                  <a:pt x="20610" y="0"/>
                </a:moveTo>
                <a:lnTo>
                  <a:pt x="20769" y="0"/>
                </a:lnTo>
                <a:lnTo>
                  <a:pt x="20769" y="117"/>
                </a:lnTo>
                <a:lnTo>
                  <a:pt x="20610" y="117"/>
                </a:lnTo>
                <a:lnTo>
                  <a:pt x="20610" y="0"/>
                </a:lnTo>
                <a:moveTo>
                  <a:pt x="20874" y="0"/>
                </a:moveTo>
                <a:lnTo>
                  <a:pt x="21033" y="0"/>
                </a:lnTo>
                <a:lnTo>
                  <a:pt x="21033" y="117"/>
                </a:lnTo>
                <a:lnTo>
                  <a:pt x="20874" y="117"/>
                </a:lnTo>
                <a:lnTo>
                  <a:pt x="20874" y="0"/>
                </a:lnTo>
                <a:moveTo>
                  <a:pt x="21139" y="0"/>
                </a:moveTo>
                <a:lnTo>
                  <a:pt x="21298" y="0"/>
                </a:lnTo>
                <a:lnTo>
                  <a:pt x="21298" y="117"/>
                </a:lnTo>
                <a:lnTo>
                  <a:pt x="21139" y="117"/>
                </a:lnTo>
                <a:lnTo>
                  <a:pt x="21139" y="0"/>
                </a:lnTo>
                <a:moveTo>
                  <a:pt x="21403" y="0"/>
                </a:moveTo>
                <a:lnTo>
                  <a:pt x="21562" y="0"/>
                </a:lnTo>
                <a:lnTo>
                  <a:pt x="21562" y="117"/>
                </a:lnTo>
                <a:lnTo>
                  <a:pt x="21403" y="117"/>
                </a:lnTo>
                <a:lnTo>
                  <a:pt x="21403" y="0"/>
                </a:lnTo>
                <a:moveTo>
                  <a:pt x="21668" y="0"/>
                </a:moveTo>
                <a:lnTo>
                  <a:pt x="21827" y="0"/>
                </a:lnTo>
                <a:lnTo>
                  <a:pt x="21827" y="117"/>
                </a:lnTo>
                <a:lnTo>
                  <a:pt x="21668" y="117"/>
                </a:lnTo>
                <a:lnTo>
                  <a:pt x="21668" y="0"/>
                </a:lnTo>
                <a:moveTo>
                  <a:pt x="21932" y="0"/>
                </a:moveTo>
                <a:lnTo>
                  <a:pt x="22091" y="0"/>
                </a:lnTo>
                <a:lnTo>
                  <a:pt x="22091" y="117"/>
                </a:lnTo>
                <a:lnTo>
                  <a:pt x="21932" y="117"/>
                </a:lnTo>
                <a:lnTo>
                  <a:pt x="21932" y="0"/>
                </a:lnTo>
                <a:moveTo>
                  <a:pt x="22197" y="0"/>
                </a:moveTo>
                <a:lnTo>
                  <a:pt x="22355" y="0"/>
                </a:lnTo>
                <a:lnTo>
                  <a:pt x="22355" y="117"/>
                </a:lnTo>
                <a:lnTo>
                  <a:pt x="22197" y="117"/>
                </a:lnTo>
                <a:lnTo>
                  <a:pt x="22197" y="0"/>
                </a:lnTo>
                <a:moveTo>
                  <a:pt x="22461" y="0"/>
                </a:moveTo>
                <a:lnTo>
                  <a:pt x="22620" y="0"/>
                </a:lnTo>
                <a:lnTo>
                  <a:pt x="22620" y="117"/>
                </a:lnTo>
                <a:lnTo>
                  <a:pt x="22461" y="117"/>
                </a:lnTo>
                <a:lnTo>
                  <a:pt x="22461" y="0"/>
                </a:lnTo>
                <a:moveTo>
                  <a:pt x="22726" y="0"/>
                </a:moveTo>
                <a:lnTo>
                  <a:pt x="22884" y="0"/>
                </a:lnTo>
                <a:lnTo>
                  <a:pt x="22884" y="117"/>
                </a:lnTo>
                <a:lnTo>
                  <a:pt x="22726" y="117"/>
                </a:lnTo>
                <a:lnTo>
                  <a:pt x="22726" y="0"/>
                </a:lnTo>
                <a:moveTo>
                  <a:pt x="22990" y="0"/>
                </a:moveTo>
                <a:lnTo>
                  <a:pt x="23149" y="0"/>
                </a:lnTo>
                <a:lnTo>
                  <a:pt x="23149" y="117"/>
                </a:lnTo>
                <a:lnTo>
                  <a:pt x="22990" y="117"/>
                </a:lnTo>
                <a:lnTo>
                  <a:pt x="22990" y="0"/>
                </a:lnTo>
                <a:moveTo>
                  <a:pt x="23255" y="0"/>
                </a:moveTo>
                <a:lnTo>
                  <a:pt x="23413" y="0"/>
                </a:lnTo>
                <a:lnTo>
                  <a:pt x="23413" y="117"/>
                </a:lnTo>
                <a:lnTo>
                  <a:pt x="23255" y="117"/>
                </a:lnTo>
                <a:lnTo>
                  <a:pt x="23255" y="0"/>
                </a:lnTo>
                <a:moveTo>
                  <a:pt x="23519" y="0"/>
                </a:moveTo>
                <a:lnTo>
                  <a:pt x="23678" y="0"/>
                </a:lnTo>
                <a:lnTo>
                  <a:pt x="23678" y="117"/>
                </a:lnTo>
                <a:lnTo>
                  <a:pt x="23519" y="117"/>
                </a:lnTo>
                <a:lnTo>
                  <a:pt x="23519" y="0"/>
                </a:lnTo>
                <a:moveTo>
                  <a:pt x="23784" y="0"/>
                </a:moveTo>
                <a:lnTo>
                  <a:pt x="23942" y="0"/>
                </a:lnTo>
                <a:lnTo>
                  <a:pt x="23942" y="117"/>
                </a:lnTo>
                <a:lnTo>
                  <a:pt x="23784" y="117"/>
                </a:lnTo>
                <a:lnTo>
                  <a:pt x="23784" y="0"/>
                </a:lnTo>
                <a:moveTo>
                  <a:pt x="24048" y="0"/>
                </a:moveTo>
                <a:lnTo>
                  <a:pt x="24207" y="0"/>
                </a:lnTo>
                <a:lnTo>
                  <a:pt x="24207" y="117"/>
                </a:lnTo>
                <a:lnTo>
                  <a:pt x="24048" y="117"/>
                </a:lnTo>
                <a:lnTo>
                  <a:pt x="24048" y="0"/>
                </a:lnTo>
                <a:moveTo>
                  <a:pt x="24313" y="0"/>
                </a:moveTo>
                <a:lnTo>
                  <a:pt x="24471" y="0"/>
                </a:lnTo>
                <a:lnTo>
                  <a:pt x="24471" y="117"/>
                </a:lnTo>
                <a:lnTo>
                  <a:pt x="24313" y="117"/>
                </a:lnTo>
                <a:lnTo>
                  <a:pt x="24313" y="0"/>
                </a:lnTo>
                <a:moveTo>
                  <a:pt x="24577" y="0"/>
                </a:moveTo>
                <a:lnTo>
                  <a:pt x="24736" y="0"/>
                </a:lnTo>
                <a:lnTo>
                  <a:pt x="24736" y="117"/>
                </a:lnTo>
                <a:lnTo>
                  <a:pt x="24577" y="117"/>
                </a:lnTo>
                <a:lnTo>
                  <a:pt x="24577" y="0"/>
                </a:lnTo>
                <a:moveTo>
                  <a:pt x="24842" y="0"/>
                </a:moveTo>
                <a:lnTo>
                  <a:pt x="25000" y="0"/>
                </a:lnTo>
                <a:lnTo>
                  <a:pt x="25000" y="117"/>
                </a:lnTo>
                <a:lnTo>
                  <a:pt x="24842" y="117"/>
                </a:lnTo>
                <a:lnTo>
                  <a:pt x="24842" y="0"/>
                </a:lnTo>
                <a:moveTo>
                  <a:pt x="25106" y="0"/>
                </a:moveTo>
                <a:lnTo>
                  <a:pt x="25265" y="0"/>
                </a:lnTo>
                <a:lnTo>
                  <a:pt x="25265" y="117"/>
                </a:lnTo>
                <a:lnTo>
                  <a:pt x="25106" y="117"/>
                </a:lnTo>
                <a:lnTo>
                  <a:pt x="25106" y="0"/>
                </a:lnTo>
                <a:moveTo>
                  <a:pt x="25371" y="0"/>
                </a:moveTo>
                <a:lnTo>
                  <a:pt x="25529" y="0"/>
                </a:lnTo>
                <a:lnTo>
                  <a:pt x="25529" y="117"/>
                </a:lnTo>
                <a:lnTo>
                  <a:pt x="25371" y="117"/>
                </a:lnTo>
                <a:lnTo>
                  <a:pt x="25371" y="0"/>
                </a:lnTo>
                <a:moveTo>
                  <a:pt x="25635" y="0"/>
                </a:moveTo>
                <a:lnTo>
                  <a:pt x="25794" y="0"/>
                </a:lnTo>
                <a:lnTo>
                  <a:pt x="25794" y="117"/>
                </a:lnTo>
                <a:lnTo>
                  <a:pt x="25635" y="117"/>
                </a:lnTo>
                <a:lnTo>
                  <a:pt x="25635" y="0"/>
                </a:lnTo>
                <a:moveTo>
                  <a:pt x="25899" y="0"/>
                </a:moveTo>
                <a:lnTo>
                  <a:pt x="26058" y="0"/>
                </a:lnTo>
                <a:lnTo>
                  <a:pt x="26058" y="117"/>
                </a:lnTo>
                <a:lnTo>
                  <a:pt x="25899" y="117"/>
                </a:lnTo>
                <a:lnTo>
                  <a:pt x="25899" y="0"/>
                </a:lnTo>
                <a:moveTo>
                  <a:pt x="26164" y="0"/>
                </a:moveTo>
                <a:lnTo>
                  <a:pt x="26323" y="0"/>
                </a:lnTo>
                <a:lnTo>
                  <a:pt x="26323" y="117"/>
                </a:lnTo>
                <a:lnTo>
                  <a:pt x="26164" y="117"/>
                </a:lnTo>
                <a:lnTo>
                  <a:pt x="26164" y="0"/>
                </a:lnTo>
                <a:moveTo>
                  <a:pt x="26428" y="0"/>
                </a:moveTo>
                <a:lnTo>
                  <a:pt x="26587" y="0"/>
                </a:lnTo>
                <a:lnTo>
                  <a:pt x="26587" y="117"/>
                </a:lnTo>
                <a:lnTo>
                  <a:pt x="26428" y="117"/>
                </a:lnTo>
                <a:lnTo>
                  <a:pt x="26428" y="0"/>
                </a:lnTo>
                <a:moveTo>
                  <a:pt x="26693" y="0"/>
                </a:moveTo>
                <a:lnTo>
                  <a:pt x="26852" y="0"/>
                </a:lnTo>
                <a:lnTo>
                  <a:pt x="26852" y="117"/>
                </a:lnTo>
                <a:lnTo>
                  <a:pt x="26693" y="117"/>
                </a:lnTo>
                <a:lnTo>
                  <a:pt x="26693" y="0"/>
                </a:lnTo>
                <a:moveTo>
                  <a:pt x="26957" y="0"/>
                </a:moveTo>
                <a:lnTo>
                  <a:pt x="27116" y="0"/>
                </a:lnTo>
                <a:lnTo>
                  <a:pt x="27116" y="117"/>
                </a:lnTo>
                <a:lnTo>
                  <a:pt x="26957" y="117"/>
                </a:lnTo>
                <a:lnTo>
                  <a:pt x="26957" y="0"/>
                </a:lnTo>
                <a:moveTo>
                  <a:pt x="27222" y="0"/>
                </a:moveTo>
                <a:lnTo>
                  <a:pt x="27381" y="0"/>
                </a:lnTo>
                <a:lnTo>
                  <a:pt x="27381" y="117"/>
                </a:lnTo>
                <a:lnTo>
                  <a:pt x="27222" y="117"/>
                </a:lnTo>
                <a:lnTo>
                  <a:pt x="27222" y="0"/>
                </a:lnTo>
                <a:moveTo>
                  <a:pt x="27486" y="0"/>
                </a:moveTo>
                <a:lnTo>
                  <a:pt x="27645" y="0"/>
                </a:lnTo>
                <a:lnTo>
                  <a:pt x="27645" y="117"/>
                </a:lnTo>
                <a:lnTo>
                  <a:pt x="27486" y="117"/>
                </a:lnTo>
                <a:lnTo>
                  <a:pt x="27486" y="0"/>
                </a:lnTo>
                <a:moveTo>
                  <a:pt x="27751" y="0"/>
                </a:moveTo>
                <a:lnTo>
                  <a:pt x="27910" y="0"/>
                </a:lnTo>
                <a:lnTo>
                  <a:pt x="27910" y="117"/>
                </a:lnTo>
                <a:lnTo>
                  <a:pt x="27751" y="117"/>
                </a:lnTo>
                <a:lnTo>
                  <a:pt x="27751" y="0"/>
                </a:lnTo>
                <a:moveTo>
                  <a:pt x="28015" y="0"/>
                </a:moveTo>
                <a:lnTo>
                  <a:pt x="28174" y="0"/>
                </a:lnTo>
                <a:lnTo>
                  <a:pt x="28174" y="117"/>
                </a:lnTo>
                <a:lnTo>
                  <a:pt x="28015" y="117"/>
                </a:lnTo>
                <a:lnTo>
                  <a:pt x="28015" y="0"/>
                </a:lnTo>
                <a:moveTo>
                  <a:pt x="28280" y="0"/>
                </a:moveTo>
                <a:lnTo>
                  <a:pt x="28439" y="0"/>
                </a:lnTo>
                <a:lnTo>
                  <a:pt x="28439" y="117"/>
                </a:lnTo>
                <a:lnTo>
                  <a:pt x="28280" y="117"/>
                </a:lnTo>
                <a:lnTo>
                  <a:pt x="28280" y="0"/>
                </a:lnTo>
                <a:moveTo>
                  <a:pt x="28544" y="0"/>
                </a:moveTo>
                <a:lnTo>
                  <a:pt x="28703" y="0"/>
                </a:lnTo>
                <a:lnTo>
                  <a:pt x="28703" y="117"/>
                </a:lnTo>
                <a:lnTo>
                  <a:pt x="28544" y="117"/>
                </a:lnTo>
                <a:lnTo>
                  <a:pt x="28544" y="0"/>
                </a:lnTo>
                <a:moveTo>
                  <a:pt x="28809" y="0"/>
                </a:moveTo>
                <a:lnTo>
                  <a:pt x="28968" y="0"/>
                </a:lnTo>
                <a:lnTo>
                  <a:pt x="28968" y="117"/>
                </a:lnTo>
                <a:lnTo>
                  <a:pt x="28809" y="117"/>
                </a:lnTo>
                <a:lnTo>
                  <a:pt x="28809" y="0"/>
                </a:lnTo>
                <a:moveTo>
                  <a:pt x="29073" y="0"/>
                </a:moveTo>
                <a:lnTo>
                  <a:pt x="29232" y="0"/>
                </a:lnTo>
                <a:lnTo>
                  <a:pt x="29232" y="117"/>
                </a:lnTo>
                <a:lnTo>
                  <a:pt x="29073" y="117"/>
                </a:lnTo>
                <a:lnTo>
                  <a:pt x="29073" y="0"/>
                </a:lnTo>
                <a:moveTo>
                  <a:pt x="29338" y="0"/>
                </a:moveTo>
                <a:lnTo>
                  <a:pt x="29496" y="0"/>
                </a:lnTo>
                <a:lnTo>
                  <a:pt x="29496" y="117"/>
                </a:lnTo>
                <a:lnTo>
                  <a:pt x="29338" y="117"/>
                </a:lnTo>
                <a:lnTo>
                  <a:pt x="29338" y="0"/>
                </a:lnTo>
                <a:moveTo>
                  <a:pt x="29602" y="0"/>
                </a:moveTo>
                <a:lnTo>
                  <a:pt x="29761" y="0"/>
                </a:lnTo>
                <a:lnTo>
                  <a:pt x="29761" y="117"/>
                </a:lnTo>
                <a:lnTo>
                  <a:pt x="29602" y="117"/>
                </a:lnTo>
                <a:lnTo>
                  <a:pt x="29602" y="0"/>
                </a:lnTo>
                <a:moveTo>
                  <a:pt x="29867" y="0"/>
                </a:moveTo>
                <a:lnTo>
                  <a:pt x="30025" y="0"/>
                </a:lnTo>
                <a:lnTo>
                  <a:pt x="30025" y="117"/>
                </a:lnTo>
                <a:lnTo>
                  <a:pt x="29867" y="117"/>
                </a:lnTo>
                <a:lnTo>
                  <a:pt x="29867" y="0"/>
                </a:lnTo>
                <a:moveTo>
                  <a:pt x="30131" y="0"/>
                </a:moveTo>
                <a:lnTo>
                  <a:pt x="30290" y="0"/>
                </a:lnTo>
                <a:lnTo>
                  <a:pt x="30290" y="117"/>
                </a:lnTo>
                <a:lnTo>
                  <a:pt x="30131" y="117"/>
                </a:lnTo>
                <a:lnTo>
                  <a:pt x="30131" y="0"/>
                </a:lnTo>
                <a:moveTo>
                  <a:pt x="30396" y="0"/>
                </a:moveTo>
                <a:lnTo>
                  <a:pt x="30554" y="0"/>
                </a:lnTo>
                <a:lnTo>
                  <a:pt x="30554" y="117"/>
                </a:lnTo>
                <a:lnTo>
                  <a:pt x="30396" y="117"/>
                </a:lnTo>
                <a:lnTo>
                  <a:pt x="30396" y="0"/>
                </a:lnTo>
                <a:moveTo>
                  <a:pt x="30660" y="0"/>
                </a:moveTo>
                <a:lnTo>
                  <a:pt x="30725" y="0"/>
                </a:lnTo>
                <a:cubicBezTo>
                  <a:pt x="30767" y="0"/>
                  <a:pt x="30807" y="11"/>
                  <a:pt x="30843" y="31"/>
                </a:cubicBezTo>
                <a:lnTo>
                  <a:pt x="30787" y="133"/>
                </a:lnTo>
                <a:cubicBezTo>
                  <a:pt x="30767" y="122"/>
                  <a:pt x="30747" y="117"/>
                  <a:pt x="30725" y="117"/>
                </a:cubicBezTo>
                <a:lnTo>
                  <a:pt x="30660" y="117"/>
                </a:lnTo>
                <a:lnTo>
                  <a:pt x="30660" y="0"/>
                </a:lnTo>
                <a:moveTo>
                  <a:pt x="30940" y="131"/>
                </a:moveTo>
                <a:cubicBezTo>
                  <a:pt x="30959" y="166"/>
                  <a:pt x="30968" y="204"/>
                  <a:pt x="30968" y="244"/>
                </a:cubicBezTo>
                <a:lnTo>
                  <a:pt x="30968" y="313"/>
                </a:lnTo>
                <a:lnTo>
                  <a:pt x="30852" y="313"/>
                </a:lnTo>
                <a:lnTo>
                  <a:pt x="30852" y="244"/>
                </a:lnTo>
                <a:cubicBezTo>
                  <a:pt x="30852" y="223"/>
                  <a:pt x="30847" y="203"/>
                  <a:pt x="30837" y="185"/>
                </a:cubicBezTo>
                <a:lnTo>
                  <a:pt x="30940" y="131"/>
                </a:lnTo>
                <a:moveTo>
                  <a:pt x="30968" y="419"/>
                </a:moveTo>
                <a:lnTo>
                  <a:pt x="30968" y="579"/>
                </a:lnTo>
                <a:lnTo>
                  <a:pt x="30852" y="579"/>
                </a:lnTo>
                <a:lnTo>
                  <a:pt x="30852" y="419"/>
                </a:lnTo>
                <a:lnTo>
                  <a:pt x="30968" y="419"/>
                </a:lnTo>
                <a:moveTo>
                  <a:pt x="30968" y="684"/>
                </a:moveTo>
                <a:lnTo>
                  <a:pt x="30968" y="843"/>
                </a:lnTo>
                <a:lnTo>
                  <a:pt x="30852" y="843"/>
                </a:lnTo>
                <a:lnTo>
                  <a:pt x="30852" y="684"/>
                </a:lnTo>
                <a:lnTo>
                  <a:pt x="30968" y="684"/>
                </a:lnTo>
                <a:moveTo>
                  <a:pt x="30968" y="949"/>
                </a:moveTo>
                <a:lnTo>
                  <a:pt x="30968" y="1108"/>
                </a:lnTo>
                <a:lnTo>
                  <a:pt x="30852" y="1108"/>
                </a:lnTo>
                <a:lnTo>
                  <a:pt x="30852" y="949"/>
                </a:lnTo>
                <a:lnTo>
                  <a:pt x="30968" y="949"/>
                </a:lnTo>
                <a:moveTo>
                  <a:pt x="30968" y="1213"/>
                </a:moveTo>
                <a:lnTo>
                  <a:pt x="30968" y="1372"/>
                </a:lnTo>
                <a:lnTo>
                  <a:pt x="30852" y="1372"/>
                </a:lnTo>
                <a:lnTo>
                  <a:pt x="30852" y="1213"/>
                </a:lnTo>
                <a:lnTo>
                  <a:pt x="30968" y="1213"/>
                </a:lnTo>
                <a:moveTo>
                  <a:pt x="30968" y="1478"/>
                </a:moveTo>
                <a:lnTo>
                  <a:pt x="30968" y="1637"/>
                </a:lnTo>
                <a:lnTo>
                  <a:pt x="30852" y="1637"/>
                </a:lnTo>
                <a:lnTo>
                  <a:pt x="30852" y="1478"/>
                </a:lnTo>
                <a:lnTo>
                  <a:pt x="30968" y="1478"/>
                </a:lnTo>
                <a:moveTo>
                  <a:pt x="30968" y="1742"/>
                </a:moveTo>
                <a:lnTo>
                  <a:pt x="30968" y="1901"/>
                </a:lnTo>
                <a:lnTo>
                  <a:pt x="30852" y="1901"/>
                </a:lnTo>
                <a:lnTo>
                  <a:pt x="30852" y="1742"/>
                </a:lnTo>
                <a:lnTo>
                  <a:pt x="30968" y="1742"/>
                </a:lnTo>
                <a:moveTo>
                  <a:pt x="30968" y="2007"/>
                </a:moveTo>
                <a:lnTo>
                  <a:pt x="30968" y="2166"/>
                </a:lnTo>
                <a:lnTo>
                  <a:pt x="30852" y="2166"/>
                </a:lnTo>
                <a:lnTo>
                  <a:pt x="30852" y="2007"/>
                </a:lnTo>
                <a:lnTo>
                  <a:pt x="30968" y="2007"/>
                </a:lnTo>
                <a:moveTo>
                  <a:pt x="30968" y="2271"/>
                </a:moveTo>
                <a:lnTo>
                  <a:pt x="30968" y="2430"/>
                </a:lnTo>
                <a:lnTo>
                  <a:pt x="30852" y="2430"/>
                </a:lnTo>
                <a:lnTo>
                  <a:pt x="30852" y="2271"/>
                </a:lnTo>
                <a:lnTo>
                  <a:pt x="30968" y="2271"/>
                </a:lnTo>
                <a:moveTo>
                  <a:pt x="30968" y="2536"/>
                </a:moveTo>
                <a:lnTo>
                  <a:pt x="30968" y="2695"/>
                </a:lnTo>
                <a:lnTo>
                  <a:pt x="30852" y="2695"/>
                </a:lnTo>
                <a:lnTo>
                  <a:pt x="30852" y="2536"/>
                </a:lnTo>
                <a:lnTo>
                  <a:pt x="30968" y="2536"/>
                </a:lnTo>
                <a:moveTo>
                  <a:pt x="30968" y="2800"/>
                </a:moveTo>
                <a:lnTo>
                  <a:pt x="30968" y="2959"/>
                </a:lnTo>
                <a:lnTo>
                  <a:pt x="30852" y="2959"/>
                </a:lnTo>
                <a:lnTo>
                  <a:pt x="30852" y="2800"/>
                </a:lnTo>
                <a:lnTo>
                  <a:pt x="30968" y="2800"/>
                </a:lnTo>
                <a:moveTo>
                  <a:pt x="30968" y="3065"/>
                </a:moveTo>
                <a:lnTo>
                  <a:pt x="30968" y="3224"/>
                </a:lnTo>
                <a:lnTo>
                  <a:pt x="30852" y="3224"/>
                </a:lnTo>
                <a:lnTo>
                  <a:pt x="30852" y="3065"/>
                </a:lnTo>
                <a:lnTo>
                  <a:pt x="30968" y="3065"/>
                </a:lnTo>
                <a:moveTo>
                  <a:pt x="30967" y="3333"/>
                </a:moveTo>
                <a:cubicBezTo>
                  <a:pt x="30962" y="3408"/>
                  <a:pt x="30928" y="3468"/>
                  <a:pt x="30867" y="3512"/>
                </a:cubicBezTo>
                <a:lnTo>
                  <a:pt x="30799" y="3417"/>
                </a:lnTo>
                <a:cubicBezTo>
                  <a:pt x="30831" y="3394"/>
                  <a:pt x="30848" y="3363"/>
                  <a:pt x="30851" y="3324"/>
                </a:cubicBezTo>
                <a:lnTo>
                  <a:pt x="30967" y="3333"/>
                </a:lnTo>
                <a:moveTo>
                  <a:pt x="30736" y="3557"/>
                </a:moveTo>
                <a:cubicBezTo>
                  <a:pt x="30733" y="3557"/>
                  <a:pt x="30729" y="3557"/>
                  <a:pt x="30725" y="3557"/>
                </a:cubicBezTo>
                <a:lnTo>
                  <a:pt x="30575" y="3557"/>
                </a:lnTo>
                <a:lnTo>
                  <a:pt x="30575" y="3441"/>
                </a:lnTo>
                <a:lnTo>
                  <a:pt x="30725" y="3441"/>
                </a:lnTo>
                <a:cubicBezTo>
                  <a:pt x="30727" y="3441"/>
                  <a:pt x="30729" y="3441"/>
                  <a:pt x="30731" y="3441"/>
                </a:cubicBezTo>
                <a:lnTo>
                  <a:pt x="30736" y="3557"/>
                </a:lnTo>
                <a:moveTo>
                  <a:pt x="30470" y="3557"/>
                </a:moveTo>
                <a:lnTo>
                  <a:pt x="30311" y="3557"/>
                </a:lnTo>
                <a:lnTo>
                  <a:pt x="30311" y="3441"/>
                </a:lnTo>
                <a:lnTo>
                  <a:pt x="30470" y="3441"/>
                </a:lnTo>
                <a:lnTo>
                  <a:pt x="30470" y="3557"/>
                </a:lnTo>
                <a:moveTo>
                  <a:pt x="30205" y="3557"/>
                </a:moveTo>
                <a:lnTo>
                  <a:pt x="30046" y="3557"/>
                </a:lnTo>
                <a:lnTo>
                  <a:pt x="30046" y="3441"/>
                </a:lnTo>
                <a:lnTo>
                  <a:pt x="30205" y="3441"/>
                </a:lnTo>
                <a:lnTo>
                  <a:pt x="30205" y="3557"/>
                </a:lnTo>
                <a:moveTo>
                  <a:pt x="29941" y="3557"/>
                </a:moveTo>
                <a:lnTo>
                  <a:pt x="29782" y="3557"/>
                </a:lnTo>
                <a:lnTo>
                  <a:pt x="29782" y="3441"/>
                </a:lnTo>
                <a:lnTo>
                  <a:pt x="29941" y="3441"/>
                </a:lnTo>
                <a:lnTo>
                  <a:pt x="29941" y="3557"/>
                </a:lnTo>
                <a:moveTo>
                  <a:pt x="29676" y="3557"/>
                </a:moveTo>
                <a:lnTo>
                  <a:pt x="29517" y="3557"/>
                </a:lnTo>
                <a:lnTo>
                  <a:pt x="29517" y="3441"/>
                </a:lnTo>
                <a:lnTo>
                  <a:pt x="29676" y="3441"/>
                </a:lnTo>
                <a:lnTo>
                  <a:pt x="29676" y="3557"/>
                </a:lnTo>
                <a:moveTo>
                  <a:pt x="29412" y="3557"/>
                </a:moveTo>
                <a:lnTo>
                  <a:pt x="29253" y="3557"/>
                </a:lnTo>
                <a:lnTo>
                  <a:pt x="29253" y="3441"/>
                </a:lnTo>
                <a:lnTo>
                  <a:pt x="29412" y="3441"/>
                </a:lnTo>
                <a:lnTo>
                  <a:pt x="29412" y="3557"/>
                </a:lnTo>
                <a:moveTo>
                  <a:pt x="29147" y="3557"/>
                </a:moveTo>
                <a:lnTo>
                  <a:pt x="28988" y="3557"/>
                </a:lnTo>
                <a:lnTo>
                  <a:pt x="28988" y="3441"/>
                </a:lnTo>
                <a:lnTo>
                  <a:pt x="29147" y="3441"/>
                </a:lnTo>
                <a:lnTo>
                  <a:pt x="29147" y="3557"/>
                </a:lnTo>
                <a:moveTo>
                  <a:pt x="28883" y="3557"/>
                </a:moveTo>
                <a:lnTo>
                  <a:pt x="28724" y="3557"/>
                </a:lnTo>
                <a:lnTo>
                  <a:pt x="28724" y="3441"/>
                </a:lnTo>
                <a:lnTo>
                  <a:pt x="28883" y="3441"/>
                </a:lnTo>
                <a:lnTo>
                  <a:pt x="28883" y="3557"/>
                </a:lnTo>
                <a:moveTo>
                  <a:pt x="28618" y="3557"/>
                </a:moveTo>
                <a:lnTo>
                  <a:pt x="28459" y="3557"/>
                </a:lnTo>
                <a:lnTo>
                  <a:pt x="28459" y="3441"/>
                </a:lnTo>
                <a:lnTo>
                  <a:pt x="28618" y="3441"/>
                </a:lnTo>
                <a:lnTo>
                  <a:pt x="28618" y="3557"/>
                </a:lnTo>
                <a:moveTo>
                  <a:pt x="28354" y="3557"/>
                </a:moveTo>
                <a:lnTo>
                  <a:pt x="28195" y="3557"/>
                </a:lnTo>
                <a:lnTo>
                  <a:pt x="28195" y="3441"/>
                </a:lnTo>
                <a:lnTo>
                  <a:pt x="28354" y="3441"/>
                </a:lnTo>
                <a:lnTo>
                  <a:pt x="28354" y="3557"/>
                </a:lnTo>
                <a:moveTo>
                  <a:pt x="28089" y="3557"/>
                </a:moveTo>
                <a:lnTo>
                  <a:pt x="27931" y="3557"/>
                </a:lnTo>
                <a:lnTo>
                  <a:pt x="27931" y="3441"/>
                </a:lnTo>
                <a:lnTo>
                  <a:pt x="28089" y="3441"/>
                </a:lnTo>
                <a:lnTo>
                  <a:pt x="28089" y="3557"/>
                </a:lnTo>
                <a:moveTo>
                  <a:pt x="27825" y="3557"/>
                </a:moveTo>
                <a:lnTo>
                  <a:pt x="27666" y="3557"/>
                </a:lnTo>
                <a:lnTo>
                  <a:pt x="27666" y="3441"/>
                </a:lnTo>
                <a:lnTo>
                  <a:pt x="27825" y="3441"/>
                </a:lnTo>
                <a:lnTo>
                  <a:pt x="27825" y="3557"/>
                </a:lnTo>
                <a:moveTo>
                  <a:pt x="27560" y="3557"/>
                </a:moveTo>
                <a:lnTo>
                  <a:pt x="27402" y="3557"/>
                </a:lnTo>
                <a:lnTo>
                  <a:pt x="27402" y="3441"/>
                </a:lnTo>
                <a:lnTo>
                  <a:pt x="27560" y="3441"/>
                </a:lnTo>
                <a:lnTo>
                  <a:pt x="27560" y="3557"/>
                </a:lnTo>
                <a:moveTo>
                  <a:pt x="27296" y="3557"/>
                </a:moveTo>
                <a:lnTo>
                  <a:pt x="27137" y="3557"/>
                </a:lnTo>
                <a:lnTo>
                  <a:pt x="27137" y="3441"/>
                </a:lnTo>
                <a:lnTo>
                  <a:pt x="27296" y="3441"/>
                </a:lnTo>
                <a:lnTo>
                  <a:pt x="27296" y="3557"/>
                </a:lnTo>
                <a:moveTo>
                  <a:pt x="27031" y="3557"/>
                </a:moveTo>
                <a:lnTo>
                  <a:pt x="26873" y="3557"/>
                </a:lnTo>
                <a:lnTo>
                  <a:pt x="26873" y="3441"/>
                </a:lnTo>
                <a:lnTo>
                  <a:pt x="27031" y="3441"/>
                </a:lnTo>
                <a:lnTo>
                  <a:pt x="27031" y="3557"/>
                </a:lnTo>
                <a:moveTo>
                  <a:pt x="26767" y="3557"/>
                </a:moveTo>
                <a:lnTo>
                  <a:pt x="26608" y="3557"/>
                </a:lnTo>
                <a:lnTo>
                  <a:pt x="26608" y="3441"/>
                </a:lnTo>
                <a:lnTo>
                  <a:pt x="26767" y="3441"/>
                </a:lnTo>
                <a:lnTo>
                  <a:pt x="26767" y="3557"/>
                </a:lnTo>
                <a:moveTo>
                  <a:pt x="26502" y="3557"/>
                </a:moveTo>
                <a:lnTo>
                  <a:pt x="26344" y="3557"/>
                </a:lnTo>
                <a:lnTo>
                  <a:pt x="26344" y="3441"/>
                </a:lnTo>
                <a:lnTo>
                  <a:pt x="26502" y="3441"/>
                </a:lnTo>
                <a:lnTo>
                  <a:pt x="26502" y="3557"/>
                </a:lnTo>
                <a:moveTo>
                  <a:pt x="26238" y="3557"/>
                </a:moveTo>
                <a:lnTo>
                  <a:pt x="26079" y="3557"/>
                </a:lnTo>
                <a:lnTo>
                  <a:pt x="26079" y="3441"/>
                </a:lnTo>
                <a:lnTo>
                  <a:pt x="26238" y="3441"/>
                </a:lnTo>
                <a:lnTo>
                  <a:pt x="26238" y="3557"/>
                </a:lnTo>
                <a:moveTo>
                  <a:pt x="25973" y="3557"/>
                </a:moveTo>
                <a:lnTo>
                  <a:pt x="25815" y="3557"/>
                </a:lnTo>
                <a:lnTo>
                  <a:pt x="25815" y="3441"/>
                </a:lnTo>
                <a:lnTo>
                  <a:pt x="25973" y="3441"/>
                </a:lnTo>
                <a:lnTo>
                  <a:pt x="25973" y="3557"/>
                </a:lnTo>
                <a:moveTo>
                  <a:pt x="25709" y="3557"/>
                </a:moveTo>
                <a:lnTo>
                  <a:pt x="25550" y="3557"/>
                </a:lnTo>
                <a:lnTo>
                  <a:pt x="25550" y="3441"/>
                </a:lnTo>
                <a:lnTo>
                  <a:pt x="25709" y="3441"/>
                </a:lnTo>
                <a:lnTo>
                  <a:pt x="25709" y="3557"/>
                </a:lnTo>
                <a:moveTo>
                  <a:pt x="25444" y="3557"/>
                </a:moveTo>
                <a:lnTo>
                  <a:pt x="25286" y="3557"/>
                </a:lnTo>
                <a:lnTo>
                  <a:pt x="25286" y="3441"/>
                </a:lnTo>
                <a:lnTo>
                  <a:pt x="25444" y="3441"/>
                </a:lnTo>
                <a:lnTo>
                  <a:pt x="25444" y="3557"/>
                </a:lnTo>
                <a:moveTo>
                  <a:pt x="25180" y="3557"/>
                </a:moveTo>
                <a:lnTo>
                  <a:pt x="25021" y="3557"/>
                </a:lnTo>
                <a:lnTo>
                  <a:pt x="25021" y="3441"/>
                </a:lnTo>
                <a:lnTo>
                  <a:pt x="25180" y="3441"/>
                </a:lnTo>
                <a:lnTo>
                  <a:pt x="25180" y="3557"/>
                </a:lnTo>
                <a:moveTo>
                  <a:pt x="24916" y="3557"/>
                </a:moveTo>
                <a:lnTo>
                  <a:pt x="24757" y="3557"/>
                </a:lnTo>
                <a:lnTo>
                  <a:pt x="24757" y="3441"/>
                </a:lnTo>
                <a:lnTo>
                  <a:pt x="24916" y="3441"/>
                </a:lnTo>
                <a:lnTo>
                  <a:pt x="24916" y="3557"/>
                </a:lnTo>
                <a:moveTo>
                  <a:pt x="24651" y="3557"/>
                </a:moveTo>
                <a:lnTo>
                  <a:pt x="24492" y="3557"/>
                </a:lnTo>
                <a:lnTo>
                  <a:pt x="24492" y="3441"/>
                </a:lnTo>
                <a:lnTo>
                  <a:pt x="24651" y="3441"/>
                </a:lnTo>
                <a:lnTo>
                  <a:pt x="24651" y="3557"/>
                </a:lnTo>
                <a:moveTo>
                  <a:pt x="24387" y="3557"/>
                </a:moveTo>
                <a:lnTo>
                  <a:pt x="24228" y="3557"/>
                </a:lnTo>
                <a:lnTo>
                  <a:pt x="24228" y="3441"/>
                </a:lnTo>
                <a:lnTo>
                  <a:pt x="24387" y="3441"/>
                </a:lnTo>
                <a:lnTo>
                  <a:pt x="24387" y="3557"/>
                </a:lnTo>
                <a:moveTo>
                  <a:pt x="24122" y="3557"/>
                </a:moveTo>
                <a:lnTo>
                  <a:pt x="23963" y="3557"/>
                </a:lnTo>
                <a:lnTo>
                  <a:pt x="23963" y="3441"/>
                </a:lnTo>
                <a:lnTo>
                  <a:pt x="24122" y="3441"/>
                </a:lnTo>
                <a:lnTo>
                  <a:pt x="24122" y="3557"/>
                </a:lnTo>
                <a:moveTo>
                  <a:pt x="23858" y="3557"/>
                </a:moveTo>
                <a:lnTo>
                  <a:pt x="23699" y="3557"/>
                </a:lnTo>
                <a:lnTo>
                  <a:pt x="23699" y="3441"/>
                </a:lnTo>
                <a:lnTo>
                  <a:pt x="23858" y="3441"/>
                </a:lnTo>
                <a:lnTo>
                  <a:pt x="23858" y="3557"/>
                </a:lnTo>
                <a:moveTo>
                  <a:pt x="23593" y="3557"/>
                </a:moveTo>
                <a:lnTo>
                  <a:pt x="23434" y="3557"/>
                </a:lnTo>
                <a:lnTo>
                  <a:pt x="23434" y="3441"/>
                </a:lnTo>
                <a:lnTo>
                  <a:pt x="23593" y="3441"/>
                </a:lnTo>
                <a:lnTo>
                  <a:pt x="23593" y="3557"/>
                </a:lnTo>
                <a:moveTo>
                  <a:pt x="23329" y="3557"/>
                </a:moveTo>
                <a:lnTo>
                  <a:pt x="23170" y="3557"/>
                </a:lnTo>
                <a:lnTo>
                  <a:pt x="23170" y="3441"/>
                </a:lnTo>
                <a:lnTo>
                  <a:pt x="23329" y="3441"/>
                </a:lnTo>
                <a:lnTo>
                  <a:pt x="23329" y="3557"/>
                </a:lnTo>
                <a:moveTo>
                  <a:pt x="23064" y="3557"/>
                </a:moveTo>
                <a:lnTo>
                  <a:pt x="22905" y="3557"/>
                </a:lnTo>
                <a:lnTo>
                  <a:pt x="22905" y="3441"/>
                </a:lnTo>
                <a:lnTo>
                  <a:pt x="23064" y="3441"/>
                </a:lnTo>
                <a:lnTo>
                  <a:pt x="23064" y="3557"/>
                </a:lnTo>
                <a:moveTo>
                  <a:pt x="22800" y="3557"/>
                </a:moveTo>
                <a:lnTo>
                  <a:pt x="22641" y="3557"/>
                </a:lnTo>
                <a:lnTo>
                  <a:pt x="22641" y="3441"/>
                </a:lnTo>
                <a:lnTo>
                  <a:pt x="22800" y="3441"/>
                </a:lnTo>
                <a:lnTo>
                  <a:pt x="22800" y="3557"/>
                </a:lnTo>
                <a:moveTo>
                  <a:pt x="22535" y="3557"/>
                </a:moveTo>
                <a:lnTo>
                  <a:pt x="22376" y="3557"/>
                </a:lnTo>
                <a:lnTo>
                  <a:pt x="22376" y="3441"/>
                </a:lnTo>
                <a:lnTo>
                  <a:pt x="22535" y="3441"/>
                </a:lnTo>
                <a:lnTo>
                  <a:pt x="22535" y="3557"/>
                </a:lnTo>
                <a:moveTo>
                  <a:pt x="22271" y="3557"/>
                </a:moveTo>
                <a:lnTo>
                  <a:pt x="22112" y="3557"/>
                </a:lnTo>
                <a:lnTo>
                  <a:pt x="22112" y="3441"/>
                </a:lnTo>
                <a:lnTo>
                  <a:pt x="22271" y="3441"/>
                </a:lnTo>
                <a:lnTo>
                  <a:pt x="22271" y="3557"/>
                </a:lnTo>
                <a:moveTo>
                  <a:pt x="22006" y="3557"/>
                </a:moveTo>
                <a:lnTo>
                  <a:pt x="21847" y="3557"/>
                </a:lnTo>
                <a:lnTo>
                  <a:pt x="21847" y="3441"/>
                </a:lnTo>
                <a:lnTo>
                  <a:pt x="22006" y="3441"/>
                </a:lnTo>
                <a:lnTo>
                  <a:pt x="22006" y="3557"/>
                </a:lnTo>
                <a:moveTo>
                  <a:pt x="21742" y="3557"/>
                </a:moveTo>
                <a:lnTo>
                  <a:pt x="21583" y="3557"/>
                </a:lnTo>
                <a:lnTo>
                  <a:pt x="21583" y="3441"/>
                </a:lnTo>
                <a:lnTo>
                  <a:pt x="21742" y="3441"/>
                </a:lnTo>
                <a:lnTo>
                  <a:pt x="21742" y="3557"/>
                </a:lnTo>
                <a:moveTo>
                  <a:pt x="21477" y="3557"/>
                </a:moveTo>
                <a:lnTo>
                  <a:pt x="21319" y="3557"/>
                </a:lnTo>
                <a:lnTo>
                  <a:pt x="21319" y="3441"/>
                </a:lnTo>
                <a:lnTo>
                  <a:pt x="21477" y="3441"/>
                </a:lnTo>
                <a:lnTo>
                  <a:pt x="21477" y="3557"/>
                </a:lnTo>
                <a:moveTo>
                  <a:pt x="21213" y="3557"/>
                </a:moveTo>
                <a:lnTo>
                  <a:pt x="21054" y="3557"/>
                </a:lnTo>
                <a:lnTo>
                  <a:pt x="21054" y="3441"/>
                </a:lnTo>
                <a:lnTo>
                  <a:pt x="21213" y="3441"/>
                </a:lnTo>
                <a:lnTo>
                  <a:pt x="21213" y="3557"/>
                </a:lnTo>
                <a:moveTo>
                  <a:pt x="20948" y="3557"/>
                </a:moveTo>
                <a:lnTo>
                  <a:pt x="20790" y="3557"/>
                </a:lnTo>
                <a:lnTo>
                  <a:pt x="20790" y="3441"/>
                </a:lnTo>
                <a:lnTo>
                  <a:pt x="20948" y="3441"/>
                </a:lnTo>
                <a:lnTo>
                  <a:pt x="20948" y="3557"/>
                </a:lnTo>
                <a:moveTo>
                  <a:pt x="20684" y="3557"/>
                </a:moveTo>
                <a:lnTo>
                  <a:pt x="20525" y="3557"/>
                </a:lnTo>
                <a:lnTo>
                  <a:pt x="20525" y="3441"/>
                </a:lnTo>
                <a:lnTo>
                  <a:pt x="20684" y="3441"/>
                </a:lnTo>
                <a:lnTo>
                  <a:pt x="20684" y="3557"/>
                </a:lnTo>
                <a:moveTo>
                  <a:pt x="20419" y="3557"/>
                </a:moveTo>
                <a:lnTo>
                  <a:pt x="20261" y="3557"/>
                </a:lnTo>
                <a:lnTo>
                  <a:pt x="20261" y="3441"/>
                </a:lnTo>
                <a:lnTo>
                  <a:pt x="20419" y="3441"/>
                </a:lnTo>
                <a:lnTo>
                  <a:pt x="20419" y="3557"/>
                </a:lnTo>
                <a:moveTo>
                  <a:pt x="20155" y="3557"/>
                </a:moveTo>
                <a:lnTo>
                  <a:pt x="19996" y="3557"/>
                </a:lnTo>
                <a:lnTo>
                  <a:pt x="19996" y="3441"/>
                </a:lnTo>
                <a:lnTo>
                  <a:pt x="20155" y="3441"/>
                </a:lnTo>
                <a:lnTo>
                  <a:pt x="20155" y="3557"/>
                </a:lnTo>
                <a:moveTo>
                  <a:pt x="19890" y="3557"/>
                </a:moveTo>
                <a:lnTo>
                  <a:pt x="19732" y="3557"/>
                </a:lnTo>
                <a:lnTo>
                  <a:pt x="19732" y="3441"/>
                </a:lnTo>
                <a:lnTo>
                  <a:pt x="19890" y="3441"/>
                </a:lnTo>
                <a:lnTo>
                  <a:pt x="19890" y="3557"/>
                </a:lnTo>
                <a:moveTo>
                  <a:pt x="19626" y="3557"/>
                </a:moveTo>
                <a:lnTo>
                  <a:pt x="19467" y="3557"/>
                </a:lnTo>
                <a:lnTo>
                  <a:pt x="19467" y="3441"/>
                </a:lnTo>
                <a:lnTo>
                  <a:pt x="19626" y="3441"/>
                </a:lnTo>
                <a:lnTo>
                  <a:pt x="19626" y="3557"/>
                </a:lnTo>
                <a:moveTo>
                  <a:pt x="19361" y="3557"/>
                </a:moveTo>
                <a:lnTo>
                  <a:pt x="19203" y="3557"/>
                </a:lnTo>
                <a:lnTo>
                  <a:pt x="19203" y="3441"/>
                </a:lnTo>
                <a:lnTo>
                  <a:pt x="19361" y="3441"/>
                </a:lnTo>
                <a:lnTo>
                  <a:pt x="19361" y="3557"/>
                </a:lnTo>
                <a:moveTo>
                  <a:pt x="19097" y="3557"/>
                </a:moveTo>
                <a:lnTo>
                  <a:pt x="18938" y="3557"/>
                </a:lnTo>
                <a:lnTo>
                  <a:pt x="18938" y="3441"/>
                </a:lnTo>
                <a:lnTo>
                  <a:pt x="19097" y="3441"/>
                </a:lnTo>
                <a:lnTo>
                  <a:pt x="19097" y="3557"/>
                </a:lnTo>
                <a:moveTo>
                  <a:pt x="18832" y="3557"/>
                </a:moveTo>
                <a:lnTo>
                  <a:pt x="18674" y="3557"/>
                </a:lnTo>
                <a:lnTo>
                  <a:pt x="18674" y="3441"/>
                </a:lnTo>
                <a:lnTo>
                  <a:pt x="18832" y="3441"/>
                </a:lnTo>
                <a:lnTo>
                  <a:pt x="18832" y="3557"/>
                </a:lnTo>
                <a:moveTo>
                  <a:pt x="18568" y="3557"/>
                </a:moveTo>
                <a:lnTo>
                  <a:pt x="18409" y="3557"/>
                </a:lnTo>
                <a:lnTo>
                  <a:pt x="18409" y="3441"/>
                </a:lnTo>
                <a:lnTo>
                  <a:pt x="18568" y="3441"/>
                </a:lnTo>
                <a:lnTo>
                  <a:pt x="18568" y="3557"/>
                </a:lnTo>
                <a:moveTo>
                  <a:pt x="18303" y="3557"/>
                </a:moveTo>
                <a:lnTo>
                  <a:pt x="18145" y="3557"/>
                </a:lnTo>
                <a:lnTo>
                  <a:pt x="18145" y="3441"/>
                </a:lnTo>
                <a:lnTo>
                  <a:pt x="18303" y="3441"/>
                </a:lnTo>
                <a:lnTo>
                  <a:pt x="18303" y="3557"/>
                </a:lnTo>
                <a:moveTo>
                  <a:pt x="18039" y="3557"/>
                </a:moveTo>
                <a:lnTo>
                  <a:pt x="17880" y="3557"/>
                </a:lnTo>
                <a:lnTo>
                  <a:pt x="17880" y="3441"/>
                </a:lnTo>
                <a:lnTo>
                  <a:pt x="18039" y="3441"/>
                </a:lnTo>
                <a:lnTo>
                  <a:pt x="18039" y="3557"/>
                </a:lnTo>
                <a:moveTo>
                  <a:pt x="17775" y="3557"/>
                </a:moveTo>
                <a:lnTo>
                  <a:pt x="17616" y="3557"/>
                </a:lnTo>
                <a:lnTo>
                  <a:pt x="17616" y="3441"/>
                </a:lnTo>
                <a:lnTo>
                  <a:pt x="17775" y="3441"/>
                </a:lnTo>
                <a:lnTo>
                  <a:pt x="17775" y="3557"/>
                </a:lnTo>
                <a:moveTo>
                  <a:pt x="17510" y="3557"/>
                </a:moveTo>
                <a:lnTo>
                  <a:pt x="17351" y="3557"/>
                </a:lnTo>
                <a:lnTo>
                  <a:pt x="17351" y="3441"/>
                </a:lnTo>
                <a:lnTo>
                  <a:pt x="17510" y="3441"/>
                </a:lnTo>
                <a:lnTo>
                  <a:pt x="17510" y="3557"/>
                </a:lnTo>
                <a:moveTo>
                  <a:pt x="17246" y="3557"/>
                </a:moveTo>
                <a:lnTo>
                  <a:pt x="17087" y="3557"/>
                </a:lnTo>
                <a:lnTo>
                  <a:pt x="17087" y="3441"/>
                </a:lnTo>
                <a:lnTo>
                  <a:pt x="17246" y="3441"/>
                </a:lnTo>
                <a:lnTo>
                  <a:pt x="17246" y="3557"/>
                </a:lnTo>
                <a:moveTo>
                  <a:pt x="16981" y="3557"/>
                </a:moveTo>
                <a:lnTo>
                  <a:pt x="16822" y="3557"/>
                </a:lnTo>
                <a:lnTo>
                  <a:pt x="16822" y="3441"/>
                </a:lnTo>
                <a:lnTo>
                  <a:pt x="16981" y="3441"/>
                </a:lnTo>
                <a:lnTo>
                  <a:pt x="16981" y="3557"/>
                </a:lnTo>
                <a:moveTo>
                  <a:pt x="16717" y="3557"/>
                </a:moveTo>
                <a:lnTo>
                  <a:pt x="16558" y="3557"/>
                </a:lnTo>
                <a:lnTo>
                  <a:pt x="16558" y="3441"/>
                </a:lnTo>
                <a:lnTo>
                  <a:pt x="16717" y="3441"/>
                </a:lnTo>
                <a:lnTo>
                  <a:pt x="16717" y="3557"/>
                </a:lnTo>
                <a:moveTo>
                  <a:pt x="16452" y="3557"/>
                </a:moveTo>
                <a:lnTo>
                  <a:pt x="16293" y="3557"/>
                </a:lnTo>
                <a:lnTo>
                  <a:pt x="16293" y="3441"/>
                </a:lnTo>
                <a:lnTo>
                  <a:pt x="16452" y="3441"/>
                </a:lnTo>
                <a:lnTo>
                  <a:pt x="16452" y="3557"/>
                </a:lnTo>
                <a:moveTo>
                  <a:pt x="16188" y="3557"/>
                </a:moveTo>
                <a:lnTo>
                  <a:pt x="16029" y="3557"/>
                </a:lnTo>
                <a:lnTo>
                  <a:pt x="16029" y="3441"/>
                </a:lnTo>
                <a:lnTo>
                  <a:pt x="16188" y="3441"/>
                </a:lnTo>
                <a:lnTo>
                  <a:pt x="16188" y="3557"/>
                </a:lnTo>
                <a:moveTo>
                  <a:pt x="15923" y="3557"/>
                </a:moveTo>
                <a:lnTo>
                  <a:pt x="15764" y="3557"/>
                </a:lnTo>
                <a:lnTo>
                  <a:pt x="15764" y="3441"/>
                </a:lnTo>
                <a:lnTo>
                  <a:pt x="15923" y="3441"/>
                </a:lnTo>
                <a:lnTo>
                  <a:pt x="15923" y="3557"/>
                </a:lnTo>
                <a:moveTo>
                  <a:pt x="15659" y="3557"/>
                </a:moveTo>
                <a:lnTo>
                  <a:pt x="15500" y="3557"/>
                </a:lnTo>
                <a:lnTo>
                  <a:pt x="15500" y="3441"/>
                </a:lnTo>
                <a:lnTo>
                  <a:pt x="15659" y="3441"/>
                </a:lnTo>
                <a:lnTo>
                  <a:pt x="15659" y="3557"/>
                </a:lnTo>
                <a:moveTo>
                  <a:pt x="15394" y="3557"/>
                </a:moveTo>
                <a:lnTo>
                  <a:pt x="15235" y="3557"/>
                </a:lnTo>
                <a:lnTo>
                  <a:pt x="15235" y="3441"/>
                </a:lnTo>
                <a:lnTo>
                  <a:pt x="15394" y="3441"/>
                </a:lnTo>
                <a:lnTo>
                  <a:pt x="15394" y="3557"/>
                </a:lnTo>
                <a:moveTo>
                  <a:pt x="15130" y="3557"/>
                </a:moveTo>
                <a:lnTo>
                  <a:pt x="14971" y="3557"/>
                </a:lnTo>
                <a:lnTo>
                  <a:pt x="14971" y="3441"/>
                </a:lnTo>
                <a:lnTo>
                  <a:pt x="15130" y="3441"/>
                </a:lnTo>
                <a:lnTo>
                  <a:pt x="15130" y="3557"/>
                </a:lnTo>
                <a:moveTo>
                  <a:pt x="14865" y="3557"/>
                </a:moveTo>
                <a:lnTo>
                  <a:pt x="14706" y="3557"/>
                </a:lnTo>
                <a:lnTo>
                  <a:pt x="14706" y="3441"/>
                </a:lnTo>
                <a:lnTo>
                  <a:pt x="14865" y="3441"/>
                </a:lnTo>
                <a:lnTo>
                  <a:pt x="14865" y="3557"/>
                </a:lnTo>
                <a:moveTo>
                  <a:pt x="14601" y="3557"/>
                </a:moveTo>
                <a:lnTo>
                  <a:pt x="14442" y="3557"/>
                </a:lnTo>
                <a:lnTo>
                  <a:pt x="14442" y="3441"/>
                </a:lnTo>
                <a:lnTo>
                  <a:pt x="14601" y="3441"/>
                </a:lnTo>
                <a:lnTo>
                  <a:pt x="14601" y="3557"/>
                </a:lnTo>
                <a:moveTo>
                  <a:pt x="14336" y="3557"/>
                </a:moveTo>
                <a:lnTo>
                  <a:pt x="14178" y="3557"/>
                </a:lnTo>
                <a:lnTo>
                  <a:pt x="14178" y="3441"/>
                </a:lnTo>
                <a:lnTo>
                  <a:pt x="14336" y="3441"/>
                </a:lnTo>
                <a:lnTo>
                  <a:pt x="14336" y="3557"/>
                </a:lnTo>
                <a:moveTo>
                  <a:pt x="14072" y="3557"/>
                </a:moveTo>
                <a:lnTo>
                  <a:pt x="13912" y="3557"/>
                </a:lnTo>
                <a:lnTo>
                  <a:pt x="13912" y="3441"/>
                </a:lnTo>
                <a:lnTo>
                  <a:pt x="14072" y="3441"/>
                </a:lnTo>
                <a:lnTo>
                  <a:pt x="14072" y="3557"/>
                </a:lnTo>
                <a:moveTo>
                  <a:pt x="13806" y="3557"/>
                </a:moveTo>
                <a:lnTo>
                  <a:pt x="13648" y="3557"/>
                </a:lnTo>
                <a:lnTo>
                  <a:pt x="13648" y="3441"/>
                </a:lnTo>
                <a:lnTo>
                  <a:pt x="13806" y="3441"/>
                </a:lnTo>
                <a:lnTo>
                  <a:pt x="13806" y="3557"/>
                </a:lnTo>
                <a:moveTo>
                  <a:pt x="13542" y="3557"/>
                </a:moveTo>
                <a:lnTo>
                  <a:pt x="13383" y="3557"/>
                </a:lnTo>
                <a:lnTo>
                  <a:pt x="13383" y="3441"/>
                </a:lnTo>
                <a:lnTo>
                  <a:pt x="13542" y="3441"/>
                </a:lnTo>
                <a:lnTo>
                  <a:pt x="13542" y="3557"/>
                </a:lnTo>
                <a:moveTo>
                  <a:pt x="13277" y="3557"/>
                </a:moveTo>
                <a:lnTo>
                  <a:pt x="13119" y="3557"/>
                </a:lnTo>
                <a:lnTo>
                  <a:pt x="13119" y="3441"/>
                </a:lnTo>
                <a:lnTo>
                  <a:pt x="13277" y="3441"/>
                </a:lnTo>
                <a:lnTo>
                  <a:pt x="13277" y="3557"/>
                </a:lnTo>
                <a:moveTo>
                  <a:pt x="13013" y="3557"/>
                </a:moveTo>
                <a:lnTo>
                  <a:pt x="12854" y="3557"/>
                </a:lnTo>
                <a:lnTo>
                  <a:pt x="12854" y="3441"/>
                </a:lnTo>
                <a:lnTo>
                  <a:pt x="13013" y="3441"/>
                </a:lnTo>
                <a:lnTo>
                  <a:pt x="13013" y="3557"/>
                </a:lnTo>
                <a:moveTo>
                  <a:pt x="12748" y="3557"/>
                </a:moveTo>
                <a:lnTo>
                  <a:pt x="12590" y="3557"/>
                </a:lnTo>
                <a:lnTo>
                  <a:pt x="12590" y="3441"/>
                </a:lnTo>
                <a:lnTo>
                  <a:pt x="12748" y="3441"/>
                </a:lnTo>
                <a:lnTo>
                  <a:pt x="12748" y="3557"/>
                </a:lnTo>
                <a:moveTo>
                  <a:pt x="12484" y="3557"/>
                </a:moveTo>
                <a:lnTo>
                  <a:pt x="12325" y="3557"/>
                </a:lnTo>
                <a:lnTo>
                  <a:pt x="12325" y="3441"/>
                </a:lnTo>
                <a:lnTo>
                  <a:pt x="12484" y="3441"/>
                </a:lnTo>
                <a:lnTo>
                  <a:pt x="12484" y="3557"/>
                </a:lnTo>
                <a:moveTo>
                  <a:pt x="12219" y="3557"/>
                </a:moveTo>
                <a:lnTo>
                  <a:pt x="12061" y="3557"/>
                </a:lnTo>
                <a:lnTo>
                  <a:pt x="12061" y="3441"/>
                </a:lnTo>
                <a:lnTo>
                  <a:pt x="12219" y="3441"/>
                </a:lnTo>
                <a:lnTo>
                  <a:pt x="12219" y="3557"/>
                </a:lnTo>
                <a:moveTo>
                  <a:pt x="11955" y="3557"/>
                </a:moveTo>
                <a:lnTo>
                  <a:pt x="11796" y="3557"/>
                </a:lnTo>
                <a:lnTo>
                  <a:pt x="11796" y="3441"/>
                </a:lnTo>
                <a:lnTo>
                  <a:pt x="11955" y="3441"/>
                </a:lnTo>
                <a:lnTo>
                  <a:pt x="11955" y="3557"/>
                </a:lnTo>
                <a:moveTo>
                  <a:pt x="11690" y="3557"/>
                </a:moveTo>
                <a:lnTo>
                  <a:pt x="11532" y="3557"/>
                </a:lnTo>
                <a:lnTo>
                  <a:pt x="11532" y="3441"/>
                </a:lnTo>
                <a:lnTo>
                  <a:pt x="11690" y="3441"/>
                </a:lnTo>
                <a:lnTo>
                  <a:pt x="11690" y="3557"/>
                </a:lnTo>
                <a:moveTo>
                  <a:pt x="11426" y="3557"/>
                </a:moveTo>
                <a:lnTo>
                  <a:pt x="11267" y="3557"/>
                </a:lnTo>
                <a:lnTo>
                  <a:pt x="11267" y="3441"/>
                </a:lnTo>
                <a:lnTo>
                  <a:pt x="11426" y="3441"/>
                </a:lnTo>
                <a:lnTo>
                  <a:pt x="11426" y="3557"/>
                </a:lnTo>
                <a:moveTo>
                  <a:pt x="11162" y="3557"/>
                </a:moveTo>
                <a:lnTo>
                  <a:pt x="11003" y="3557"/>
                </a:lnTo>
                <a:lnTo>
                  <a:pt x="11003" y="3441"/>
                </a:lnTo>
                <a:lnTo>
                  <a:pt x="11162" y="3441"/>
                </a:lnTo>
                <a:lnTo>
                  <a:pt x="11162" y="3557"/>
                </a:lnTo>
                <a:moveTo>
                  <a:pt x="10897" y="3557"/>
                </a:moveTo>
                <a:lnTo>
                  <a:pt x="10738" y="3557"/>
                </a:lnTo>
                <a:lnTo>
                  <a:pt x="10738" y="3441"/>
                </a:lnTo>
                <a:lnTo>
                  <a:pt x="10897" y="3441"/>
                </a:lnTo>
                <a:lnTo>
                  <a:pt x="10897" y="3557"/>
                </a:lnTo>
                <a:moveTo>
                  <a:pt x="10633" y="3557"/>
                </a:moveTo>
                <a:lnTo>
                  <a:pt x="10474" y="3557"/>
                </a:lnTo>
                <a:lnTo>
                  <a:pt x="10474" y="3441"/>
                </a:lnTo>
                <a:lnTo>
                  <a:pt x="10633" y="3441"/>
                </a:lnTo>
                <a:lnTo>
                  <a:pt x="10633" y="3557"/>
                </a:lnTo>
                <a:moveTo>
                  <a:pt x="10368" y="3557"/>
                </a:moveTo>
                <a:lnTo>
                  <a:pt x="10209" y="3557"/>
                </a:lnTo>
                <a:lnTo>
                  <a:pt x="10209" y="3441"/>
                </a:lnTo>
                <a:lnTo>
                  <a:pt x="10368" y="3441"/>
                </a:lnTo>
                <a:lnTo>
                  <a:pt x="10368" y="3557"/>
                </a:lnTo>
                <a:moveTo>
                  <a:pt x="10104" y="3557"/>
                </a:moveTo>
                <a:lnTo>
                  <a:pt x="9945" y="3557"/>
                </a:lnTo>
                <a:lnTo>
                  <a:pt x="9945" y="3441"/>
                </a:lnTo>
                <a:lnTo>
                  <a:pt x="10104" y="3441"/>
                </a:lnTo>
                <a:lnTo>
                  <a:pt x="10104" y="3557"/>
                </a:lnTo>
                <a:moveTo>
                  <a:pt x="9839" y="3557"/>
                </a:moveTo>
                <a:lnTo>
                  <a:pt x="9680" y="3557"/>
                </a:lnTo>
                <a:lnTo>
                  <a:pt x="9680" y="3441"/>
                </a:lnTo>
                <a:lnTo>
                  <a:pt x="9839" y="3441"/>
                </a:lnTo>
                <a:lnTo>
                  <a:pt x="9839" y="3557"/>
                </a:lnTo>
                <a:moveTo>
                  <a:pt x="9575" y="3557"/>
                </a:moveTo>
                <a:lnTo>
                  <a:pt x="9416" y="3557"/>
                </a:lnTo>
                <a:lnTo>
                  <a:pt x="9416" y="3441"/>
                </a:lnTo>
                <a:lnTo>
                  <a:pt x="9575" y="3441"/>
                </a:lnTo>
                <a:lnTo>
                  <a:pt x="9575" y="3557"/>
                </a:lnTo>
                <a:moveTo>
                  <a:pt x="9310" y="3557"/>
                </a:moveTo>
                <a:lnTo>
                  <a:pt x="9151" y="3557"/>
                </a:lnTo>
                <a:lnTo>
                  <a:pt x="9151" y="3441"/>
                </a:lnTo>
                <a:lnTo>
                  <a:pt x="9310" y="3441"/>
                </a:lnTo>
                <a:lnTo>
                  <a:pt x="9310" y="3557"/>
                </a:lnTo>
                <a:moveTo>
                  <a:pt x="9046" y="3557"/>
                </a:moveTo>
                <a:lnTo>
                  <a:pt x="8887" y="3557"/>
                </a:lnTo>
                <a:lnTo>
                  <a:pt x="8887" y="3441"/>
                </a:lnTo>
                <a:lnTo>
                  <a:pt x="9046" y="3441"/>
                </a:lnTo>
                <a:lnTo>
                  <a:pt x="9046" y="3557"/>
                </a:lnTo>
                <a:moveTo>
                  <a:pt x="8781" y="3557"/>
                </a:moveTo>
                <a:lnTo>
                  <a:pt x="8622" y="3557"/>
                </a:lnTo>
                <a:lnTo>
                  <a:pt x="8622" y="3441"/>
                </a:lnTo>
                <a:lnTo>
                  <a:pt x="8781" y="3441"/>
                </a:lnTo>
                <a:lnTo>
                  <a:pt x="8781" y="3557"/>
                </a:lnTo>
                <a:moveTo>
                  <a:pt x="8517" y="3557"/>
                </a:moveTo>
                <a:lnTo>
                  <a:pt x="8358" y="3557"/>
                </a:lnTo>
                <a:lnTo>
                  <a:pt x="8358" y="3441"/>
                </a:lnTo>
                <a:lnTo>
                  <a:pt x="8517" y="3441"/>
                </a:lnTo>
                <a:lnTo>
                  <a:pt x="8517" y="3557"/>
                </a:lnTo>
                <a:moveTo>
                  <a:pt x="8252" y="3557"/>
                </a:moveTo>
                <a:lnTo>
                  <a:pt x="8093" y="3557"/>
                </a:lnTo>
                <a:lnTo>
                  <a:pt x="8093" y="3441"/>
                </a:lnTo>
                <a:lnTo>
                  <a:pt x="8252" y="3441"/>
                </a:lnTo>
                <a:lnTo>
                  <a:pt x="8252" y="3557"/>
                </a:lnTo>
                <a:moveTo>
                  <a:pt x="7988" y="3557"/>
                </a:moveTo>
                <a:lnTo>
                  <a:pt x="7829" y="3557"/>
                </a:lnTo>
                <a:lnTo>
                  <a:pt x="7829" y="3441"/>
                </a:lnTo>
                <a:lnTo>
                  <a:pt x="7988" y="3441"/>
                </a:lnTo>
                <a:lnTo>
                  <a:pt x="7988" y="3557"/>
                </a:lnTo>
                <a:moveTo>
                  <a:pt x="7723" y="3557"/>
                </a:moveTo>
                <a:lnTo>
                  <a:pt x="7565" y="3557"/>
                </a:lnTo>
                <a:lnTo>
                  <a:pt x="7565" y="3441"/>
                </a:lnTo>
                <a:lnTo>
                  <a:pt x="7723" y="3441"/>
                </a:lnTo>
                <a:lnTo>
                  <a:pt x="7723" y="3557"/>
                </a:lnTo>
                <a:moveTo>
                  <a:pt x="7459" y="3557"/>
                </a:moveTo>
                <a:lnTo>
                  <a:pt x="7300" y="3557"/>
                </a:lnTo>
                <a:lnTo>
                  <a:pt x="7300" y="3441"/>
                </a:lnTo>
                <a:lnTo>
                  <a:pt x="7459" y="3441"/>
                </a:lnTo>
                <a:lnTo>
                  <a:pt x="7459" y="3557"/>
                </a:lnTo>
                <a:moveTo>
                  <a:pt x="7194" y="3557"/>
                </a:moveTo>
                <a:lnTo>
                  <a:pt x="7036" y="3557"/>
                </a:lnTo>
                <a:lnTo>
                  <a:pt x="7036" y="3441"/>
                </a:lnTo>
                <a:lnTo>
                  <a:pt x="7194" y="3441"/>
                </a:lnTo>
                <a:lnTo>
                  <a:pt x="7194" y="3557"/>
                </a:lnTo>
                <a:moveTo>
                  <a:pt x="6930" y="3557"/>
                </a:moveTo>
                <a:lnTo>
                  <a:pt x="6771" y="3557"/>
                </a:lnTo>
                <a:lnTo>
                  <a:pt x="6771" y="3441"/>
                </a:lnTo>
                <a:lnTo>
                  <a:pt x="6930" y="3441"/>
                </a:lnTo>
                <a:lnTo>
                  <a:pt x="6930" y="3557"/>
                </a:lnTo>
                <a:moveTo>
                  <a:pt x="6665" y="3557"/>
                </a:moveTo>
                <a:lnTo>
                  <a:pt x="6507" y="3557"/>
                </a:lnTo>
                <a:lnTo>
                  <a:pt x="6507" y="3441"/>
                </a:lnTo>
                <a:lnTo>
                  <a:pt x="6665" y="3441"/>
                </a:lnTo>
                <a:lnTo>
                  <a:pt x="6665" y="3557"/>
                </a:lnTo>
                <a:moveTo>
                  <a:pt x="6401" y="3557"/>
                </a:moveTo>
                <a:lnTo>
                  <a:pt x="6242" y="3557"/>
                </a:lnTo>
                <a:lnTo>
                  <a:pt x="6242" y="3441"/>
                </a:lnTo>
                <a:lnTo>
                  <a:pt x="6401" y="3441"/>
                </a:lnTo>
                <a:lnTo>
                  <a:pt x="6401" y="3557"/>
                </a:lnTo>
                <a:moveTo>
                  <a:pt x="6136" y="3557"/>
                </a:moveTo>
                <a:lnTo>
                  <a:pt x="5978" y="3557"/>
                </a:lnTo>
                <a:lnTo>
                  <a:pt x="5978" y="3441"/>
                </a:lnTo>
                <a:lnTo>
                  <a:pt x="6136" y="3441"/>
                </a:lnTo>
                <a:lnTo>
                  <a:pt x="6136" y="3557"/>
                </a:lnTo>
                <a:moveTo>
                  <a:pt x="5872" y="3557"/>
                </a:moveTo>
                <a:lnTo>
                  <a:pt x="5713" y="3557"/>
                </a:lnTo>
                <a:lnTo>
                  <a:pt x="5713" y="3441"/>
                </a:lnTo>
                <a:lnTo>
                  <a:pt x="5872" y="3441"/>
                </a:lnTo>
                <a:lnTo>
                  <a:pt x="5872" y="3557"/>
                </a:lnTo>
                <a:moveTo>
                  <a:pt x="5607" y="3557"/>
                </a:moveTo>
                <a:lnTo>
                  <a:pt x="5449" y="3557"/>
                </a:lnTo>
                <a:lnTo>
                  <a:pt x="5449" y="3441"/>
                </a:lnTo>
                <a:lnTo>
                  <a:pt x="5607" y="3441"/>
                </a:lnTo>
                <a:lnTo>
                  <a:pt x="5607" y="3557"/>
                </a:lnTo>
                <a:moveTo>
                  <a:pt x="5343" y="3557"/>
                </a:moveTo>
                <a:lnTo>
                  <a:pt x="5184" y="3557"/>
                </a:lnTo>
                <a:lnTo>
                  <a:pt x="5184" y="3441"/>
                </a:lnTo>
                <a:lnTo>
                  <a:pt x="5343" y="3441"/>
                </a:lnTo>
                <a:lnTo>
                  <a:pt x="5343" y="3557"/>
                </a:lnTo>
                <a:moveTo>
                  <a:pt x="5078" y="3557"/>
                </a:moveTo>
                <a:lnTo>
                  <a:pt x="4920" y="3557"/>
                </a:lnTo>
                <a:lnTo>
                  <a:pt x="4920" y="3441"/>
                </a:lnTo>
                <a:lnTo>
                  <a:pt x="5078" y="3441"/>
                </a:lnTo>
                <a:lnTo>
                  <a:pt x="5078" y="3557"/>
                </a:lnTo>
                <a:moveTo>
                  <a:pt x="4814" y="3557"/>
                </a:moveTo>
                <a:lnTo>
                  <a:pt x="4655" y="3557"/>
                </a:lnTo>
                <a:lnTo>
                  <a:pt x="4655" y="3441"/>
                </a:lnTo>
                <a:lnTo>
                  <a:pt x="4814" y="3441"/>
                </a:lnTo>
                <a:lnTo>
                  <a:pt x="4814" y="3557"/>
                </a:lnTo>
                <a:moveTo>
                  <a:pt x="4549" y="3557"/>
                </a:moveTo>
                <a:lnTo>
                  <a:pt x="4391" y="3557"/>
                </a:lnTo>
                <a:lnTo>
                  <a:pt x="4391" y="3441"/>
                </a:lnTo>
                <a:lnTo>
                  <a:pt x="4549" y="3441"/>
                </a:lnTo>
                <a:lnTo>
                  <a:pt x="4549" y="3557"/>
                </a:lnTo>
                <a:moveTo>
                  <a:pt x="4285" y="3557"/>
                </a:moveTo>
                <a:lnTo>
                  <a:pt x="4126" y="3557"/>
                </a:lnTo>
                <a:lnTo>
                  <a:pt x="4126" y="3441"/>
                </a:lnTo>
                <a:lnTo>
                  <a:pt x="4285" y="3441"/>
                </a:lnTo>
                <a:lnTo>
                  <a:pt x="4285" y="3557"/>
                </a:lnTo>
                <a:moveTo>
                  <a:pt x="4021" y="3557"/>
                </a:moveTo>
                <a:lnTo>
                  <a:pt x="3862" y="3557"/>
                </a:lnTo>
                <a:lnTo>
                  <a:pt x="3862" y="3441"/>
                </a:lnTo>
                <a:lnTo>
                  <a:pt x="4021" y="3441"/>
                </a:lnTo>
                <a:lnTo>
                  <a:pt x="4021" y="3557"/>
                </a:lnTo>
                <a:moveTo>
                  <a:pt x="3756" y="3557"/>
                </a:moveTo>
                <a:lnTo>
                  <a:pt x="3597" y="3557"/>
                </a:lnTo>
                <a:lnTo>
                  <a:pt x="3597" y="3441"/>
                </a:lnTo>
                <a:lnTo>
                  <a:pt x="3756" y="3441"/>
                </a:lnTo>
                <a:lnTo>
                  <a:pt x="3756" y="3557"/>
                </a:lnTo>
                <a:moveTo>
                  <a:pt x="3492" y="3557"/>
                </a:moveTo>
                <a:lnTo>
                  <a:pt x="3333" y="3557"/>
                </a:lnTo>
                <a:lnTo>
                  <a:pt x="3333" y="3441"/>
                </a:lnTo>
                <a:lnTo>
                  <a:pt x="3492" y="3441"/>
                </a:lnTo>
                <a:lnTo>
                  <a:pt x="3492" y="3557"/>
                </a:lnTo>
                <a:moveTo>
                  <a:pt x="3227" y="3557"/>
                </a:moveTo>
                <a:lnTo>
                  <a:pt x="3068" y="3557"/>
                </a:lnTo>
                <a:lnTo>
                  <a:pt x="3068" y="3441"/>
                </a:lnTo>
                <a:lnTo>
                  <a:pt x="3227" y="3441"/>
                </a:lnTo>
                <a:lnTo>
                  <a:pt x="3227" y="3557"/>
                </a:lnTo>
                <a:moveTo>
                  <a:pt x="2963" y="3557"/>
                </a:moveTo>
                <a:lnTo>
                  <a:pt x="2804" y="3557"/>
                </a:lnTo>
                <a:lnTo>
                  <a:pt x="2804" y="3441"/>
                </a:lnTo>
                <a:lnTo>
                  <a:pt x="2963" y="3441"/>
                </a:lnTo>
                <a:lnTo>
                  <a:pt x="2963" y="3557"/>
                </a:lnTo>
                <a:moveTo>
                  <a:pt x="2698" y="3557"/>
                </a:moveTo>
                <a:lnTo>
                  <a:pt x="2539" y="3557"/>
                </a:lnTo>
                <a:lnTo>
                  <a:pt x="2539" y="3441"/>
                </a:lnTo>
                <a:lnTo>
                  <a:pt x="2698" y="3441"/>
                </a:lnTo>
                <a:lnTo>
                  <a:pt x="2698" y="3557"/>
                </a:lnTo>
                <a:moveTo>
                  <a:pt x="2434" y="3557"/>
                </a:moveTo>
                <a:lnTo>
                  <a:pt x="2275" y="3557"/>
                </a:lnTo>
                <a:lnTo>
                  <a:pt x="2275" y="3441"/>
                </a:lnTo>
                <a:lnTo>
                  <a:pt x="2434" y="3441"/>
                </a:lnTo>
                <a:lnTo>
                  <a:pt x="2434" y="3557"/>
                </a:lnTo>
                <a:moveTo>
                  <a:pt x="2169" y="3557"/>
                </a:moveTo>
                <a:lnTo>
                  <a:pt x="2010" y="3557"/>
                </a:lnTo>
                <a:lnTo>
                  <a:pt x="2010" y="3441"/>
                </a:lnTo>
                <a:lnTo>
                  <a:pt x="2169" y="3441"/>
                </a:lnTo>
                <a:lnTo>
                  <a:pt x="2169" y="3557"/>
                </a:lnTo>
                <a:moveTo>
                  <a:pt x="1905" y="3557"/>
                </a:moveTo>
                <a:lnTo>
                  <a:pt x="1746" y="3557"/>
                </a:lnTo>
                <a:lnTo>
                  <a:pt x="1746" y="3441"/>
                </a:lnTo>
                <a:lnTo>
                  <a:pt x="1905" y="3441"/>
                </a:lnTo>
                <a:lnTo>
                  <a:pt x="1905" y="3557"/>
                </a:lnTo>
                <a:moveTo>
                  <a:pt x="1640" y="3557"/>
                </a:moveTo>
                <a:lnTo>
                  <a:pt x="1481" y="3557"/>
                </a:lnTo>
                <a:lnTo>
                  <a:pt x="1481" y="3441"/>
                </a:lnTo>
                <a:lnTo>
                  <a:pt x="1640" y="3441"/>
                </a:lnTo>
                <a:lnTo>
                  <a:pt x="1640" y="3557"/>
                </a:lnTo>
                <a:moveTo>
                  <a:pt x="1376" y="3557"/>
                </a:moveTo>
                <a:lnTo>
                  <a:pt x="1217" y="3557"/>
                </a:lnTo>
                <a:lnTo>
                  <a:pt x="1217" y="3441"/>
                </a:lnTo>
                <a:lnTo>
                  <a:pt x="1376" y="3441"/>
                </a:lnTo>
                <a:lnTo>
                  <a:pt x="1376" y="3557"/>
                </a:lnTo>
                <a:moveTo>
                  <a:pt x="1111" y="3557"/>
                </a:moveTo>
                <a:lnTo>
                  <a:pt x="952" y="3557"/>
                </a:lnTo>
                <a:lnTo>
                  <a:pt x="952" y="3441"/>
                </a:lnTo>
                <a:lnTo>
                  <a:pt x="1111" y="3441"/>
                </a:lnTo>
                <a:lnTo>
                  <a:pt x="1111" y="3557"/>
                </a:lnTo>
                <a:moveTo>
                  <a:pt x="847" y="3557"/>
                </a:moveTo>
                <a:lnTo>
                  <a:pt x="688" y="3557"/>
                </a:lnTo>
                <a:lnTo>
                  <a:pt x="688" y="3441"/>
                </a:lnTo>
                <a:lnTo>
                  <a:pt x="847" y="3441"/>
                </a:lnTo>
                <a:lnTo>
                  <a:pt x="847" y="3557"/>
                </a:lnTo>
                <a:moveTo>
                  <a:pt x="582" y="3557"/>
                </a:moveTo>
                <a:lnTo>
                  <a:pt x="424" y="3557"/>
                </a:lnTo>
                <a:lnTo>
                  <a:pt x="424" y="3441"/>
                </a:lnTo>
                <a:lnTo>
                  <a:pt x="582" y="3441"/>
                </a:lnTo>
                <a:lnTo>
                  <a:pt x="582" y="3557"/>
                </a:lnTo>
                <a:moveTo>
                  <a:pt x="318" y="3557"/>
                </a:moveTo>
                <a:lnTo>
                  <a:pt x="244" y="3557"/>
                </a:lnTo>
                <a:cubicBezTo>
                  <a:pt x="206" y="3557"/>
                  <a:pt x="170" y="3549"/>
                  <a:pt x="136" y="3532"/>
                </a:cubicBezTo>
                <a:lnTo>
                  <a:pt x="188" y="3428"/>
                </a:lnTo>
                <a:cubicBezTo>
                  <a:pt x="205" y="3437"/>
                  <a:pt x="224" y="3441"/>
                  <a:pt x="244" y="3441"/>
                </a:cubicBezTo>
                <a:lnTo>
                  <a:pt x="318" y="3441"/>
                </a:lnTo>
                <a:lnTo>
                  <a:pt x="318" y="3557"/>
                </a:lnTo>
                <a:moveTo>
                  <a:pt x="34" y="3438"/>
                </a:moveTo>
                <a:cubicBezTo>
                  <a:pt x="12" y="3400"/>
                  <a:pt x="0" y="3358"/>
                  <a:pt x="0" y="3314"/>
                </a:cubicBezTo>
                <a:lnTo>
                  <a:pt x="0" y="3254"/>
                </a:lnTo>
                <a:lnTo>
                  <a:pt x="117" y="3254"/>
                </a:lnTo>
                <a:lnTo>
                  <a:pt x="117" y="3314"/>
                </a:lnTo>
                <a:cubicBezTo>
                  <a:pt x="117" y="3337"/>
                  <a:pt x="123" y="3359"/>
                  <a:pt x="134" y="3379"/>
                </a:cubicBezTo>
                <a:lnTo>
                  <a:pt x="34" y="3438"/>
                </a:lnTo>
                <a:moveTo>
                  <a:pt x="0" y="3148"/>
                </a:moveTo>
                <a:lnTo>
                  <a:pt x="0" y="2989"/>
                </a:lnTo>
                <a:lnTo>
                  <a:pt x="117" y="2989"/>
                </a:lnTo>
                <a:lnTo>
                  <a:pt x="117" y="3148"/>
                </a:lnTo>
                <a:lnTo>
                  <a:pt x="0" y="3148"/>
                </a:lnTo>
                <a:moveTo>
                  <a:pt x="0" y="2884"/>
                </a:moveTo>
                <a:lnTo>
                  <a:pt x="0" y="2725"/>
                </a:lnTo>
                <a:lnTo>
                  <a:pt x="117" y="2725"/>
                </a:lnTo>
                <a:lnTo>
                  <a:pt x="117" y="2884"/>
                </a:lnTo>
                <a:lnTo>
                  <a:pt x="0" y="2884"/>
                </a:lnTo>
                <a:moveTo>
                  <a:pt x="0" y="2619"/>
                </a:moveTo>
                <a:lnTo>
                  <a:pt x="0" y="2460"/>
                </a:lnTo>
                <a:lnTo>
                  <a:pt x="117" y="2460"/>
                </a:lnTo>
                <a:lnTo>
                  <a:pt x="117" y="2619"/>
                </a:lnTo>
                <a:lnTo>
                  <a:pt x="0" y="2619"/>
                </a:lnTo>
                <a:moveTo>
                  <a:pt x="0" y="2355"/>
                </a:moveTo>
                <a:lnTo>
                  <a:pt x="0" y="2196"/>
                </a:lnTo>
                <a:lnTo>
                  <a:pt x="117" y="2196"/>
                </a:lnTo>
                <a:lnTo>
                  <a:pt x="117" y="2355"/>
                </a:lnTo>
                <a:lnTo>
                  <a:pt x="0" y="2355"/>
                </a:lnTo>
                <a:moveTo>
                  <a:pt x="0" y="2090"/>
                </a:moveTo>
                <a:lnTo>
                  <a:pt x="0" y="1931"/>
                </a:lnTo>
                <a:lnTo>
                  <a:pt x="117" y="1931"/>
                </a:lnTo>
                <a:lnTo>
                  <a:pt x="117" y="2090"/>
                </a:lnTo>
                <a:lnTo>
                  <a:pt x="0" y="2090"/>
                </a:lnTo>
                <a:moveTo>
                  <a:pt x="0" y="1826"/>
                </a:moveTo>
                <a:lnTo>
                  <a:pt x="0" y="1667"/>
                </a:lnTo>
                <a:lnTo>
                  <a:pt x="117" y="1667"/>
                </a:lnTo>
                <a:lnTo>
                  <a:pt x="117" y="1826"/>
                </a:lnTo>
                <a:lnTo>
                  <a:pt x="0" y="1826"/>
                </a:lnTo>
                <a:moveTo>
                  <a:pt x="0" y="1561"/>
                </a:moveTo>
                <a:lnTo>
                  <a:pt x="0" y="1402"/>
                </a:lnTo>
                <a:lnTo>
                  <a:pt x="117" y="1402"/>
                </a:lnTo>
                <a:lnTo>
                  <a:pt x="117" y="1561"/>
                </a:lnTo>
                <a:lnTo>
                  <a:pt x="0" y="1561"/>
                </a:lnTo>
                <a:moveTo>
                  <a:pt x="0" y="1297"/>
                </a:moveTo>
                <a:lnTo>
                  <a:pt x="0" y="1138"/>
                </a:lnTo>
                <a:lnTo>
                  <a:pt x="117" y="1138"/>
                </a:lnTo>
                <a:lnTo>
                  <a:pt x="117" y="1297"/>
                </a:lnTo>
                <a:lnTo>
                  <a:pt x="0" y="1297"/>
                </a:lnTo>
                <a:moveTo>
                  <a:pt x="0" y="1032"/>
                </a:moveTo>
                <a:lnTo>
                  <a:pt x="0" y="873"/>
                </a:lnTo>
                <a:lnTo>
                  <a:pt x="117" y="873"/>
                </a:lnTo>
                <a:lnTo>
                  <a:pt x="117" y="1032"/>
                </a:lnTo>
                <a:lnTo>
                  <a:pt x="0" y="1032"/>
                </a:lnTo>
                <a:moveTo>
                  <a:pt x="0" y="768"/>
                </a:moveTo>
                <a:lnTo>
                  <a:pt x="0" y="609"/>
                </a:lnTo>
                <a:lnTo>
                  <a:pt x="117" y="609"/>
                </a:lnTo>
                <a:lnTo>
                  <a:pt x="117" y="768"/>
                </a:lnTo>
                <a:lnTo>
                  <a:pt x="0" y="768"/>
                </a:lnTo>
                <a:moveTo>
                  <a:pt x="0" y="503"/>
                </a:moveTo>
                <a:lnTo>
                  <a:pt x="0" y="343"/>
                </a:lnTo>
                <a:lnTo>
                  <a:pt x="117" y="343"/>
                </a:lnTo>
                <a:lnTo>
                  <a:pt x="117" y="503"/>
                </a:lnTo>
                <a:lnTo>
                  <a:pt x="0" y="503"/>
                </a:lnTo>
                <a:moveTo>
                  <a:pt x="1" y="236"/>
                </a:moveTo>
                <a:cubicBezTo>
                  <a:pt x="3" y="161"/>
                  <a:pt x="33" y="100"/>
                  <a:pt x="92" y="54"/>
                </a:cubicBezTo>
                <a:lnTo>
                  <a:pt x="165" y="145"/>
                </a:lnTo>
                <a:cubicBezTo>
                  <a:pt x="134" y="169"/>
                  <a:pt x="118" y="201"/>
                  <a:pt x="117" y="240"/>
                </a:cubicBezTo>
                <a:lnTo>
                  <a:pt x="1" y="236"/>
                </a:lnTo>
                <a:moveTo>
                  <a:pt x="221" y="1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521640" y="4303080"/>
            <a:ext cx="11148480" cy="1280520"/>
          </a:xfrm>
          <a:custGeom>
            <a:avLst/>
            <a:gdLst/>
            <a:ahLst/>
            <a:rect l="0" t="0" r="r" b="b"/>
            <a:pathLst>
              <a:path w="30968" h="3557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3" y="0"/>
                </a:moveTo>
                <a:lnTo>
                  <a:pt x="932" y="0"/>
                </a:lnTo>
                <a:lnTo>
                  <a:pt x="932" y="117"/>
                </a:lnTo>
                <a:lnTo>
                  <a:pt x="773" y="117"/>
                </a:lnTo>
                <a:lnTo>
                  <a:pt x="773" y="0"/>
                </a:lnTo>
                <a:moveTo>
                  <a:pt x="1037" y="0"/>
                </a:moveTo>
                <a:lnTo>
                  <a:pt x="1196" y="0"/>
                </a:lnTo>
                <a:lnTo>
                  <a:pt x="1196" y="117"/>
                </a:lnTo>
                <a:lnTo>
                  <a:pt x="1037" y="117"/>
                </a:lnTo>
                <a:lnTo>
                  <a:pt x="1037" y="0"/>
                </a:lnTo>
                <a:moveTo>
                  <a:pt x="1302" y="0"/>
                </a:moveTo>
                <a:lnTo>
                  <a:pt x="1461" y="0"/>
                </a:lnTo>
                <a:lnTo>
                  <a:pt x="1461" y="117"/>
                </a:lnTo>
                <a:lnTo>
                  <a:pt x="1302" y="117"/>
                </a:lnTo>
                <a:lnTo>
                  <a:pt x="1302" y="0"/>
                </a:lnTo>
                <a:moveTo>
                  <a:pt x="1566" y="0"/>
                </a:moveTo>
                <a:lnTo>
                  <a:pt x="1725" y="0"/>
                </a:lnTo>
                <a:lnTo>
                  <a:pt x="1725" y="117"/>
                </a:lnTo>
                <a:lnTo>
                  <a:pt x="1566" y="117"/>
                </a:lnTo>
                <a:lnTo>
                  <a:pt x="1566" y="0"/>
                </a:lnTo>
                <a:moveTo>
                  <a:pt x="1831" y="0"/>
                </a:moveTo>
                <a:lnTo>
                  <a:pt x="1989" y="0"/>
                </a:lnTo>
                <a:lnTo>
                  <a:pt x="1989" y="117"/>
                </a:lnTo>
                <a:lnTo>
                  <a:pt x="1831" y="117"/>
                </a:lnTo>
                <a:lnTo>
                  <a:pt x="1831" y="0"/>
                </a:lnTo>
                <a:moveTo>
                  <a:pt x="2095" y="0"/>
                </a:moveTo>
                <a:lnTo>
                  <a:pt x="2254" y="0"/>
                </a:lnTo>
                <a:lnTo>
                  <a:pt x="2254" y="117"/>
                </a:lnTo>
                <a:lnTo>
                  <a:pt x="2095" y="117"/>
                </a:lnTo>
                <a:lnTo>
                  <a:pt x="2095" y="0"/>
                </a:lnTo>
                <a:moveTo>
                  <a:pt x="2360" y="0"/>
                </a:moveTo>
                <a:lnTo>
                  <a:pt x="2518" y="0"/>
                </a:lnTo>
                <a:lnTo>
                  <a:pt x="2518" y="117"/>
                </a:lnTo>
                <a:lnTo>
                  <a:pt x="2360" y="117"/>
                </a:lnTo>
                <a:lnTo>
                  <a:pt x="2360" y="0"/>
                </a:lnTo>
                <a:moveTo>
                  <a:pt x="2624" y="0"/>
                </a:moveTo>
                <a:lnTo>
                  <a:pt x="2783" y="0"/>
                </a:lnTo>
                <a:lnTo>
                  <a:pt x="2783" y="117"/>
                </a:lnTo>
                <a:lnTo>
                  <a:pt x="2624" y="117"/>
                </a:lnTo>
                <a:lnTo>
                  <a:pt x="2624" y="0"/>
                </a:lnTo>
                <a:moveTo>
                  <a:pt x="2889" y="0"/>
                </a:moveTo>
                <a:lnTo>
                  <a:pt x="3047" y="0"/>
                </a:lnTo>
                <a:lnTo>
                  <a:pt x="3047" y="117"/>
                </a:lnTo>
                <a:lnTo>
                  <a:pt x="2889" y="117"/>
                </a:lnTo>
                <a:lnTo>
                  <a:pt x="2889" y="0"/>
                </a:lnTo>
                <a:moveTo>
                  <a:pt x="3153" y="0"/>
                </a:moveTo>
                <a:lnTo>
                  <a:pt x="3312" y="0"/>
                </a:lnTo>
                <a:lnTo>
                  <a:pt x="3312" y="117"/>
                </a:lnTo>
                <a:lnTo>
                  <a:pt x="3153" y="117"/>
                </a:lnTo>
                <a:lnTo>
                  <a:pt x="3153" y="0"/>
                </a:lnTo>
                <a:moveTo>
                  <a:pt x="3418" y="0"/>
                </a:moveTo>
                <a:lnTo>
                  <a:pt x="3576" y="0"/>
                </a:lnTo>
                <a:lnTo>
                  <a:pt x="3576" y="117"/>
                </a:lnTo>
                <a:lnTo>
                  <a:pt x="3418" y="117"/>
                </a:lnTo>
                <a:lnTo>
                  <a:pt x="3418" y="0"/>
                </a:lnTo>
                <a:moveTo>
                  <a:pt x="3682" y="0"/>
                </a:moveTo>
                <a:lnTo>
                  <a:pt x="3841" y="0"/>
                </a:lnTo>
                <a:lnTo>
                  <a:pt x="3841" y="117"/>
                </a:lnTo>
                <a:lnTo>
                  <a:pt x="3682" y="117"/>
                </a:lnTo>
                <a:lnTo>
                  <a:pt x="3682" y="0"/>
                </a:lnTo>
                <a:moveTo>
                  <a:pt x="3947" y="0"/>
                </a:moveTo>
                <a:lnTo>
                  <a:pt x="4105" y="0"/>
                </a:lnTo>
                <a:lnTo>
                  <a:pt x="4105" y="117"/>
                </a:lnTo>
                <a:lnTo>
                  <a:pt x="3947" y="117"/>
                </a:lnTo>
                <a:lnTo>
                  <a:pt x="3947" y="0"/>
                </a:lnTo>
                <a:moveTo>
                  <a:pt x="4211" y="0"/>
                </a:moveTo>
                <a:lnTo>
                  <a:pt x="4370" y="0"/>
                </a:lnTo>
                <a:lnTo>
                  <a:pt x="4370" y="117"/>
                </a:lnTo>
                <a:lnTo>
                  <a:pt x="4211" y="117"/>
                </a:lnTo>
                <a:lnTo>
                  <a:pt x="4211" y="0"/>
                </a:lnTo>
                <a:moveTo>
                  <a:pt x="4476" y="0"/>
                </a:moveTo>
                <a:lnTo>
                  <a:pt x="4634" y="0"/>
                </a:lnTo>
                <a:lnTo>
                  <a:pt x="4634" y="117"/>
                </a:lnTo>
                <a:lnTo>
                  <a:pt x="4476" y="117"/>
                </a:lnTo>
                <a:lnTo>
                  <a:pt x="4476" y="0"/>
                </a:lnTo>
                <a:moveTo>
                  <a:pt x="4740" y="0"/>
                </a:moveTo>
                <a:lnTo>
                  <a:pt x="4899" y="0"/>
                </a:lnTo>
                <a:lnTo>
                  <a:pt x="4899" y="117"/>
                </a:lnTo>
                <a:lnTo>
                  <a:pt x="4740" y="117"/>
                </a:lnTo>
                <a:lnTo>
                  <a:pt x="4740" y="0"/>
                </a:lnTo>
                <a:moveTo>
                  <a:pt x="5004" y="0"/>
                </a:moveTo>
                <a:lnTo>
                  <a:pt x="5163" y="0"/>
                </a:lnTo>
                <a:lnTo>
                  <a:pt x="5163" y="117"/>
                </a:lnTo>
                <a:lnTo>
                  <a:pt x="5004" y="117"/>
                </a:lnTo>
                <a:lnTo>
                  <a:pt x="5004" y="0"/>
                </a:lnTo>
                <a:moveTo>
                  <a:pt x="5269" y="0"/>
                </a:moveTo>
                <a:lnTo>
                  <a:pt x="5428" y="0"/>
                </a:lnTo>
                <a:lnTo>
                  <a:pt x="5428" y="117"/>
                </a:lnTo>
                <a:lnTo>
                  <a:pt x="5269" y="117"/>
                </a:lnTo>
                <a:lnTo>
                  <a:pt x="5269" y="0"/>
                </a:lnTo>
                <a:moveTo>
                  <a:pt x="5533" y="0"/>
                </a:moveTo>
                <a:lnTo>
                  <a:pt x="5692" y="0"/>
                </a:lnTo>
                <a:lnTo>
                  <a:pt x="5692" y="117"/>
                </a:lnTo>
                <a:lnTo>
                  <a:pt x="5533" y="117"/>
                </a:lnTo>
                <a:lnTo>
                  <a:pt x="5533" y="0"/>
                </a:lnTo>
                <a:moveTo>
                  <a:pt x="5798" y="0"/>
                </a:moveTo>
                <a:lnTo>
                  <a:pt x="5957" y="0"/>
                </a:lnTo>
                <a:lnTo>
                  <a:pt x="5957" y="117"/>
                </a:lnTo>
                <a:lnTo>
                  <a:pt x="5798" y="117"/>
                </a:lnTo>
                <a:lnTo>
                  <a:pt x="5798" y="0"/>
                </a:lnTo>
                <a:moveTo>
                  <a:pt x="6062" y="0"/>
                </a:moveTo>
                <a:lnTo>
                  <a:pt x="6221" y="0"/>
                </a:lnTo>
                <a:lnTo>
                  <a:pt x="6221" y="117"/>
                </a:lnTo>
                <a:lnTo>
                  <a:pt x="6062" y="117"/>
                </a:lnTo>
                <a:lnTo>
                  <a:pt x="6062" y="0"/>
                </a:lnTo>
                <a:moveTo>
                  <a:pt x="6327" y="0"/>
                </a:moveTo>
                <a:lnTo>
                  <a:pt x="6486" y="0"/>
                </a:lnTo>
                <a:lnTo>
                  <a:pt x="6486" y="117"/>
                </a:lnTo>
                <a:lnTo>
                  <a:pt x="6327" y="117"/>
                </a:lnTo>
                <a:lnTo>
                  <a:pt x="6327" y="0"/>
                </a:lnTo>
                <a:moveTo>
                  <a:pt x="6591" y="0"/>
                </a:moveTo>
                <a:lnTo>
                  <a:pt x="6750" y="0"/>
                </a:lnTo>
                <a:lnTo>
                  <a:pt x="6750" y="117"/>
                </a:lnTo>
                <a:lnTo>
                  <a:pt x="6591" y="117"/>
                </a:lnTo>
                <a:lnTo>
                  <a:pt x="6591" y="0"/>
                </a:lnTo>
                <a:moveTo>
                  <a:pt x="6856" y="0"/>
                </a:moveTo>
                <a:lnTo>
                  <a:pt x="7015" y="0"/>
                </a:lnTo>
                <a:lnTo>
                  <a:pt x="7015" y="117"/>
                </a:lnTo>
                <a:lnTo>
                  <a:pt x="6856" y="117"/>
                </a:lnTo>
                <a:lnTo>
                  <a:pt x="6856" y="0"/>
                </a:lnTo>
                <a:moveTo>
                  <a:pt x="7120" y="0"/>
                </a:moveTo>
                <a:lnTo>
                  <a:pt x="7279" y="0"/>
                </a:lnTo>
                <a:lnTo>
                  <a:pt x="7279" y="117"/>
                </a:lnTo>
                <a:lnTo>
                  <a:pt x="7120" y="117"/>
                </a:lnTo>
                <a:lnTo>
                  <a:pt x="7120" y="0"/>
                </a:lnTo>
                <a:moveTo>
                  <a:pt x="7385" y="0"/>
                </a:moveTo>
                <a:lnTo>
                  <a:pt x="7544" y="0"/>
                </a:lnTo>
                <a:lnTo>
                  <a:pt x="7544" y="117"/>
                </a:lnTo>
                <a:lnTo>
                  <a:pt x="7385" y="117"/>
                </a:lnTo>
                <a:lnTo>
                  <a:pt x="7385" y="0"/>
                </a:lnTo>
                <a:moveTo>
                  <a:pt x="7649" y="0"/>
                </a:moveTo>
                <a:lnTo>
                  <a:pt x="7808" y="0"/>
                </a:lnTo>
                <a:lnTo>
                  <a:pt x="7808" y="117"/>
                </a:lnTo>
                <a:lnTo>
                  <a:pt x="7649" y="117"/>
                </a:lnTo>
                <a:lnTo>
                  <a:pt x="7649" y="0"/>
                </a:lnTo>
                <a:moveTo>
                  <a:pt x="7914" y="0"/>
                </a:moveTo>
                <a:lnTo>
                  <a:pt x="8073" y="0"/>
                </a:lnTo>
                <a:lnTo>
                  <a:pt x="8073" y="117"/>
                </a:lnTo>
                <a:lnTo>
                  <a:pt x="7914" y="117"/>
                </a:lnTo>
                <a:lnTo>
                  <a:pt x="7914" y="0"/>
                </a:lnTo>
                <a:moveTo>
                  <a:pt x="8178" y="0"/>
                </a:moveTo>
                <a:lnTo>
                  <a:pt x="8337" y="0"/>
                </a:lnTo>
                <a:lnTo>
                  <a:pt x="8337" y="117"/>
                </a:lnTo>
                <a:lnTo>
                  <a:pt x="8178" y="117"/>
                </a:lnTo>
                <a:lnTo>
                  <a:pt x="8178" y="0"/>
                </a:lnTo>
                <a:moveTo>
                  <a:pt x="8443" y="0"/>
                </a:moveTo>
                <a:lnTo>
                  <a:pt x="8601" y="0"/>
                </a:lnTo>
                <a:lnTo>
                  <a:pt x="8601" y="117"/>
                </a:lnTo>
                <a:lnTo>
                  <a:pt x="8443" y="117"/>
                </a:lnTo>
                <a:lnTo>
                  <a:pt x="8443" y="0"/>
                </a:lnTo>
                <a:moveTo>
                  <a:pt x="8707" y="0"/>
                </a:moveTo>
                <a:lnTo>
                  <a:pt x="8866" y="0"/>
                </a:lnTo>
                <a:lnTo>
                  <a:pt x="8866" y="117"/>
                </a:lnTo>
                <a:lnTo>
                  <a:pt x="8707" y="117"/>
                </a:lnTo>
                <a:lnTo>
                  <a:pt x="8707" y="0"/>
                </a:lnTo>
                <a:moveTo>
                  <a:pt x="8972" y="0"/>
                </a:moveTo>
                <a:lnTo>
                  <a:pt x="9130" y="0"/>
                </a:lnTo>
                <a:lnTo>
                  <a:pt x="9130" y="117"/>
                </a:lnTo>
                <a:lnTo>
                  <a:pt x="8972" y="117"/>
                </a:lnTo>
                <a:lnTo>
                  <a:pt x="8972" y="0"/>
                </a:lnTo>
                <a:moveTo>
                  <a:pt x="9236" y="0"/>
                </a:moveTo>
                <a:lnTo>
                  <a:pt x="9395" y="0"/>
                </a:lnTo>
                <a:lnTo>
                  <a:pt x="9395" y="117"/>
                </a:lnTo>
                <a:lnTo>
                  <a:pt x="9236" y="117"/>
                </a:lnTo>
                <a:lnTo>
                  <a:pt x="9236" y="0"/>
                </a:lnTo>
                <a:moveTo>
                  <a:pt x="9501" y="0"/>
                </a:moveTo>
                <a:lnTo>
                  <a:pt x="9659" y="0"/>
                </a:lnTo>
                <a:lnTo>
                  <a:pt x="9659" y="117"/>
                </a:lnTo>
                <a:lnTo>
                  <a:pt x="9501" y="117"/>
                </a:lnTo>
                <a:lnTo>
                  <a:pt x="9501" y="0"/>
                </a:lnTo>
                <a:moveTo>
                  <a:pt x="9765" y="0"/>
                </a:moveTo>
                <a:lnTo>
                  <a:pt x="9924" y="0"/>
                </a:lnTo>
                <a:lnTo>
                  <a:pt x="9924" y="117"/>
                </a:lnTo>
                <a:lnTo>
                  <a:pt x="9765" y="117"/>
                </a:lnTo>
                <a:lnTo>
                  <a:pt x="9765" y="0"/>
                </a:lnTo>
                <a:moveTo>
                  <a:pt x="10030" y="0"/>
                </a:moveTo>
                <a:lnTo>
                  <a:pt x="10188" y="0"/>
                </a:lnTo>
                <a:lnTo>
                  <a:pt x="10188" y="117"/>
                </a:lnTo>
                <a:lnTo>
                  <a:pt x="10030" y="117"/>
                </a:lnTo>
                <a:lnTo>
                  <a:pt x="10030" y="0"/>
                </a:lnTo>
                <a:moveTo>
                  <a:pt x="10294" y="0"/>
                </a:moveTo>
                <a:lnTo>
                  <a:pt x="10453" y="0"/>
                </a:lnTo>
                <a:lnTo>
                  <a:pt x="10453" y="117"/>
                </a:lnTo>
                <a:lnTo>
                  <a:pt x="10294" y="117"/>
                </a:lnTo>
                <a:lnTo>
                  <a:pt x="10294" y="0"/>
                </a:lnTo>
                <a:moveTo>
                  <a:pt x="10559" y="0"/>
                </a:moveTo>
                <a:lnTo>
                  <a:pt x="10717" y="0"/>
                </a:lnTo>
                <a:lnTo>
                  <a:pt x="10717" y="117"/>
                </a:lnTo>
                <a:lnTo>
                  <a:pt x="10559" y="117"/>
                </a:lnTo>
                <a:lnTo>
                  <a:pt x="10559" y="0"/>
                </a:lnTo>
                <a:moveTo>
                  <a:pt x="10823" y="0"/>
                </a:moveTo>
                <a:lnTo>
                  <a:pt x="10982" y="0"/>
                </a:lnTo>
                <a:lnTo>
                  <a:pt x="10982" y="117"/>
                </a:lnTo>
                <a:lnTo>
                  <a:pt x="10823" y="117"/>
                </a:lnTo>
                <a:lnTo>
                  <a:pt x="10823" y="0"/>
                </a:lnTo>
                <a:moveTo>
                  <a:pt x="11088" y="0"/>
                </a:moveTo>
                <a:lnTo>
                  <a:pt x="11246" y="0"/>
                </a:lnTo>
                <a:lnTo>
                  <a:pt x="11246" y="117"/>
                </a:lnTo>
                <a:lnTo>
                  <a:pt x="11088" y="117"/>
                </a:lnTo>
                <a:lnTo>
                  <a:pt x="11088" y="0"/>
                </a:lnTo>
                <a:moveTo>
                  <a:pt x="11352" y="0"/>
                </a:moveTo>
                <a:lnTo>
                  <a:pt x="11511" y="0"/>
                </a:lnTo>
                <a:lnTo>
                  <a:pt x="11511" y="117"/>
                </a:lnTo>
                <a:lnTo>
                  <a:pt x="11352" y="117"/>
                </a:lnTo>
                <a:lnTo>
                  <a:pt x="11352" y="0"/>
                </a:lnTo>
                <a:moveTo>
                  <a:pt x="11617" y="0"/>
                </a:moveTo>
                <a:lnTo>
                  <a:pt x="11775" y="0"/>
                </a:lnTo>
                <a:lnTo>
                  <a:pt x="11775" y="117"/>
                </a:lnTo>
                <a:lnTo>
                  <a:pt x="11617" y="117"/>
                </a:lnTo>
                <a:lnTo>
                  <a:pt x="11617" y="0"/>
                </a:lnTo>
                <a:moveTo>
                  <a:pt x="11881" y="0"/>
                </a:moveTo>
                <a:lnTo>
                  <a:pt x="12040" y="0"/>
                </a:lnTo>
                <a:lnTo>
                  <a:pt x="12040" y="117"/>
                </a:lnTo>
                <a:lnTo>
                  <a:pt x="11881" y="117"/>
                </a:lnTo>
                <a:lnTo>
                  <a:pt x="11881" y="0"/>
                </a:lnTo>
                <a:moveTo>
                  <a:pt x="12145" y="0"/>
                </a:moveTo>
                <a:lnTo>
                  <a:pt x="12304" y="0"/>
                </a:lnTo>
                <a:lnTo>
                  <a:pt x="12304" y="117"/>
                </a:lnTo>
                <a:lnTo>
                  <a:pt x="12145" y="117"/>
                </a:lnTo>
                <a:lnTo>
                  <a:pt x="12145" y="0"/>
                </a:lnTo>
                <a:moveTo>
                  <a:pt x="12410" y="0"/>
                </a:moveTo>
                <a:lnTo>
                  <a:pt x="12569" y="0"/>
                </a:lnTo>
                <a:lnTo>
                  <a:pt x="12569" y="117"/>
                </a:lnTo>
                <a:lnTo>
                  <a:pt x="12410" y="117"/>
                </a:lnTo>
                <a:lnTo>
                  <a:pt x="12410" y="0"/>
                </a:lnTo>
                <a:moveTo>
                  <a:pt x="12674" y="0"/>
                </a:moveTo>
                <a:lnTo>
                  <a:pt x="12833" y="0"/>
                </a:lnTo>
                <a:lnTo>
                  <a:pt x="12833" y="117"/>
                </a:lnTo>
                <a:lnTo>
                  <a:pt x="12674" y="117"/>
                </a:lnTo>
                <a:lnTo>
                  <a:pt x="12674" y="0"/>
                </a:lnTo>
                <a:moveTo>
                  <a:pt x="12939" y="0"/>
                </a:moveTo>
                <a:lnTo>
                  <a:pt x="13098" y="0"/>
                </a:lnTo>
                <a:lnTo>
                  <a:pt x="13098" y="117"/>
                </a:lnTo>
                <a:lnTo>
                  <a:pt x="12939" y="117"/>
                </a:lnTo>
                <a:lnTo>
                  <a:pt x="12939" y="0"/>
                </a:lnTo>
                <a:moveTo>
                  <a:pt x="13203" y="0"/>
                </a:moveTo>
                <a:lnTo>
                  <a:pt x="13362" y="0"/>
                </a:lnTo>
                <a:lnTo>
                  <a:pt x="13362" y="117"/>
                </a:lnTo>
                <a:lnTo>
                  <a:pt x="13203" y="117"/>
                </a:lnTo>
                <a:lnTo>
                  <a:pt x="13203" y="0"/>
                </a:lnTo>
                <a:moveTo>
                  <a:pt x="13468" y="0"/>
                </a:moveTo>
                <a:lnTo>
                  <a:pt x="13627" y="0"/>
                </a:lnTo>
                <a:lnTo>
                  <a:pt x="13627" y="117"/>
                </a:lnTo>
                <a:lnTo>
                  <a:pt x="13468" y="117"/>
                </a:lnTo>
                <a:lnTo>
                  <a:pt x="13468" y="0"/>
                </a:lnTo>
                <a:moveTo>
                  <a:pt x="13732" y="0"/>
                </a:moveTo>
                <a:lnTo>
                  <a:pt x="13891" y="0"/>
                </a:lnTo>
                <a:lnTo>
                  <a:pt x="13891" y="117"/>
                </a:lnTo>
                <a:lnTo>
                  <a:pt x="13732" y="117"/>
                </a:lnTo>
                <a:lnTo>
                  <a:pt x="13732" y="0"/>
                </a:lnTo>
                <a:moveTo>
                  <a:pt x="13997" y="0"/>
                </a:moveTo>
                <a:lnTo>
                  <a:pt x="14157" y="0"/>
                </a:lnTo>
                <a:lnTo>
                  <a:pt x="14157" y="117"/>
                </a:lnTo>
                <a:lnTo>
                  <a:pt x="13997" y="117"/>
                </a:lnTo>
                <a:lnTo>
                  <a:pt x="13997" y="0"/>
                </a:lnTo>
                <a:moveTo>
                  <a:pt x="14262" y="0"/>
                </a:moveTo>
                <a:lnTo>
                  <a:pt x="14421" y="0"/>
                </a:lnTo>
                <a:lnTo>
                  <a:pt x="14421" y="117"/>
                </a:lnTo>
                <a:lnTo>
                  <a:pt x="14262" y="117"/>
                </a:lnTo>
                <a:lnTo>
                  <a:pt x="14262" y="0"/>
                </a:lnTo>
                <a:moveTo>
                  <a:pt x="14527" y="0"/>
                </a:moveTo>
                <a:lnTo>
                  <a:pt x="14686" y="0"/>
                </a:lnTo>
                <a:lnTo>
                  <a:pt x="14686" y="117"/>
                </a:lnTo>
                <a:lnTo>
                  <a:pt x="14527" y="117"/>
                </a:lnTo>
                <a:lnTo>
                  <a:pt x="14527" y="0"/>
                </a:lnTo>
                <a:moveTo>
                  <a:pt x="14791" y="0"/>
                </a:moveTo>
                <a:lnTo>
                  <a:pt x="14950" y="0"/>
                </a:lnTo>
                <a:lnTo>
                  <a:pt x="14950" y="117"/>
                </a:lnTo>
                <a:lnTo>
                  <a:pt x="14791" y="117"/>
                </a:lnTo>
                <a:lnTo>
                  <a:pt x="14791" y="0"/>
                </a:lnTo>
                <a:moveTo>
                  <a:pt x="15056" y="0"/>
                </a:moveTo>
                <a:lnTo>
                  <a:pt x="15215" y="0"/>
                </a:lnTo>
                <a:lnTo>
                  <a:pt x="15215" y="117"/>
                </a:lnTo>
                <a:lnTo>
                  <a:pt x="15056" y="117"/>
                </a:lnTo>
                <a:lnTo>
                  <a:pt x="15056" y="0"/>
                </a:lnTo>
                <a:moveTo>
                  <a:pt x="15320" y="0"/>
                </a:moveTo>
                <a:lnTo>
                  <a:pt x="15479" y="0"/>
                </a:lnTo>
                <a:lnTo>
                  <a:pt x="15479" y="117"/>
                </a:lnTo>
                <a:lnTo>
                  <a:pt x="15320" y="117"/>
                </a:lnTo>
                <a:lnTo>
                  <a:pt x="15320" y="0"/>
                </a:lnTo>
                <a:moveTo>
                  <a:pt x="15585" y="0"/>
                </a:moveTo>
                <a:lnTo>
                  <a:pt x="15743" y="0"/>
                </a:lnTo>
                <a:lnTo>
                  <a:pt x="15743" y="117"/>
                </a:lnTo>
                <a:lnTo>
                  <a:pt x="15585" y="117"/>
                </a:lnTo>
                <a:lnTo>
                  <a:pt x="15585" y="0"/>
                </a:lnTo>
                <a:moveTo>
                  <a:pt x="15849" y="0"/>
                </a:moveTo>
                <a:lnTo>
                  <a:pt x="16008" y="0"/>
                </a:lnTo>
                <a:lnTo>
                  <a:pt x="16008" y="117"/>
                </a:lnTo>
                <a:lnTo>
                  <a:pt x="15849" y="117"/>
                </a:lnTo>
                <a:lnTo>
                  <a:pt x="15849" y="0"/>
                </a:lnTo>
                <a:moveTo>
                  <a:pt x="16114" y="0"/>
                </a:moveTo>
                <a:lnTo>
                  <a:pt x="16272" y="0"/>
                </a:lnTo>
                <a:lnTo>
                  <a:pt x="16272" y="117"/>
                </a:lnTo>
                <a:lnTo>
                  <a:pt x="16114" y="117"/>
                </a:lnTo>
                <a:lnTo>
                  <a:pt x="16114" y="0"/>
                </a:lnTo>
                <a:moveTo>
                  <a:pt x="16378" y="0"/>
                </a:moveTo>
                <a:lnTo>
                  <a:pt x="16537" y="0"/>
                </a:lnTo>
                <a:lnTo>
                  <a:pt x="16537" y="117"/>
                </a:lnTo>
                <a:lnTo>
                  <a:pt x="16378" y="117"/>
                </a:lnTo>
                <a:lnTo>
                  <a:pt x="16378" y="0"/>
                </a:lnTo>
                <a:moveTo>
                  <a:pt x="16643" y="0"/>
                </a:moveTo>
                <a:lnTo>
                  <a:pt x="16801" y="0"/>
                </a:lnTo>
                <a:lnTo>
                  <a:pt x="16801" y="117"/>
                </a:lnTo>
                <a:lnTo>
                  <a:pt x="16643" y="117"/>
                </a:lnTo>
                <a:lnTo>
                  <a:pt x="16643" y="0"/>
                </a:lnTo>
                <a:moveTo>
                  <a:pt x="16907" y="0"/>
                </a:moveTo>
                <a:lnTo>
                  <a:pt x="17066" y="0"/>
                </a:lnTo>
                <a:lnTo>
                  <a:pt x="17066" y="117"/>
                </a:lnTo>
                <a:lnTo>
                  <a:pt x="16907" y="117"/>
                </a:lnTo>
                <a:lnTo>
                  <a:pt x="16907" y="0"/>
                </a:lnTo>
                <a:moveTo>
                  <a:pt x="17172" y="0"/>
                </a:moveTo>
                <a:lnTo>
                  <a:pt x="17330" y="0"/>
                </a:lnTo>
                <a:lnTo>
                  <a:pt x="17330" y="117"/>
                </a:lnTo>
                <a:lnTo>
                  <a:pt x="17172" y="117"/>
                </a:lnTo>
                <a:lnTo>
                  <a:pt x="17172" y="0"/>
                </a:lnTo>
                <a:moveTo>
                  <a:pt x="17436" y="0"/>
                </a:moveTo>
                <a:lnTo>
                  <a:pt x="17595" y="0"/>
                </a:lnTo>
                <a:lnTo>
                  <a:pt x="17595" y="117"/>
                </a:lnTo>
                <a:lnTo>
                  <a:pt x="17436" y="117"/>
                </a:lnTo>
                <a:lnTo>
                  <a:pt x="17436" y="0"/>
                </a:lnTo>
                <a:moveTo>
                  <a:pt x="17701" y="0"/>
                </a:moveTo>
                <a:lnTo>
                  <a:pt x="17859" y="0"/>
                </a:lnTo>
                <a:lnTo>
                  <a:pt x="17859" y="117"/>
                </a:lnTo>
                <a:lnTo>
                  <a:pt x="17701" y="117"/>
                </a:lnTo>
                <a:lnTo>
                  <a:pt x="17701" y="0"/>
                </a:lnTo>
                <a:moveTo>
                  <a:pt x="17965" y="0"/>
                </a:moveTo>
                <a:lnTo>
                  <a:pt x="18124" y="0"/>
                </a:lnTo>
                <a:lnTo>
                  <a:pt x="18124" y="117"/>
                </a:lnTo>
                <a:lnTo>
                  <a:pt x="17965" y="117"/>
                </a:lnTo>
                <a:lnTo>
                  <a:pt x="17965" y="0"/>
                </a:lnTo>
                <a:moveTo>
                  <a:pt x="18230" y="0"/>
                </a:moveTo>
                <a:lnTo>
                  <a:pt x="18388" y="0"/>
                </a:lnTo>
                <a:lnTo>
                  <a:pt x="18388" y="117"/>
                </a:lnTo>
                <a:lnTo>
                  <a:pt x="18230" y="117"/>
                </a:lnTo>
                <a:lnTo>
                  <a:pt x="18230" y="0"/>
                </a:lnTo>
                <a:moveTo>
                  <a:pt x="18494" y="0"/>
                </a:moveTo>
                <a:lnTo>
                  <a:pt x="18653" y="0"/>
                </a:lnTo>
                <a:lnTo>
                  <a:pt x="18653" y="117"/>
                </a:lnTo>
                <a:lnTo>
                  <a:pt x="18494" y="117"/>
                </a:lnTo>
                <a:lnTo>
                  <a:pt x="18494" y="0"/>
                </a:lnTo>
                <a:moveTo>
                  <a:pt x="18758" y="0"/>
                </a:moveTo>
                <a:lnTo>
                  <a:pt x="18917" y="0"/>
                </a:lnTo>
                <a:lnTo>
                  <a:pt x="18917" y="117"/>
                </a:lnTo>
                <a:lnTo>
                  <a:pt x="18758" y="117"/>
                </a:lnTo>
                <a:lnTo>
                  <a:pt x="18758" y="0"/>
                </a:lnTo>
                <a:moveTo>
                  <a:pt x="19023" y="0"/>
                </a:moveTo>
                <a:lnTo>
                  <a:pt x="19182" y="0"/>
                </a:lnTo>
                <a:lnTo>
                  <a:pt x="19182" y="117"/>
                </a:lnTo>
                <a:lnTo>
                  <a:pt x="19023" y="117"/>
                </a:lnTo>
                <a:lnTo>
                  <a:pt x="19023" y="0"/>
                </a:lnTo>
                <a:moveTo>
                  <a:pt x="19287" y="0"/>
                </a:moveTo>
                <a:lnTo>
                  <a:pt x="19446" y="0"/>
                </a:lnTo>
                <a:lnTo>
                  <a:pt x="19446" y="117"/>
                </a:lnTo>
                <a:lnTo>
                  <a:pt x="19287" y="117"/>
                </a:lnTo>
                <a:lnTo>
                  <a:pt x="19287" y="0"/>
                </a:lnTo>
                <a:moveTo>
                  <a:pt x="19552" y="0"/>
                </a:moveTo>
                <a:lnTo>
                  <a:pt x="19711" y="0"/>
                </a:lnTo>
                <a:lnTo>
                  <a:pt x="19711" y="117"/>
                </a:lnTo>
                <a:lnTo>
                  <a:pt x="19552" y="117"/>
                </a:lnTo>
                <a:lnTo>
                  <a:pt x="19552" y="0"/>
                </a:lnTo>
                <a:moveTo>
                  <a:pt x="19816" y="0"/>
                </a:moveTo>
                <a:lnTo>
                  <a:pt x="19975" y="0"/>
                </a:lnTo>
                <a:lnTo>
                  <a:pt x="19975" y="117"/>
                </a:lnTo>
                <a:lnTo>
                  <a:pt x="19816" y="117"/>
                </a:lnTo>
                <a:lnTo>
                  <a:pt x="19816" y="0"/>
                </a:lnTo>
                <a:moveTo>
                  <a:pt x="20081" y="0"/>
                </a:moveTo>
                <a:lnTo>
                  <a:pt x="20240" y="0"/>
                </a:lnTo>
                <a:lnTo>
                  <a:pt x="20240" y="117"/>
                </a:lnTo>
                <a:lnTo>
                  <a:pt x="20081" y="117"/>
                </a:lnTo>
                <a:lnTo>
                  <a:pt x="20081" y="0"/>
                </a:lnTo>
                <a:moveTo>
                  <a:pt x="20345" y="0"/>
                </a:moveTo>
                <a:lnTo>
                  <a:pt x="20504" y="0"/>
                </a:lnTo>
                <a:lnTo>
                  <a:pt x="20504" y="117"/>
                </a:lnTo>
                <a:lnTo>
                  <a:pt x="20345" y="117"/>
                </a:lnTo>
                <a:lnTo>
                  <a:pt x="20345" y="0"/>
                </a:lnTo>
                <a:moveTo>
                  <a:pt x="20610" y="0"/>
                </a:moveTo>
                <a:lnTo>
                  <a:pt x="20769" y="0"/>
                </a:lnTo>
                <a:lnTo>
                  <a:pt x="20769" y="117"/>
                </a:lnTo>
                <a:lnTo>
                  <a:pt x="20610" y="117"/>
                </a:lnTo>
                <a:lnTo>
                  <a:pt x="20610" y="0"/>
                </a:lnTo>
                <a:moveTo>
                  <a:pt x="20874" y="0"/>
                </a:moveTo>
                <a:lnTo>
                  <a:pt x="21033" y="0"/>
                </a:lnTo>
                <a:lnTo>
                  <a:pt x="21033" y="117"/>
                </a:lnTo>
                <a:lnTo>
                  <a:pt x="20874" y="117"/>
                </a:lnTo>
                <a:lnTo>
                  <a:pt x="20874" y="0"/>
                </a:lnTo>
                <a:moveTo>
                  <a:pt x="21139" y="0"/>
                </a:moveTo>
                <a:lnTo>
                  <a:pt x="21298" y="0"/>
                </a:lnTo>
                <a:lnTo>
                  <a:pt x="21298" y="117"/>
                </a:lnTo>
                <a:lnTo>
                  <a:pt x="21139" y="117"/>
                </a:lnTo>
                <a:lnTo>
                  <a:pt x="21139" y="0"/>
                </a:lnTo>
                <a:moveTo>
                  <a:pt x="21403" y="0"/>
                </a:moveTo>
                <a:lnTo>
                  <a:pt x="21562" y="0"/>
                </a:lnTo>
                <a:lnTo>
                  <a:pt x="21562" y="117"/>
                </a:lnTo>
                <a:lnTo>
                  <a:pt x="21403" y="117"/>
                </a:lnTo>
                <a:lnTo>
                  <a:pt x="21403" y="0"/>
                </a:lnTo>
                <a:moveTo>
                  <a:pt x="21668" y="0"/>
                </a:moveTo>
                <a:lnTo>
                  <a:pt x="21827" y="0"/>
                </a:lnTo>
                <a:lnTo>
                  <a:pt x="21827" y="117"/>
                </a:lnTo>
                <a:lnTo>
                  <a:pt x="21668" y="117"/>
                </a:lnTo>
                <a:lnTo>
                  <a:pt x="21668" y="0"/>
                </a:lnTo>
                <a:moveTo>
                  <a:pt x="21932" y="0"/>
                </a:moveTo>
                <a:lnTo>
                  <a:pt x="22091" y="0"/>
                </a:lnTo>
                <a:lnTo>
                  <a:pt x="22091" y="117"/>
                </a:lnTo>
                <a:lnTo>
                  <a:pt x="21932" y="117"/>
                </a:lnTo>
                <a:lnTo>
                  <a:pt x="21932" y="0"/>
                </a:lnTo>
                <a:moveTo>
                  <a:pt x="22197" y="0"/>
                </a:moveTo>
                <a:lnTo>
                  <a:pt x="22355" y="0"/>
                </a:lnTo>
                <a:lnTo>
                  <a:pt x="22355" y="117"/>
                </a:lnTo>
                <a:lnTo>
                  <a:pt x="22197" y="117"/>
                </a:lnTo>
                <a:lnTo>
                  <a:pt x="22197" y="0"/>
                </a:lnTo>
                <a:moveTo>
                  <a:pt x="22461" y="0"/>
                </a:moveTo>
                <a:lnTo>
                  <a:pt x="22620" y="0"/>
                </a:lnTo>
                <a:lnTo>
                  <a:pt x="22620" y="117"/>
                </a:lnTo>
                <a:lnTo>
                  <a:pt x="22461" y="117"/>
                </a:lnTo>
                <a:lnTo>
                  <a:pt x="22461" y="0"/>
                </a:lnTo>
                <a:moveTo>
                  <a:pt x="22726" y="0"/>
                </a:moveTo>
                <a:lnTo>
                  <a:pt x="22884" y="0"/>
                </a:lnTo>
                <a:lnTo>
                  <a:pt x="22884" y="117"/>
                </a:lnTo>
                <a:lnTo>
                  <a:pt x="22726" y="117"/>
                </a:lnTo>
                <a:lnTo>
                  <a:pt x="22726" y="0"/>
                </a:lnTo>
                <a:moveTo>
                  <a:pt x="22990" y="0"/>
                </a:moveTo>
                <a:lnTo>
                  <a:pt x="23149" y="0"/>
                </a:lnTo>
                <a:lnTo>
                  <a:pt x="23149" y="117"/>
                </a:lnTo>
                <a:lnTo>
                  <a:pt x="22990" y="117"/>
                </a:lnTo>
                <a:lnTo>
                  <a:pt x="22990" y="0"/>
                </a:lnTo>
                <a:moveTo>
                  <a:pt x="23255" y="0"/>
                </a:moveTo>
                <a:lnTo>
                  <a:pt x="23413" y="0"/>
                </a:lnTo>
                <a:lnTo>
                  <a:pt x="23413" y="117"/>
                </a:lnTo>
                <a:lnTo>
                  <a:pt x="23255" y="117"/>
                </a:lnTo>
                <a:lnTo>
                  <a:pt x="23255" y="0"/>
                </a:lnTo>
                <a:moveTo>
                  <a:pt x="23519" y="0"/>
                </a:moveTo>
                <a:lnTo>
                  <a:pt x="23678" y="0"/>
                </a:lnTo>
                <a:lnTo>
                  <a:pt x="23678" y="117"/>
                </a:lnTo>
                <a:lnTo>
                  <a:pt x="23519" y="117"/>
                </a:lnTo>
                <a:lnTo>
                  <a:pt x="23519" y="0"/>
                </a:lnTo>
                <a:moveTo>
                  <a:pt x="23784" y="0"/>
                </a:moveTo>
                <a:lnTo>
                  <a:pt x="23942" y="0"/>
                </a:lnTo>
                <a:lnTo>
                  <a:pt x="23942" y="117"/>
                </a:lnTo>
                <a:lnTo>
                  <a:pt x="23784" y="117"/>
                </a:lnTo>
                <a:lnTo>
                  <a:pt x="23784" y="0"/>
                </a:lnTo>
                <a:moveTo>
                  <a:pt x="24048" y="0"/>
                </a:moveTo>
                <a:lnTo>
                  <a:pt x="24207" y="0"/>
                </a:lnTo>
                <a:lnTo>
                  <a:pt x="24207" y="117"/>
                </a:lnTo>
                <a:lnTo>
                  <a:pt x="24048" y="117"/>
                </a:lnTo>
                <a:lnTo>
                  <a:pt x="24048" y="0"/>
                </a:lnTo>
                <a:moveTo>
                  <a:pt x="24313" y="0"/>
                </a:moveTo>
                <a:lnTo>
                  <a:pt x="24471" y="0"/>
                </a:lnTo>
                <a:lnTo>
                  <a:pt x="24471" y="117"/>
                </a:lnTo>
                <a:lnTo>
                  <a:pt x="24313" y="117"/>
                </a:lnTo>
                <a:lnTo>
                  <a:pt x="24313" y="0"/>
                </a:lnTo>
                <a:moveTo>
                  <a:pt x="24577" y="0"/>
                </a:moveTo>
                <a:lnTo>
                  <a:pt x="24736" y="0"/>
                </a:lnTo>
                <a:lnTo>
                  <a:pt x="24736" y="117"/>
                </a:lnTo>
                <a:lnTo>
                  <a:pt x="24577" y="117"/>
                </a:lnTo>
                <a:lnTo>
                  <a:pt x="24577" y="0"/>
                </a:lnTo>
                <a:moveTo>
                  <a:pt x="24842" y="0"/>
                </a:moveTo>
                <a:lnTo>
                  <a:pt x="25000" y="0"/>
                </a:lnTo>
                <a:lnTo>
                  <a:pt x="25000" y="117"/>
                </a:lnTo>
                <a:lnTo>
                  <a:pt x="24842" y="117"/>
                </a:lnTo>
                <a:lnTo>
                  <a:pt x="24842" y="0"/>
                </a:lnTo>
                <a:moveTo>
                  <a:pt x="25106" y="0"/>
                </a:moveTo>
                <a:lnTo>
                  <a:pt x="25265" y="0"/>
                </a:lnTo>
                <a:lnTo>
                  <a:pt x="25265" y="117"/>
                </a:lnTo>
                <a:lnTo>
                  <a:pt x="25106" y="117"/>
                </a:lnTo>
                <a:lnTo>
                  <a:pt x="25106" y="0"/>
                </a:lnTo>
                <a:moveTo>
                  <a:pt x="25371" y="0"/>
                </a:moveTo>
                <a:lnTo>
                  <a:pt x="25529" y="0"/>
                </a:lnTo>
                <a:lnTo>
                  <a:pt x="25529" y="117"/>
                </a:lnTo>
                <a:lnTo>
                  <a:pt x="25371" y="117"/>
                </a:lnTo>
                <a:lnTo>
                  <a:pt x="25371" y="0"/>
                </a:lnTo>
                <a:moveTo>
                  <a:pt x="25635" y="0"/>
                </a:moveTo>
                <a:lnTo>
                  <a:pt x="25794" y="0"/>
                </a:lnTo>
                <a:lnTo>
                  <a:pt x="25794" y="117"/>
                </a:lnTo>
                <a:lnTo>
                  <a:pt x="25635" y="117"/>
                </a:lnTo>
                <a:lnTo>
                  <a:pt x="25635" y="0"/>
                </a:lnTo>
                <a:moveTo>
                  <a:pt x="25899" y="0"/>
                </a:moveTo>
                <a:lnTo>
                  <a:pt x="26058" y="0"/>
                </a:lnTo>
                <a:lnTo>
                  <a:pt x="26058" y="117"/>
                </a:lnTo>
                <a:lnTo>
                  <a:pt x="25899" y="117"/>
                </a:lnTo>
                <a:lnTo>
                  <a:pt x="25899" y="0"/>
                </a:lnTo>
                <a:moveTo>
                  <a:pt x="26164" y="0"/>
                </a:moveTo>
                <a:lnTo>
                  <a:pt x="26323" y="0"/>
                </a:lnTo>
                <a:lnTo>
                  <a:pt x="26323" y="117"/>
                </a:lnTo>
                <a:lnTo>
                  <a:pt x="26164" y="117"/>
                </a:lnTo>
                <a:lnTo>
                  <a:pt x="26164" y="0"/>
                </a:lnTo>
                <a:moveTo>
                  <a:pt x="26428" y="0"/>
                </a:moveTo>
                <a:lnTo>
                  <a:pt x="26587" y="0"/>
                </a:lnTo>
                <a:lnTo>
                  <a:pt x="26587" y="117"/>
                </a:lnTo>
                <a:lnTo>
                  <a:pt x="26428" y="117"/>
                </a:lnTo>
                <a:lnTo>
                  <a:pt x="26428" y="0"/>
                </a:lnTo>
                <a:moveTo>
                  <a:pt x="26693" y="0"/>
                </a:moveTo>
                <a:lnTo>
                  <a:pt x="26852" y="0"/>
                </a:lnTo>
                <a:lnTo>
                  <a:pt x="26852" y="117"/>
                </a:lnTo>
                <a:lnTo>
                  <a:pt x="26693" y="117"/>
                </a:lnTo>
                <a:lnTo>
                  <a:pt x="26693" y="0"/>
                </a:lnTo>
                <a:moveTo>
                  <a:pt x="26957" y="0"/>
                </a:moveTo>
                <a:lnTo>
                  <a:pt x="27116" y="0"/>
                </a:lnTo>
                <a:lnTo>
                  <a:pt x="27116" y="117"/>
                </a:lnTo>
                <a:lnTo>
                  <a:pt x="26957" y="117"/>
                </a:lnTo>
                <a:lnTo>
                  <a:pt x="26957" y="0"/>
                </a:lnTo>
                <a:moveTo>
                  <a:pt x="27222" y="0"/>
                </a:moveTo>
                <a:lnTo>
                  <a:pt x="27381" y="0"/>
                </a:lnTo>
                <a:lnTo>
                  <a:pt x="27381" y="117"/>
                </a:lnTo>
                <a:lnTo>
                  <a:pt x="27222" y="117"/>
                </a:lnTo>
                <a:lnTo>
                  <a:pt x="27222" y="0"/>
                </a:lnTo>
                <a:moveTo>
                  <a:pt x="27486" y="0"/>
                </a:moveTo>
                <a:lnTo>
                  <a:pt x="27645" y="0"/>
                </a:lnTo>
                <a:lnTo>
                  <a:pt x="27645" y="117"/>
                </a:lnTo>
                <a:lnTo>
                  <a:pt x="27486" y="117"/>
                </a:lnTo>
                <a:lnTo>
                  <a:pt x="27486" y="0"/>
                </a:lnTo>
                <a:moveTo>
                  <a:pt x="27751" y="0"/>
                </a:moveTo>
                <a:lnTo>
                  <a:pt x="27910" y="0"/>
                </a:lnTo>
                <a:lnTo>
                  <a:pt x="27910" y="117"/>
                </a:lnTo>
                <a:lnTo>
                  <a:pt x="27751" y="117"/>
                </a:lnTo>
                <a:lnTo>
                  <a:pt x="27751" y="0"/>
                </a:lnTo>
                <a:moveTo>
                  <a:pt x="28015" y="0"/>
                </a:moveTo>
                <a:lnTo>
                  <a:pt x="28174" y="0"/>
                </a:lnTo>
                <a:lnTo>
                  <a:pt x="28174" y="117"/>
                </a:lnTo>
                <a:lnTo>
                  <a:pt x="28015" y="117"/>
                </a:lnTo>
                <a:lnTo>
                  <a:pt x="28015" y="0"/>
                </a:lnTo>
                <a:moveTo>
                  <a:pt x="28280" y="0"/>
                </a:moveTo>
                <a:lnTo>
                  <a:pt x="28439" y="0"/>
                </a:lnTo>
                <a:lnTo>
                  <a:pt x="28439" y="117"/>
                </a:lnTo>
                <a:lnTo>
                  <a:pt x="28280" y="117"/>
                </a:lnTo>
                <a:lnTo>
                  <a:pt x="28280" y="0"/>
                </a:lnTo>
                <a:moveTo>
                  <a:pt x="28544" y="0"/>
                </a:moveTo>
                <a:lnTo>
                  <a:pt x="28703" y="0"/>
                </a:lnTo>
                <a:lnTo>
                  <a:pt x="28703" y="117"/>
                </a:lnTo>
                <a:lnTo>
                  <a:pt x="28544" y="117"/>
                </a:lnTo>
                <a:lnTo>
                  <a:pt x="28544" y="0"/>
                </a:lnTo>
                <a:moveTo>
                  <a:pt x="28809" y="0"/>
                </a:moveTo>
                <a:lnTo>
                  <a:pt x="28968" y="0"/>
                </a:lnTo>
                <a:lnTo>
                  <a:pt x="28968" y="117"/>
                </a:lnTo>
                <a:lnTo>
                  <a:pt x="28809" y="117"/>
                </a:lnTo>
                <a:lnTo>
                  <a:pt x="28809" y="0"/>
                </a:lnTo>
                <a:moveTo>
                  <a:pt x="29073" y="0"/>
                </a:moveTo>
                <a:lnTo>
                  <a:pt x="29232" y="0"/>
                </a:lnTo>
                <a:lnTo>
                  <a:pt x="29232" y="117"/>
                </a:lnTo>
                <a:lnTo>
                  <a:pt x="29073" y="117"/>
                </a:lnTo>
                <a:lnTo>
                  <a:pt x="29073" y="0"/>
                </a:lnTo>
                <a:moveTo>
                  <a:pt x="29338" y="0"/>
                </a:moveTo>
                <a:lnTo>
                  <a:pt x="29496" y="0"/>
                </a:lnTo>
                <a:lnTo>
                  <a:pt x="29496" y="117"/>
                </a:lnTo>
                <a:lnTo>
                  <a:pt x="29338" y="117"/>
                </a:lnTo>
                <a:lnTo>
                  <a:pt x="29338" y="0"/>
                </a:lnTo>
                <a:moveTo>
                  <a:pt x="29602" y="0"/>
                </a:moveTo>
                <a:lnTo>
                  <a:pt x="29761" y="0"/>
                </a:lnTo>
                <a:lnTo>
                  <a:pt x="29761" y="117"/>
                </a:lnTo>
                <a:lnTo>
                  <a:pt x="29602" y="117"/>
                </a:lnTo>
                <a:lnTo>
                  <a:pt x="29602" y="0"/>
                </a:lnTo>
                <a:moveTo>
                  <a:pt x="29867" y="0"/>
                </a:moveTo>
                <a:lnTo>
                  <a:pt x="30025" y="0"/>
                </a:lnTo>
                <a:lnTo>
                  <a:pt x="30025" y="117"/>
                </a:lnTo>
                <a:lnTo>
                  <a:pt x="29867" y="117"/>
                </a:lnTo>
                <a:lnTo>
                  <a:pt x="29867" y="0"/>
                </a:lnTo>
                <a:moveTo>
                  <a:pt x="30131" y="0"/>
                </a:moveTo>
                <a:lnTo>
                  <a:pt x="30290" y="0"/>
                </a:lnTo>
                <a:lnTo>
                  <a:pt x="30290" y="117"/>
                </a:lnTo>
                <a:lnTo>
                  <a:pt x="30131" y="117"/>
                </a:lnTo>
                <a:lnTo>
                  <a:pt x="30131" y="0"/>
                </a:lnTo>
                <a:moveTo>
                  <a:pt x="30396" y="0"/>
                </a:moveTo>
                <a:lnTo>
                  <a:pt x="30554" y="0"/>
                </a:lnTo>
                <a:lnTo>
                  <a:pt x="30554" y="117"/>
                </a:lnTo>
                <a:lnTo>
                  <a:pt x="30396" y="117"/>
                </a:lnTo>
                <a:lnTo>
                  <a:pt x="30396" y="0"/>
                </a:lnTo>
                <a:moveTo>
                  <a:pt x="30660" y="0"/>
                </a:moveTo>
                <a:lnTo>
                  <a:pt x="30725" y="0"/>
                </a:lnTo>
                <a:cubicBezTo>
                  <a:pt x="30767" y="0"/>
                  <a:pt x="30807" y="11"/>
                  <a:pt x="30843" y="31"/>
                </a:cubicBezTo>
                <a:lnTo>
                  <a:pt x="30787" y="133"/>
                </a:lnTo>
                <a:cubicBezTo>
                  <a:pt x="30767" y="122"/>
                  <a:pt x="30747" y="117"/>
                  <a:pt x="30725" y="117"/>
                </a:cubicBezTo>
                <a:lnTo>
                  <a:pt x="30660" y="117"/>
                </a:lnTo>
                <a:lnTo>
                  <a:pt x="30660" y="0"/>
                </a:lnTo>
                <a:moveTo>
                  <a:pt x="30940" y="131"/>
                </a:moveTo>
                <a:cubicBezTo>
                  <a:pt x="30959" y="166"/>
                  <a:pt x="30968" y="204"/>
                  <a:pt x="30968" y="244"/>
                </a:cubicBezTo>
                <a:lnTo>
                  <a:pt x="30968" y="313"/>
                </a:lnTo>
                <a:lnTo>
                  <a:pt x="30852" y="313"/>
                </a:lnTo>
                <a:lnTo>
                  <a:pt x="30852" y="244"/>
                </a:lnTo>
                <a:cubicBezTo>
                  <a:pt x="30852" y="223"/>
                  <a:pt x="30847" y="203"/>
                  <a:pt x="30837" y="185"/>
                </a:cubicBezTo>
                <a:lnTo>
                  <a:pt x="30940" y="131"/>
                </a:lnTo>
                <a:moveTo>
                  <a:pt x="30968" y="419"/>
                </a:moveTo>
                <a:lnTo>
                  <a:pt x="30968" y="579"/>
                </a:lnTo>
                <a:lnTo>
                  <a:pt x="30852" y="579"/>
                </a:lnTo>
                <a:lnTo>
                  <a:pt x="30852" y="419"/>
                </a:lnTo>
                <a:lnTo>
                  <a:pt x="30968" y="419"/>
                </a:lnTo>
                <a:moveTo>
                  <a:pt x="30968" y="684"/>
                </a:moveTo>
                <a:lnTo>
                  <a:pt x="30968" y="843"/>
                </a:lnTo>
                <a:lnTo>
                  <a:pt x="30852" y="843"/>
                </a:lnTo>
                <a:lnTo>
                  <a:pt x="30852" y="684"/>
                </a:lnTo>
                <a:lnTo>
                  <a:pt x="30968" y="684"/>
                </a:lnTo>
                <a:moveTo>
                  <a:pt x="30968" y="949"/>
                </a:moveTo>
                <a:lnTo>
                  <a:pt x="30968" y="1108"/>
                </a:lnTo>
                <a:lnTo>
                  <a:pt x="30852" y="1108"/>
                </a:lnTo>
                <a:lnTo>
                  <a:pt x="30852" y="949"/>
                </a:lnTo>
                <a:lnTo>
                  <a:pt x="30968" y="949"/>
                </a:lnTo>
                <a:moveTo>
                  <a:pt x="30968" y="1213"/>
                </a:moveTo>
                <a:lnTo>
                  <a:pt x="30968" y="1372"/>
                </a:lnTo>
                <a:lnTo>
                  <a:pt x="30852" y="1372"/>
                </a:lnTo>
                <a:lnTo>
                  <a:pt x="30852" y="1213"/>
                </a:lnTo>
                <a:lnTo>
                  <a:pt x="30968" y="1213"/>
                </a:lnTo>
                <a:moveTo>
                  <a:pt x="30968" y="1478"/>
                </a:moveTo>
                <a:lnTo>
                  <a:pt x="30968" y="1637"/>
                </a:lnTo>
                <a:lnTo>
                  <a:pt x="30852" y="1637"/>
                </a:lnTo>
                <a:lnTo>
                  <a:pt x="30852" y="1478"/>
                </a:lnTo>
                <a:lnTo>
                  <a:pt x="30968" y="1478"/>
                </a:lnTo>
                <a:moveTo>
                  <a:pt x="30968" y="1742"/>
                </a:moveTo>
                <a:lnTo>
                  <a:pt x="30968" y="1901"/>
                </a:lnTo>
                <a:lnTo>
                  <a:pt x="30852" y="1901"/>
                </a:lnTo>
                <a:lnTo>
                  <a:pt x="30852" y="1742"/>
                </a:lnTo>
                <a:lnTo>
                  <a:pt x="30968" y="1742"/>
                </a:lnTo>
                <a:moveTo>
                  <a:pt x="30968" y="2007"/>
                </a:moveTo>
                <a:lnTo>
                  <a:pt x="30968" y="2166"/>
                </a:lnTo>
                <a:lnTo>
                  <a:pt x="30852" y="2166"/>
                </a:lnTo>
                <a:lnTo>
                  <a:pt x="30852" y="2007"/>
                </a:lnTo>
                <a:lnTo>
                  <a:pt x="30968" y="2007"/>
                </a:lnTo>
                <a:moveTo>
                  <a:pt x="30968" y="2271"/>
                </a:moveTo>
                <a:lnTo>
                  <a:pt x="30968" y="2430"/>
                </a:lnTo>
                <a:lnTo>
                  <a:pt x="30852" y="2430"/>
                </a:lnTo>
                <a:lnTo>
                  <a:pt x="30852" y="2271"/>
                </a:lnTo>
                <a:lnTo>
                  <a:pt x="30968" y="2271"/>
                </a:lnTo>
                <a:moveTo>
                  <a:pt x="30968" y="2536"/>
                </a:moveTo>
                <a:lnTo>
                  <a:pt x="30968" y="2695"/>
                </a:lnTo>
                <a:lnTo>
                  <a:pt x="30852" y="2695"/>
                </a:lnTo>
                <a:lnTo>
                  <a:pt x="30852" y="2536"/>
                </a:lnTo>
                <a:lnTo>
                  <a:pt x="30968" y="2536"/>
                </a:lnTo>
                <a:moveTo>
                  <a:pt x="30968" y="2800"/>
                </a:moveTo>
                <a:lnTo>
                  <a:pt x="30968" y="2959"/>
                </a:lnTo>
                <a:lnTo>
                  <a:pt x="30852" y="2959"/>
                </a:lnTo>
                <a:lnTo>
                  <a:pt x="30852" y="2800"/>
                </a:lnTo>
                <a:lnTo>
                  <a:pt x="30968" y="2800"/>
                </a:lnTo>
                <a:moveTo>
                  <a:pt x="30968" y="3065"/>
                </a:moveTo>
                <a:lnTo>
                  <a:pt x="30968" y="3224"/>
                </a:lnTo>
                <a:lnTo>
                  <a:pt x="30852" y="3224"/>
                </a:lnTo>
                <a:lnTo>
                  <a:pt x="30852" y="3065"/>
                </a:lnTo>
                <a:lnTo>
                  <a:pt x="30968" y="3065"/>
                </a:lnTo>
                <a:moveTo>
                  <a:pt x="30967" y="3333"/>
                </a:moveTo>
                <a:cubicBezTo>
                  <a:pt x="30962" y="3408"/>
                  <a:pt x="30928" y="3468"/>
                  <a:pt x="30867" y="3512"/>
                </a:cubicBezTo>
                <a:lnTo>
                  <a:pt x="30799" y="3417"/>
                </a:lnTo>
                <a:cubicBezTo>
                  <a:pt x="30831" y="3394"/>
                  <a:pt x="30848" y="3363"/>
                  <a:pt x="30851" y="3324"/>
                </a:cubicBezTo>
                <a:lnTo>
                  <a:pt x="30967" y="3333"/>
                </a:lnTo>
                <a:moveTo>
                  <a:pt x="30736" y="3557"/>
                </a:moveTo>
                <a:cubicBezTo>
                  <a:pt x="30733" y="3557"/>
                  <a:pt x="30729" y="3557"/>
                  <a:pt x="30725" y="3557"/>
                </a:cubicBezTo>
                <a:lnTo>
                  <a:pt x="30575" y="3557"/>
                </a:lnTo>
                <a:lnTo>
                  <a:pt x="30575" y="3441"/>
                </a:lnTo>
                <a:lnTo>
                  <a:pt x="30725" y="3441"/>
                </a:lnTo>
                <a:cubicBezTo>
                  <a:pt x="30727" y="3441"/>
                  <a:pt x="30729" y="3441"/>
                  <a:pt x="30731" y="3441"/>
                </a:cubicBezTo>
                <a:lnTo>
                  <a:pt x="30736" y="3557"/>
                </a:lnTo>
                <a:moveTo>
                  <a:pt x="30470" y="3557"/>
                </a:moveTo>
                <a:lnTo>
                  <a:pt x="30311" y="3557"/>
                </a:lnTo>
                <a:lnTo>
                  <a:pt x="30311" y="3441"/>
                </a:lnTo>
                <a:lnTo>
                  <a:pt x="30470" y="3441"/>
                </a:lnTo>
                <a:lnTo>
                  <a:pt x="30470" y="3557"/>
                </a:lnTo>
                <a:moveTo>
                  <a:pt x="30205" y="3557"/>
                </a:moveTo>
                <a:lnTo>
                  <a:pt x="30046" y="3557"/>
                </a:lnTo>
                <a:lnTo>
                  <a:pt x="30046" y="3441"/>
                </a:lnTo>
                <a:lnTo>
                  <a:pt x="30205" y="3441"/>
                </a:lnTo>
                <a:lnTo>
                  <a:pt x="30205" y="3557"/>
                </a:lnTo>
                <a:moveTo>
                  <a:pt x="29941" y="3557"/>
                </a:moveTo>
                <a:lnTo>
                  <a:pt x="29782" y="3557"/>
                </a:lnTo>
                <a:lnTo>
                  <a:pt x="29782" y="3441"/>
                </a:lnTo>
                <a:lnTo>
                  <a:pt x="29941" y="3441"/>
                </a:lnTo>
                <a:lnTo>
                  <a:pt x="29941" y="3557"/>
                </a:lnTo>
                <a:moveTo>
                  <a:pt x="29676" y="3557"/>
                </a:moveTo>
                <a:lnTo>
                  <a:pt x="29517" y="3557"/>
                </a:lnTo>
                <a:lnTo>
                  <a:pt x="29517" y="3441"/>
                </a:lnTo>
                <a:lnTo>
                  <a:pt x="29676" y="3441"/>
                </a:lnTo>
                <a:lnTo>
                  <a:pt x="29676" y="3557"/>
                </a:lnTo>
                <a:moveTo>
                  <a:pt x="29412" y="3557"/>
                </a:moveTo>
                <a:lnTo>
                  <a:pt x="29253" y="3557"/>
                </a:lnTo>
                <a:lnTo>
                  <a:pt x="29253" y="3441"/>
                </a:lnTo>
                <a:lnTo>
                  <a:pt x="29412" y="3441"/>
                </a:lnTo>
                <a:lnTo>
                  <a:pt x="29412" y="3557"/>
                </a:lnTo>
                <a:moveTo>
                  <a:pt x="29147" y="3557"/>
                </a:moveTo>
                <a:lnTo>
                  <a:pt x="28988" y="3557"/>
                </a:lnTo>
                <a:lnTo>
                  <a:pt x="28988" y="3441"/>
                </a:lnTo>
                <a:lnTo>
                  <a:pt x="29147" y="3441"/>
                </a:lnTo>
                <a:lnTo>
                  <a:pt x="29147" y="3557"/>
                </a:lnTo>
                <a:moveTo>
                  <a:pt x="28883" y="3557"/>
                </a:moveTo>
                <a:lnTo>
                  <a:pt x="28724" y="3557"/>
                </a:lnTo>
                <a:lnTo>
                  <a:pt x="28724" y="3441"/>
                </a:lnTo>
                <a:lnTo>
                  <a:pt x="28883" y="3441"/>
                </a:lnTo>
                <a:lnTo>
                  <a:pt x="28883" y="3557"/>
                </a:lnTo>
                <a:moveTo>
                  <a:pt x="28618" y="3557"/>
                </a:moveTo>
                <a:lnTo>
                  <a:pt x="28459" y="3557"/>
                </a:lnTo>
                <a:lnTo>
                  <a:pt x="28459" y="3441"/>
                </a:lnTo>
                <a:lnTo>
                  <a:pt x="28618" y="3441"/>
                </a:lnTo>
                <a:lnTo>
                  <a:pt x="28618" y="3557"/>
                </a:lnTo>
                <a:moveTo>
                  <a:pt x="28354" y="3557"/>
                </a:moveTo>
                <a:lnTo>
                  <a:pt x="28195" y="3557"/>
                </a:lnTo>
                <a:lnTo>
                  <a:pt x="28195" y="3441"/>
                </a:lnTo>
                <a:lnTo>
                  <a:pt x="28354" y="3441"/>
                </a:lnTo>
                <a:lnTo>
                  <a:pt x="28354" y="3557"/>
                </a:lnTo>
                <a:moveTo>
                  <a:pt x="28089" y="3557"/>
                </a:moveTo>
                <a:lnTo>
                  <a:pt x="27931" y="3557"/>
                </a:lnTo>
                <a:lnTo>
                  <a:pt x="27931" y="3441"/>
                </a:lnTo>
                <a:lnTo>
                  <a:pt x="28089" y="3441"/>
                </a:lnTo>
                <a:lnTo>
                  <a:pt x="28089" y="3557"/>
                </a:lnTo>
                <a:moveTo>
                  <a:pt x="27825" y="3557"/>
                </a:moveTo>
                <a:lnTo>
                  <a:pt x="27666" y="3557"/>
                </a:lnTo>
                <a:lnTo>
                  <a:pt x="27666" y="3441"/>
                </a:lnTo>
                <a:lnTo>
                  <a:pt x="27825" y="3441"/>
                </a:lnTo>
                <a:lnTo>
                  <a:pt x="27825" y="3557"/>
                </a:lnTo>
                <a:moveTo>
                  <a:pt x="27560" y="3557"/>
                </a:moveTo>
                <a:lnTo>
                  <a:pt x="27402" y="3557"/>
                </a:lnTo>
                <a:lnTo>
                  <a:pt x="27402" y="3441"/>
                </a:lnTo>
                <a:lnTo>
                  <a:pt x="27560" y="3441"/>
                </a:lnTo>
                <a:lnTo>
                  <a:pt x="27560" y="3557"/>
                </a:lnTo>
                <a:moveTo>
                  <a:pt x="27296" y="3557"/>
                </a:moveTo>
                <a:lnTo>
                  <a:pt x="27137" y="3557"/>
                </a:lnTo>
                <a:lnTo>
                  <a:pt x="27137" y="3441"/>
                </a:lnTo>
                <a:lnTo>
                  <a:pt x="27296" y="3441"/>
                </a:lnTo>
                <a:lnTo>
                  <a:pt x="27296" y="3557"/>
                </a:lnTo>
                <a:moveTo>
                  <a:pt x="27031" y="3557"/>
                </a:moveTo>
                <a:lnTo>
                  <a:pt x="26873" y="3557"/>
                </a:lnTo>
                <a:lnTo>
                  <a:pt x="26873" y="3441"/>
                </a:lnTo>
                <a:lnTo>
                  <a:pt x="27031" y="3441"/>
                </a:lnTo>
                <a:lnTo>
                  <a:pt x="27031" y="3557"/>
                </a:lnTo>
                <a:moveTo>
                  <a:pt x="26767" y="3557"/>
                </a:moveTo>
                <a:lnTo>
                  <a:pt x="26608" y="3557"/>
                </a:lnTo>
                <a:lnTo>
                  <a:pt x="26608" y="3441"/>
                </a:lnTo>
                <a:lnTo>
                  <a:pt x="26767" y="3441"/>
                </a:lnTo>
                <a:lnTo>
                  <a:pt x="26767" y="3557"/>
                </a:lnTo>
                <a:moveTo>
                  <a:pt x="26502" y="3557"/>
                </a:moveTo>
                <a:lnTo>
                  <a:pt x="26344" y="3557"/>
                </a:lnTo>
                <a:lnTo>
                  <a:pt x="26344" y="3441"/>
                </a:lnTo>
                <a:lnTo>
                  <a:pt x="26502" y="3441"/>
                </a:lnTo>
                <a:lnTo>
                  <a:pt x="26502" y="3557"/>
                </a:lnTo>
                <a:moveTo>
                  <a:pt x="26238" y="3557"/>
                </a:moveTo>
                <a:lnTo>
                  <a:pt x="26079" y="3557"/>
                </a:lnTo>
                <a:lnTo>
                  <a:pt x="26079" y="3441"/>
                </a:lnTo>
                <a:lnTo>
                  <a:pt x="26238" y="3441"/>
                </a:lnTo>
                <a:lnTo>
                  <a:pt x="26238" y="3557"/>
                </a:lnTo>
                <a:moveTo>
                  <a:pt x="25973" y="3557"/>
                </a:moveTo>
                <a:lnTo>
                  <a:pt x="25815" y="3557"/>
                </a:lnTo>
                <a:lnTo>
                  <a:pt x="25815" y="3441"/>
                </a:lnTo>
                <a:lnTo>
                  <a:pt x="25973" y="3441"/>
                </a:lnTo>
                <a:lnTo>
                  <a:pt x="25973" y="3557"/>
                </a:lnTo>
                <a:moveTo>
                  <a:pt x="25709" y="3557"/>
                </a:moveTo>
                <a:lnTo>
                  <a:pt x="25550" y="3557"/>
                </a:lnTo>
                <a:lnTo>
                  <a:pt x="25550" y="3441"/>
                </a:lnTo>
                <a:lnTo>
                  <a:pt x="25709" y="3441"/>
                </a:lnTo>
                <a:lnTo>
                  <a:pt x="25709" y="3557"/>
                </a:lnTo>
                <a:moveTo>
                  <a:pt x="25444" y="3557"/>
                </a:moveTo>
                <a:lnTo>
                  <a:pt x="25286" y="3557"/>
                </a:lnTo>
                <a:lnTo>
                  <a:pt x="25286" y="3441"/>
                </a:lnTo>
                <a:lnTo>
                  <a:pt x="25444" y="3441"/>
                </a:lnTo>
                <a:lnTo>
                  <a:pt x="25444" y="3557"/>
                </a:lnTo>
                <a:moveTo>
                  <a:pt x="25180" y="3557"/>
                </a:moveTo>
                <a:lnTo>
                  <a:pt x="25021" y="3557"/>
                </a:lnTo>
                <a:lnTo>
                  <a:pt x="25021" y="3441"/>
                </a:lnTo>
                <a:lnTo>
                  <a:pt x="25180" y="3441"/>
                </a:lnTo>
                <a:lnTo>
                  <a:pt x="25180" y="3557"/>
                </a:lnTo>
                <a:moveTo>
                  <a:pt x="24916" y="3557"/>
                </a:moveTo>
                <a:lnTo>
                  <a:pt x="24757" y="3557"/>
                </a:lnTo>
                <a:lnTo>
                  <a:pt x="24757" y="3441"/>
                </a:lnTo>
                <a:lnTo>
                  <a:pt x="24916" y="3441"/>
                </a:lnTo>
                <a:lnTo>
                  <a:pt x="24916" y="3557"/>
                </a:lnTo>
                <a:moveTo>
                  <a:pt x="24651" y="3557"/>
                </a:moveTo>
                <a:lnTo>
                  <a:pt x="24492" y="3557"/>
                </a:lnTo>
                <a:lnTo>
                  <a:pt x="24492" y="3441"/>
                </a:lnTo>
                <a:lnTo>
                  <a:pt x="24651" y="3441"/>
                </a:lnTo>
                <a:lnTo>
                  <a:pt x="24651" y="3557"/>
                </a:lnTo>
                <a:moveTo>
                  <a:pt x="24387" y="3557"/>
                </a:moveTo>
                <a:lnTo>
                  <a:pt x="24228" y="3557"/>
                </a:lnTo>
                <a:lnTo>
                  <a:pt x="24228" y="3441"/>
                </a:lnTo>
                <a:lnTo>
                  <a:pt x="24387" y="3441"/>
                </a:lnTo>
                <a:lnTo>
                  <a:pt x="24387" y="3557"/>
                </a:lnTo>
                <a:moveTo>
                  <a:pt x="24122" y="3557"/>
                </a:moveTo>
                <a:lnTo>
                  <a:pt x="23963" y="3557"/>
                </a:lnTo>
                <a:lnTo>
                  <a:pt x="23963" y="3441"/>
                </a:lnTo>
                <a:lnTo>
                  <a:pt x="24122" y="3441"/>
                </a:lnTo>
                <a:lnTo>
                  <a:pt x="24122" y="3557"/>
                </a:lnTo>
                <a:moveTo>
                  <a:pt x="23858" y="3557"/>
                </a:moveTo>
                <a:lnTo>
                  <a:pt x="23699" y="3557"/>
                </a:lnTo>
                <a:lnTo>
                  <a:pt x="23699" y="3441"/>
                </a:lnTo>
                <a:lnTo>
                  <a:pt x="23858" y="3441"/>
                </a:lnTo>
                <a:lnTo>
                  <a:pt x="23858" y="3557"/>
                </a:lnTo>
                <a:moveTo>
                  <a:pt x="23593" y="3557"/>
                </a:moveTo>
                <a:lnTo>
                  <a:pt x="23434" y="3557"/>
                </a:lnTo>
                <a:lnTo>
                  <a:pt x="23434" y="3441"/>
                </a:lnTo>
                <a:lnTo>
                  <a:pt x="23593" y="3441"/>
                </a:lnTo>
                <a:lnTo>
                  <a:pt x="23593" y="3557"/>
                </a:lnTo>
                <a:moveTo>
                  <a:pt x="23329" y="3557"/>
                </a:moveTo>
                <a:lnTo>
                  <a:pt x="23170" y="3557"/>
                </a:lnTo>
                <a:lnTo>
                  <a:pt x="23170" y="3441"/>
                </a:lnTo>
                <a:lnTo>
                  <a:pt x="23329" y="3441"/>
                </a:lnTo>
                <a:lnTo>
                  <a:pt x="23329" y="3557"/>
                </a:lnTo>
                <a:moveTo>
                  <a:pt x="23064" y="3557"/>
                </a:moveTo>
                <a:lnTo>
                  <a:pt x="22905" y="3557"/>
                </a:lnTo>
                <a:lnTo>
                  <a:pt x="22905" y="3441"/>
                </a:lnTo>
                <a:lnTo>
                  <a:pt x="23064" y="3441"/>
                </a:lnTo>
                <a:lnTo>
                  <a:pt x="23064" y="3557"/>
                </a:lnTo>
                <a:moveTo>
                  <a:pt x="22800" y="3557"/>
                </a:moveTo>
                <a:lnTo>
                  <a:pt x="22641" y="3557"/>
                </a:lnTo>
                <a:lnTo>
                  <a:pt x="22641" y="3441"/>
                </a:lnTo>
                <a:lnTo>
                  <a:pt x="22800" y="3441"/>
                </a:lnTo>
                <a:lnTo>
                  <a:pt x="22800" y="3557"/>
                </a:lnTo>
                <a:moveTo>
                  <a:pt x="22535" y="3557"/>
                </a:moveTo>
                <a:lnTo>
                  <a:pt x="22376" y="3557"/>
                </a:lnTo>
                <a:lnTo>
                  <a:pt x="22376" y="3441"/>
                </a:lnTo>
                <a:lnTo>
                  <a:pt x="22535" y="3441"/>
                </a:lnTo>
                <a:lnTo>
                  <a:pt x="22535" y="3557"/>
                </a:lnTo>
                <a:moveTo>
                  <a:pt x="22271" y="3557"/>
                </a:moveTo>
                <a:lnTo>
                  <a:pt x="22112" y="3557"/>
                </a:lnTo>
                <a:lnTo>
                  <a:pt x="22112" y="3441"/>
                </a:lnTo>
                <a:lnTo>
                  <a:pt x="22271" y="3441"/>
                </a:lnTo>
                <a:lnTo>
                  <a:pt x="22271" y="3557"/>
                </a:lnTo>
                <a:moveTo>
                  <a:pt x="22006" y="3557"/>
                </a:moveTo>
                <a:lnTo>
                  <a:pt x="21847" y="3557"/>
                </a:lnTo>
                <a:lnTo>
                  <a:pt x="21847" y="3441"/>
                </a:lnTo>
                <a:lnTo>
                  <a:pt x="22006" y="3441"/>
                </a:lnTo>
                <a:lnTo>
                  <a:pt x="22006" y="3557"/>
                </a:lnTo>
                <a:moveTo>
                  <a:pt x="21742" y="3557"/>
                </a:moveTo>
                <a:lnTo>
                  <a:pt x="21583" y="3557"/>
                </a:lnTo>
                <a:lnTo>
                  <a:pt x="21583" y="3441"/>
                </a:lnTo>
                <a:lnTo>
                  <a:pt x="21742" y="3441"/>
                </a:lnTo>
                <a:lnTo>
                  <a:pt x="21742" y="3557"/>
                </a:lnTo>
                <a:moveTo>
                  <a:pt x="21477" y="3557"/>
                </a:moveTo>
                <a:lnTo>
                  <a:pt x="21319" y="3557"/>
                </a:lnTo>
                <a:lnTo>
                  <a:pt x="21319" y="3441"/>
                </a:lnTo>
                <a:lnTo>
                  <a:pt x="21477" y="3441"/>
                </a:lnTo>
                <a:lnTo>
                  <a:pt x="21477" y="3557"/>
                </a:lnTo>
                <a:moveTo>
                  <a:pt x="21213" y="3557"/>
                </a:moveTo>
                <a:lnTo>
                  <a:pt x="21054" y="3557"/>
                </a:lnTo>
                <a:lnTo>
                  <a:pt x="21054" y="3441"/>
                </a:lnTo>
                <a:lnTo>
                  <a:pt x="21213" y="3441"/>
                </a:lnTo>
                <a:lnTo>
                  <a:pt x="21213" y="3557"/>
                </a:lnTo>
                <a:moveTo>
                  <a:pt x="20948" y="3557"/>
                </a:moveTo>
                <a:lnTo>
                  <a:pt x="20790" y="3557"/>
                </a:lnTo>
                <a:lnTo>
                  <a:pt x="20790" y="3441"/>
                </a:lnTo>
                <a:lnTo>
                  <a:pt x="20948" y="3441"/>
                </a:lnTo>
                <a:lnTo>
                  <a:pt x="20948" y="3557"/>
                </a:lnTo>
                <a:moveTo>
                  <a:pt x="20684" y="3557"/>
                </a:moveTo>
                <a:lnTo>
                  <a:pt x="20525" y="3557"/>
                </a:lnTo>
                <a:lnTo>
                  <a:pt x="20525" y="3441"/>
                </a:lnTo>
                <a:lnTo>
                  <a:pt x="20684" y="3441"/>
                </a:lnTo>
                <a:lnTo>
                  <a:pt x="20684" y="3557"/>
                </a:lnTo>
                <a:moveTo>
                  <a:pt x="20419" y="3557"/>
                </a:moveTo>
                <a:lnTo>
                  <a:pt x="20261" y="3557"/>
                </a:lnTo>
                <a:lnTo>
                  <a:pt x="20261" y="3441"/>
                </a:lnTo>
                <a:lnTo>
                  <a:pt x="20419" y="3441"/>
                </a:lnTo>
                <a:lnTo>
                  <a:pt x="20419" y="3557"/>
                </a:lnTo>
                <a:moveTo>
                  <a:pt x="20155" y="3557"/>
                </a:moveTo>
                <a:lnTo>
                  <a:pt x="19996" y="3557"/>
                </a:lnTo>
                <a:lnTo>
                  <a:pt x="19996" y="3441"/>
                </a:lnTo>
                <a:lnTo>
                  <a:pt x="20155" y="3441"/>
                </a:lnTo>
                <a:lnTo>
                  <a:pt x="20155" y="3557"/>
                </a:lnTo>
                <a:moveTo>
                  <a:pt x="19890" y="3557"/>
                </a:moveTo>
                <a:lnTo>
                  <a:pt x="19732" y="3557"/>
                </a:lnTo>
                <a:lnTo>
                  <a:pt x="19732" y="3441"/>
                </a:lnTo>
                <a:lnTo>
                  <a:pt x="19890" y="3441"/>
                </a:lnTo>
                <a:lnTo>
                  <a:pt x="19890" y="3557"/>
                </a:lnTo>
                <a:moveTo>
                  <a:pt x="19626" y="3557"/>
                </a:moveTo>
                <a:lnTo>
                  <a:pt x="19467" y="3557"/>
                </a:lnTo>
                <a:lnTo>
                  <a:pt x="19467" y="3441"/>
                </a:lnTo>
                <a:lnTo>
                  <a:pt x="19626" y="3441"/>
                </a:lnTo>
                <a:lnTo>
                  <a:pt x="19626" y="3557"/>
                </a:lnTo>
                <a:moveTo>
                  <a:pt x="19361" y="3557"/>
                </a:moveTo>
                <a:lnTo>
                  <a:pt x="19203" y="3557"/>
                </a:lnTo>
                <a:lnTo>
                  <a:pt x="19203" y="3441"/>
                </a:lnTo>
                <a:lnTo>
                  <a:pt x="19361" y="3441"/>
                </a:lnTo>
                <a:lnTo>
                  <a:pt x="19361" y="3557"/>
                </a:lnTo>
                <a:moveTo>
                  <a:pt x="19097" y="3557"/>
                </a:moveTo>
                <a:lnTo>
                  <a:pt x="18938" y="3557"/>
                </a:lnTo>
                <a:lnTo>
                  <a:pt x="18938" y="3441"/>
                </a:lnTo>
                <a:lnTo>
                  <a:pt x="19097" y="3441"/>
                </a:lnTo>
                <a:lnTo>
                  <a:pt x="19097" y="3557"/>
                </a:lnTo>
                <a:moveTo>
                  <a:pt x="18832" y="3557"/>
                </a:moveTo>
                <a:lnTo>
                  <a:pt x="18674" y="3557"/>
                </a:lnTo>
                <a:lnTo>
                  <a:pt x="18674" y="3441"/>
                </a:lnTo>
                <a:lnTo>
                  <a:pt x="18832" y="3441"/>
                </a:lnTo>
                <a:lnTo>
                  <a:pt x="18832" y="3557"/>
                </a:lnTo>
                <a:moveTo>
                  <a:pt x="18568" y="3557"/>
                </a:moveTo>
                <a:lnTo>
                  <a:pt x="18409" y="3557"/>
                </a:lnTo>
                <a:lnTo>
                  <a:pt x="18409" y="3441"/>
                </a:lnTo>
                <a:lnTo>
                  <a:pt x="18568" y="3441"/>
                </a:lnTo>
                <a:lnTo>
                  <a:pt x="18568" y="3557"/>
                </a:lnTo>
                <a:moveTo>
                  <a:pt x="18303" y="3557"/>
                </a:moveTo>
                <a:lnTo>
                  <a:pt x="18145" y="3557"/>
                </a:lnTo>
                <a:lnTo>
                  <a:pt x="18145" y="3441"/>
                </a:lnTo>
                <a:lnTo>
                  <a:pt x="18303" y="3441"/>
                </a:lnTo>
                <a:lnTo>
                  <a:pt x="18303" y="3557"/>
                </a:lnTo>
                <a:moveTo>
                  <a:pt x="18039" y="3557"/>
                </a:moveTo>
                <a:lnTo>
                  <a:pt x="17880" y="3557"/>
                </a:lnTo>
                <a:lnTo>
                  <a:pt x="17880" y="3441"/>
                </a:lnTo>
                <a:lnTo>
                  <a:pt x="18039" y="3441"/>
                </a:lnTo>
                <a:lnTo>
                  <a:pt x="18039" y="3557"/>
                </a:lnTo>
                <a:moveTo>
                  <a:pt x="17775" y="3557"/>
                </a:moveTo>
                <a:lnTo>
                  <a:pt x="17616" y="3557"/>
                </a:lnTo>
                <a:lnTo>
                  <a:pt x="17616" y="3441"/>
                </a:lnTo>
                <a:lnTo>
                  <a:pt x="17775" y="3441"/>
                </a:lnTo>
                <a:lnTo>
                  <a:pt x="17775" y="3557"/>
                </a:lnTo>
                <a:moveTo>
                  <a:pt x="17510" y="3557"/>
                </a:moveTo>
                <a:lnTo>
                  <a:pt x="17351" y="3557"/>
                </a:lnTo>
                <a:lnTo>
                  <a:pt x="17351" y="3441"/>
                </a:lnTo>
                <a:lnTo>
                  <a:pt x="17510" y="3441"/>
                </a:lnTo>
                <a:lnTo>
                  <a:pt x="17510" y="3557"/>
                </a:lnTo>
                <a:moveTo>
                  <a:pt x="17246" y="3557"/>
                </a:moveTo>
                <a:lnTo>
                  <a:pt x="17087" y="3557"/>
                </a:lnTo>
                <a:lnTo>
                  <a:pt x="17087" y="3441"/>
                </a:lnTo>
                <a:lnTo>
                  <a:pt x="17246" y="3441"/>
                </a:lnTo>
                <a:lnTo>
                  <a:pt x="17246" y="3557"/>
                </a:lnTo>
                <a:moveTo>
                  <a:pt x="16981" y="3557"/>
                </a:moveTo>
                <a:lnTo>
                  <a:pt x="16822" y="3557"/>
                </a:lnTo>
                <a:lnTo>
                  <a:pt x="16822" y="3441"/>
                </a:lnTo>
                <a:lnTo>
                  <a:pt x="16981" y="3441"/>
                </a:lnTo>
                <a:lnTo>
                  <a:pt x="16981" y="3557"/>
                </a:lnTo>
                <a:moveTo>
                  <a:pt x="16717" y="3557"/>
                </a:moveTo>
                <a:lnTo>
                  <a:pt x="16558" y="3557"/>
                </a:lnTo>
                <a:lnTo>
                  <a:pt x="16558" y="3441"/>
                </a:lnTo>
                <a:lnTo>
                  <a:pt x="16717" y="3441"/>
                </a:lnTo>
                <a:lnTo>
                  <a:pt x="16717" y="3557"/>
                </a:lnTo>
                <a:moveTo>
                  <a:pt x="16452" y="3557"/>
                </a:moveTo>
                <a:lnTo>
                  <a:pt x="16293" y="3557"/>
                </a:lnTo>
                <a:lnTo>
                  <a:pt x="16293" y="3441"/>
                </a:lnTo>
                <a:lnTo>
                  <a:pt x="16452" y="3441"/>
                </a:lnTo>
                <a:lnTo>
                  <a:pt x="16452" y="3557"/>
                </a:lnTo>
                <a:moveTo>
                  <a:pt x="16188" y="3557"/>
                </a:moveTo>
                <a:lnTo>
                  <a:pt x="16029" y="3557"/>
                </a:lnTo>
                <a:lnTo>
                  <a:pt x="16029" y="3441"/>
                </a:lnTo>
                <a:lnTo>
                  <a:pt x="16188" y="3441"/>
                </a:lnTo>
                <a:lnTo>
                  <a:pt x="16188" y="3557"/>
                </a:lnTo>
                <a:moveTo>
                  <a:pt x="15923" y="3557"/>
                </a:moveTo>
                <a:lnTo>
                  <a:pt x="15764" y="3557"/>
                </a:lnTo>
                <a:lnTo>
                  <a:pt x="15764" y="3441"/>
                </a:lnTo>
                <a:lnTo>
                  <a:pt x="15923" y="3441"/>
                </a:lnTo>
                <a:lnTo>
                  <a:pt x="15923" y="3557"/>
                </a:lnTo>
                <a:moveTo>
                  <a:pt x="15659" y="3557"/>
                </a:moveTo>
                <a:lnTo>
                  <a:pt x="15500" y="3557"/>
                </a:lnTo>
                <a:lnTo>
                  <a:pt x="15500" y="3441"/>
                </a:lnTo>
                <a:lnTo>
                  <a:pt x="15659" y="3441"/>
                </a:lnTo>
                <a:lnTo>
                  <a:pt x="15659" y="3557"/>
                </a:lnTo>
                <a:moveTo>
                  <a:pt x="15394" y="3557"/>
                </a:moveTo>
                <a:lnTo>
                  <a:pt x="15235" y="3557"/>
                </a:lnTo>
                <a:lnTo>
                  <a:pt x="15235" y="3441"/>
                </a:lnTo>
                <a:lnTo>
                  <a:pt x="15394" y="3441"/>
                </a:lnTo>
                <a:lnTo>
                  <a:pt x="15394" y="3557"/>
                </a:lnTo>
                <a:moveTo>
                  <a:pt x="15130" y="3557"/>
                </a:moveTo>
                <a:lnTo>
                  <a:pt x="14971" y="3557"/>
                </a:lnTo>
                <a:lnTo>
                  <a:pt x="14971" y="3441"/>
                </a:lnTo>
                <a:lnTo>
                  <a:pt x="15130" y="3441"/>
                </a:lnTo>
                <a:lnTo>
                  <a:pt x="15130" y="3557"/>
                </a:lnTo>
                <a:moveTo>
                  <a:pt x="14865" y="3557"/>
                </a:moveTo>
                <a:lnTo>
                  <a:pt x="14706" y="3557"/>
                </a:lnTo>
                <a:lnTo>
                  <a:pt x="14706" y="3441"/>
                </a:lnTo>
                <a:lnTo>
                  <a:pt x="14865" y="3441"/>
                </a:lnTo>
                <a:lnTo>
                  <a:pt x="14865" y="3557"/>
                </a:lnTo>
                <a:moveTo>
                  <a:pt x="14601" y="3557"/>
                </a:moveTo>
                <a:lnTo>
                  <a:pt x="14442" y="3557"/>
                </a:lnTo>
                <a:lnTo>
                  <a:pt x="14442" y="3441"/>
                </a:lnTo>
                <a:lnTo>
                  <a:pt x="14601" y="3441"/>
                </a:lnTo>
                <a:lnTo>
                  <a:pt x="14601" y="3557"/>
                </a:lnTo>
                <a:moveTo>
                  <a:pt x="14336" y="3557"/>
                </a:moveTo>
                <a:lnTo>
                  <a:pt x="14178" y="3557"/>
                </a:lnTo>
                <a:lnTo>
                  <a:pt x="14178" y="3441"/>
                </a:lnTo>
                <a:lnTo>
                  <a:pt x="14336" y="3441"/>
                </a:lnTo>
                <a:lnTo>
                  <a:pt x="14336" y="3557"/>
                </a:lnTo>
                <a:moveTo>
                  <a:pt x="14072" y="3557"/>
                </a:moveTo>
                <a:lnTo>
                  <a:pt x="13912" y="3557"/>
                </a:lnTo>
                <a:lnTo>
                  <a:pt x="13912" y="3441"/>
                </a:lnTo>
                <a:lnTo>
                  <a:pt x="14072" y="3441"/>
                </a:lnTo>
                <a:lnTo>
                  <a:pt x="14072" y="3557"/>
                </a:lnTo>
                <a:moveTo>
                  <a:pt x="13806" y="3557"/>
                </a:moveTo>
                <a:lnTo>
                  <a:pt x="13648" y="3557"/>
                </a:lnTo>
                <a:lnTo>
                  <a:pt x="13648" y="3441"/>
                </a:lnTo>
                <a:lnTo>
                  <a:pt x="13806" y="3441"/>
                </a:lnTo>
                <a:lnTo>
                  <a:pt x="13806" y="3557"/>
                </a:lnTo>
                <a:moveTo>
                  <a:pt x="13542" y="3557"/>
                </a:moveTo>
                <a:lnTo>
                  <a:pt x="13383" y="3557"/>
                </a:lnTo>
                <a:lnTo>
                  <a:pt x="13383" y="3441"/>
                </a:lnTo>
                <a:lnTo>
                  <a:pt x="13542" y="3441"/>
                </a:lnTo>
                <a:lnTo>
                  <a:pt x="13542" y="3557"/>
                </a:lnTo>
                <a:moveTo>
                  <a:pt x="13277" y="3557"/>
                </a:moveTo>
                <a:lnTo>
                  <a:pt x="13119" y="3557"/>
                </a:lnTo>
                <a:lnTo>
                  <a:pt x="13119" y="3441"/>
                </a:lnTo>
                <a:lnTo>
                  <a:pt x="13277" y="3441"/>
                </a:lnTo>
                <a:lnTo>
                  <a:pt x="13277" y="3557"/>
                </a:lnTo>
                <a:moveTo>
                  <a:pt x="13013" y="3557"/>
                </a:moveTo>
                <a:lnTo>
                  <a:pt x="12854" y="3557"/>
                </a:lnTo>
                <a:lnTo>
                  <a:pt x="12854" y="3441"/>
                </a:lnTo>
                <a:lnTo>
                  <a:pt x="13013" y="3441"/>
                </a:lnTo>
                <a:lnTo>
                  <a:pt x="13013" y="3557"/>
                </a:lnTo>
                <a:moveTo>
                  <a:pt x="12748" y="3557"/>
                </a:moveTo>
                <a:lnTo>
                  <a:pt x="12590" y="3557"/>
                </a:lnTo>
                <a:lnTo>
                  <a:pt x="12590" y="3441"/>
                </a:lnTo>
                <a:lnTo>
                  <a:pt x="12748" y="3441"/>
                </a:lnTo>
                <a:lnTo>
                  <a:pt x="12748" y="3557"/>
                </a:lnTo>
                <a:moveTo>
                  <a:pt x="12484" y="3557"/>
                </a:moveTo>
                <a:lnTo>
                  <a:pt x="12325" y="3557"/>
                </a:lnTo>
                <a:lnTo>
                  <a:pt x="12325" y="3441"/>
                </a:lnTo>
                <a:lnTo>
                  <a:pt x="12484" y="3441"/>
                </a:lnTo>
                <a:lnTo>
                  <a:pt x="12484" y="3557"/>
                </a:lnTo>
                <a:moveTo>
                  <a:pt x="12219" y="3557"/>
                </a:moveTo>
                <a:lnTo>
                  <a:pt x="12061" y="3557"/>
                </a:lnTo>
                <a:lnTo>
                  <a:pt x="12061" y="3441"/>
                </a:lnTo>
                <a:lnTo>
                  <a:pt x="12219" y="3441"/>
                </a:lnTo>
                <a:lnTo>
                  <a:pt x="12219" y="3557"/>
                </a:lnTo>
                <a:moveTo>
                  <a:pt x="11955" y="3557"/>
                </a:moveTo>
                <a:lnTo>
                  <a:pt x="11796" y="3557"/>
                </a:lnTo>
                <a:lnTo>
                  <a:pt x="11796" y="3441"/>
                </a:lnTo>
                <a:lnTo>
                  <a:pt x="11955" y="3441"/>
                </a:lnTo>
                <a:lnTo>
                  <a:pt x="11955" y="3557"/>
                </a:lnTo>
                <a:moveTo>
                  <a:pt x="11690" y="3557"/>
                </a:moveTo>
                <a:lnTo>
                  <a:pt x="11532" y="3557"/>
                </a:lnTo>
                <a:lnTo>
                  <a:pt x="11532" y="3441"/>
                </a:lnTo>
                <a:lnTo>
                  <a:pt x="11690" y="3441"/>
                </a:lnTo>
                <a:lnTo>
                  <a:pt x="11690" y="3557"/>
                </a:lnTo>
                <a:moveTo>
                  <a:pt x="11426" y="3557"/>
                </a:moveTo>
                <a:lnTo>
                  <a:pt x="11267" y="3557"/>
                </a:lnTo>
                <a:lnTo>
                  <a:pt x="11267" y="3441"/>
                </a:lnTo>
                <a:lnTo>
                  <a:pt x="11426" y="3441"/>
                </a:lnTo>
                <a:lnTo>
                  <a:pt x="11426" y="3557"/>
                </a:lnTo>
                <a:moveTo>
                  <a:pt x="11162" y="3557"/>
                </a:moveTo>
                <a:lnTo>
                  <a:pt x="11003" y="3557"/>
                </a:lnTo>
                <a:lnTo>
                  <a:pt x="11003" y="3441"/>
                </a:lnTo>
                <a:lnTo>
                  <a:pt x="11162" y="3441"/>
                </a:lnTo>
                <a:lnTo>
                  <a:pt x="11162" y="3557"/>
                </a:lnTo>
                <a:moveTo>
                  <a:pt x="10897" y="3557"/>
                </a:moveTo>
                <a:lnTo>
                  <a:pt x="10738" y="3557"/>
                </a:lnTo>
                <a:lnTo>
                  <a:pt x="10738" y="3441"/>
                </a:lnTo>
                <a:lnTo>
                  <a:pt x="10897" y="3441"/>
                </a:lnTo>
                <a:lnTo>
                  <a:pt x="10897" y="3557"/>
                </a:lnTo>
                <a:moveTo>
                  <a:pt x="10633" y="3557"/>
                </a:moveTo>
                <a:lnTo>
                  <a:pt x="10474" y="3557"/>
                </a:lnTo>
                <a:lnTo>
                  <a:pt x="10474" y="3441"/>
                </a:lnTo>
                <a:lnTo>
                  <a:pt x="10633" y="3441"/>
                </a:lnTo>
                <a:lnTo>
                  <a:pt x="10633" y="3557"/>
                </a:lnTo>
                <a:moveTo>
                  <a:pt x="10368" y="3557"/>
                </a:moveTo>
                <a:lnTo>
                  <a:pt x="10209" y="3557"/>
                </a:lnTo>
                <a:lnTo>
                  <a:pt x="10209" y="3441"/>
                </a:lnTo>
                <a:lnTo>
                  <a:pt x="10368" y="3441"/>
                </a:lnTo>
                <a:lnTo>
                  <a:pt x="10368" y="3557"/>
                </a:lnTo>
                <a:moveTo>
                  <a:pt x="10104" y="3557"/>
                </a:moveTo>
                <a:lnTo>
                  <a:pt x="9945" y="3557"/>
                </a:lnTo>
                <a:lnTo>
                  <a:pt x="9945" y="3441"/>
                </a:lnTo>
                <a:lnTo>
                  <a:pt x="10104" y="3441"/>
                </a:lnTo>
                <a:lnTo>
                  <a:pt x="10104" y="3557"/>
                </a:lnTo>
                <a:moveTo>
                  <a:pt x="9839" y="3557"/>
                </a:moveTo>
                <a:lnTo>
                  <a:pt x="9680" y="3557"/>
                </a:lnTo>
                <a:lnTo>
                  <a:pt x="9680" y="3441"/>
                </a:lnTo>
                <a:lnTo>
                  <a:pt x="9839" y="3441"/>
                </a:lnTo>
                <a:lnTo>
                  <a:pt x="9839" y="3557"/>
                </a:lnTo>
                <a:moveTo>
                  <a:pt x="9575" y="3557"/>
                </a:moveTo>
                <a:lnTo>
                  <a:pt x="9416" y="3557"/>
                </a:lnTo>
                <a:lnTo>
                  <a:pt x="9416" y="3441"/>
                </a:lnTo>
                <a:lnTo>
                  <a:pt x="9575" y="3441"/>
                </a:lnTo>
                <a:lnTo>
                  <a:pt x="9575" y="3557"/>
                </a:lnTo>
                <a:moveTo>
                  <a:pt x="9310" y="3557"/>
                </a:moveTo>
                <a:lnTo>
                  <a:pt x="9151" y="3557"/>
                </a:lnTo>
                <a:lnTo>
                  <a:pt x="9151" y="3441"/>
                </a:lnTo>
                <a:lnTo>
                  <a:pt x="9310" y="3441"/>
                </a:lnTo>
                <a:lnTo>
                  <a:pt x="9310" y="3557"/>
                </a:lnTo>
                <a:moveTo>
                  <a:pt x="9046" y="3557"/>
                </a:moveTo>
                <a:lnTo>
                  <a:pt x="8887" y="3557"/>
                </a:lnTo>
                <a:lnTo>
                  <a:pt x="8887" y="3441"/>
                </a:lnTo>
                <a:lnTo>
                  <a:pt x="9046" y="3441"/>
                </a:lnTo>
                <a:lnTo>
                  <a:pt x="9046" y="3557"/>
                </a:lnTo>
                <a:moveTo>
                  <a:pt x="8781" y="3557"/>
                </a:moveTo>
                <a:lnTo>
                  <a:pt x="8622" y="3557"/>
                </a:lnTo>
                <a:lnTo>
                  <a:pt x="8622" y="3441"/>
                </a:lnTo>
                <a:lnTo>
                  <a:pt x="8781" y="3441"/>
                </a:lnTo>
                <a:lnTo>
                  <a:pt x="8781" y="3557"/>
                </a:lnTo>
                <a:moveTo>
                  <a:pt x="8517" y="3557"/>
                </a:moveTo>
                <a:lnTo>
                  <a:pt x="8358" y="3557"/>
                </a:lnTo>
                <a:lnTo>
                  <a:pt x="8358" y="3441"/>
                </a:lnTo>
                <a:lnTo>
                  <a:pt x="8517" y="3441"/>
                </a:lnTo>
                <a:lnTo>
                  <a:pt x="8517" y="3557"/>
                </a:lnTo>
                <a:moveTo>
                  <a:pt x="8252" y="3557"/>
                </a:moveTo>
                <a:lnTo>
                  <a:pt x="8093" y="3557"/>
                </a:lnTo>
                <a:lnTo>
                  <a:pt x="8093" y="3441"/>
                </a:lnTo>
                <a:lnTo>
                  <a:pt x="8252" y="3441"/>
                </a:lnTo>
                <a:lnTo>
                  <a:pt x="8252" y="3557"/>
                </a:lnTo>
                <a:moveTo>
                  <a:pt x="7988" y="3557"/>
                </a:moveTo>
                <a:lnTo>
                  <a:pt x="7829" y="3557"/>
                </a:lnTo>
                <a:lnTo>
                  <a:pt x="7829" y="3441"/>
                </a:lnTo>
                <a:lnTo>
                  <a:pt x="7988" y="3441"/>
                </a:lnTo>
                <a:lnTo>
                  <a:pt x="7988" y="3557"/>
                </a:lnTo>
                <a:moveTo>
                  <a:pt x="7723" y="3557"/>
                </a:moveTo>
                <a:lnTo>
                  <a:pt x="7565" y="3557"/>
                </a:lnTo>
                <a:lnTo>
                  <a:pt x="7565" y="3441"/>
                </a:lnTo>
                <a:lnTo>
                  <a:pt x="7723" y="3441"/>
                </a:lnTo>
                <a:lnTo>
                  <a:pt x="7723" y="3557"/>
                </a:lnTo>
                <a:moveTo>
                  <a:pt x="7459" y="3557"/>
                </a:moveTo>
                <a:lnTo>
                  <a:pt x="7300" y="3557"/>
                </a:lnTo>
                <a:lnTo>
                  <a:pt x="7300" y="3441"/>
                </a:lnTo>
                <a:lnTo>
                  <a:pt x="7459" y="3441"/>
                </a:lnTo>
                <a:lnTo>
                  <a:pt x="7459" y="3557"/>
                </a:lnTo>
                <a:moveTo>
                  <a:pt x="7194" y="3557"/>
                </a:moveTo>
                <a:lnTo>
                  <a:pt x="7036" y="3557"/>
                </a:lnTo>
                <a:lnTo>
                  <a:pt x="7036" y="3441"/>
                </a:lnTo>
                <a:lnTo>
                  <a:pt x="7194" y="3441"/>
                </a:lnTo>
                <a:lnTo>
                  <a:pt x="7194" y="3557"/>
                </a:lnTo>
                <a:moveTo>
                  <a:pt x="6930" y="3557"/>
                </a:moveTo>
                <a:lnTo>
                  <a:pt x="6771" y="3557"/>
                </a:lnTo>
                <a:lnTo>
                  <a:pt x="6771" y="3441"/>
                </a:lnTo>
                <a:lnTo>
                  <a:pt x="6930" y="3441"/>
                </a:lnTo>
                <a:lnTo>
                  <a:pt x="6930" y="3557"/>
                </a:lnTo>
                <a:moveTo>
                  <a:pt x="6665" y="3557"/>
                </a:moveTo>
                <a:lnTo>
                  <a:pt x="6507" y="3557"/>
                </a:lnTo>
                <a:lnTo>
                  <a:pt x="6507" y="3441"/>
                </a:lnTo>
                <a:lnTo>
                  <a:pt x="6665" y="3441"/>
                </a:lnTo>
                <a:lnTo>
                  <a:pt x="6665" y="3557"/>
                </a:lnTo>
                <a:moveTo>
                  <a:pt x="6401" y="3557"/>
                </a:moveTo>
                <a:lnTo>
                  <a:pt x="6242" y="3557"/>
                </a:lnTo>
                <a:lnTo>
                  <a:pt x="6242" y="3441"/>
                </a:lnTo>
                <a:lnTo>
                  <a:pt x="6401" y="3441"/>
                </a:lnTo>
                <a:lnTo>
                  <a:pt x="6401" y="3557"/>
                </a:lnTo>
                <a:moveTo>
                  <a:pt x="6136" y="3557"/>
                </a:moveTo>
                <a:lnTo>
                  <a:pt x="5978" y="3557"/>
                </a:lnTo>
                <a:lnTo>
                  <a:pt x="5978" y="3441"/>
                </a:lnTo>
                <a:lnTo>
                  <a:pt x="6136" y="3441"/>
                </a:lnTo>
                <a:lnTo>
                  <a:pt x="6136" y="3557"/>
                </a:lnTo>
                <a:moveTo>
                  <a:pt x="5872" y="3557"/>
                </a:moveTo>
                <a:lnTo>
                  <a:pt x="5713" y="3557"/>
                </a:lnTo>
                <a:lnTo>
                  <a:pt x="5713" y="3441"/>
                </a:lnTo>
                <a:lnTo>
                  <a:pt x="5872" y="3441"/>
                </a:lnTo>
                <a:lnTo>
                  <a:pt x="5872" y="3557"/>
                </a:lnTo>
                <a:moveTo>
                  <a:pt x="5607" y="3557"/>
                </a:moveTo>
                <a:lnTo>
                  <a:pt x="5449" y="3557"/>
                </a:lnTo>
                <a:lnTo>
                  <a:pt x="5449" y="3441"/>
                </a:lnTo>
                <a:lnTo>
                  <a:pt x="5607" y="3441"/>
                </a:lnTo>
                <a:lnTo>
                  <a:pt x="5607" y="3557"/>
                </a:lnTo>
                <a:moveTo>
                  <a:pt x="5343" y="3557"/>
                </a:moveTo>
                <a:lnTo>
                  <a:pt x="5184" y="3557"/>
                </a:lnTo>
                <a:lnTo>
                  <a:pt x="5184" y="3441"/>
                </a:lnTo>
                <a:lnTo>
                  <a:pt x="5343" y="3441"/>
                </a:lnTo>
                <a:lnTo>
                  <a:pt x="5343" y="3557"/>
                </a:lnTo>
                <a:moveTo>
                  <a:pt x="5078" y="3557"/>
                </a:moveTo>
                <a:lnTo>
                  <a:pt x="4920" y="3557"/>
                </a:lnTo>
                <a:lnTo>
                  <a:pt x="4920" y="3441"/>
                </a:lnTo>
                <a:lnTo>
                  <a:pt x="5078" y="3441"/>
                </a:lnTo>
                <a:lnTo>
                  <a:pt x="5078" y="3557"/>
                </a:lnTo>
                <a:moveTo>
                  <a:pt x="4814" y="3557"/>
                </a:moveTo>
                <a:lnTo>
                  <a:pt x="4655" y="3557"/>
                </a:lnTo>
                <a:lnTo>
                  <a:pt x="4655" y="3441"/>
                </a:lnTo>
                <a:lnTo>
                  <a:pt x="4814" y="3441"/>
                </a:lnTo>
                <a:lnTo>
                  <a:pt x="4814" y="3557"/>
                </a:lnTo>
                <a:moveTo>
                  <a:pt x="4549" y="3557"/>
                </a:moveTo>
                <a:lnTo>
                  <a:pt x="4391" y="3557"/>
                </a:lnTo>
                <a:lnTo>
                  <a:pt x="4391" y="3441"/>
                </a:lnTo>
                <a:lnTo>
                  <a:pt x="4549" y="3441"/>
                </a:lnTo>
                <a:lnTo>
                  <a:pt x="4549" y="3557"/>
                </a:lnTo>
                <a:moveTo>
                  <a:pt x="4285" y="3557"/>
                </a:moveTo>
                <a:lnTo>
                  <a:pt x="4126" y="3557"/>
                </a:lnTo>
                <a:lnTo>
                  <a:pt x="4126" y="3441"/>
                </a:lnTo>
                <a:lnTo>
                  <a:pt x="4285" y="3441"/>
                </a:lnTo>
                <a:lnTo>
                  <a:pt x="4285" y="3557"/>
                </a:lnTo>
                <a:moveTo>
                  <a:pt x="4021" y="3557"/>
                </a:moveTo>
                <a:lnTo>
                  <a:pt x="3862" y="3557"/>
                </a:lnTo>
                <a:lnTo>
                  <a:pt x="3862" y="3441"/>
                </a:lnTo>
                <a:lnTo>
                  <a:pt x="4021" y="3441"/>
                </a:lnTo>
                <a:lnTo>
                  <a:pt x="4021" y="3557"/>
                </a:lnTo>
                <a:moveTo>
                  <a:pt x="3756" y="3557"/>
                </a:moveTo>
                <a:lnTo>
                  <a:pt x="3597" y="3557"/>
                </a:lnTo>
                <a:lnTo>
                  <a:pt x="3597" y="3441"/>
                </a:lnTo>
                <a:lnTo>
                  <a:pt x="3756" y="3441"/>
                </a:lnTo>
                <a:lnTo>
                  <a:pt x="3756" y="3557"/>
                </a:lnTo>
                <a:moveTo>
                  <a:pt x="3492" y="3557"/>
                </a:moveTo>
                <a:lnTo>
                  <a:pt x="3333" y="3557"/>
                </a:lnTo>
                <a:lnTo>
                  <a:pt x="3333" y="3441"/>
                </a:lnTo>
                <a:lnTo>
                  <a:pt x="3492" y="3441"/>
                </a:lnTo>
                <a:lnTo>
                  <a:pt x="3492" y="3557"/>
                </a:lnTo>
                <a:moveTo>
                  <a:pt x="3227" y="3557"/>
                </a:moveTo>
                <a:lnTo>
                  <a:pt x="3068" y="3557"/>
                </a:lnTo>
                <a:lnTo>
                  <a:pt x="3068" y="3441"/>
                </a:lnTo>
                <a:lnTo>
                  <a:pt x="3227" y="3441"/>
                </a:lnTo>
                <a:lnTo>
                  <a:pt x="3227" y="3557"/>
                </a:lnTo>
                <a:moveTo>
                  <a:pt x="2963" y="3557"/>
                </a:moveTo>
                <a:lnTo>
                  <a:pt x="2804" y="3557"/>
                </a:lnTo>
                <a:lnTo>
                  <a:pt x="2804" y="3441"/>
                </a:lnTo>
                <a:lnTo>
                  <a:pt x="2963" y="3441"/>
                </a:lnTo>
                <a:lnTo>
                  <a:pt x="2963" y="3557"/>
                </a:lnTo>
                <a:moveTo>
                  <a:pt x="2698" y="3557"/>
                </a:moveTo>
                <a:lnTo>
                  <a:pt x="2539" y="3557"/>
                </a:lnTo>
                <a:lnTo>
                  <a:pt x="2539" y="3441"/>
                </a:lnTo>
                <a:lnTo>
                  <a:pt x="2698" y="3441"/>
                </a:lnTo>
                <a:lnTo>
                  <a:pt x="2698" y="3557"/>
                </a:lnTo>
                <a:moveTo>
                  <a:pt x="2434" y="3557"/>
                </a:moveTo>
                <a:lnTo>
                  <a:pt x="2275" y="3557"/>
                </a:lnTo>
                <a:lnTo>
                  <a:pt x="2275" y="3441"/>
                </a:lnTo>
                <a:lnTo>
                  <a:pt x="2434" y="3441"/>
                </a:lnTo>
                <a:lnTo>
                  <a:pt x="2434" y="3557"/>
                </a:lnTo>
                <a:moveTo>
                  <a:pt x="2169" y="3557"/>
                </a:moveTo>
                <a:lnTo>
                  <a:pt x="2010" y="3557"/>
                </a:lnTo>
                <a:lnTo>
                  <a:pt x="2010" y="3441"/>
                </a:lnTo>
                <a:lnTo>
                  <a:pt x="2169" y="3441"/>
                </a:lnTo>
                <a:lnTo>
                  <a:pt x="2169" y="3557"/>
                </a:lnTo>
                <a:moveTo>
                  <a:pt x="1905" y="3557"/>
                </a:moveTo>
                <a:lnTo>
                  <a:pt x="1746" y="3557"/>
                </a:lnTo>
                <a:lnTo>
                  <a:pt x="1746" y="3441"/>
                </a:lnTo>
                <a:lnTo>
                  <a:pt x="1905" y="3441"/>
                </a:lnTo>
                <a:lnTo>
                  <a:pt x="1905" y="3557"/>
                </a:lnTo>
                <a:moveTo>
                  <a:pt x="1640" y="3557"/>
                </a:moveTo>
                <a:lnTo>
                  <a:pt x="1481" y="3557"/>
                </a:lnTo>
                <a:lnTo>
                  <a:pt x="1481" y="3441"/>
                </a:lnTo>
                <a:lnTo>
                  <a:pt x="1640" y="3441"/>
                </a:lnTo>
                <a:lnTo>
                  <a:pt x="1640" y="3557"/>
                </a:lnTo>
                <a:moveTo>
                  <a:pt x="1376" y="3557"/>
                </a:moveTo>
                <a:lnTo>
                  <a:pt x="1217" y="3557"/>
                </a:lnTo>
                <a:lnTo>
                  <a:pt x="1217" y="3441"/>
                </a:lnTo>
                <a:lnTo>
                  <a:pt x="1376" y="3441"/>
                </a:lnTo>
                <a:lnTo>
                  <a:pt x="1376" y="3557"/>
                </a:lnTo>
                <a:moveTo>
                  <a:pt x="1111" y="3557"/>
                </a:moveTo>
                <a:lnTo>
                  <a:pt x="952" y="3557"/>
                </a:lnTo>
                <a:lnTo>
                  <a:pt x="952" y="3441"/>
                </a:lnTo>
                <a:lnTo>
                  <a:pt x="1111" y="3441"/>
                </a:lnTo>
                <a:lnTo>
                  <a:pt x="1111" y="3557"/>
                </a:lnTo>
                <a:moveTo>
                  <a:pt x="847" y="3557"/>
                </a:moveTo>
                <a:lnTo>
                  <a:pt x="688" y="3557"/>
                </a:lnTo>
                <a:lnTo>
                  <a:pt x="688" y="3441"/>
                </a:lnTo>
                <a:lnTo>
                  <a:pt x="847" y="3441"/>
                </a:lnTo>
                <a:lnTo>
                  <a:pt x="847" y="3557"/>
                </a:lnTo>
                <a:moveTo>
                  <a:pt x="582" y="3557"/>
                </a:moveTo>
                <a:lnTo>
                  <a:pt x="424" y="3557"/>
                </a:lnTo>
                <a:lnTo>
                  <a:pt x="424" y="3441"/>
                </a:lnTo>
                <a:lnTo>
                  <a:pt x="582" y="3441"/>
                </a:lnTo>
                <a:lnTo>
                  <a:pt x="582" y="3557"/>
                </a:lnTo>
                <a:moveTo>
                  <a:pt x="318" y="3557"/>
                </a:moveTo>
                <a:lnTo>
                  <a:pt x="244" y="3557"/>
                </a:lnTo>
                <a:cubicBezTo>
                  <a:pt x="206" y="3557"/>
                  <a:pt x="170" y="3549"/>
                  <a:pt x="136" y="3532"/>
                </a:cubicBezTo>
                <a:lnTo>
                  <a:pt x="188" y="3428"/>
                </a:lnTo>
                <a:cubicBezTo>
                  <a:pt x="205" y="3437"/>
                  <a:pt x="224" y="3441"/>
                  <a:pt x="244" y="3441"/>
                </a:cubicBezTo>
                <a:lnTo>
                  <a:pt x="318" y="3441"/>
                </a:lnTo>
                <a:lnTo>
                  <a:pt x="318" y="3557"/>
                </a:lnTo>
                <a:moveTo>
                  <a:pt x="34" y="3438"/>
                </a:moveTo>
                <a:cubicBezTo>
                  <a:pt x="12" y="3400"/>
                  <a:pt x="0" y="3358"/>
                  <a:pt x="0" y="3314"/>
                </a:cubicBezTo>
                <a:lnTo>
                  <a:pt x="0" y="3254"/>
                </a:lnTo>
                <a:lnTo>
                  <a:pt x="117" y="3254"/>
                </a:lnTo>
                <a:lnTo>
                  <a:pt x="117" y="3314"/>
                </a:lnTo>
                <a:cubicBezTo>
                  <a:pt x="117" y="3337"/>
                  <a:pt x="123" y="3359"/>
                  <a:pt x="134" y="3379"/>
                </a:cubicBezTo>
                <a:lnTo>
                  <a:pt x="34" y="3438"/>
                </a:lnTo>
                <a:moveTo>
                  <a:pt x="0" y="3148"/>
                </a:moveTo>
                <a:lnTo>
                  <a:pt x="0" y="2989"/>
                </a:lnTo>
                <a:lnTo>
                  <a:pt x="117" y="2989"/>
                </a:lnTo>
                <a:lnTo>
                  <a:pt x="117" y="3148"/>
                </a:lnTo>
                <a:lnTo>
                  <a:pt x="0" y="3148"/>
                </a:lnTo>
                <a:moveTo>
                  <a:pt x="0" y="2884"/>
                </a:moveTo>
                <a:lnTo>
                  <a:pt x="0" y="2725"/>
                </a:lnTo>
                <a:lnTo>
                  <a:pt x="117" y="2725"/>
                </a:lnTo>
                <a:lnTo>
                  <a:pt x="117" y="2884"/>
                </a:lnTo>
                <a:lnTo>
                  <a:pt x="0" y="2884"/>
                </a:lnTo>
                <a:moveTo>
                  <a:pt x="0" y="2619"/>
                </a:moveTo>
                <a:lnTo>
                  <a:pt x="0" y="2460"/>
                </a:lnTo>
                <a:lnTo>
                  <a:pt x="117" y="2460"/>
                </a:lnTo>
                <a:lnTo>
                  <a:pt x="117" y="2619"/>
                </a:lnTo>
                <a:lnTo>
                  <a:pt x="0" y="2619"/>
                </a:lnTo>
                <a:moveTo>
                  <a:pt x="0" y="2355"/>
                </a:moveTo>
                <a:lnTo>
                  <a:pt x="0" y="2196"/>
                </a:lnTo>
                <a:lnTo>
                  <a:pt x="117" y="2196"/>
                </a:lnTo>
                <a:lnTo>
                  <a:pt x="117" y="2355"/>
                </a:lnTo>
                <a:lnTo>
                  <a:pt x="0" y="2355"/>
                </a:lnTo>
                <a:moveTo>
                  <a:pt x="0" y="2090"/>
                </a:moveTo>
                <a:lnTo>
                  <a:pt x="0" y="1931"/>
                </a:lnTo>
                <a:lnTo>
                  <a:pt x="117" y="1931"/>
                </a:lnTo>
                <a:lnTo>
                  <a:pt x="117" y="2090"/>
                </a:lnTo>
                <a:lnTo>
                  <a:pt x="0" y="2090"/>
                </a:lnTo>
                <a:moveTo>
                  <a:pt x="0" y="1826"/>
                </a:moveTo>
                <a:lnTo>
                  <a:pt x="0" y="1667"/>
                </a:lnTo>
                <a:lnTo>
                  <a:pt x="117" y="1667"/>
                </a:lnTo>
                <a:lnTo>
                  <a:pt x="117" y="1826"/>
                </a:lnTo>
                <a:lnTo>
                  <a:pt x="0" y="1826"/>
                </a:lnTo>
                <a:moveTo>
                  <a:pt x="0" y="1561"/>
                </a:moveTo>
                <a:lnTo>
                  <a:pt x="0" y="1402"/>
                </a:lnTo>
                <a:lnTo>
                  <a:pt x="117" y="1402"/>
                </a:lnTo>
                <a:lnTo>
                  <a:pt x="117" y="1561"/>
                </a:lnTo>
                <a:lnTo>
                  <a:pt x="0" y="1561"/>
                </a:lnTo>
                <a:moveTo>
                  <a:pt x="0" y="1297"/>
                </a:moveTo>
                <a:lnTo>
                  <a:pt x="0" y="1138"/>
                </a:lnTo>
                <a:lnTo>
                  <a:pt x="117" y="1138"/>
                </a:lnTo>
                <a:lnTo>
                  <a:pt x="117" y="1297"/>
                </a:lnTo>
                <a:lnTo>
                  <a:pt x="0" y="1297"/>
                </a:lnTo>
                <a:moveTo>
                  <a:pt x="0" y="1032"/>
                </a:moveTo>
                <a:lnTo>
                  <a:pt x="0" y="873"/>
                </a:lnTo>
                <a:lnTo>
                  <a:pt x="117" y="873"/>
                </a:lnTo>
                <a:lnTo>
                  <a:pt x="117" y="1032"/>
                </a:lnTo>
                <a:lnTo>
                  <a:pt x="0" y="1032"/>
                </a:lnTo>
                <a:moveTo>
                  <a:pt x="0" y="768"/>
                </a:moveTo>
                <a:lnTo>
                  <a:pt x="0" y="609"/>
                </a:lnTo>
                <a:lnTo>
                  <a:pt x="117" y="609"/>
                </a:lnTo>
                <a:lnTo>
                  <a:pt x="117" y="768"/>
                </a:lnTo>
                <a:lnTo>
                  <a:pt x="0" y="768"/>
                </a:lnTo>
                <a:moveTo>
                  <a:pt x="0" y="503"/>
                </a:moveTo>
                <a:lnTo>
                  <a:pt x="0" y="343"/>
                </a:lnTo>
                <a:lnTo>
                  <a:pt x="117" y="343"/>
                </a:lnTo>
                <a:lnTo>
                  <a:pt x="117" y="503"/>
                </a:lnTo>
                <a:lnTo>
                  <a:pt x="0" y="503"/>
                </a:lnTo>
                <a:moveTo>
                  <a:pt x="1" y="236"/>
                </a:moveTo>
                <a:cubicBezTo>
                  <a:pt x="3" y="161"/>
                  <a:pt x="33" y="100"/>
                  <a:pt x="92" y="54"/>
                </a:cubicBezTo>
                <a:lnTo>
                  <a:pt x="165" y="145"/>
                </a:lnTo>
                <a:cubicBezTo>
                  <a:pt x="134" y="169"/>
                  <a:pt x="118" y="201"/>
                  <a:pt x="117" y="240"/>
                </a:cubicBezTo>
                <a:lnTo>
                  <a:pt x="1" y="236"/>
                </a:lnTo>
                <a:moveTo>
                  <a:pt x="221" y="1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521640" y="4303080"/>
            <a:ext cx="11148480" cy="1280520"/>
          </a:xfrm>
          <a:custGeom>
            <a:avLst/>
            <a:gdLst/>
            <a:ahLst/>
            <a:rect l="0" t="0" r="r" b="b"/>
            <a:pathLst>
              <a:path w="30968" h="3557">
                <a:moveTo>
                  <a:pt x="508" y="0"/>
                </a:moveTo>
                <a:lnTo>
                  <a:pt x="667" y="0"/>
                </a:lnTo>
                <a:lnTo>
                  <a:pt x="667" y="117"/>
                </a:lnTo>
                <a:lnTo>
                  <a:pt x="508" y="117"/>
                </a:lnTo>
                <a:lnTo>
                  <a:pt x="508" y="0"/>
                </a:lnTo>
                <a:moveTo>
                  <a:pt x="773" y="0"/>
                </a:moveTo>
                <a:lnTo>
                  <a:pt x="932" y="0"/>
                </a:lnTo>
                <a:lnTo>
                  <a:pt x="932" y="117"/>
                </a:lnTo>
                <a:lnTo>
                  <a:pt x="773" y="117"/>
                </a:lnTo>
                <a:lnTo>
                  <a:pt x="773" y="0"/>
                </a:lnTo>
                <a:moveTo>
                  <a:pt x="1037" y="0"/>
                </a:moveTo>
                <a:lnTo>
                  <a:pt x="1196" y="0"/>
                </a:lnTo>
                <a:lnTo>
                  <a:pt x="1196" y="117"/>
                </a:lnTo>
                <a:lnTo>
                  <a:pt x="1037" y="117"/>
                </a:lnTo>
                <a:lnTo>
                  <a:pt x="1037" y="0"/>
                </a:lnTo>
                <a:moveTo>
                  <a:pt x="1302" y="0"/>
                </a:moveTo>
                <a:lnTo>
                  <a:pt x="1461" y="0"/>
                </a:lnTo>
                <a:lnTo>
                  <a:pt x="1461" y="117"/>
                </a:lnTo>
                <a:lnTo>
                  <a:pt x="1302" y="117"/>
                </a:lnTo>
                <a:lnTo>
                  <a:pt x="1302" y="0"/>
                </a:lnTo>
                <a:moveTo>
                  <a:pt x="1566" y="0"/>
                </a:moveTo>
                <a:lnTo>
                  <a:pt x="1725" y="0"/>
                </a:lnTo>
                <a:lnTo>
                  <a:pt x="1725" y="117"/>
                </a:lnTo>
                <a:lnTo>
                  <a:pt x="1566" y="117"/>
                </a:lnTo>
                <a:lnTo>
                  <a:pt x="1566" y="0"/>
                </a:lnTo>
                <a:moveTo>
                  <a:pt x="1831" y="0"/>
                </a:moveTo>
                <a:lnTo>
                  <a:pt x="1989" y="0"/>
                </a:lnTo>
                <a:lnTo>
                  <a:pt x="1989" y="117"/>
                </a:lnTo>
                <a:lnTo>
                  <a:pt x="1831" y="117"/>
                </a:lnTo>
                <a:lnTo>
                  <a:pt x="1831" y="0"/>
                </a:lnTo>
                <a:moveTo>
                  <a:pt x="2095" y="0"/>
                </a:moveTo>
                <a:lnTo>
                  <a:pt x="2254" y="0"/>
                </a:lnTo>
                <a:lnTo>
                  <a:pt x="2254" y="117"/>
                </a:lnTo>
                <a:lnTo>
                  <a:pt x="2095" y="117"/>
                </a:lnTo>
                <a:lnTo>
                  <a:pt x="2095" y="0"/>
                </a:lnTo>
                <a:moveTo>
                  <a:pt x="2360" y="0"/>
                </a:moveTo>
                <a:lnTo>
                  <a:pt x="2518" y="0"/>
                </a:lnTo>
                <a:lnTo>
                  <a:pt x="2518" y="117"/>
                </a:lnTo>
                <a:lnTo>
                  <a:pt x="2360" y="117"/>
                </a:lnTo>
                <a:lnTo>
                  <a:pt x="2360" y="0"/>
                </a:lnTo>
                <a:moveTo>
                  <a:pt x="2624" y="0"/>
                </a:moveTo>
                <a:lnTo>
                  <a:pt x="2783" y="0"/>
                </a:lnTo>
                <a:lnTo>
                  <a:pt x="2783" y="117"/>
                </a:lnTo>
                <a:lnTo>
                  <a:pt x="2624" y="117"/>
                </a:lnTo>
                <a:lnTo>
                  <a:pt x="2624" y="0"/>
                </a:lnTo>
                <a:moveTo>
                  <a:pt x="2889" y="0"/>
                </a:moveTo>
                <a:lnTo>
                  <a:pt x="3047" y="0"/>
                </a:lnTo>
                <a:lnTo>
                  <a:pt x="3047" y="117"/>
                </a:lnTo>
                <a:lnTo>
                  <a:pt x="2889" y="117"/>
                </a:lnTo>
                <a:lnTo>
                  <a:pt x="2889" y="0"/>
                </a:lnTo>
                <a:moveTo>
                  <a:pt x="3153" y="0"/>
                </a:moveTo>
                <a:lnTo>
                  <a:pt x="3312" y="0"/>
                </a:lnTo>
                <a:lnTo>
                  <a:pt x="3312" y="117"/>
                </a:lnTo>
                <a:lnTo>
                  <a:pt x="3153" y="117"/>
                </a:lnTo>
                <a:lnTo>
                  <a:pt x="3153" y="0"/>
                </a:lnTo>
                <a:moveTo>
                  <a:pt x="3418" y="0"/>
                </a:moveTo>
                <a:lnTo>
                  <a:pt x="3576" y="0"/>
                </a:lnTo>
                <a:lnTo>
                  <a:pt x="3576" y="117"/>
                </a:lnTo>
                <a:lnTo>
                  <a:pt x="3418" y="117"/>
                </a:lnTo>
                <a:lnTo>
                  <a:pt x="3418" y="0"/>
                </a:lnTo>
                <a:moveTo>
                  <a:pt x="3682" y="0"/>
                </a:moveTo>
                <a:lnTo>
                  <a:pt x="3841" y="0"/>
                </a:lnTo>
                <a:lnTo>
                  <a:pt x="3841" y="117"/>
                </a:lnTo>
                <a:lnTo>
                  <a:pt x="3682" y="117"/>
                </a:lnTo>
                <a:lnTo>
                  <a:pt x="3682" y="0"/>
                </a:lnTo>
                <a:moveTo>
                  <a:pt x="3947" y="0"/>
                </a:moveTo>
                <a:lnTo>
                  <a:pt x="4105" y="0"/>
                </a:lnTo>
                <a:lnTo>
                  <a:pt x="4105" y="117"/>
                </a:lnTo>
                <a:lnTo>
                  <a:pt x="3947" y="117"/>
                </a:lnTo>
                <a:lnTo>
                  <a:pt x="3947" y="0"/>
                </a:lnTo>
                <a:moveTo>
                  <a:pt x="4211" y="0"/>
                </a:moveTo>
                <a:lnTo>
                  <a:pt x="4370" y="0"/>
                </a:lnTo>
                <a:lnTo>
                  <a:pt x="4370" y="117"/>
                </a:lnTo>
                <a:lnTo>
                  <a:pt x="4211" y="117"/>
                </a:lnTo>
                <a:lnTo>
                  <a:pt x="4211" y="0"/>
                </a:lnTo>
                <a:moveTo>
                  <a:pt x="4476" y="0"/>
                </a:moveTo>
                <a:lnTo>
                  <a:pt x="4634" y="0"/>
                </a:lnTo>
                <a:lnTo>
                  <a:pt x="4634" y="117"/>
                </a:lnTo>
                <a:lnTo>
                  <a:pt x="4476" y="117"/>
                </a:lnTo>
                <a:lnTo>
                  <a:pt x="4476" y="0"/>
                </a:lnTo>
                <a:moveTo>
                  <a:pt x="4740" y="0"/>
                </a:moveTo>
                <a:lnTo>
                  <a:pt x="4899" y="0"/>
                </a:lnTo>
                <a:lnTo>
                  <a:pt x="4899" y="117"/>
                </a:lnTo>
                <a:lnTo>
                  <a:pt x="4740" y="117"/>
                </a:lnTo>
                <a:lnTo>
                  <a:pt x="4740" y="0"/>
                </a:lnTo>
                <a:moveTo>
                  <a:pt x="5004" y="0"/>
                </a:moveTo>
                <a:lnTo>
                  <a:pt x="5163" y="0"/>
                </a:lnTo>
                <a:lnTo>
                  <a:pt x="5163" y="117"/>
                </a:lnTo>
                <a:lnTo>
                  <a:pt x="5004" y="117"/>
                </a:lnTo>
                <a:lnTo>
                  <a:pt x="5004" y="0"/>
                </a:lnTo>
                <a:moveTo>
                  <a:pt x="5269" y="0"/>
                </a:moveTo>
                <a:lnTo>
                  <a:pt x="5428" y="0"/>
                </a:lnTo>
                <a:lnTo>
                  <a:pt x="5428" y="117"/>
                </a:lnTo>
                <a:lnTo>
                  <a:pt x="5269" y="117"/>
                </a:lnTo>
                <a:lnTo>
                  <a:pt x="5269" y="0"/>
                </a:lnTo>
                <a:moveTo>
                  <a:pt x="5533" y="0"/>
                </a:moveTo>
                <a:lnTo>
                  <a:pt x="5692" y="0"/>
                </a:lnTo>
                <a:lnTo>
                  <a:pt x="5692" y="117"/>
                </a:lnTo>
                <a:lnTo>
                  <a:pt x="5533" y="117"/>
                </a:lnTo>
                <a:lnTo>
                  <a:pt x="5533" y="0"/>
                </a:lnTo>
                <a:moveTo>
                  <a:pt x="5798" y="0"/>
                </a:moveTo>
                <a:lnTo>
                  <a:pt x="5957" y="0"/>
                </a:lnTo>
                <a:lnTo>
                  <a:pt x="5957" y="117"/>
                </a:lnTo>
                <a:lnTo>
                  <a:pt x="5798" y="117"/>
                </a:lnTo>
                <a:lnTo>
                  <a:pt x="5798" y="0"/>
                </a:lnTo>
                <a:moveTo>
                  <a:pt x="6062" y="0"/>
                </a:moveTo>
                <a:lnTo>
                  <a:pt x="6221" y="0"/>
                </a:lnTo>
                <a:lnTo>
                  <a:pt x="6221" y="117"/>
                </a:lnTo>
                <a:lnTo>
                  <a:pt x="6062" y="117"/>
                </a:lnTo>
                <a:lnTo>
                  <a:pt x="6062" y="0"/>
                </a:lnTo>
                <a:moveTo>
                  <a:pt x="6327" y="0"/>
                </a:moveTo>
                <a:lnTo>
                  <a:pt x="6486" y="0"/>
                </a:lnTo>
                <a:lnTo>
                  <a:pt x="6486" y="117"/>
                </a:lnTo>
                <a:lnTo>
                  <a:pt x="6327" y="117"/>
                </a:lnTo>
                <a:lnTo>
                  <a:pt x="6327" y="0"/>
                </a:lnTo>
                <a:moveTo>
                  <a:pt x="6591" y="0"/>
                </a:moveTo>
                <a:lnTo>
                  <a:pt x="6750" y="0"/>
                </a:lnTo>
                <a:lnTo>
                  <a:pt x="6750" y="117"/>
                </a:lnTo>
                <a:lnTo>
                  <a:pt x="6591" y="117"/>
                </a:lnTo>
                <a:lnTo>
                  <a:pt x="6591" y="0"/>
                </a:lnTo>
                <a:moveTo>
                  <a:pt x="6856" y="0"/>
                </a:moveTo>
                <a:lnTo>
                  <a:pt x="7015" y="0"/>
                </a:lnTo>
                <a:lnTo>
                  <a:pt x="7015" y="117"/>
                </a:lnTo>
                <a:lnTo>
                  <a:pt x="6856" y="117"/>
                </a:lnTo>
                <a:lnTo>
                  <a:pt x="6856" y="0"/>
                </a:lnTo>
                <a:moveTo>
                  <a:pt x="7120" y="0"/>
                </a:moveTo>
                <a:lnTo>
                  <a:pt x="7279" y="0"/>
                </a:lnTo>
                <a:lnTo>
                  <a:pt x="7279" y="117"/>
                </a:lnTo>
                <a:lnTo>
                  <a:pt x="7120" y="117"/>
                </a:lnTo>
                <a:lnTo>
                  <a:pt x="7120" y="0"/>
                </a:lnTo>
                <a:moveTo>
                  <a:pt x="7385" y="0"/>
                </a:moveTo>
                <a:lnTo>
                  <a:pt x="7544" y="0"/>
                </a:lnTo>
                <a:lnTo>
                  <a:pt x="7544" y="117"/>
                </a:lnTo>
                <a:lnTo>
                  <a:pt x="7385" y="117"/>
                </a:lnTo>
                <a:lnTo>
                  <a:pt x="7385" y="0"/>
                </a:lnTo>
                <a:moveTo>
                  <a:pt x="7649" y="0"/>
                </a:moveTo>
                <a:lnTo>
                  <a:pt x="7808" y="0"/>
                </a:lnTo>
                <a:lnTo>
                  <a:pt x="7808" y="117"/>
                </a:lnTo>
                <a:lnTo>
                  <a:pt x="7649" y="117"/>
                </a:lnTo>
                <a:lnTo>
                  <a:pt x="7649" y="0"/>
                </a:lnTo>
                <a:moveTo>
                  <a:pt x="7914" y="0"/>
                </a:moveTo>
                <a:lnTo>
                  <a:pt x="8073" y="0"/>
                </a:lnTo>
                <a:lnTo>
                  <a:pt x="8073" y="117"/>
                </a:lnTo>
                <a:lnTo>
                  <a:pt x="7914" y="117"/>
                </a:lnTo>
                <a:lnTo>
                  <a:pt x="7914" y="0"/>
                </a:lnTo>
                <a:moveTo>
                  <a:pt x="8178" y="0"/>
                </a:moveTo>
                <a:lnTo>
                  <a:pt x="8337" y="0"/>
                </a:lnTo>
                <a:lnTo>
                  <a:pt x="8337" y="117"/>
                </a:lnTo>
                <a:lnTo>
                  <a:pt x="8178" y="117"/>
                </a:lnTo>
                <a:lnTo>
                  <a:pt x="8178" y="0"/>
                </a:lnTo>
                <a:moveTo>
                  <a:pt x="8443" y="0"/>
                </a:moveTo>
                <a:lnTo>
                  <a:pt x="8601" y="0"/>
                </a:lnTo>
                <a:lnTo>
                  <a:pt x="8601" y="117"/>
                </a:lnTo>
                <a:lnTo>
                  <a:pt x="8443" y="117"/>
                </a:lnTo>
                <a:lnTo>
                  <a:pt x="8443" y="0"/>
                </a:lnTo>
                <a:moveTo>
                  <a:pt x="8707" y="0"/>
                </a:moveTo>
                <a:lnTo>
                  <a:pt x="8866" y="0"/>
                </a:lnTo>
                <a:lnTo>
                  <a:pt x="8866" y="117"/>
                </a:lnTo>
                <a:lnTo>
                  <a:pt x="8707" y="117"/>
                </a:lnTo>
                <a:lnTo>
                  <a:pt x="8707" y="0"/>
                </a:lnTo>
                <a:moveTo>
                  <a:pt x="8972" y="0"/>
                </a:moveTo>
                <a:lnTo>
                  <a:pt x="9130" y="0"/>
                </a:lnTo>
                <a:lnTo>
                  <a:pt x="9130" y="117"/>
                </a:lnTo>
                <a:lnTo>
                  <a:pt x="8972" y="117"/>
                </a:lnTo>
                <a:lnTo>
                  <a:pt x="8972" y="0"/>
                </a:lnTo>
                <a:moveTo>
                  <a:pt x="9236" y="0"/>
                </a:moveTo>
                <a:lnTo>
                  <a:pt x="9395" y="0"/>
                </a:lnTo>
                <a:lnTo>
                  <a:pt x="9395" y="117"/>
                </a:lnTo>
                <a:lnTo>
                  <a:pt x="9236" y="117"/>
                </a:lnTo>
                <a:lnTo>
                  <a:pt x="9236" y="0"/>
                </a:lnTo>
                <a:moveTo>
                  <a:pt x="9501" y="0"/>
                </a:moveTo>
                <a:lnTo>
                  <a:pt x="9659" y="0"/>
                </a:lnTo>
                <a:lnTo>
                  <a:pt x="9659" y="117"/>
                </a:lnTo>
                <a:lnTo>
                  <a:pt x="9501" y="117"/>
                </a:lnTo>
                <a:lnTo>
                  <a:pt x="9501" y="0"/>
                </a:lnTo>
                <a:moveTo>
                  <a:pt x="9765" y="0"/>
                </a:moveTo>
                <a:lnTo>
                  <a:pt x="9924" y="0"/>
                </a:lnTo>
                <a:lnTo>
                  <a:pt x="9924" y="117"/>
                </a:lnTo>
                <a:lnTo>
                  <a:pt x="9765" y="117"/>
                </a:lnTo>
                <a:lnTo>
                  <a:pt x="9765" y="0"/>
                </a:lnTo>
                <a:moveTo>
                  <a:pt x="10030" y="0"/>
                </a:moveTo>
                <a:lnTo>
                  <a:pt x="10188" y="0"/>
                </a:lnTo>
                <a:lnTo>
                  <a:pt x="10188" y="117"/>
                </a:lnTo>
                <a:lnTo>
                  <a:pt x="10030" y="117"/>
                </a:lnTo>
                <a:lnTo>
                  <a:pt x="10030" y="0"/>
                </a:lnTo>
                <a:moveTo>
                  <a:pt x="10294" y="0"/>
                </a:moveTo>
                <a:lnTo>
                  <a:pt x="10453" y="0"/>
                </a:lnTo>
                <a:lnTo>
                  <a:pt x="10453" y="117"/>
                </a:lnTo>
                <a:lnTo>
                  <a:pt x="10294" y="117"/>
                </a:lnTo>
                <a:lnTo>
                  <a:pt x="10294" y="0"/>
                </a:lnTo>
                <a:moveTo>
                  <a:pt x="10559" y="0"/>
                </a:moveTo>
                <a:lnTo>
                  <a:pt x="10717" y="0"/>
                </a:lnTo>
                <a:lnTo>
                  <a:pt x="10717" y="117"/>
                </a:lnTo>
                <a:lnTo>
                  <a:pt x="10559" y="117"/>
                </a:lnTo>
                <a:lnTo>
                  <a:pt x="10559" y="0"/>
                </a:lnTo>
                <a:moveTo>
                  <a:pt x="10823" y="0"/>
                </a:moveTo>
                <a:lnTo>
                  <a:pt x="10982" y="0"/>
                </a:lnTo>
                <a:lnTo>
                  <a:pt x="10982" y="117"/>
                </a:lnTo>
                <a:lnTo>
                  <a:pt x="10823" y="117"/>
                </a:lnTo>
                <a:lnTo>
                  <a:pt x="10823" y="0"/>
                </a:lnTo>
                <a:moveTo>
                  <a:pt x="11088" y="0"/>
                </a:moveTo>
                <a:lnTo>
                  <a:pt x="11246" y="0"/>
                </a:lnTo>
                <a:lnTo>
                  <a:pt x="11246" y="117"/>
                </a:lnTo>
                <a:lnTo>
                  <a:pt x="11088" y="117"/>
                </a:lnTo>
                <a:lnTo>
                  <a:pt x="11088" y="0"/>
                </a:lnTo>
                <a:moveTo>
                  <a:pt x="11352" y="0"/>
                </a:moveTo>
                <a:lnTo>
                  <a:pt x="11511" y="0"/>
                </a:lnTo>
                <a:lnTo>
                  <a:pt x="11511" y="117"/>
                </a:lnTo>
                <a:lnTo>
                  <a:pt x="11352" y="117"/>
                </a:lnTo>
                <a:lnTo>
                  <a:pt x="11352" y="0"/>
                </a:lnTo>
                <a:moveTo>
                  <a:pt x="11617" y="0"/>
                </a:moveTo>
                <a:lnTo>
                  <a:pt x="11775" y="0"/>
                </a:lnTo>
                <a:lnTo>
                  <a:pt x="11775" y="117"/>
                </a:lnTo>
                <a:lnTo>
                  <a:pt x="11617" y="117"/>
                </a:lnTo>
                <a:lnTo>
                  <a:pt x="11617" y="0"/>
                </a:lnTo>
                <a:moveTo>
                  <a:pt x="11881" y="0"/>
                </a:moveTo>
                <a:lnTo>
                  <a:pt x="12040" y="0"/>
                </a:lnTo>
                <a:lnTo>
                  <a:pt x="12040" y="117"/>
                </a:lnTo>
                <a:lnTo>
                  <a:pt x="11881" y="117"/>
                </a:lnTo>
                <a:lnTo>
                  <a:pt x="11881" y="0"/>
                </a:lnTo>
                <a:moveTo>
                  <a:pt x="12145" y="0"/>
                </a:moveTo>
                <a:lnTo>
                  <a:pt x="12304" y="0"/>
                </a:lnTo>
                <a:lnTo>
                  <a:pt x="12304" y="117"/>
                </a:lnTo>
                <a:lnTo>
                  <a:pt x="12145" y="117"/>
                </a:lnTo>
                <a:lnTo>
                  <a:pt x="12145" y="0"/>
                </a:lnTo>
                <a:moveTo>
                  <a:pt x="12410" y="0"/>
                </a:moveTo>
                <a:lnTo>
                  <a:pt x="12569" y="0"/>
                </a:lnTo>
                <a:lnTo>
                  <a:pt x="12569" y="117"/>
                </a:lnTo>
                <a:lnTo>
                  <a:pt x="12410" y="117"/>
                </a:lnTo>
                <a:lnTo>
                  <a:pt x="12410" y="0"/>
                </a:lnTo>
                <a:moveTo>
                  <a:pt x="12674" y="0"/>
                </a:moveTo>
                <a:lnTo>
                  <a:pt x="12833" y="0"/>
                </a:lnTo>
                <a:lnTo>
                  <a:pt x="12833" y="117"/>
                </a:lnTo>
                <a:lnTo>
                  <a:pt x="12674" y="117"/>
                </a:lnTo>
                <a:lnTo>
                  <a:pt x="12674" y="0"/>
                </a:lnTo>
                <a:moveTo>
                  <a:pt x="12939" y="0"/>
                </a:moveTo>
                <a:lnTo>
                  <a:pt x="13098" y="0"/>
                </a:lnTo>
                <a:lnTo>
                  <a:pt x="13098" y="117"/>
                </a:lnTo>
                <a:lnTo>
                  <a:pt x="12939" y="117"/>
                </a:lnTo>
                <a:lnTo>
                  <a:pt x="12939" y="0"/>
                </a:lnTo>
                <a:moveTo>
                  <a:pt x="13203" y="0"/>
                </a:moveTo>
                <a:lnTo>
                  <a:pt x="13362" y="0"/>
                </a:lnTo>
                <a:lnTo>
                  <a:pt x="13362" y="117"/>
                </a:lnTo>
                <a:lnTo>
                  <a:pt x="13203" y="117"/>
                </a:lnTo>
                <a:lnTo>
                  <a:pt x="13203" y="0"/>
                </a:lnTo>
                <a:moveTo>
                  <a:pt x="13468" y="0"/>
                </a:moveTo>
                <a:lnTo>
                  <a:pt x="13627" y="0"/>
                </a:lnTo>
                <a:lnTo>
                  <a:pt x="13627" y="117"/>
                </a:lnTo>
                <a:lnTo>
                  <a:pt x="13468" y="117"/>
                </a:lnTo>
                <a:lnTo>
                  <a:pt x="13468" y="0"/>
                </a:lnTo>
                <a:moveTo>
                  <a:pt x="13732" y="0"/>
                </a:moveTo>
                <a:lnTo>
                  <a:pt x="13891" y="0"/>
                </a:lnTo>
                <a:lnTo>
                  <a:pt x="13891" y="117"/>
                </a:lnTo>
                <a:lnTo>
                  <a:pt x="13732" y="117"/>
                </a:lnTo>
                <a:lnTo>
                  <a:pt x="13732" y="0"/>
                </a:lnTo>
                <a:moveTo>
                  <a:pt x="13997" y="0"/>
                </a:moveTo>
                <a:lnTo>
                  <a:pt x="14157" y="0"/>
                </a:lnTo>
                <a:lnTo>
                  <a:pt x="14157" y="117"/>
                </a:lnTo>
                <a:lnTo>
                  <a:pt x="13997" y="117"/>
                </a:lnTo>
                <a:lnTo>
                  <a:pt x="13997" y="0"/>
                </a:lnTo>
                <a:moveTo>
                  <a:pt x="14262" y="0"/>
                </a:moveTo>
                <a:lnTo>
                  <a:pt x="14421" y="0"/>
                </a:lnTo>
                <a:lnTo>
                  <a:pt x="14421" y="117"/>
                </a:lnTo>
                <a:lnTo>
                  <a:pt x="14262" y="117"/>
                </a:lnTo>
                <a:lnTo>
                  <a:pt x="14262" y="0"/>
                </a:lnTo>
                <a:moveTo>
                  <a:pt x="14527" y="0"/>
                </a:moveTo>
                <a:lnTo>
                  <a:pt x="14686" y="0"/>
                </a:lnTo>
                <a:lnTo>
                  <a:pt x="14686" y="117"/>
                </a:lnTo>
                <a:lnTo>
                  <a:pt x="14527" y="117"/>
                </a:lnTo>
                <a:lnTo>
                  <a:pt x="14527" y="0"/>
                </a:lnTo>
                <a:moveTo>
                  <a:pt x="14791" y="0"/>
                </a:moveTo>
                <a:lnTo>
                  <a:pt x="14950" y="0"/>
                </a:lnTo>
                <a:lnTo>
                  <a:pt x="14950" y="117"/>
                </a:lnTo>
                <a:lnTo>
                  <a:pt x="14791" y="117"/>
                </a:lnTo>
                <a:lnTo>
                  <a:pt x="14791" y="0"/>
                </a:lnTo>
                <a:moveTo>
                  <a:pt x="15056" y="0"/>
                </a:moveTo>
                <a:lnTo>
                  <a:pt x="15215" y="0"/>
                </a:lnTo>
                <a:lnTo>
                  <a:pt x="15215" y="117"/>
                </a:lnTo>
                <a:lnTo>
                  <a:pt x="15056" y="117"/>
                </a:lnTo>
                <a:lnTo>
                  <a:pt x="15056" y="0"/>
                </a:lnTo>
                <a:moveTo>
                  <a:pt x="15320" y="0"/>
                </a:moveTo>
                <a:lnTo>
                  <a:pt x="15479" y="0"/>
                </a:lnTo>
                <a:lnTo>
                  <a:pt x="15479" y="117"/>
                </a:lnTo>
                <a:lnTo>
                  <a:pt x="15320" y="117"/>
                </a:lnTo>
                <a:lnTo>
                  <a:pt x="15320" y="0"/>
                </a:lnTo>
                <a:moveTo>
                  <a:pt x="15585" y="0"/>
                </a:moveTo>
                <a:lnTo>
                  <a:pt x="15743" y="0"/>
                </a:lnTo>
                <a:lnTo>
                  <a:pt x="15743" y="117"/>
                </a:lnTo>
                <a:lnTo>
                  <a:pt x="15585" y="117"/>
                </a:lnTo>
                <a:lnTo>
                  <a:pt x="15585" y="0"/>
                </a:lnTo>
                <a:moveTo>
                  <a:pt x="15849" y="0"/>
                </a:moveTo>
                <a:lnTo>
                  <a:pt x="16008" y="0"/>
                </a:lnTo>
                <a:lnTo>
                  <a:pt x="16008" y="117"/>
                </a:lnTo>
                <a:lnTo>
                  <a:pt x="15849" y="117"/>
                </a:lnTo>
                <a:lnTo>
                  <a:pt x="15849" y="0"/>
                </a:lnTo>
                <a:moveTo>
                  <a:pt x="16114" y="0"/>
                </a:moveTo>
                <a:lnTo>
                  <a:pt x="16272" y="0"/>
                </a:lnTo>
                <a:lnTo>
                  <a:pt x="16272" y="117"/>
                </a:lnTo>
                <a:lnTo>
                  <a:pt x="16114" y="117"/>
                </a:lnTo>
                <a:lnTo>
                  <a:pt x="16114" y="0"/>
                </a:lnTo>
                <a:moveTo>
                  <a:pt x="16378" y="0"/>
                </a:moveTo>
                <a:lnTo>
                  <a:pt x="16537" y="0"/>
                </a:lnTo>
                <a:lnTo>
                  <a:pt x="16537" y="117"/>
                </a:lnTo>
                <a:lnTo>
                  <a:pt x="16378" y="117"/>
                </a:lnTo>
                <a:lnTo>
                  <a:pt x="16378" y="0"/>
                </a:lnTo>
                <a:moveTo>
                  <a:pt x="16643" y="0"/>
                </a:moveTo>
                <a:lnTo>
                  <a:pt x="16801" y="0"/>
                </a:lnTo>
                <a:lnTo>
                  <a:pt x="16801" y="117"/>
                </a:lnTo>
                <a:lnTo>
                  <a:pt x="16643" y="117"/>
                </a:lnTo>
                <a:lnTo>
                  <a:pt x="16643" y="0"/>
                </a:lnTo>
                <a:moveTo>
                  <a:pt x="16907" y="0"/>
                </a:moveTo>
                <a:lnTo>
                  <a:pt x="17066" y="0"/>
                </a:lnTo>
                <a:lnTo>
                  <a:pt x="17066" y="117"/>
                </a:lnTo>
                <a:lnTo>
                  <a:pt x="16907" y="117"/>
                </a:lnTo>
                <a:lnTo>
                  <a:pt x="16907" y="0"/>
                </a:lnTo>
                <a:moveTo>
                  <a:pt x="17172" y="0"/>
                </a:moveTo>
                <a:lnTo>
                  <a:pt x="17330" y="0"/>
                </a:lnTo>
                <a:lnTo>
                  <a:pt x="17330" y="117"/>
                </a:lnTo>
                <a:lnTo>
                  <a:pt x="17172" y="117"/>
                </a:lnTo>
                <a:lnTo>
                  <a:pt x="17172" y="0"/>
                </a:lnTo>
                <a:moveTo>
                  <a:pt x="17436" y="0"/>
                </a:moveTo>
                <a:lnTo>
                  <a:pt x="17595" y="0"/>
                </a:lnTo>
                <a:lnTo>
                  <a:pt x="17595" y="117"/>
                </a:lnTo>
                <a:lnTo>
                  <a:pt x="17436" y="117"/>
                </a:lnTo>
                <a:lnTo>
                  <a:pt x="17436" y="0"/>
                </a:lnTo>
                <a:moveTo>
                  <a:pt x="17701" y="0"/>
                </a:moveTo>
                <a:lnTo>
                  <a:pt x="17859" y="0"/>
                </a:lnTo>
                <a:lnTo>
                  <a:pt x="17859" y="117"/>
                </a:lnTo>
                <a:lnTo>
                  <a:pt x="17701" y="117"/>
                </a:lnTo>
                <a:lnTo>
                  <a:pt x="17701" y="0"/>
                </a:lnTo>
                <a:moveTo>
                  <a:pt x="17965" y="0"/>
                </a:moveTo>
                <a:lnTo>
                  <a:pt x="18124" y="0"/>
                </a:lnTo>
                <a:lnTo>
                  <a:pt x="18124" y="117"/>
                </a:lnTo>
                <a:lnTo>
                  <a:pt x="17965" y="117"/>
                </a:lnTo>
                <a:lnTo>
                  <a:pt x="17965" y="0"/>
                </a:lnTo>
                <a:moveTo>
                  <a:pt x="18230" y="0"/>
                </a:moveTo>
                <a:lnTo>
                  <a:pt x="18388" y="0"/>
                </a:lnTo>
                <a:lnTo>
                  <a:pt x="18388" y="117"/>
                </a:lnTo>
                <a:lnTo>
                  <a:pt x="18230" y="117"/>
                </a:lnTo>
                <a:lnTo>
                  <a:pt x="18230" y="0"/>
                </a:lnTo>
                <a:moveTo>
                  <a:pt x="18494" y="0"/>
                </a:moveTo>
                <a:lnTo>
                  <a:pt x="18653" y="0"/>
                </a:lnTo>
                <a:lnTo>
                  <a:pt x="18653" y="117"/>
                </a:lnTo>
                <a:lnTo>
                  <a:pt x="18494" y="117"/>
                </a:lnTo>
                <a:lnTo>
                  <a:pt x="18494" y="0"/>
                </a:lnTo>
                <a:moveTo>
                  <a:pt x="18758" y="0"/>
                </a:moveTo>
                <a:lnTo>
                  <a:pt x="18917" y="0"/>
                </a:lnTo>
                <a:lnTo>
                  <a:pt x="18917" y="117"/>
                </a:lnTo>
                <a:lnTo>
                  <a:pt x="18758" y="117"/>
                </a:lnTo>
                <a:lnTo>
                  <a:pt x="18758" y="0"/>
                </a:lnTo>
                <a:moveTo>
                  <a:pt x="19023" y="0"/>
                </a:moveTo>
                <a:lnTo>
                  <a:pt x="19182" y="0"/>
                </a:lnTo>
                <a:lnTo>
                  <a:pt x="19182" y="117"/>
                </a:lnTo>
                <a:lnTo>
                  <a:pt x="19023" y="117"/>
                </a:lnTo>
                <a:lnTo>
                  <a:pt x="19023" y="0"/>
                </a:lnTo>
                <a:moveTo>
                  <a:pt x="19287" y="0"/>
                </a:moveTo>
                <a:lnTo>
                  <a:pt x="19446" y="0"/>
                </a:lnTo>
                <a:lnTo>
                  <a:pt x="19446" y="117"/>
                </a:lnTo>
                <a:lnTo>
                  <a:pt x="19287" y="117"/>
                </a:lnTo>
                <a:lnTo>
                  <a:pt x="19287" y="0"/>
                </a:lnTo>
                <a:moveTo>
                  <a:pt x="19552" y="0"/>
                </a:moveTo>
                <a:lnTo>
                  <a:pt x="19711" y="0"/>
                </a:lnTo>
                <a:lnTo>
                  <a:pt x="19711" y="117"/>
                </a:lnTo>
                <a:lnTo>
                  <a:pt x="19552" y="117"/>
                </a:lnTo>
                <a:lnTo>
                  <a:pt x="19552" y="0"/>
                </a:lnTo>
                <a:moveTo>
                  <a:pt x="19816" y="0"/>
                </a:moveTo>
                <a:lnTo>
                  <a:pt x="19975" y="0"/>
                </a:lnTo>
                <a:lnTo>
                  <a:pt x="19975" y="117"/>
                </a:lnTo>
                <a:lnTo>
                  <a:pt x="19816" y="117"/>
                </a:lnTo>
                <a:lnTo>
                  <a:pt x="19816" y="0"/>
                </a:lnTo>
                <a:moveTo>
                  <a:pt x="20081" y="0"/>
                </a:moveTo>
                <a:lnTo>
                  <a:pt x="20240" y="0"/>
                </a:lnTo>
                <a:lnTo>
                  <a:pt x="20240" y="117"/>
                </a:lnTo>
                <a:lnTo>
                  <a:pt x="20081" y="117"/>
                </a:lnTo>
                <a:lnTo>
                  <a:pt x="20081" y="0"/>
                </a:lnTo>
                <a:moveTo>
                  <a:pt x="20345" y="0"/>
                </a:moveTo>
                <a:lnTo>
                  <a:pt x="20504" y="0"/>
                </a:lnTo>
                <a:lnTo>
                  <a:pt x="20504" y="117"/>
                </a:lnTo>
                <a:lnTo>
                  <a:pt x="20345" y="117"/>
                </a:lnTo>
                <a:lnTo>
                  <a:pt x="20345" y="0"/>
                </a:lnTo>
                <a:moveTo>
                  <a:pt x="20610" y="0"/>
                </a:moveTo>
                <a:lnTo>
                  <a:pt x="20769" y="0"/>
                </a:lnTo>
                <a:lnTo>
                  <a:pt x="20769" y="117"/>
                </a:lnTo>
                <a:lnTo>
                  <a:pt x="20610" y="117"/>
                </a:lnTo>
                <a:lnTo>
                  <a:pt x="20610" y="0"/>
                </a:lnTo>
                <a:moveTo>
                  <a:pt x="20874" y="0"/>
                </a:moveTo>
                <a:lnTo>
                  <a:pt x="21033" y="0"/>
                </a:lnTo>
                <a:lnTo>
                  <a:pt x="21033" y="117"/>
                </a:lnTo>
                <a:lnTo>
                  <a:pt x="20874" y="117"/>
                </a:lnTo>
                <a:lnTo>
                  <a:pt x="20874" y="0"/>
                </a:lnTo>
                <a:moveTo>
                  <a:pt x="21139" y="0"/>
                </a:moveTo>
                <a:lnTo>
                  <a:pt x="21298" y="0"/>
                </a:lnTo>
                <a:lnTo>
                  <a:pt x="21298" y="117"/>
                </a:lnTo>
                <a:lnTo>
                  <a:pt x="21139" y="117"/>
                </a:lnTo>
                <a:lnTo>
                  <a:pt x="21139" y="0"/>
                </a:lnTo>
                <a:moveTo>
                  <a:pt x="21403" y="0"/>
                </a:moveTo>
                <a:lnTo>
                  <a:pt x="21562" y="0"/>
                </a:lnTo>
                <a:lnTo>
                  <a:pt x="21562" y="117"/>
                </a:lnTo>
                <a:lnTo>
                  <a:pt x="21403" y="117"/>
                </a:lnTo>
                <a:lnTo>
                  <a:pt x="21403" y="0"/>
                </a:lnTo>
                <a:moveTo>
                  <a:pt x="21668" y="0"/>
                </a:moveTo>
                <a:lnTo>
                  <a:pt x="21827" y="0"/>
                </a:lnTo>
                <a:lnTo>
                  <a:pt x="21827" y="117"/>
                </a:lnTo>
                <a:lnTo>
                  <a:pt x="21668" y="117"/>
                </a:lnTo>
                <a:lnTo>
                  <a:pt x="21668" y="0"/>
                </a:lnTo>
                <a:moveTo>
                  <a:pt x="21932" y="0"/>
                </a:moveTo>
                <a:lnTo>
                  <a:pt x="22091" y="0"/>
                </a:lnTo>
                <a:lnTo>
                  <a:pt x="22091" y="117"/>
                </a:lnTo>
                <a:lnTo>
                  <a:pt x="21932" y="117"/>
                </a:lnTo>
                <a:lnTo>
                  <a:pt x="21932" y="0"/>
                </a:lnTo>
                <a:moveTo>
                  <a:pt x="22197" y="0"/>
                </a:moveTo>
                <a:lnTo>
                  <a:pt x="22355" y="0"/>
                </a:lnTo>
                <a:lnTo>
                  <a:pt x="22355" y="117"/>
                </a:lnTo>
                <a:lnTo>
                  <a:pt x="22197" y="117"/>
                </a:lnTo>
                <a:lnTo>
                  <a:pt x="22197" y="0"/>
                </a:lnTo>
                <a:moveTo>
                  <a:pt x="22461" y="0"/>
                </a:moveTo>
                <a:lnTo>
                  <a:pt x="22620" y="0"/>
                </a:lnTo>
                <a:lnTo>
                  <a:pt x="22620" y="117"/>
                </a:lnTo>
                <a:lnTo>
                  <a:pt x="22461" y="117"/>
                </a:lnTo>
                <a:lnTo>
                  <a:pt x="22461" y="0"/>
                </a:lnTo>
                <a:moveTo>
                  <a:pt x="22726" y="0"/>
                </a:moveTo>
                <a:lnTo>
                  <a:pt x="22884" y="0"/>
                </a:lnTo>
                <a:lnTo>
                  <a:pt x="22884" y="117"/>
                </a:lnTo>
                <a:lnTo>
                  <a:pt x="22726" y="117"/>
                </a:lnTo>
                <a:lnTo>
                  <a:pt x="22726" y="0"/>
                </a:lnTo>
                <a:moveTo>
                  <a:pt x="22990" y="0"/>
                </a:moveTo>
                <a:lnTo>
                  <a:pt x="23149" y="0"/>
                </a:lnTo>
                <a:lnTo>
                  <a:pt x="23149" y="117"/>
                </a:lnTo>
                <a:lnTo>
                  <a:pt x="22990" y="117"/>
                </a:lnTo>
                <a:lnTo>
                  <a:pt x="22990" y="0"/>
                </a:lnTo>
                <a:moveTo>
                  <a:pt x="23255" y="0"/>
                </a:moveTo>
                <a:lnTo>
                  <a:pt x="23413" y="0"/>
                </a:lnTo>
                <a:lnTo>
                  <a:pt x="23413" y="117"/>
                </a:lnTo>
                <a:lnTo>
                  <a:pt x="23255" y="117"/>
                </a:lnTo>
                <a:lnTo>
                  <a:pt x="23255" y="0"/>
                </a:lnTo>
                <a:moveTo>
                  <a:pt x="23519" y="0"/>
                </a:moveTo>
                <a:lnTo>
                  <a:pt x="23678" y="0"/>
                </a:lnTo>
                <a:lnTo>
                  <a:pt x="23678" y="117"/>
                </a:lnTo>
                <a:lnTo>
                  <a:pt x="23519" y="117"/>
                </a:lnTo>
                <a:lnTo>
                  <a:pt x="23519" y="0"/>
                </a:lnTo>
                <a:moveTo>
                  <a:pt x="23784" y="0"/>
                </a:moveTo>
                <a:lnTo>
                  <a:pt x="23942" y="0"/>
                </a:lnTo>
                <a:lnTo>
                  <a:pt x="23942" y="117"/>
                </a:lnTo>
                <a:lnTo>
                  <a:pt x="23784" y="117"/>
                </a:lnTo>
                <a:lnTo>
                  <a:pt x="23784" y="0"/>
                </a:lnTo>
                <a:moveTo>
                  <a:pt x="24048" y="0"/>
                </a:moveTo>
                <a:lnTo>
                  <a:pt x="24207" y="0"/>
                </a:lnTo>
                <a:lnTo>
                  <a:pt x="24207" y="117"/>
                </a:lnTo>
                <a:lnTo>
                  <a:pt x="24048" y="117"/>
                </a:lnTo>
                <a:lnTo>
                  <a:pt x="24048" y="0"/>
                </a:lnTo>
                <a:moveTo>
                  <a:pt x="24313" y="0"/>
                </a:moveTo>
                <a:lnTo>
                  <a:pt x="24471" y="0"/>
                </a:lnTo>
                <a:lnTo>
                  <a:pt x="24471" y="117"/>
                </a:lnTo>
                <a:lnTo>
                  <a:pt x="24313" y="117"/>
                </a:lnTo>
                <a:lnTo>
                  <a:pt x="24313" y="0"/>
                </a:lnTo>
                <a:moveTo>
                  <a:pt x="24577" y="0"/>
                </a:moveTo>
                <a:lnTo>
                  <a:pt x="24736" y="0"/>
                </a:lnTo>
                <a:lnTo>
                  <a:pt x="24736" y="117"/>
                </a:lnTo>
                <a:lnTo>
                  <a:pt x="24577" y="117"/>
                </a:lnTo>
                <a:lnTo>
                  <a:pt x="24577" y="0"/>
                </a:lnTo>
                <a:moveTo>
                  <a:pt x="24842" y="0"/>
                </a:moveTo>
                <a:lnTo>
                  <a:pt x="25000" y="0"/>
                </a:lnTo>
                <a:lnTo>
                  <a:pt x="25000" y="117"/>
                </a:lnTo>
                <a:lnTo>
                  <a:pt x="24842" y="117"/>
                </a:lnTo>
                <a:lnTo>
                  <a:pt x="24842" y="0"/>
                </a:lnTo>
                <a:moveTo>
                  <a:pt x="25106" y="0"/>
                </a:moveTo>
                <a:lnTo>
                  <a:pt x="25265" y="0"/>
                </a:lnTo>
                <a:lnTo>
                  <a:pt x="25265" y="117"/>
                </a:lnTo>
                <a:lnTo>
                  <a:pt x="25106" y="117"/>
                </a:lnTo>
                <a:lnTo>
                  <a:pt x="25106" y="0"/>
                </a:lnTo>
                <a:moveTo>
                  <a:pt x="25371" y="0"/>
                </a:moveTo>
                <a:lnTo>
                  <a:pt x="25529" y="0"/>
                </a:lnTo>
                <a:lnTo>
                  <a:pt x="25529" y="117"/>
                </a:lnTo>
                <a:lnTo>
                  <a:pt x="25371" y="117"/>
                </a:lnTo>
                <a:lnTo>
                  <a:pt x="25371" y="0"/>
                </a:lnTo>
                <a:moveTo>
                  <a:pt x="25635" y="0"/>
                </a:moveTo>
                <a:lnTo>
                  <a:pt x="25794" y="0"/>
                </a:lnTo>
                <a:lnTo>
                  <a:pt x="25794" y="117"/>
                </a:lnTo>
                <a:lnTo>
                  <a:pt x="25635" y="117"/>
                </a:lnTo>
                <a:lnTo>
                  <a:pt x="25635" y="0"/>
                </a:lnTo>
                <a:moveTo>
                  <a:pt x="25899" y="0"/>
                </a:moveTo>
                <a:lnTo>
                  <a:pt x="26058" y="0"/>
                </a:lnTo>
                <a:lnTo>
                  <a:pt x="26058" y="117"/>
                </a:lnTo>
                <a:lnTo>
                  <a:pt x="25899" y="117"/>
                </a:lnTo>
                <a:lnTo>
                  <a:pt x="25899" y="0"/>
                </a:lnTo>
                <a:moveTo>
                  <a:pt x="26164" y="0"/>
                </a:moveTo>
                <a:lnTo>
                  <a:pt x="26323" y="0"/>
                </a:lnTo>
                <a:lnTo>
                  <a:pt x="26323" y="117"/>
                </a:lnTo>
                <a:lnTo>
                  <a:pt x="26164" y="117"/>
                </a:lnTo>
                <a:lnTo>
                  <a:pt x="26164" y="0"/>
                </a:lnTo>
                <a:moveTo>
                  <a:pt x="26428" y="0"/>
                </a:moveTo>
                <a:lnTo>
                  <a:pt x="26587" y="0"/>
                </a:lnTo>
                <a:lnTo>
                  <a:pt x="26587" y="117"/>
                </a:lnTo>
                <a:lnTo>
                  <a:pt x="26428" y="117"/>
                </a:lnTo>
                <a:lnTo>
                  <a:pt x="26428" y="0"/>
                </a:lnTo>
                <a:moveTo>
                  <a:pt x="26693" y="0"/>
                </a:moveTo>
                <a:lnTo>
                  <a:pt x="26852" y="0"/>
                </a:lnTo>
                <a:lnTo>
                  <a:pt x="26852" y="117"/>
                </a:lnTo>
                <a:lnTo>
                  <a:pt x="26693" y="117"/>
                </a:lnTo>
                <a:lnTo>
                  <a:pt x="26693" y="0"/>
                </a:lnTo>
                <a:moveTo>
                  <a:pt x="26957" y="0"/>
                </a:moveTo>
                <a:lnTo>
                  <a:pt x="27116" y="0"/>
                </a:lnTo>
                <a:lnTo>
                  <a:pt x="27116" y="117"/>
                </a:lnTo>
                <a:lnTo>
                  <a:pt x="26957" y="117"/>
                </a:lnTo>
                <a:lnTo>
                  <a:pt x="26957" y="0"/>
                </a:lnTo>
                <a:moveTo>
                  <a:pt x="27222" y="0"/>
                </a:moveTo>
                <a:lnTo>
                  <a:pt x="27381" y="0"/>
                </a:lnTo>
                <a:lnTo>
                  <a:pt x="27381" y="117"/>
                </a:lnTo>
                <a:lnTo>
                  <a:pt x="27222" y="117"/>
                </a:lnTo>
                <a:lnTo>
                  <a:pt x="27222" y="0"/>
                </a:lnTo>
                <a:moveTo>
                  <a:pt x="27486" y="0"/>
                </a:moveTo>
                <a:lnTo>
                  <a:pt x="27645" y="0"/>
                </a:lnTo>
                <a:lnTo>
                  <a:pt x="27645" y="117"/>
                </a:lnTo>
                <a:lnTo>
                  <a:pt x="27486" y="117"/>
                </a:lnTo>
                <a:lnTo>
                  <a:pt x="27486" y="0"/>
                </a:lnTo>
                <a:moveTo>
                  <a:pt x="27751" y="0"/>
                </a:moveTo>
                <a:lnTo>
                  <a:pt x="27910" y="0"/>
                </a:lnTo>
                <a:lnTo>
                  <a:pt x="27910" y="117"/>
                </a:lnTo>
                <a:lnTo>
                  <a:pt x="27751" y="117"/>
                </a:lnTo>
                <a:lnTo>
                  <a:pt x="27751" y="0"/>
                </a:lnTo>
                <a:moveTo>
                  <a:pt x="28015" y="0"/>
                </a:moveTo>
                <a:lnTo>
                  <a:pt x="28174" y="0"/>
                </a:lnTo>
                <a:lnTo>
                  <a:pt x="28174" y="117"/>
                </a:lnTo>
                <a:lnTo>
                  <a:pt x="28015" y="117"/>
                </a:lnTo>
                <a:lnTo>
                  <a:pt x="28015" y="0"/>
                </a:lnTo>
                <a:moveTo>
                  <a:pt x="28280" y="0"/>
                </a:moveTo>
                <a:lnTo>
                  <a:pt x="28439" y="0"/>
                </a:lnTo>
                <a:lnTo>
                  <a:pt x="28439" y="117"/>
                </a:lnTo>
                <a:lnTo>
                  <a:pt x="28280" y="117"/>
                </a:lnTo>
                <a:lnTo>
                  <a:pt x="28280" y="0"/>
                </a:lnTo>
                <a:moveTo>
                  <a:pt x="28544" y="0"/>
                </a:moveTo>
                <a:lnTo>
                  <a:pt x="28703" y="0"/>
                </a:lnTo>
                <a:lnTo>
                  <a:pt x="28703" y="117"/>
                </a:lnTo>
                <a:lnTo>
                  <a:pt x="28544" y="117"/>
                </a:lnTo>
                <a:lnTo>
                  <a:pt x="28544" y="0"/>
                </a:lnTo>
                <a:moveTo>
                  <a:pt x="28809" y="0"/>
                </a:moveTo>
                <a:lnTo>
                  <a:pt x="28968" y="0"/>
                </a:lnTo>
                <a:lnTo>
                  <a:pt x="28968" y="117"/>
                </a:lnTo>
                <a:lnTo>
                  <a:pt x="28809" y="117"/>
                </a:lnTo>
                <a:lnTo>
                  <a:pt x="28809" y="0"/>
                </a:lnTo>
                <a:moveTo>
                  <a:pt x="29073" y="0"/>
                </a:moveTo>
                <a:lnTo>
                  <a:pt x="29232" y="0"/>
                </a:lnTo>
                <a:lnTo>
                  <a:pt x="29232" y="117"/>
                </a:lnTo>
                <a:lnTo>
                  <a:pt x="29073" y="117"/>
                </a:lnTo>
                <a:lnTo>
                  <a:pt x="29073" y="0"/>
                </a:lnTo>
                <a:moveTo>
                  <a:pt x="29338" y="0"/>
                </a:moveTo>
                <a:lnTo>
                  <a:pt x="29496" y="0"/>
                </a:lnTo>
                <a:lnTo>
                  <a:pt x="29496" y="117"/>
                </a:lnTo>
                <a:lnTo>
                  <a:pt x="29338" y="117"/>
                </a:lnTo>
                <a:lnTo>
                  <a:pt x="29338" y="0"/>
                </a:lnTo>
                <a:moveTo>
                  <a:pt x="29602" y="0"/>
                </a:moveTo>
                <a:lnTo>
                  <a:pt x="29761" y="0"/>
                </a:lnTo>
                <a:lnTo>
                  <a:pt x="29761" y="117"/>
                </a:lnTo>
                <a:lnTo>
                  <a:pt x="29602" y="117"/>
                </a:lnTo>
                <a:lnTo>
                  <a:pt x="29602" y="0"/>
                </a:lnTo>
                <a:moveTo>
                  <a:pt x="29867" y="0"/>
                </a:moveTo>
                <a:lnTo>
                  <a:pt x="30025" y="0"/>
                </a:lnTo>
                <a:lnTo>
                  <a:pt x="30025" y="117"/>
                </a:lnTo>
                <a:lnTo>
                  <a:pt x="29867" y="117"/>
                </a:lnTo>
                <a:lnTo>
                  <a:pt x="29867" y="0"/>
                </a:lnTo>
                <a:moveTo>
                  <a:pt x="30131" y="0"/>
                </a:moveTo>
                <a:lnTo>
                  <a:pt x="30290" y="0"/>
                </a:lnTo>
                <a:lnTo>
                  <a:pt x="30290" y="117"/>
                </a:lnTo>
                <a:lnTo>
                  <a:pt x="30131" y="117"/>
                </a:lnTo>
                <a:lnTo>
                  <a:pt x="30131" y="0"/>
                </a:lnTo>
                <a:moveTo>
                  <a:pt x="30396" y="0"/>
                </a:moveTo>
                <a:lnTo>
                  <a:pt x="30554" y="0"/>
                </a:lnTo>
                <a:lnTo>
                  <a:pt x="30554" y="117"/>
                </a:lnTo>
                <a:lnTo>
                  <a:pt x="30396" y="117"/>
                </a:lnTo>
                <a:lnTo>
                  <a:pt x="30396" y="0"/>
                </a:lnTo>
                <a:moveTo>
                  <a:pt x="30660" y="0"/>
                </a:moveTo>
                <a:lnTo>
                  <a:pt x="30725" y="0"/>
                </a:lnTo>
                <a:cubicBezTo>
                  <a:pt x="30767" y="0"/>
                  <a:pt x="30807" y="11"/>
                  <a:pt x="30843" y="31"/>
                </a:cubicBezTo>
                <a:lnTo>
                  <a:pt x="30787" y="133"/>
                </a:lnTo>
                <a:cubicBezTo>
                  <a:pt x="30767" y="122"/>
                  <a:pt x="30747" y="117"/>
                  <a:pt x="30725" y="117"/>
                </a:cubicBezTo>
                <a:lnTo>
                  <a:pt x="30660" y="117"/>
                </a:lnTo>
                <a:lnTo>
                  <a:pt x="30660" y="0"/>
                </a:lnTo>
                <a:moveTo>
                  <a:pt x="30940" y="131"/>
                </a:moveTo>
                <a:cubicBezTo>
                  <a:pt x="30959" y="166"/>
                  <a:pt x="30968" y="204"/>
                  <a:pt x="30968" y="244"/>
                </a:cubicBezTo>
                <a:lnTo>
                  <a:pt x="30968" y="313"/>
                </a:lnTo>
                <a:lnTo>
                  <a:pt x="30852" y="313"/>
                </a:lnTo>
                <a:lnTo>
                  <a:pt x="30852" y="244"/>
                </a:lnTo>
                <a:cubicBezTo>
                  <a:pt x="30852" y="223"/>
                  <a:pt x="30847" y="203"/>
                  <a:pt x="30837" y="185"/>
                </a:cubicBezTo>
                <a:lnTo>
                  <a:pt x="30940" y="131"/>
                </a:lnTo>
                <a:moveTo>
                  <a:pt x="30968" y="419"/>
                </a:moveTo>
                <a:lnTo>
                  <a:pt x="30968" y="579"/>
                </a:lnTo>
                <a:lnTo>
                  <a:pt x="30852" y="579"/>
                </a:lnTo>
                <a:lnTo>
                  <a:pt x="30852" y="419"/>
                </a:lnTo>
                <a:lnTo>
                  <a:pt x="30968" y="419"/>
                </a:lnTo>
                <a:moveTo>
                  <a:pt x="30968" y="684"/>
                </a:moveTo>
                <a:lnTo>
                  <a:pt x="30968" y="843"/>
                </a:lnTo>
                <a:lnTo>
                  <a:pt x="30852" y="843"/>
                </a:lnTo>
                <a:lnTo>
                  <a:pt x="30852" y="684"/>
                </a:lnTo>
                <a:lnTo>
                  <a:pt x="30968" y="684"/>
                </a:lnTo>
                <a:moveTo>
                  <a:pt x="30968" y="949"/>
                </a:moveTo>
                <a:lnTo>
                  <a:pt x="30968" y="1108"/>
                </a:lnTo>
                <a:lnTo>
                  <a:pt x="30852" y="1108"/>
                </a:lnTo>
                <a:lnTo>
                  <a:pt x="30852" y="949"/>
                </a:lnTo>
                <a:lnTo>
                  <a:pt x="30968" y="949"/>
                </a:lnTo>
                <a:moveTo>
                  <a:pt x="30968" y="1213"/>
                </a:moveTo>
                <a:lnTo>
                  <a:pt x="30968" y="1372"/>
                </a:lnTo>
                <a:lnTo>
                  <a:pt x="30852" y="1372"/>
                </a:lnTo>
                <a:lnTo>
                  <a:pt x="30852" y="1213"/>
                </a:lnTo>
                <a:lnTo>
                  <a:pt x="30968" y="1213"/>
                </a:lnTo>
                <a:moveTo>
                  <a:pt x="30968" y="1478"/>
                </a:moveTo>
                <a:lnTo>
                  <a:pt x="30968" y="1637"/>
                </a:lnTo>
                <a:lnTo>
                  <a:pt x="30852" y="1637"/>
                </a:lnTo>
                <a:lnTo>
                  <a:pt x="30852" y="1478"/>
                </a:lnTo>
                <a:lnTo>
                  <a:pt x="30968" y="1478"/>
                </a:lnTo>
                <a:moveTo>
                  <a:pt x="30968" y="1742"/>
                </a:moveTo>
                <a:lnTo>
                  <a:pt x="30968" y="1901"/>
                </a:lnTo>
                <a:lnTo>
                  <a:pt x="30852" y="1901"/>
                </a:lnTo>
                <a:lnTo>
                  <a:pt x="30852" y="1742"/>
                </a:lnTo>
                <a:lnTo>
                  <a:pt x="30968" y="1742"/>
                </a:lnTo>
                <a:moveTo>
                  <a:pt x="30968" y="2007"/>
                </a:moveTo>
                <a:lnTo>
                  <a:pt x="30968" y="2166"/>
                </a:lnTo>
                <a:lnTo>
                  <a:pt x="30852" y="2166"/>
                </a:lnTo>
                <a:lnTo>
                  <a:pt x="30852" y="2007"/>
                </a:lnTo>
                <a:lnTo>
                  <a:pt x="30968" y="2007"/>
                </a:lnTo>
                <a:moveTo>
                  <a:pt x="30968" y="2271"/>
                </a:moveTo>
                <a:lnTo>
                  <a:pt x="30968" y="2430"/>
                </a:lnTo>
                <a:lnTo>
                  <a:pt x="30852" y="2430"/>
                </a:lnTo>
                <a:lnTo>
                  <a:pt x="30852" y="2271"/>
                </a:lnTo>
                <a:lnTo>
                  <a:pt x="30968" y="2271"/>
                </a:lnTo>
                <a:moveTo>
                  <a:pt x="30968" y="2536"/>
                </a:moveTo>
                <a:lnTo>
                  <a:pt x="30968" y="2695"/>
                </a:lnTo>
                <a:lnTo>
                  <a:pt x="30852" y="2695"/>
                </a:lnTo>
                <a:lnTo>
                  <a:pt x="30852" y="2536"/>
                </a:lnTo>
                <a:lnTo>
                  <a:pt x="30968" y="2536"/>
                </a:lnTo>
                <a:moveTo>
                  <a:pt x="30968" y="2800"/>
                </a:moveTo>
                <a:lnTo>
                  <a:pt x="30968" y="2959"/>
                </a:lnTo>
                <a:lnTo>
                  <a:pt x="30852" y="2959"/>
                </a:lnTo>
                <a:lnTo>
                  <a:pt x="30852" y="2800"/>
                </a:lnTo>
                <a:lnTo>
                  <a:pt x="30968" y="2800"/>
                </a:lnTo>
                <a:moveTo>
                  <a:pt x="30968" y="3065"/>
                </a:moveTo>
                <a:lnTo>
                  <a:pt x="30968" y="3224"/>
                </a:lnTo>
                <a:lnTo>
                  <a:pt x="30852" y="3224"/>
                </a:lnTo>
                <a:lnTo>
                  <a:pt x="30852" y="3065"/>
                </a:lnTo>
                <a:lnTo>
                  <a:pt x="30968" y="3065"/>
                </a:lnTo>
                <a:moveTo>
                  <a:pt x="30967" y="3333"/>
                </a:moveTo>
                <a:cubicBezTo>
                  <a:pt x="30962" y="3408"/>
                  <a:pt x="30928" y="3468"/>
                  <a:pt x="30867" y="3512"/>
                </a:cubicBezTo>
                <a:lnTo>
                  <a:pt x="30799" y="3417"/>
                </a:lnTo>
                <a:cubicBezTo>
                  <a:pt x="30831" y="3394"/>
                  <a:pt x="30848" y="3363"/>
                  <a:pt x="30851" y="3324"/>
                </a:cubicBezTo>
                <a:lnTo>
                  <a:pt x="30967" y="3333"/>
                </a:lnTo>
                <a:moveTo>
                  <a:pt x="30736" y="3557"/>
                </a:moveTo>
                <a:cubicBezTo>
                  <a:pt x="30733" y="3557"/>
                  <a:pt x="30729" y="3557"/>
                  <a:pt x="30725" y="3557"/>
                </a:cubicBezTo>
                <a:lnTo>
                  <a:pt x="30575" y="3557"/>
                </a:lnTo>
                <a:lnTo>
                  <a:pt x="30575" y="3441"/>
                </a:lnTo>
                <a:lnTo>
                  <a:pt x="30725" y="3441"/>
                </a:lnTo>
                <a:cubicBezTo>
                  <a:pt x="30727" y="3441"/>
                  <a:pt x="30729" y="3441"/>
                  <a:pt x="30731" y="3441"/>
                </a:cubicBezTo>
                <a:lnTo>
                  <a:pt x="30736" y="3557"/>
                </a:lnTo>
                <a:moveTo>
                  <a:pt x="30470" y="3557"/>
                </a:moveTo>
                <a:lnTo>
                  <a:pt x="30311" y="3557"/>
                </a:lnTo>
                <a:lnTo>
                  <a:pt x="30311" y="3441"/>
                </a:lnTo>
                <a:lnTo>
                  <a:pt x="30470" y="3441"/>
                </a:lnTo>
                <a:lnTo>
                  <a:pt x="30470" y="3557"/>
                </a:lnTo>
                <a:moveTo>
                  <a:pt x="30205" y="3557"/>
                </a:moveTo>
                <a:lnTo>
                  <a:pt x="30046" y="3557"/>
                </a:lnTo>
                <a:lnTo>
                  <a:pt x="30046" y="3441"/>
                </a:lnTo>
                <a:lnTo>
                  <a:pt x="30205" y="3441"/>
                </a:lnTo>
                <a:lnTo>
                  <a:pt x="30205" y="3557"/>
                </a:lnTo>
                <a:moveTo>
                  <a:pt x="29941" y="3557"/>
                </a:moveTo>
                <a:lnTo>
                  <a:pt x="29782" y="3557"/>
                </a:lnTo>
                <a:lnTo>
                  <a:pt x="29782" y="3441"/>
                </a:lnTo>
                <a:lnTo>
                  <a:pt x="29941" y="3441"/>
                </a:lnTo>
                <a:lnTo>
                  <a:pt x="29941" y="3557"/>
                </a:lnTo>
                <a:moveTo>
                  <a:pt x="29676" y="3557"/>
                </a:moveTo>
                <a:lnTo>
                  <a:pt x="29517" y="3557"/>
                </a:lnTo>
                <a:lnTo>
                  <a:pt x="29517" y="3441"/>
                </a:lnTo>
                <a:lnTo>
                  <a:pt x="29676" y="3441"/>
                </a:lnTo>
                <a:lnTo>
                  <a:pt x="29676" y="3557"/>
                </a:lnTo>
                <a:moveTo>
                  <a:pt x="29412" y="3557"/>
                </a:moveTo>
                <a:lnTo>
                  <a:pt x="29253" y="3557"/>
                </a:lnTo>
                <a:lnTo>
                  <a:pt x="29253" y="3441"/>
                </a:lnTo>
                <a:lnTo>
                  <a:pt x="29412" y="3441"/>
                </a:lnTo>
                <a:lnTo>
                  <a:pt x="29412" y="3557"/>
                </a:lnTo>
                <a:moveTo>
                  <a:pt x="29147" y="3557"/>
                </a:moveTo>
                <a:lnTo>
                  <a:pt x="28988" y="3557"/>
                </a:lnTo>
                <a:lnTo>
                  <a:pt x="28988" y="3441"/>
                </a:lnTo>
                <a:lnTo>
                  <a:pt x="29147" y="3441"/>
                </a:lnTo>
                <a:lnTo>
                  <a:pt x="29147" y="3557"/>
                </a:lnTo>
                <a:moveTo>
                  <a:pt x="28883" y="3557"/>
                </a:moveTo>
                <a:lnTo>
                  <a:pt x="28724" y="3557"/>
                </a:lnTo>
                <a:lnTo>
                  <a:pt x="28724" y="3441"/>
                </a:lnTo>
                <a:lnTo>
                  <a:pt x="28883" y="3441"/>
                </a:lnTo>
                <a:lnTo>
                  <a:pt x="28883" y="3557"/>
                </a:lnTo>
                <a:moveTo>
                  <a:pt x="28618" y="3557"/>
                </a:moveTo>
                <a:lnTo>
                  <a:pt x="28459" y="3557"/>
                </a:lnTo>
                <a:lnTo>
                  <a:pt x="28459" y="3441"/>
                </a:lnTo>
                <a:lnTo>
                  <a:pt x="28618" y="3441"/>
                </a:lnTo>
                <a:lnTo>
                  <a:pt x="28618" y="3557"/>
                </a:lnTo>
                <a:moveTo>
                  <a:pt x="28354" y="3557"/>
                </a:moveTo>
                <a:lnTo>
                  <a:pt x="28195" y="3557"/>
                </a:lnTo>
                <a:lnTo>
                  <a:pt x="28195" y="3441"/>
                </a:lnTo>
                <a:lnTo>
                  <a:pt x="28354" y="3441"/>
                </a:lnTo>
                <a:lnTo>
                  <a:pt x="28354" y="3557"/>
                </a:lnTo>
                <a:moveTo>
                  <a:pt x="28089" y="3557"/>
                </a:moveTo>
                <a:lnTo>
                  <a:pt x="27931" y="3557"/>
                </a:lnTo>
                <a:lnTo>
                  <a:pt x="27931" y="3441"/>
                </a:lnTo>
                <a:lnTo>
                  <a:pt x="28089" y="3441"/>
                </a:lnTo>
                <a:lnTo>
                  <a:pt x="28089" y="3557"/>
                </a:lnTo>
                <a:moveTo>
                  <a:pt x="27825" y="3557"/>
                </a:moveTo>
                <a:lnTo>
                  <a:pt x="27666" y="3557"/>
                </a:lnTo>
                <a:lnTo>
                  <a:pt x="27666" y="3441"/>
                </a:lnTo>
                <a:lnTo>
                  <a:pt x="27825" y="3441"/>
                </a:lnTo>
                <a:lnTo>
                  <a:pt x="27825" y="3557"/>
                </a:lnTo>
                <a:moveTo>
                  <a:pt x="27560" y="3557"/>
                </a:moveTo>
                <a:lnTo>
                  <a:pt x="27402" y="3557"/>
                </a:lnTo>
                <a:lnTo>
                  <a:pt x="27402" y="3441"/>
                </a:lnTo>
                <a:lnTo>
                  <a:pt x="27560" y="3441"/>
                </a:lnTo>
                <a:lnTo>
                  <a:pt x="27560" y="3557"/>
                </a:lnTo>
                <a:moveTo>
                  <a:pt x="27296" y="3557"/>
                </a:moveTo>
                <a:lnTo>
                  <a:pt x="27137" y="3557"/>
                </a:lnTo>
                <a:lnTo>
                  <a:pt x="27137" y="3441"/>
                </a:lnTo>
                <a:lnTo>
                  <a:pt x="27296" y="3441"/>
                </a:lnTo>
                <a:lnTo>
                  <a:pt x="27296" y="3557"/>
                </a:lnTo>
                <a:moveTo>
                  <a:pt x="27031" y="3557"/>
                </a:moveTo>
                <a:lnTo>
                  <a:pt x="26873" y="3557"/>
                </a:lnTo>
                <a:lnTo>
                  <a:pt x="26873" y="3441"/>
                </a:lnTo>
                <a:lnTo>
                  <a:pt x="27031" y="3441"/>
                </a:lnTo>
                <a:lnTo>
                  <a:pt x="27031" y="3557"/>
                </a:lnTo>
                <a:moveTo>
                  <a:pt x="26767" y="3557"/>
                </a:moveTo>
                <a:lnTo>
                  <a:pt x="26608" y="3557"/>
                </a:lnTo>
                <a:lnTo>
                  <a:pt x="26608" y="3441"/>
                </a:lnTo>
                <a:lnTo>
                  <a:pt x="26767" y="3441"/>
                </a:lnTo>
                <a:lnTo>
                  <a:pt x="26767" y="3557"/>
                </a:lnTo>
                <a:moveTo>
                  <a:pt x="26502" y="3557"/>
                </a:moveTo>
                <a:lnTo>
                  <a:pt x="26344" y="3557"/>
                </a:lnTo>
                <a:lnTo>
                  <a:pt x="26344" y="3441"/>
                </a:lnTo>
                <a:lnTo>
                  <a:pt x="26502" y="3441"/>
                </a:lnTo>
                <a:lnTo>
                  <a:pt x="26502" y="3557"/>
                </a:lnTo>
                <a:moveTo>
                  <a:pt x="26238" y="3557"/>
                </a:moveTo>
                <a:lnTo>
                  <a:pt x="26079" y="3557"/>
                </a:lnTo>
                <a:lnTo>
                  <a:pt x="26079" y="3441"/>
                </a:lnTo>
                <a:lnTo>
                  <a:pt x="26238" y="3441"/>
                </a:lnTo>
                <a:lnTo>
                  <a:pt x="26238" y="3557"/>
                </a:lnTo>
                <a:moveTo>
                  <a:pt x="25973" y="3557"/>
                </a:moveTo>
                <a:lnTo>
                  <a:pt x="25815" y="3557"/>
                </a:lnTo>
                <a:lnTo>
                  <a:pt x="25815" y="3441"/>
                </a:lnTo>
                <a:lnTo>
                  <a:pt x="25973" y="3441"/>
                </a:lnTo>
                <a:lnTo>
                  <a:pt x="25973" y="3557"/>
                </a:lnTo>
                <a:moveTo>
                  <a:pt x="25709" y="3557"/>
                </a:moveTo>
                <a:lnTo>
                  <a:pt x="25550" y="3557"/>
                </a:lnTo>
                <a:lnTo>
                  <a:pt x="25550" y="3441"/>
                </a:lnTo>
                <a:lnTo>
                  <a:pt x="25709" y="3441"/>
                </a:lnTo>
                <a:lnTo>
                  <a:pt x="25709" y="3557"/>
                </a:lnTo>
                <a:moveTo>
                  <a:pt x="25444" y="3557"/>
                </a:moveTo>
                <a:lnTo>
                  <a:pt x="25286" y="3557"/>
                </a:lnTo>
                <a:lnTo>
                  <a:pt x="25286" y="3441"/>
                </a:lnTo>
                <a:lnTo>
                  <a:pt x="25444" y="3441"/>
                </a:lnTo>
                <a:lnTo>
                  <a:pt x="25444" y="3557"/>
                </a:lnTo>
                <a:moveTo>
                  <a:pt x="25180" y="3557"/>
                </a:moveTo>
                <a:lnTo>
                  <a:pt x="25021" y="3557"/>
                </a:lnTo>
                <a:lnTo>
                  <a:pt x="25021" y="3441"/>
                </a:lnTo>
                <a:lnTo>
                  <a:pt x="25180" y="3441"/>
                </a:lnTo>
                <a:lnTo>
                  <a:pt x="25180" y="3557"/>
                </a:lnTo>
                <a:moveTo>
                  <a:pt x="24916" y="3557"/>
                </a:moveTo>
                <a:lnTo>
                  <a:pt x="24757" y="3557"/>
                </a:lnTo>
                <a:lnTo>
                  <a:pt x="24757" y="3441"/>
                </a:lnTo>
                <a:lnTo>
                  <a:pt x="24916" y="3441"/>
                </a:lnTo>
                <a:lnTo>
                  <a:pt x="24916" y="3557"/>
                </a:lnTo>
                <a:moveTo>
                  <a:pt x="24651" y="3557"/>
                </a:moveTo>
                <a:lnTo>
                  <a:pt x="24492" y="3557"/>
                </a:lnTo>
                <a:lnTo>
                  <a:pt x="24492" y="3441"/>
                </a:lnTo>
                <a:lnTo>
                  <a:pt x="24651" y="3441"/>
                </a:lnTo>
                <a:lnTo>
                  <a:pt x="24651" y="3557"/>
                </a:lnTo>
                <a:moveTo>
                  <a:pt x="24387" y="3557"/>
                </a:moveTo>
                <a:lnTo>
                  <a:pt x="24228" y="3557"/>
                </a:lnTo>
                <a:lnTo>
                  <a:pt x="24228" y="3441"/>
                </a:lnTo>
                <a:lnTo>
                  <a:pt x="24387" y="3441"/>
                </a:lnTo>
                <a:lnTo>
                  <a:pt x="24387" y="3557"/>
                </a:lnTo>
                <a:moveTo>
                  <a:pt x="24122" y="3557"/>
                </a:moveTo>
                <a:lnTo>
                  <a:pt x="23963" y="3557"/>
                </a:lnTo>
                <a:lnTo>
                  <a:pt x="23963" y="3441"/>
                </a:lnTo>
                <a:lnTo>
                  <a:pt x="24122" y="3441"/>
                </a:lnTo>
                <a:lnTo>
                  <a:pt x="24122" y="3557"/>
                </a:lnTo>
                <a:moveTo>
                  <a:pt x="23858" y="3557"/>
                </a:moveTo>
                <a:lnTo>
                  <a:pt x="23699" y="3557"/>
                </a:lnTo>
                <a:lnTo>
                  <a:pt x="23699" y="3441"/>
                </a:lnTo>
                <a:lnTo>
                  <a:pt x="23858" y="3441"/>
                </a:lnTo>
                <a:lnTo>
                  <a:pt x="23858" y="3557"/>
                </a:lnTo>
                <a:moveTo>
                  <a:pt x="23593" y="3557"/>
                </a:moveTo>
                <a:lnTo>
                  <a:pt x="23434" y="3557"/>
                </a:lnTo>
                <a:lnTo>
                  <a:pt x="23434" y="3441"/>
                </a:lnTo>
                <a:lnTo>
                  <a:pt x="23593" y="3441"/>
                </a:lnTo>
                <a:lnTo>
                  <a:pt x="23593" y="3557"/>
                </a:lnTo>
                <a:moveTo>
                  <a:pt x="23329" y="3557"/>
                </a:moveTo>
                <a:lnTo>
                  <a:pt x="23170" y="3557"/>
                </a:lnTo>
                <a:lnTo>
                  <a:pt x="23170" y="3441"/>
                </a:lnTo>
                <a:lnTo>
                  <a:pt x="23329" y="3441"/>
                </a:lnTo>
                <a:lnTo>
                  <a:pt x="23329" y="3557"/>
                </a:lnTo>
                <a:moveTo>
                  <a:pt x="23064" y="3557"/>
                </a:moveTo>
                <a:lnTo>
                  <a:pt x="22905" y="3557"/>
                </a:lnTo>
                <a:lnTo>
                  <a:pt x="22905" y="3441"/>
                </a:lnTo>
                <a:lnTo>
                  <a:pt x="23064" y="3441"/>
                </a:lnTo>
                <a:lnTo>
                  <a:pt x="23064" y="3557"/>
                </a:lnTo>
                <a:moveTo>
                  <a:pt x="22800" y="3557"/>
                </a:moveTo>
                <a:lnTo>
                  <a:pt x="22641" y="3557"/>
                </a:lnTo>
                <a:lnTo>
                  <a:pt x="22641" y="3441"/>
                </a:lnTo>
                <a:lnTo>
                  <a:pt x="22800" y="3441"/>
                </a:lnTo>
                <a:lnTo>
                  <a:pt x="22800" y="3557"/>
                </a:lnTo>
                <a:moveTo>
                  <a:pt x="22535" y="3557"/>
                </a:moveTo>
                <a:lnTo>
                  <a:pt x="22376" y="3557"/>
                </a:lnTo>
                <a:lnTo>
                  <a:pt x="22376" y="3441"/>
                </a:lnTo>
                <a:lnTo>
                  <a:pt x="22535" y="3441"/>
                </a:lnTo>
                <a:lnTo>
                  <a:pt x="22535" y="3557"/>
                </a:lnTo>
                <a:moveTo>
                  <a:pt x="22271" y="3557"/>
                </a:moveTo>
                <a:lnTo>
                  <a:pt x="22112" y="3557"/>
                </a:lnTo>
                <a:lnTo>
                  <a:pt x="22112" y="3441"/>
                </a:lnTo>
                <a:lnTo>
                  <a:pt x="22271" y="3441"/>
                </a:lnTo>
                <a:lnTo>
                  <a:pt x="22271" y="3557"/>
                </a:lnTo>
                <a:moveTo>
                  <a:pt x="22006" y="3557"/>
                </a:moveTo>
                <a:lnTo>
                  <a:pt x="21847" y="3557"/>
                </a:lnTo>
                <a:lnTo>
                  <a:pt x="21847" y="3441"/>
                </a:lnTo>
                <a:lnTo>
                  <a:pt x="22006" y="3441"/>
                </a:lnTo>
                <a:lnTo>
                  <a:pt x="22006" y="3557"/>
                </a:lnTo>
                <a:moveTo>
                  <a:pt x="21742" y="3557"/>
                </a:moveTo>
                <a:lnTo>
                  <a:pt x="21583" y="3557"/>
                </a:lnTo>
                <a:lnTo>
                  <a:pt x="21583" y="3441"/>
                </a:lnTo>
                <a:lnTo>
                  <a:pt x="21742" y="3441"/>
                </a:lnTo>
                <a:lnTo>
                  <a:pt x="21742" y="3557"/>
                </a:lnTo>
                <a:moveTo>
                  <a:pt x="21477" y="3557"/>
                </a:moveTo>
                <a:lnTo>
                  <a:pt x="21319" y="3557"/>
                </a:lnTo>
                <a:lnTo>
                  <a:pt x="21319" y="3441"/>
                </a:lnTo>
                <a:lnTo>
                  <a:pt x="21477" y="3441"/>
                </a:lnTo>
                <a:lnTo>
                  <a:pt x="21477" y="3557"/>
                </a:lnTo>
                <a:moveTo>
                  <a:pt x="21213" y="3557"/>
                </a:moveTo>
                <a:lnTo>
                  <a:pt x="21054" y="3557"/>
                </a:lnTo>
                <a:lnTo>
                  <a:pt x="21054" y="3441"/>
                </a:lnTo>
                <a:lnTo>
                  <a:pt x="21213" y="3441"/>
                </a:lnTo>
                <a:lnTo>
                  <a:pt x="21213" y="3557"/>
                </a:lnTo>
                <a:moveTo>
                  <a:pt x="20948" y="3557"/>
                </a:moveTo>
                <a:lnTo>
                  <a:pt x="20790" y="3557"/>
                </a:lnTo>
                <a:lnTo>
                  <a:pt x="20790" y="3441"/>
                </a:lnTo>
                <a:lnTo>
                  <a:pt x="20948" y="3441"/>
                </a:lnTo>
                <a:lnTo>
                  <a:pt x="20948" y="3557"/>
                </a:lnTo>
                <a:moveTo>
                  <a:pt x="20684" y="3557"/>
                </a:moveTo>
                <a:lnTo>
                  <a:pt x="20525" y="3557"/>
                </a:lnTo>
                <a:lnTo>
                  <a:pt x="20525" y="3441"/>
                </a:lnTo>
                <a:lnTo>
                  <a:pt x="20684" y="3441"/>
                </a:lnTo>
                <a:lnTo>
                  <a:pt x="20684" y="3557"/>
                </a:lnTo>
                <a:moveTo>
                  <a:pt x="20419" y="3557"/>
                </a:moveTo>
                <a:lnTo>
                  <a:pt x="20261" y="3557"/>
                </a:lnTo>
                <a:lnTo>
                  <a:pt x="20261" y="3441"/>
                </a:lnTo>
                <a:lnTo>
                  <a:pt x="20419" y="3441"/>
                </a:lnTo>
                <a:lnTo>
                  <a:pt x="20419" y="3557"/>
                </a:lnTo>
                <a:moveTo>
                  <a:pt x="20155" y="3557"/>
                </a:moveTo>
                <a:lnTo>
                  <a:pt x="19996" y="3557"/>
                </a:lnTo>
                <a:lnTo>
                  <a:pt x="19996" y="3441"/>
                </a:lnTo>
                <a:lnTo>
                  <a:pt x="20155" y="3441"/>
                </a:lnTo>
                <a:lnTo>
                  <a:pt x="20155" y="3557"/>
                </a:lnTo>
                <a:moveTo>
                  <a:pt x="19890" y="3557"/>
                </a:moveTo>
                <a:lnTo>
                  <a:pt x="19732" y="3557"/>
                </a:lnTo>
                <a:lnTo>
                  <a:pt x="19732" y="3441"/>
                </a:lnTo>
                <a:lnTo>
                  <a:pt x="19890" y="3441"/>
                </a:lnTo>
                <a:lnTo>
                  <a:pt x="19890" y="3557"/>
                </a:lnTo>
                <a:moveTo>
                  <a:pt x="19626" y="3557"/>
                </a:moveTo>
                <a:lnTo>
                  <a:pt x="19467" y="3557"/>
                </a:lnTo>
                <a:lnTo>
                  <a:pt x="19467" y="3441"/>
                </a:lnTo>
                <a:lnTo>
                  <a:pt x="19626" y="3441"/>
                </a:lnTo>
                <a:lnTo>
                  <a:pt x="19626" y="3557"/>
                </a:lnTo>
                <a:moveTo>
                  <a:pt x="19361" y="3557"/>
                </a:moveTo>
                <a:lnTo>
                  <a:pt x="19203" y="3557"/>
                </a:lnTo>
                <a:lnTo>
                  <a:pt x="19203" y="3441"/>
                </a:lnTo>
                <a:lnTo>
                  <a:pt x="19361" y="3441"/>
                </a:lnTo>
                <a:lnTo>
                  <a:pt x="19361" y="3557"/>
                </a:lnTo>
                <a:moveTo>
                  <a:pt x="19097" y="3557"/>
                </a:moveTo>
                <a:lnTo>
                  <a:pt x="18938" y="3557"/>
                </a:lnTo>
                <a:lnTo>
                  <a:pt x="18938" y="3441"/>
                </a:lnTo>
                <a:lnTo>
                  <a:pt x="19097" y="3441"/>
                </a:lnTo>
                <a:lnTo>
                  <a:pt x="19097" y="3557"/>
                </a:lnTo>
                <a:moveTo>
                  <a:pt x="18832" y="3557"/>
                </a:moveTo>
                <a:lnTo>
                  <a:pt x="18674" y="3557"/>
                </a:lnTo>
                <a:lnTo>
                  <a:pt x="18674" y="3441"/>
                </a:lnTo>
                <a:lnTo>
                  <a:pt x="18832" y="3441"/>
                </a:lnTo>
                <a:lnTo>
                  <a:pt x="18832" y="3557"/>
                </a:lnTo>
                <a:moveTo>
                  <a:pt x="18568" y="3557"/>
                </a:moveTo>
                <a:lnTo>
                  <a:pt x="18409" y="3557"/>
                </a:lnTo>
                <a:lnTo>
                  <a:pt x="18409" y="3441"/>
                </a:lnTo>
                <a:lnTo>
                  <a:pt x="18568" y="3441"/>
                </a:lnTo>
                <a:lnTo>
                  <a:pt x="18568" y="3557"/>
                </a:lnTo>
                <a:moveTo>
                  <a:pt x="18303" y="3557"/>
                </a:moveTo>
                <a:lnTo>
                  <a:pt x="18145" y="3557"/>
                </a:lnTo>
                <a:lnTo>
                  <a:pt x="18145" y="3441"/>
                </a:lnTo>
                <a:lnTo>
                  <a:pt x="18303" y="3441"/>
                </a:lnTo>
                <a:lnTo>
                  <a:pt x="18303" y="3557"/>
                </a:lnTo>
                <a:moveTo>
                  <a:pt x="18039" y="3557"/>
                </a:moveTo>
                <a:lnTo>
                  <a:pt x="17880" y="3557"/>
                </a:lnTo>
                <a:lnTo>
                  <a:pt x="17880" y="3441"/>
                </a:lnTo>
                <a:lnTo>
                  <a:pt x="18039" y="3441"/>
                </a:lnTo>
                <a:lnTo>
                  <a:pt x="18039" y="3557"/>
                </a:lnTo>
                <a:moveTo>
                  <a:pt x="17775" y="3557"/>
                </a:moveTo>
                <a:lnTo>
                  <a:pt x="17616" y="3557"/>
                </a:lnTo>
                <a:lnTo>
                  <a:pt x="17616" y="3441"/>
                </a:lnTo>
                <a:lnTo>
                  <a:pt x="17775" y="3441"/>
                </a:lnTo>
                <a:lnTo>
                  <a:pt x="17775" y="3557"/>
                </a:lnTo>
                <a:moveTo>
                  <a:pt x="17510" y="3557"/>
                </a:moveTo>
                <a:lnTo>
                  <a:pt x="17351" y="3557"/>
                </a:lnTo>
                <a:lnTo>
                  <a:pt x="17351" y="3441"/>
                </a:lnTo>
                <a:lnTo>
                  <a:pt x="17510" y="3441"/>
                </a:lnTo>
                <a:lnTo>
                  <a:pt x="17510" y="3557"/>
                </a:lnTo>
                <a:moveTo>
                  <a:pt x="17246" y="3557"/>
                </a:moveTo>
                <a:lnTo>
                  <a:pt x="17087" y="3557"/>
                </a:lnTo>
                <a:lnTo>
                  <a:pt x="17087" y="3441"/>
                </a:lnTo>
                <a:lnTo>
                  <a:pt x="17246" y="3441"/>
                </a:lnTo>
                <a:lnTo>
                  <a:pt x="17246" y="3557"/>
                </a:lnTo>
                <a:moveTo>
                  <a:pt x="16981" y="3557"/>
                </a:moveTo>
                <a:lnTo>
                  <a:pt x="16822" y="3557"/>
                </a:lnTo>
                <a:lnTo>
                  <a:pt x="16822" y="3441"/>
                </a:lnTo>
                <a:lnTo>
                  <a:pt x="16981" y="3441"/>
                </a:lnTo>
                <a:lnTo>
                  <a:pt x="16981" y="3557"/>
                </a:lnTo>
                <a:moveTo>
                  <a:pt x="16717" y="3557"/>
                </a:moveTo>
                <a:lnTo>
                  <a:pt x="16558" y="3557"/>
                </a:lnTo>
                <a:lnTo>
                  <a:pt x="16558" y="3441"/>
                </a:lnTo>
                <a:lnTo>
                  <a:pt x="16717" y="3441"/>
                </a:lnTo>
                <a:lnTo>
                  <a:pt x="16717" y="3557"/>
                </a:lnTo>
                <a:moveTo>
                  <a:pt x="16452" y="3557"/>
                </a:moveTo>
                <a:lnTo>
                  <a:pt x="16293" y="3557"/>
                </a:lnTo>
                <a:lnTo>
                  <a:pt x="16293" y="3441"/>
                </a:lnTo>
                <a:lnTo>
                  <a:pt x="16452" y="3441"/>
                </a:lnTo>
                <a:lnTo>
                  <a:pt x="16452" y="3557"/>
                </a:lnTo>
                <a:moveTo>
                  <a:pt x="16188" y="3557"/>
                </a:moveTo>
                <a:lnTo>
                  <a:pt x="16029" y="3557"/>
                </a:lnTo>
                <a:lnTo>
                  <a:pt x="16029" y="3441"/>
                </a:lnTo>
                <a:lnTo>
                  <a:pt x="16188" y="3441"/>
                </a:lnTo>
                <a:lnTo>
                  <a:pt x="16188" y="3557"/>
                </a:lnTo>
                <a:moveTo>
                  <a:pt x="15923" y="3557"/>
                </a:moveTo>
                <a:lnTo>
                  <a:pt x="15764" y="3557"/>
                </a:lnTo>
                <a:lnTo>
                  <a:pt x="15764" y="3441"/>
                </a:lnTo>
                <a:lnTo>
                  <a:pt x="15923" y="3441"/>
                </a:lnTo>
                <a:lnTo>
                  <a:pt x="15923" y="3557"/>
                </a:lnTo>
                <a:moveTo>
                  <a:pt x="15659" y="3557"/>
                </a:moveTo>
                <a:lnTo>
                  <a:pt x="15500" y="3557"/>
                </a:lnTo>
                <a:lnTo>
                  <a:pt x="15500" y="3441"/>
                </a:lnTo>
                <a:lnTo>
                  <a:pt x="15659" y="3441"/>
                </a:lnTo>
                <a:lnTo>
                  <a:pt x="15659" y="3557"/>
                </a:lnTo>
                <a:moveTo>
                  <a:pt x="15394" y="3557"/>
                </a:moveTo>
                <a:lnTo>
                  <a:pt x="15235" y="3557"/>
                </a:lnTo>
                <a:lnTo>
                  <a:pt x="15235" y="3441"/>
                </a:lnTo>
                <a:lnTo>
                  <a:pt x="15394" y="3441"/>
                </a:lnTo>
                <a:lnTo>
                  <a:pt x="15394" y="3557"/>
                </a:lnTo>
                <a:moveTo>
                  <a:pt x="15130" y="3557"/>
                </a:moveTo>
                <a:lnTo>
                  <a:pt x="14971" y="3557"/>
                </a:lnTo>
                <a:lnTo>
                  <a:pt x="14971" y="3441"/>
                </a:lnTo>
                <a:lnTo>
                  <a:pt x="15130" y="3441"/>
                </a:lnTo>
                <a:lnTo>
                  <a:pt x="15130" y="3557"/>
                </a:lnTo>
                <a:moveTo>
                  <a:pt x="14865" y="3557"/>
                </a:moveTo>
                <a:lnTo>
                  <a:pt x="14706" y="3557"/>
                </a:lnTo>
                <a:lnTo>
                  <a:pt x="14706" y="3441"/>
                </a:lnTo>
                <a:lnTo>
                  <a:pt x="14865" y="3441"/>
                </a:lnTo>
                <a:lnTo>
                  <a:pt x="14865" y="3557"/>
                </a:lnTo>
                <a:moveTo>
                  <a:pt x="14601" y="3557"/>
                </a:moveTo>
                <a:lnTo>
                  <a:pt x="14442" y="3557"/>
                </a:lnTo>
                <a:lnTo>
                  <a:pt x="14442" y="3441"/>
                </a:lnTo>
                <a:lnTo>
                  <a:pt x="14601" y="3441"/>
                </a:lnTo>
                <a:lnTo>
                  <a:pt x="14601" y="3557"/>
                </a:lnTo>
                <a:moveTo>
                  <a:pt x="14336" y="3557"/>
                </a:moveTo>
                <a:lnTo>
                  <a:pt x="14178" y="3557"/>
                </a:lnTo>
                <a:lnTo>
                  <a:pt x="14178" y="3441"/>
                </a:lnTo>
                <a:lnTo>
                  <a:pt x="14336" y="3441"/>
                </a:lnTo>
                <a:lnTo>
                  <a:pt x="14336" y="3557"/>
                </a:lnTo>
                <a:moveTo>
                  <a:pt x="14072" y="3557"/>
                </a:moveTo>
                <a:lnTo>
                  <a:pt x="13912" y="3557"/>
                </a:lnTo>
                <a:lnTo>
                  <a:pt x="13912" y="3441"/>
                </a:lnTo>
                <a:lnTo>
                  <a:pt x="14072" y="3441"/>
                </a:lnTo>
                <a:lnTo>
                  <a:pt x="14072" y="3557"/>
                </a:lnTo>
                <a:moveTo>
                  <a:pt x="13806" y="3557"/>
                </a:moveTo>
                <a:lnTo>
                  <a:pt x="13648" y="3557"/>
                </a:lnTo>
                <a:lnTo>
                  <a:pt x="13648" y="3441"/>
                </a:lnTo>
                <a:lnTo>
                  <a:pt x="13806" y="3441"/>
                </a:lnTo>
                <a:lnTo>
                  <a:pt x="13806" y="3557"/>
                </a:lnTo>
                <a:moveTo>
                  <a:pt x="13542" y="3557"/>
                </a:moveTo>
                <a:lnTo>
                  <a:pt x="13383" y="3557"/>
                </a:lnTo>
                <a:lnTo>
                  <a:pt x="13383" y="3441"/>
                </a:lnTo>
                <a:lnTo>
                  <a:pt x="13542" y="3441"/>
                </a:lnTo>
                <a:lnTo>
                  <a:pt x="13542" y="3557"/>
                </a:lnTo>
                <a:moveTo>
                  <a:pt x="13277" y="3557"/>
                </a:moveTo>
                <a:lnTo>
                  <a:pt x="13119" y="3557"/>
                </a:lnTo>
                <a:lnTo>
                  <a:pt x="13119" y="3441"/>
                </a:lnTo>
                <a:lnTo>
                  <a:pt x="13277" y="3441"/>
                </a:lnTo>
                <a:lnTo>
                  <a:pt x="13277" y="3557"/>
                </a:lnTo>
                <a:moveTo>
                  <a:pt x="13013" y="3557"/>
                </a:moveTo>
                <a:lnTo>
                  <a:pt x="12854" y="3557"/>
                </a:lnTo>
                <a:lnTo>
                  <a:pt x="12854" y="3441"/>
                </a:lnTo>
                <a:lnTo>
                  <a:pt x="13013" y="3441"/>
                </a:lnTo>
                <a:lnTo>
                  <a:pt x="13013" y="3557"/>
                </a:lnTo>
                <a:moveTo>
                  <a:pt x="12748" y="3557"/>
                </a:moveTo>
                <a:lnTo>
                  <a:pt x="12590" y="3557"/>
                </a:lnTo>
                <a:lnTo>
                  <a:pt x="12590" y="3441"/>
                </a:lnTo>
                <a:lnTo>
                  <a:pt x="12748" y="3441"/>
                </a:lnTo>
                <a:lnTo>
                  <a:pt x="12748" y="3557"/>
                </a:lnTo>
                <a:moveTo>
                  <a:pt x="12484" y="3557"/>
                </a:moveTo>
                <a:lnTo>
                  <a:pt x="12325" y="3557"/>
                </a:lnTo>
                <a:lnTo>
                  <a:pt x="12325" y="3441"/>
                </a:lnTo>
                <a:lnTo>
                  <a:pt x="12484" y="3441"/>
                </a:lnTo>
                <a:lnTo>
                  <a:pt x="12484" y="3557"/>
                </a:lnTo>
                <a:moveTo>
                  <a:pt x="12219" y="3557"/>
                </a:moveTo>
                <a:lnTo>
                  <a:pt x="12061" y="3557"/>
                </a:lnTo>
                <a:lnTo>
                  <a:pt x="12061" y="3441"/>
                </a:lnTo>
                <a:lnTo>
                  <a:pt x="12219" y="3441"/>
                </a:lnTo>
                <a:lnTo>
                  <a:pt x="12219" y="3557"/>
                </a:lnTo>
                <a:moveTo>
                  <a:pt x="11955" y="3557"/>
                </a:moveTo>
                <a:lnTo>
                  <a:pt x="11796" y="3557"/>
                </a:lnTo>
                <a:lnTo>
                  <a:pt x="11796" y="3441"/>
                </a:lnTo>
                <a:lnTo>
                  <a:pt x="11955" y="3441"/>
                </a:lnTo>
                <a:lnTo>
                  <a:pt x="11955" y="3557"/>
                </a:lnTo>
                <a:moveTo>
                  <a:pt x="11690" y="3557"/>
                </a:moveTo>
                <a:lnTo>
                  <a:pt x="11532" y="3557"/>
                </a:lnTo>
                <a:lnTo>
                  <a:pt x="11532" y="3441"/>
                </a:lnTo>
                <a:lnTo>
                  <a:pt x="11690" y="3441"/>
                </a:lnTo>
                <a:lnTo>
                  <a:pt x="11690" y="3557"/>
                </a:lnTo>
                <a:moveTo>
                  <a:pt x="11426" y="3557"/>
                </a:moveTo>
                <a:lnTo>
                  <a:pt x="11267" y="3557"/>
                </a:lnTo>
                <a:lnTo>
                  <a:pt x="11267" y="3441"/>
                </a:lnTo>
                <a:lnTo>
                  <a:pt x="11426" y="3441"/>
                </a:lnTo>
                <a:lnTo>
                  <a:pt x="11426" y="3557"/>
                </a:lnTo>
                <a:moveTo>
                  <a:pt x="11162" y="3557"/>
                </a:moveTo>
                <a:lnTo>
                  <a:pt x="11003" y="3557"/>
                </a:lnTo>
                <a:lnTo>
                  <a:pt x="11003" y="3441"/>
                </a:lnTo>
                <a:lnTo>
                  <a:pt x="11162" y="3441"/>
                </a:lnTo>
                <a:lnTo>
                  <a:pt x="11162" y="3557"/>
                </a:lnTo>
                <a:moveTo>
                  <a:pt x="10897" y="3557"/>
                </a:moveTo>
                <a:lnTo>
                  <a:pt x="10738" y="3557"/>
                </a:lnTo>
                <a:lnTo>
                  <a:pt x="10738" y="3441"/>
                </a:lnTo>
                <a:lnTo>
                  <a:pt x="10897" y="3441"/>
                </a:lnTo>
                <a:lnTo>
                  <a:pt x="10897" y="3557"/>
                </a:lnTo>
                <a:moveTo>
                  <a:pt x="10633" y="3557"/>
                </a:moveTo>
                <a:lnTo>
                  <a:pt x="10474" y="3557"/>
                </a:lnTo>
                <a:lnTo>
                  <a:pt x="10474" y="3441"/>
                </a:lnTo>
                <a:lnTo>
                  <a:pt x="10633" y="3441"/>
                </a:lnTo>
                <a:lnTo>
                  <a:pt x="10633" y="3557"/>
                </a:lnTo>
                <a:moveTo>
                  <a:pt x="10368" y="3557"/>
                </a:moveTo>
                <a:lnTo>
                  <a:pt x="10209" y="3557"/>
                </a:lnTo>
                <a:lnTo>
                  <a:pt x="10209" y="3441"/>
                </a:lnTo>
                <a:lnTo>
                  <a:pt x="10368" y="3441"/>
                </a:lnTo>
                <a:lnTo>
                  <a:pt x="10368" y="3557"/>
                </a:lnTo>
                <a:moveTo>
                  <a:pt x="10104" y="3557"/>
                </a:moveTo>
                <a:lnTo>
                  <a:pt x="9945" y="3557"/>
                </a:lnTo>
                <a:lnTo>
                  <a:pt x="9945" y="3441"/>
                </a:lnTo>
                <a:lnTo>
                  <a:pt x="10104" y="3441"/>
                </a:lnTo>
                <a:lnTo>
                  <a:pt x="10104" y="3557"/>
                </a:lnTo>
                <a:moveTo>
                  <a:pt x="9839" y="3557"/>
                </a:moveTo>
                <a:lnTo>
                  <a:pt x="9680" y="3557"/>
                </a:lnTo>
                <a:lnTo>
                  <a:pt x="9680" y="3441"/>
                </a:lnTo>
                <a:lnTo>
                  <a:pt x="9839" y="3441"/>
                </a:lnTo>
                <a:lnTo>
                  <a:pt x="9839" y="3557"/>
                </a:lnTo>
                <a:moveTo>
                  <a:pt x="9575" y="3557"/>
                </a:moveTo>
                <a:lnTo>
                  <a:pt x="9416" y="3557"/>
                </a:lnTo>
                <a:lnTo>
                  <a:pt x="9416" y="3441"/>
                </a:lnTo>
                <a:lnTo>
                  <a:pt x="9575" y="3441"/>
                </a:lnTo>
                <a:lnTo>
                  <a:pt x="9575" y="3557"/>
                </a:lnTo>
                <a:moveTo>
                  <a:pt x="9310" y="3557"/>
                </a:moveTo>
                <a:lnTo>
                  <a:pt x="9151" y="3557"/>
                </a:lnTo>
                <a:lnTo>
                  <a:pt x="9151" y="3441"/>
                </a:lnTo>
                <a:lnTo>
                  <a:pt x="9310" y="3441"/>
                </a:lnTo>
                <a:lnTo>
                  <a:pt x="9310" y="3557"/>
                </a:lnTo>
                <a:moveTo>
                  <a:pt x="9046" y="3557"/>
                </a:moveTo>
                <a:lnTo>
                  <a:pt x="8887" y="3557"/>
                </a:lnTo>
                <a:lnTo>
                  <a:pt x="8887" y="3441"/>
                </a:lnTo>
                <a:lnTo>
                  <a:pt x="9046" y="3441"/>
                </a:lnTo>
                <a:lnTo>
                  <a:pt x="9046" y="3557"/>
                </a:lnTo>
                <a:moveTo>
                  <a:pt x="8781" y="3557"/>
                </a:moveTo>
                <a:lnTo>
                  <a:pt x="8622" y="3557"/>
                </a:lnTo>
                <a:lnTo>
                  <a:pt x="8622" y="3441"/>
                </a:lnTo>
                <a:lnTo>
                  <a:pt x="8781" y="3441"/>
                </a:lnTo>
                <a:lnTo>
                  <a:pt x="8781" y="3557"/>
                </a:lnTo>
                <a:moveTo>
                  <a:pt x="8517" y="3557"/>
                </a:moveTo>
                <a:lnTo>
                  <a:pt x="8358" y="3557"/>
                </a:lnTo>
                <a:lnTo>
                  <a:pt x="8358" y="3441"/>
                </a:lnTo>
                <a:lnTo>
                  <a:pt x="8517" y="3441"/>
                </a:lnTo>
                <a:lnTo>
                  <a:pt x="8517" y="3557"/>
                </a:lnTo>
                <a:moveTo>
                  <a:pt x="8252" y="3557"/>
                </a:moveTo>
                <a:lnTo>
                  <a:pt x="8093" y="3557"/>
                </a:lnTo>
                <a:lnTo>
                  <a:pt x="8093" y="3441"/>
                </a:lnTo>
                <a:lnTo>
                  <a:pt x="8252" y="3441"/>
                </a:lnTo>
                <a:lnTo>
                  <a:pt x="8252" y="3557"/>
                </a:lnTo>
                <a:moveTo>
                  <a:pt x="7988" y="3557"/>
                </a:moveTo>
                <a:lnTo>
                  <a:pt x="7829" y="3557"/>
                </a:lnTo>
                <a:lnTo>
                  <a:pt x="7829" y="3441"/>
                </a:lnTo>
                <a:lnTo>
                  <a:pt x="7988" y="3441"/>
                </a:lnTo>
                <a:lnTo>
                  <a:pt x="7988" y="3557"/>
                </a:lnTo>
                <a:moveTo>
                  <a:pt x="7723" y="3557"/>
                </a:moveTo>
                <a:lnTo>
                  <a:pt x="7565" y="3557"/>
                </a:lnTo>
                <a:lnTo>
                  <a:pt x="7565" y="3441"/>
                </a:lnTo>
                <a:lnTo>
                  <a:pt x="7723" y="3441"/>
                </a:lnTo>
                <a:lnTo>
                  <a:pt x="7723" y="3557"/>
                </a:lnTo>
                <a:moveTo>
                  <a:pt x="7459" y="3557"/>
                </a:moveTo>
                <a:lnTo>
                  <a:pt x="7300" y="3557"/>
                </a:lnTo>
                <a:lnTo>
                  <a:pt x="7300" y="3441"/>
                </a:lnTo>
                <a:lnTo>
                  <a:pt x="7459" y="3441"/>
                </a:lnTo>
                <a:lnTo>
                  <a:pt x="7459" y="3557"/>
                </a:lnTo>
                <a:moveTo>
                  <a:pt x="7194" y="3557"/>
                </a:moveTo>
                <a:lnTo>
                  <a:pt x="7036" y="3557"/>
                </a:lnTo>
                <a:lnTo>
                  <a:pt x="7036" y="3441"/>
                </a:lnTo>
                <a:lnTo>
                  <a:pt x="7194" y="3441"/>
                </a:lnTo>
                <a:lnTo>
                  <a:pt x="7194" y="3557"/>
                </a:lnTo>
                <a:moveTo>
                  <a:pt x="6930" y="3557"/>
                </a:moveTo>
                <a:lnTo>
                  <a:pt x="6771" y="3557"/>
                </a:lnTo>
                <a:lnTo>
                  <a:pt x="6771" y="3441"/>
                </a:lnTo>
                <a:lnTo>
                  <a:pt x="6930" y="3441"/>
                </a:lnTo>
                <a:lnTo>
                  <a:pt x="6930" y="3557"/>
                </a:lnTo>
                <a:moveTo>
                  <a:pt x="6665" y="3557"/>
                </a:moveTo>
                <a:lnTo>
                  <a:pt x="6507" y="3557"/>
                </a:lnTo>
                <a:lnTo>
                  <a:pt x="6507" y="3441"/>
                </a:lnTo>
                <a:lnTo>
                  <a:pt x="6665" y="3441"/>
                </a:lnTo>
                <a:lnTo>
                  <a:pt x="6665" y="3557"/>
                </a:lnTo>
                <a:moveTo>
                  <a:pt x="6401" y="3557"/>
                </a:moveTo>
                <a:lnTo>
                  <a:pt x="6242" y="3557"/>
                </a:lnTo>
                <a:lnTo>
                  <a:pt x="6242" y="3441"/>
                </a:lnTo>
                <a:lnTo>
                  <a:pt x="6401" y="3441"/>
                </a:lnTo>
                <a:lnTo>
                  <a:pt x="6401" y="3557"/>
                </a:lnTo>
                <a:moveTo>
                  <a:pt x="6136" y="3557"/>
                </a:moveTo>
                <a:lnTo>
                  <a:pt x="5978" y="3557"/>
                </a:lnTo>
                <a:lnTo>
                  <a:pt x="5978" y="3441"/>
                </a:lnTo>
                <a:lnTo>
                  <a:pt x="6136" y="3441"/>
                </a:lnTo>
                <a:lnTo>
                  <a:pt x="6136" y="3557"/>
                </a:lnTo>
                <a:moveTo>
                  <a:pt x="5872" y="3557"/>
                </a:moveTo>
                <a:lnTo>
                  <a:pt x="5713" y="3557"/>
                </a:lnTo>
                <a:lnTo>
                  <a:pt x="5713" y="3441"/>
                </a:lnTo>
                <a:lnTo>
                  <a:pt x="5872" y="3441"/>
                </a:lnTo>
                <a:lnTo>
                  <a:pt x="5872" y="3557"/>
                </a:lnTo>
                <a:moveTo>
                  <a:pt x="5607" y="3557"/>
                </a:moveTo>
                <a:lnTo>
                  <a:pt x="5449" y="3557"/>
                </a:lnTo>
                <a:lnTo>
                  <a:pt x="5449" y="3441"/>
                </a:lnTo>
                <a:lnTo>
                  <a:pt x="5607" y="3441"/>
                </a:lnTo>
                <a:lnTo>
                  <a:pt x="5607" y="3557"/>
                </a:lnTo>
                <a:moveTo>
                  <a:pt x="5343" y="3557"/>
                </a:moveTo>
                <a:lnTo>
                  <a:pt x="5184" y="3557"/>
                </a:lnTo>
                <a:lnTo>
                  <a:pt x="5184" y="3441"/>
                </a:lnTo>
                <a:lnTo>
                  <a:pt x="5343" y="3441"/>
                </a:lnTo>
                <a:lnTo>
                  <a:pt x="5343" y="3557"/>
                </a:lnTo>
                <a:moveTo>
                  <a:pt x="5078" y="3557"/>
                </a:moveTo>
                <a:lnTo>
                  <a:pt x="4920" y="3557"/>
                </a:lnTo>
                <a:lnTo>
                  <a:pt x="4920" y="3441"/>
                </a:lnTo>
                <a:lnTo>
                  <a:pt x="5078" y="3441"/>
                </a:lnTo>
                <a:lnTo>
                  <a:pt x="5078" y="3557"/>
                </a:lnTo>
                <a:moveTo>
                  <a:pt x="4814" y="3557"/>
                </a:moveTo>
                <a:lnTo>
                  <a:pt x="4655" y="3557"/>
                </a:lnTo>
                <a:lnTo>
                  <a:pt x="4655" y="3441"/>
                </a:lnTo>
                <a:lnTo>
                  <a:pt x="4814" y="3441"/>
                </a:lnTo>
                <a:lnTo>
                  <a:pt x="4814" y="3557"/>
                </a:lnTo>
                <a:moveTo>
                  <a:pt x="4549" y="3557"/>
                </a:moveTo>
                <a:lnTo>
                  <a:pt x="4391" y="3557"/>
                </a:lnTo>
                <a:lnTo>
                  <a:pt x="4391" y="3441"/>
                </a:lnTo>
                <a:lnTo>
                  <a:pt x="4549" y="3441"/>
                </a:lnTo>
                <a:lnTo>
                  <a:pt x="4549" y="3557"/>
                </a:lnTo>
                <a:moveTo>
                  <a:pt x="4285" y="3557"/>
                </a:moveTo>
                <a:lnTo>
                  <a:pt x="4126" y="3557"/>
                </a:lnTo>
                <a:lnTo>
                  <a:pt x="4126" y="3441"/>
                </a:lnTo>
                <a:lnTo>
                  <a:pt x="4285" y="3441"/>
                </a:lnTo>
                <a:lnTo>
                  <a:pt x="4285" y="3557"/>
                </a:lnTo>
                <a:moveTo>
                  <a:pt x="4021" y="3557"/>
                </a:moveTo>
                <a:lnTo>
                  <a:pt x="3862" y="3557"/>
                </a:lnTo>
                <a:lnTo>
                  <a:pt x="3862" y="3441"/>
                </a:lnTo>
                <a:lnTo>
                  <a:pt x="4021" y="3441"/>
                </a:lnTo>
                <a:lnTo>
                  <a:pt x="4021" y="3557"/>
                </a:lnTo>
                <a:moveTo>
                  <a:pt x="3756" y="3557"/>
                </a:moveTo>
                <a:lnTo>
                  <a:pt x="3597" y="3557"/>
                </a:lnTo>
                <a:lnTo>
                  <a:pt x="3597" y="3441"/>
                </a:lnTo>
                <a:lnTo>
                  <a:pt x="3756" y="3441"/>
                </a:lnTo>
                <a:lnTo>
                  <a:pt x="3756" y="3557"/>
                </a:lnTo>
                <a:moveTo>
                  <a:pt x="3492" y="3557"/>
                </a:moveTo>
                <a:lnTo>
                  <a:pt x="3333" y="3557"/>
                </a:lnTo>
                <a:lnTo>
                  <a:pt x="3333" y="3441"/>
                </a:lnTo>
                <a:lnTo>
                  <a:pt x="3492" y="3441"/>
                </a:lnTo>
                <a:lnTo>
                  <a:pt x="3492" y="3557"/>
                </a:lnTo>
                <a:moveTo>
                  <a:pt x="3227" y="3557"/>
                </a:moveTo>
                <a:lnTo>
                  <a:pt x="3068" y="3557"/>
                </a:lnTo>
                <a:lnTo>
                  <a:pt x="3068" y="3441"/>
                </a:lnTo>
                <a:lnTo>
                  <a:pt x="3227" y="3441"/>
                </a:lnTo>
                <a:lnTo>
                  <a:pt x="3227" y="3557"/>
                </a:lnTo>
                <a:moveTo>
                  <a:pt x="2963" y="3557"/>
                </a:moveTo>
                <a:lnTo>
                  <a:pt x="2804" y="3557"/>
                </a:lnTo>
                <a:lnTo>
                  <a:pt x="2804" y="3441"/>
                </a:lnTo>
                <a:lnTo>
                  <a:pt x="2963" y="3441"/>
                </a:lnTo>
                <a:lnTo>
                  <a:pt x="2963" y="3557"/>
                </a:lnTo>
                <a:moveTo>
                  <a:pt x="2698" y="3557"/>
                </a:moveTo>
                <a:lnTo>
                  <a:pt x="2539" y="3557"/>
                </a:lnTo>
                <a:lnTo>
                  <a:pt x="2539" y="3441"/>
                </a:lnTo>
                <a:lnTo>
                  <a:pt x="2698" y="3441"/>
                </a:lnTo>
                <a:lnTo>
                  <a:pt x="2698" y="3557"/>
                </a:lnTo>
                <a:moveTo>
                  <a:pt x="2434" y="3557"/>
                </a:moveTo>
                <a:lnTo>
                  <a:pt x="2275" y="3557"/>
                </a:lnTo>
                <a:lnTo>
                  <a:pt x="2275" y="3441"/>
                </a:lnTo>
                <a:lnTo>
                  <a:pt x="2434" y="3441"/>
                </a:lnTo>
                <a:lnTo>
                  <a:pt x="2434" y="3557"/>
                </a:lnTo>
                <a:moveTo>
                  <a:pt x="2169" y="3557"/>
                </a:moveTo>
                <a:lnTo>
                  <a:pt x="2010" y="3557"/>
                </a:lnTo>
                <a:lnTo>
                  <a:pt x="2010" y="3441"/>
                </a:lnTo>
                <a:lnTo>
                  <a:pt x="2169" y="3441"/>
                </a:lnTo>
                <a:lnTo>
                  <a:pt x="2169" y="3557"/>
                </a:lnTo>
                <a:moveTo>
                  <a:pt x="1905" y="3557"/>
                </a:moveTo>
                <a:lnTo>
                  <a:pt x="1746" y="3557"/>
                </a:lnTo>
                <a:lnTo>
                  <a:pt x="1746" y="3441"/>
                </a:lnTo>
                <a:lnTo>
                  <a:pt x="1905" y="3441"/>
                </a:lnTo>
                <a:lnTo>
                  <a:pt x="1905" y="3557"/>
                </a:lnTo>
                <a:moveTo>
                  <a:pt x="1640" y="3557"/>
                </a:moveTo>
                <a:lnTo>
                  <a:pt x="1481" y="3557"/>
                </a:lnTo>
                <a:lnTo>
                  <a:pt x="1481" y="3441"/>
                </a:lnTo>
                <a:lnTo>
                  <a:pt x="1640" y="3441"/>
                </a:lnTo>
                <a:lnTo>
                  <a:pt x="1640" y="3557"/>
                </a:lnTo>
                <a:moveTo>
                  <a:pt x="1376" y="3557"/>
                </a:moveTo>
                <a:lnTo>
                  <a:pt x="1217" y="3557"/>
                </a:lnTo>
                <a:lnTo>
                  <a:pt x="1217" y="3441"/>
                </a:lnTo>
                <a:lnTo>
                  <a:pt x="1376" y="3441"/>
                </a:lnTo>
                <a:lnTo>
                  <a:pt x="1376" y="3557"/>
                </a:lnTo>
                <a:moveTo>
                  <a:pt x="1111" y="3557"/>
                </a:moveTo>
                <a:lnTo>
                  <a:pt x="952" y="3557"/>
                </a:lnTo>
                <a:lnTo>
                  <a:pt x="952" y="3441"/>
                </a:lnTo>
                <a:lnTo>
                  <a:pt x="1111" y="3441"/>
                </a:lnTo>
                <a:lnTo>
                  <a:pt x="1111" y="3557"/>
                </a:lnTo>
                <a:moveTo>
                  <a:pt x="847" y="3557"/>
                </a:moveTo>
                <a:lnTo>
                  <a:pt x="688" y="3557"/>
                </a:lnTo>
                <a:lnTo>
                  <a:pt x="688" y="3441"/>
                </a:lnTo>
                <a:lnTo>
                  <a:pt x="847" y="3441"/>
                </a:lnTo>
                <a:lnTo>
                  <a:pt x="847" y="3557"/>
                </a:lnTo>
                <a:moveTo>
                  <a:pt x="582" y="3557"/>
                </a:moveTo>
                <a:lnTo>
                  <a:pt x="424" y="3557"/>
                </a:lnTo>
                <a:lnTo>
                  <a:pt x="424" y="3441"/>
                </a:lnTo>
                <a:lnTo>
                  <a:pt x="582" y="3441"/>
                </a:lnTo>
                <a:lnTo>
                  <a:pt x="582" y="3557"/>
                </a:lnTo>
                <a:moveTo>
                  <a:pt x="318" y="3557"/>
                </a:moveTo>
                <a:lnTo>
                  <a:pt x="244" y="3557"/>
                </a:lnTo>
                <a:cubicBezTo>
                  <a:pt x="206" y="3557"/>
                  <a:pt x="170" y="3549"/>
                  <a:pt x="136" y="3532"/>
                </a:cubicBezTo>
                <a:lnTo>
                  <a:pt x="188" y="3428"/>
                </a:lnTo>
                <a:cubicBezTo>
                  <a:pt x="205" y="3437"/>
                  <a:pt x="224" y="3441"/>
                  <a:pt x="244" y="3441"/>
                </a:cubicBezTo>
                <a:lnTo>
                  <a:pt x="318" y="3441"/>
                </a:lnTo>
                <a:lnTo>
                  <a:pt x="318" y="3557"/>
                </a:lnTo>
                <a:moveTo>
                  <a:pt x="34" y="3438"/>
                </a:moveTo>
                <a:cubicBezTo>
                  <a:pt x="12" y="3400"/>
                  <a:pt x="0" y="3358"/>
                  <a:pt x="0" y="3314"/>
                </a:cubicBezTo>
                <a:lnTo>
                  <a:pt x="0" y="3254"/>
                </a:lnTo>
                <a:lnTo>
                  <a:pt x="117" y="3254"/>
                </a:lnTo>
                <a:lnTo>
                  <a:pt x="117" y="3314"/>
                </a:lnTo>
                <a:cubicBezTo>
                  <a:pt x="117" y="3337"/>
                  <a:pt x="123" y="3359"/>
                  <a:pt x="134" y="3379"/>
                </a:cubicBezTo>
                <a:lnTo>
                  <a:pt x="34" y="3438"/>
                </a:lnTo>
                <a:moveTo>
                  <a:pt x="0" y="3148"/>
                </a:moveTo>
                <a:lnTo>
                  <a:pt x="0" y="2989"/>
                </a:lnTo>
                <a:lnTo>
                  <a:pt x="117" y="2989"/>
                </a:lnTo>
                <a:lnTo>
                  <a:pt x="117" y="3148"/>
                </a:lnTo>
                <a:lnTo>
                  <a:pt x="0" y="3148"/>
                </a:lnTo>
                <a:moveTo>
                  <a:pt x="0" y="2884"/>
                </a:moveTo>
                <a:lnTo>
                  <a:pt x="0" y="2725"/>
                </a:lnTo>
                <a:lnTo>
                  <a:pt x="117" y="2725"/>
                </a:lnTo>
                <a:lnTo>
                  <a:pt x="117" y="2884"/>
                </a:lnTo>
                <a:lnTo>
                  <a:pt x="0" y="2884"/>
                </a:lnTo>
                <a:moveTo>
                  <a:pt x="0" y="2619"/>
                </a:moveTo>
                <a:lnTo>
                  <a:pt x="0" y="2460"/>
                </a:lnTo>
                <a:lnTo>
                  <a:pt x="117" y="2460"/>
                </a:lnTo>
                <a:lnTo>
                  <a:pt x="117" y="2619"/>
                </a:lnTo>
                <a:lnTo>
                  <a:pt x="0" y="2619"/>
                </a:lnTo>
                <a:moveTo>
                  <a:pt x="0" y="2355"/>
                </a:moveTo>
                <a:lnTo>
                  <a:pt x="0" y="2196"/>
                </a:lnTo>
                <a:lnTo>
                  <a:pt x="117" y="2196"/>
                </a:lnTo>
                <a:lnTo>
                  <a:pt x="117" y="2355"/>
                </a:lnTo>
                <a:lnTo>
                  <a:pt x="0" y="2355"/>
                </a:lnTo>
                <a:moveTo>
                  <a:pt x="0" y="2090"/>
                </a:moveTo>
                <a:lnTo>
                  <a:pt x="0" y="1931"/>
                </a:lnTo>
                <a:lnTo>
                  <a:pt x="117" y="1931"/>
                </a:lnTo>
                <a:lnTo>
                  <a:pt x="117" y="2090"/>
                </a:lnTo>
                <a:lnTo>
                  <a:pt x="0" y="2090"/>
                </a:lnTo>
                <a:moveTo>
                  <a:pt x="0" y="1826"/>
                </a:moveTo>
                <a:lnTo>
                  <a:pt x="0" y="1667"/>
                </a:lnTo>
                <a:lnTo>
                  <a:pt x="117" y="1667"/>
                </a:lnTo>
                <a:lnTo>
                  <a:pt x="117" y="1826"/>
                </a:lnTo>
                <a:lnTo>
                  <a:pt x="0" y="1826"/>
                </a:lnTo>
                <a:moveTo>
                  <a:pt x="0" y="1561"/>
                </a:moveTo>
                <a:lnTo>
                  <a:pt x="0" y="1402"/>
                </a:lnTo>
                <a:lnTo>
                  <a:pt x="117" y="1402"/>
                </a:lnTo>
                <a:lnTo>
                  <a:pt x="117" y="1561"/>
                </a:lnTo>
                <a:lnTo>
                  <a:pt x="0" y="1561"/>
                </a:lnTo>
                <a:moveTo>
                  <a:pt x="0" y="1297"/>
                </a:moveTo>
                <a:lnTo>
                  <a:pt x="0" y="1138"/>
                </a:lnTo>
                <a:lnTo>
                  <a:pt x="117" y="1138"/>
                </a:lnTo>
                <a:lnTo>
                  <a:pt x="117" y="1297"/>
                </a:lnTo>
                <a:lnTo>
                  <a:pt x="0" y="1297"/>
                </a:lnTo>
                <a:moveTo>
                  <a:pt x="0" y="1032"/>
                </a:moveTo>
                <a:lnTo>
                  <a:pt x="0" y="873"/>
                </a:lnTo>
                <a:lnTo>
                  <a:pt x="117" y="873"/>
                </a:lnTo>
                <a:lnTo>
                  <a:pt x="117" y="1032"/>
                </a:lnTo>
                <a:lnTo>
                  <a:pt x="0" y="1032"/>
                </a:lnTo>
                <a:moveTo>
                  <a:pt x="0" y="768"/>
                </a:moveTo>
                <a:lnTo>
                  <a:pt x="0" y="609"/>
                </a:lnTo>
                <a:lnTo>
                  <a:pt x="117" y="609"/>
                </a:lnTo>
                <a:lnTo>
                  <a:pt x="117" y="768"/>
                </a:lnTo>
                <a:lnTo>
                  <a:pt x="0" y="768"/>
                </a:lnTo>
                <a:moveTo>
                  <a:pt x="0" y="503"/>
                </a:moveTo>
                <a:lnTo>
                  <a:pt x="0" y="343"/>
                </a:lnTo>
                <a:lnTo>
                  <a:pt x="117" y="343"/>
                </a:lnTo>
                <a:lnTo>
                  <a:pt x="117" y="503"/>
                </a:lnTo>
                <a:lnTo>
                  <a:pt x="0" y="503"/>
                </a:lnTo>
                <a:moveTo>
                  <a:pt x="1" y="236"/>
                </a:moveTo>
                <a:cubicBezTo>
                  <a:pt x="3" y="161"/>
                  <a:pt x="33" y="100"/>
                  <a:pt x="92" y="54"/>
                </a:cubicBezTo>
                <a:lnTo>
                  <a:pt x="165" y="145"/>
                </a:lnTo>
                <a:cubicBezTo>
                  <a:pt x="134" y="169"/>
                  <a:pt x="118" y="201"/>
                  <a:pt x="117" y="240"/>
                </a:cubicBezTo>
                <a:lnTo>
                  <a:pt x="1" y="236"/>
                </a:lnTo>
                <a:moveTo>
                  <a:pt x="221" y="1"/>
                </a:moveTo>
                <a:cubicBezTo>
                  <a:pt x="228" y="1"/>
                  <a:pt x="236" y="0"/>
                  <a:pt x="244" y="0"/>
                </a:cubicBezTo>
                <a:lnTo>
                  <a:pt x="403" y="0"/>
                </a:lnTo>
                <a:lnTo>
                  <a:pt x="403" y="117"/>
                </a:lnTo>
                <a:lnTo>
                  <a:pt x="244" y="117"/>
                </a:lnTo>
                <a:cubicBezTo>
                  <a:pt x="240" y="117"/>
                  <a:pt x="236" y="117"/>
                  <a:pt x="232" y="117"/>
                </a:cubicBezTo>
                <a:lnTo>
                  <a:pt x="221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6755760" y="3584160"/>
            <a:ext cx="33926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ConvNeXt family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として拡張する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849240" y="4572720"/>
            <a:ext cx="1029024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[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ここに論文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Figure 2: ResNet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から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ConvNeXt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へ向かう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modernization roadmap 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を入れ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912280" y="4972680"/>
            <a:ext cx="42696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る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]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914400" y="3924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提案手法の全体像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4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42" name=""/>
          <p:cNvSpPr/>
          <p:nvPr/>
        </p:nvSpPr>
        <p:spPr>
          <a:xfrm>
            <a:off x="542880" y="1514160"/>
            <a:ext cx="3571920" cy="1867320"/>
          </a:xfrm>
          <a:custGeom>
            <a:avLst/>
            <a:gdLst/>
            <a:ahLst/>
            <a:rect l="0" t="0" r="r" b="b"/>
            <a:pathLst>
              <a:path w="9922" h="5187">
                <a:moveTo>
                  <a:pt x="0" y="5002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7" y="0"/>
                </a:lnTo>
                <a:cubicBezTo>
                  <a:pt x="9749" y="0"/>
                  <a:pt x="9761" y="2"/>
                  <a:pt x="9773" y="4"/>
                </a:cubicBezTo>
                <a:cubicBezTo>
                  <a:pt x="9785" y="6"/>
                  <a:pt x="9797" y="10"/>
                  <a:pt x="9808" y="14"/>
                </a:cubicBezTo>
                <a:cubicBezTo>
                  <a:pt x="9819" y="19"/>
                  <a:pt x="9830" y="25"/>
                  <a:pt x="9840" y="32"/>
                </a:cubicBezTo>
                <a:cubicBezTo>
                  <a:pt x="9850" y="38"/>
                  <a:pt x="9860" y="46"/>
                  <a:pt x="9868" y="55"/>
                </a:cubicBezTo>
                <a:cubicBezTo>
                  <a:pt x="9877" y="63"/>
                  <a:pt x="9885" y="73"/>
                  <a:pt x="9891" y="83"/>
                </a:cubicBezTo>
                <a:cubicBezTo>
                  <a:pt x="9898" y="93"/>
                  <a:pt x="9904" y="103"/>
                  <a:pt x="9908" y="115"/>
                </a:cubicBezTo>
                <a:cubicBezTo>
                  <a:pt x="9913" y="126"/>
                  <a:pt x="9917" y="138"/>
                  <a:pt x="9919" y="149"/>
                </a:cubicBezTo>
                <a:cubicBezTo>
                  <a:pt x="9921" y="161"/>
                  <a:pt x="9922" y="173"/>
                  <a:pt x="9922" y="186"/>
                </a:cubicBezTo>
                <a:lnTo>
                  <a:pt x="9922" y="5002"/>
                </a:lnTo>
                <a:cubicBezTo>
                  <a:pt x="9922" y="5014"/>
                  <a:pt x="9921" y="5026"/>
                  <a:pt x="9919" y="5038"/>
                </a:cubicBezTo>
                <a:cubicBezTo>
                  <a:pt x="9917" y="5050"/>
                  <a:pt x="9913" y="5062"/>
                  <a:pt x="9908" y="5073"/>
                </a:cubicBezTo>
                <a:cubicBezTo>
                  <a:pt x="9904" y="5084"/>
                  <a:pt x="9898" y="5095"/>
                  <a:pt x="9891" y="5105"/>
                </a:cubicBezTo>
                <a:cubicBezTo>
                  <a:pt x="9885" y="5115"/>
                  <a:pt x="9877" y="5124"/>
                  <a:pt x="9868" y="5133"/>
                </a:cubicBezTo>
                <a:cubicBezTo>
                  <a:pt x="9860" y="5142"/>
                  <a:pt x="9850" y="5149"/>
                  <a:pt x="9840" y="5156"/>
                </a:cubicBezTo>
                <a:cubicBezTo>
                  <a:pt x="9830" y="5163"/>
                  <a:pt x="9819" y="5168"/>
                  <a:pt x="9808" y="5173"/>
                </a:cubicBezTo>
                <a:cubicBezTo>
                  <a:pt x="9797" y="5178"/>
                  <a:pt x="9785" y="5181"/>
                  <a:pt x="9773" y="5184"/>
                </a:cubicBezTo>
                <a:cubicBezTo>
                  <a:pt x="9761" y="5186"/>
                  <a:pt x="9749" y="5187"/>
                  <a:pt x="9737" y="5187"/>
                </a:cubicBezTo>
                <a:lnTo>
                  <a:pt x="185" y="5187"/>
                </a:lnTo>
                <a:cubicBezTo>
                  <a:pt x="173" y="5187"/>
                  <a:pt x="161" y="5186"/>
                  <a:pt x="149" y="5184"/>
                </a:cubicBezTo>
                <a:cubicBezTo>
                  <a:pt x="137" y="5181"/>
                  <a:pt x="125" y="5178"/>
                  <a:pt x="114" y="5173"/>
                </a:cubicBezTo>
                <a:cubicBezTo>
                  <a:pt x="103" y="5168"/>
                  <a:pt x="92" y="5163"/>
                  <a:pt x="82" y="5156"/>
                </a:cubicBezTo>
                <a:cubicBezTo>
                  <a:pt x="72" y="5149"/>
                  <a:pt x="62" y="5142"/>
                  <a:pt x="54" y="5133"/>
                </a:cubicBezTo>
                <a:cubicBezTo>
                  <a:pt x="45" y="5124"/>
                  <a:pt x="38" y="5115"/>
                  <a:pt x="31" y="5105"/>
                </a:cubicBezTo>
                <a:cubicBezTo>
                  <a:pt x="24" y="5095"/>
                  <a:pt x="18" y="5084"/>
                  <a:pt x="14" y="5073"/>
                </a:cubicBezTo>
                <a:cubicBezTo>
                  <a:pt x="9" y="5062"/>
                  <a:pt x="6" y="5050"/>
                  <a:pt x="3" y="5038"/>
                </a:cubicBezTo>
                <a:cubicBezTo>
                  <a:pt x="1" y="5026"/>
                  <a:pt x="0" y="5014"/>
                  <a:pt x="0" y="5002"/>
                </a:cubicBezTo>
                <a:close/>
              </a:path>
            </a:pathLst>
          </a:custGeom>
          <a:solidFill>
            <a:srgbClr val="f9fc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542880" y="1514160"/>
            <a:ext cx="3571920" cy="1867320"/>
          </a:xfrm>
          <a:custGeom>
            <a:avLst/>
            <a:gdLst/>
            <a:ahLst/>
            <a:rect l="0" t="0" r="r" b="b"/>
            <a:pathLst>
              <a:path w="9922" h="5187">
                <a:moveTo>
                  <a:pt x="0" y="5002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7" y="0"/>
                </a:lnTo>
                <a:cubicBezTo>
                  <a:pt x="9749" y="0"/>
                  <a:pt x="9761" y="2"/>
                  <a:pt x="9773" y="4"/>
                </a:cubicBezTo>
                <a:cubicBezTo>
                  <a:pt x="9785" y="6"/>
                  <a:pt x="9797" y="10"/>
                  <a:pt x="9808" y="14"/>
                </a:cubicBezTo>
                <a:cubicBezTo>
                  <a:pt x="9819" y="19"/>
                  <a:pt x="9830" y="25"/>
                  <a:pt x="9840" y="32"/>
                </a:cubicBezTo>
                <a:cubicBezTo>
                  <a:pt x="9850" y="38"/>
                  <a:pt x="9860" y="46"/>
                  <a:pt x="9868" y="55"/>
                </a:cubicBezTo>
                <a:cubicBezTo>
                  <a:pt x="9877" y="63"/>
                  <a:pt x="9885" y="73"/>
                  <a:pt x="9891" y="83"/>
                </a:cubicBezTo>
                <a:cubicBezTo>
                  <a:pt x="9898" y="93"/>
                  <a:pt x="9904" y="103"/>
                  <a:pt x="9908" y="115"/>
                </a:cubicBezTo>
                <a:cubicBezTo>
                  <a:pt x="9913" y="126"/>
                  <a:pt x="9917" y="138"/>
                  <a:pt x="9919" y="149"/>
                </a:cubicBezTo>
                <a:cubicBezTo>
                  <a:pt x="9921" y="161"/>
                  <a:pt x="9922" y="173"/>
                  <a:pt x="9922" y="186"/>
                </a:cubicBezTo>
                <a:lnTo>
                  <a:pt x="9922" y="5002"/>
                </a:lnTo>
                <a:cubicBezTo>
                  <a:pt x="9922" y="5014"/>
                  <a:pt x="9921" y="5026"/>
                  <a:pt x="9919" y="5038"/>
                </a:cubicBezTo>
                <a:cubicBezTo>
                  <a:pt x="9917" y="5050"/>
                  <a:pt x="9913" y="5062"/>
                  <a:pt x="9908" y="5073"/>
                </a:cubicBezTo>
                <a:cubicBezTo>
                  <a:pt x="9904" y="5084"/>
                  <a:pt x="9898" y="5095"/>
                  <a:pt x="9891" y="5105"/>
                </a:cubicBezTo>
                <a:cubicBezTo>
                  <a:pt x="9885" y="5115"/>
                  <a:pt x="9877" y="5124"/>
                  <a:pt x="9868" y="5133"/>
                </a:cubicBezTo>
                <a:cubicBezTo>
                  <a:pt x="9860" y="5142"/>
                  <a:pt x="9850" y="5149"/>
                  <a:pt x="9840" y="5156"/>
                </a:cubicBezTo>
                <a:cubicBezTo>
                  <a:pt x="9830" y="5163"/>
                  <a:pt x="9819" y="5168"/>
                  <a:pt x="9808" y="5173"/>
                </a:cubicBezTo>
                <a:cubicBezTo>
                  <a:pt x="9797" y="5178"/>
                  <a:pt x="9785" y="5181"/>
                  <a:pt x="9773" y="5184"/>
                </a:cubicBezTo>
                <a:cubicBezTo>
                  <a:pt x="9761" y="5186"/>
                  <a:pt x="9749" y="5187"/>
                  <a:pt x="9737" y="5187"/>
                </a:cubicBezTo>
                <a:lnTo>
                  <a:pt x="185" y="5187"/>
                </a:lnTo>
                <a:cubicBezTo>
                  <a:pt x="173" y="5187"/>
                  <a:pt x="161" y="5186"/>
                  <a:pt x="149" y="5184"/>
                </a:cubicBezTo>
                <a:cubicBezTo>
                  <a:pt x="137" y="5181"/>
                  <a:pt x="125" y="5178"/>
                  <a:pt x="114" y="5173"/>
                </a:cubicBezTo>
                <a:cubicBezTo>
                  <a:pt x="103" y="5168"/>
                  <a:pt x="92" y="5163"/>
                  <a:pt x="82" y="5156"/>
                </a:cubicBezTo>
                <a:cubicBezTo>
                  <a:pt x="72" y="5149"/>
                  <a:pt x="62" y="5142"/>
                  <a:pt x="54" y="5133"/>
                </a:cubicBezTo>
                <a:cubicBezTo>
                  <a:pt x="45" y="5124"/>
                  <a:pt x="38" y="5115"/>
                  <a:pt x="31" y="5105"/>
                </a:cubicBezTo>
                <a:cubicBezTo>
                  <a:pt x="24" y="5095"/>
                  <a:pt x="18" y="5084"/>
                  <a:pt x="14" y="5073"/>
                </a:cubicBezTo>
                <a:cubicBezTo>
                  <a:pt x="9" y="5062"/>
                  <a:pt x="6" y="5050"/>
                  <a:pt x="3" y="5038"/>
                </a:cubicBezTo>
                <a:cubicBezTo>
                  <a:pt x="1" y="5026"/>
                  <a:pt x="0" y="5014"/>
                  <a:pt x="0" y="500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533520" y="924480"/>
            <a:ext cx="87472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まず学習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recipe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と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macro design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を、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時代の設定へ揃える。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723960" y="1681560"/>
            <a:ext cx="1299240" cy="27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Training recipe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723960" y="2055240"/>
            <a:ext cx="266760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AdamW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300 epochs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Mixup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723960" y="2302920"/>
            <a:ext cx="29242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Cutmix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RandAugment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などを導入す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723960" y="2550240"/>
            <a:ext cx="34200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る。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4305240" y="1514160"/>
            <a:ext cx="3581640" cy="1867320"/>
          </a:xfrm>
          <a:custGeom>
            <a:avLst/>
            <a:gdLst/>
            <a:ahLst/>
            <a:rect l="0" t="0" r="r" b="b"/>
            <a:pathLst>
              <a:path w="9949" h="5187">
                <a:moveTo>
                  <a:pt x="0" y="5002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64" y="0"/>
                </a:lnTo>
                <a:cubicBezTo>
                  <a:pt x="9776" y="0"/>
                  <a:pt x="9788" y="2"/>
                  <a:pt x="9800" y="4"/>
                </a:cubicBezTo>
                <a:cubicBezTo>
                  <a:pt x="9812" y="6"/>
                  <a:pt x="9823" y="10"/>
                  <a:pt x="9835" y="14"/>
                </a:cubicBezTo>
                <a:cubicBezTo>
                  <a:pt x="9846" y="19"/>
                  <a:pt x="9857" y="25"/>
                  <a:pt x="9867" y="32"/>
                </a:cubicBezTo>
                <a:cubicBezTo>
                  <a:pt x="9877" y="38"/>
                  <a:pt x="9886" y="46"/>
                  <a:pt x="9895" y="55"/>
                </a:cubicBezTo>
                <a:cubicBezTo>
                  <a:pt x="9903" y="63"/>
                  <a:pt x="9911" y="73"/>
                  <a:pt x="9918" y="83"/>
                </a:cubicBezTo>
                <a:cubicBezTo>
                  <a:pt x="9925" y="93"/>
                  <a:pt x="9930" y="103"/>
                  <a:pt x="9935" y="115"/>
                </a:cubicBezTo>
                <a:cubicBezTo>
                  <a:pt x="9940" y="126"/>
                  <a:pt x="9943" y="138"/>
                  <a:pt x="9945" y="149"/>
                </a:cubicBezTo>
                <a:cubicBezTo>
                  <a:pt x="9948" y="161"/>
                  <a:pt x="9949" y="173"/>
                  <a:pt x="9949" y="186"/>
                </a:cubicBezTo>
                <a:lnTo>
                  <a:pt x="9949" y="5002"/>
                </a:lnTo>
                <a:cubicBezTo>
                  <a:pt x="9949" y="5014"/>
                  <a:pt x="9948" y="5026"/>
                  <a:pt x="9945" y="5038"/>
                </a:cubicBezTo>
                <a:cubicBezTo>
                  <a:pt x="9943" y="5050"/>
                  <a:pt x="9940" y="5062"/>
                  <a:pt x="9935" y="5073"/>
                </a:cubicBezTo>
                <a:cubicBezTo>
                  <a:pt x="9930" y="5084"/>
                  <a:pt x="9925" y="5095"/>
                  <a:pt x="9918" y="5105"/>
                </a:cubicBezTo>
                <a:cubicBezTo>
                  <a:pt x="9911" y="5115"/>
                  <a:pt x="9903" y="5124"/>
                  <a:pt x="9895" y="5133"/>
                </a:cubicBezTo>
                <a:cubicBezTo>
                  <a:pt x="9886" y="5142"/>
                  <a:pt x="9877" y="5149"/>
                  <a:pt x="9867" y="5156"/>
                </a:cubicBezTo>
                <a:cubicBezTo>
                  <a:pt x="9857" y="5163"/>
                  <a:pt x="9846" y="5168"/>
                  <a:pt x="9835" y="5173"/>
                </a:cubicBezTo>
                <a:cubicBezTo>
                  <a:pt x="9823" y="5178"/>
                  <a:pt x="9812" y="5181"/>
                  <a:pt x="9800" y="5184"/>
                </a:cubicBezTo>
                <a:cubicBezTo>
                  <a:pt x="9788" y="5186"/>
                  <a:pt x="9776" y="5187"/>
                  <a:pt x="9764" y="5187"/>
                </a:cubicBezTo>
                <a:lnTo>
                  <a:pt x="185" y="5187"/>
                </a:lnTo>
                <a:cubicBezTo>
                  <a:pt x="173" y="5187"/>
                  <a:pt x="161" y="5186"/>
                  <a:pt x="149" y="5184"/>
                </a:cubicBezTo>
                <a:cubicBezTo>
                  <a:pt x="137" y="5181"/>
                  <a:pt x="125" y="5178"/>
                  <a:pt x="114" y="5173"/>
                </a:cubicBezTo>
                <a:cubicBezTo>
                  <a:pt x="103" y="5168"/>
                  <a:pt x="92" y="5163"/>
                  <a:pt x="82" y="5156"/>
                </a:cubicBezTo>
                <a:cubicBezTo>
                  <a:pt x="72" y="5149"/>
                  <a:pt x="63" y="5142"/>
                  <a:pt x="54" y="5133"/>
                </a:cubicBezTo>
                <a:cubicBezTo>
                  <a:pt x="45" y="5124"/>
                  <a:pt x="38" y="5115"/>
                  <a:pt x="31" y="5105"/>
                </a:cubicBezTo>
                <a:cubicBezTo>
                  <a:pt x="24" y="5095"/>
                  <a:pt x="18" y="5084"/>
                  <a:pt x="14" y="5073"/>
                </a:cubicBezTo>
                <a:cubicBezTo>
                  <a:pt x="9" y="5062"/>
                  <a:pt x="6" y="5050"/>
                  <a:pt x="3" y="5038"/>
                </a:cubicBezTo>
                <a:cubicBezTo>
                  <a:pt x="1" y="5026"/>
                  <a:pt x="0" y="5014"/>
                  <a:pt x="0" y="5002"/>
                </a:cubicBezTo>
                <a:close/>
              </a:path>
            </a:pathLst>
          </a:custGeom>
          <a:solidFill>
            <a:srgbClr val="f9fc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4305240" y="1514160"/>
            <a:ext cx="3581640" cy="1867320"/>
          </a:xfrm>
          <a:custGeom>
            <a:avLst/>
            <a:gdLst/>
            <a:ahLst/>
            <a:rect l="0" t="0" r="r" b="b"/>
            <a:pathLst>
              <a:path w="9949" h="5187">
                <a:moveTo>
                  <a:pt x="0" y="5002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64" y="0"/>
                </a:lnTo>
                <a:cubicBezTo>
                  <a:pt x="9776" y="0"/>
                  <a:pt x="9788" y="2"/>
                  <a:pt x="9800" y="4"/>
                </a:cubicBezTo>
                <a:cubicBezTo>
                  <a:pt x="9812" y="6"/>
                  <a:pt x="9823" y="10"/>
                  <a:pt x="9835" y="14"/>
                </a:cubicBezTo>
                <a:cubicBezTo>
                  <a:pt x="9846" y="19"/>
                  <a:pt x="9857" y="25"/>
                  <a:pt x="9867" y="32"/>
                </a:cubicBezTo>
                <a:cubicBezTo>
                  <a:pt x="9877" y="38"/>
                  <a:pt x="9886" y="46"/>
                  <a:pt x="9895" y="55"/>
                </a:cubicBezTo>
                <a:cubicBezTo>
                  <a:pt x="9903" y="63"/>
                  <a:pt x="9911" y="73"/>
                  <a:pt x="9918" y="83"/>
                </a:cubicBezTo>
                <a:cubicBezTo>
                  <a:pt x="9925" y="93"/>
                  <a:pt x="9930" y="103"/>
                  <a:pt x="9935" y="115"/>
                </a:cubicBezTo>
                <a:cubicBezTo>
                  <a:pt x="9940" y="126"/>
                  <a:pt x="9943" y="138"/>
                  <a:pt x="9945" y="149"/>
                </a:cubicBezTo>
                <a:cubicBezTo>
                  <a:pt x="9948" y="161"/>
                  <a:pt x="9949" y="173"/>
                  <a:pt x="9949" y="186"/>
                </a:cubicBezTo>
                <a:lnTo>
                  <a:pt x="9949" y="5002"/>
                </a:lnTo>
                <a:cubicBezTo>
                  <a:pt x="9949" y="5014"/>
                  <a:pt x="9948" y="5026"/>
                  <a:pt x="9945" y="5038"/>
                </a:cubicBezTo>
                <a:cubicBezTo>
                  <a:pt x="9943" y="5050"/>
                  <a:pt x="9940" y="5062"/>
                  <a:pt x="9935" y="5073"/>
                </a:cubicBezTo>
                <a:cubicBezTo>
                  <a:pt x="9930" y="5084"/>
                  <a:pt x="9925" y="5095"/>
                  <a:pt x="9918" y="5105"/>
                </a:cubicBezTo>
                <a:cubicBezTo>
                  <a:pt x="9911" y="5115"/>
                  <a:pt x="9903" y="5124"/>
                  <a:pt x="9895" y="5133"/>
                </a:cubicBezTo>
                <a:cubicBezTo>
                  <a:pt x="9886" y="5142"/>
                  <a:pt x="9877" y="5149"/>
                  <a:pt x="9867" y="5156"/>
                </a:cubicBezTo>
                <a:cubicBezTo>
                  <a:pt x="9857" y="5163"/>
                  <a:pt x="9846" y="5168"/>
                  <a:pt x="9835" y="5173"/>
                </a:cubicBezTo>
                <a:cubicBezTo>
                  <a:pt x="9823" y="5178"/>
                  <a:pt x="9812" y="5181"/>
                  <a:pt x="9800" y="5184"/>
                </a:cubicBezTo>
                <a:cubicBezTo>
                  <a:pt x="9788" y="5186"/>
                  <a:pt x="9776" y="5187"/>
                  <a:pt x="9764" y="5187"/>
                </a:cubicBezTo>
                <a:lnTo>
                  <a:pt x="185" y="5187"/>
                </a:lnTo>
                <a:cubicBezTo>
                  <a:pt x="173" y="5187"/>
                  <a:pt x="161" y="5186"/>
                  <a:pt x="149" y="5184"/>
                </a:cubicBezTo>
                <a:cubicBezTo>
                  <a:pt x="137" y="5181"/>
                  <a:pt x="125" y="5178"/>
                  <a:pt x="114" y="5173"/>
                </a:cubicBezTo>
                <a:cubicBezTo>
                  <a:pt x="103" y="5168"/>
                  <a:pt x="92" y="5163"/>
                  <a:pt x="82" y="5156"/>
                </a:cubicBezTo>
                <a:cubicBezTo>
                  <a:pt x="72" y="5149"/>
                  <a:pt x="63" y="5142"/>
                  <a:pt x="54" y="5133"/>
                </a:cubicBezTo>
                <a:cubicBezTo>
                  <a:pt x="45" y="5124"/>
                  <a:pt x="38" y="5115"/>
                  <a:pt x="31" y="5105"/>
                </a:cubicBezTo>
                <a:cubicBezTo>
                  <a:pt x="24" y="5095"/>
                  <a:pt x="18" y="5084"/>
                  <a:pt x="14" y="5073"/>
                </a:cubicBezTo>
                <a:cubicBezTo>
                  <a:pt x="9" y="5062"/>
                  <a:pt x="6" y="5050"/>
                  <a:pt x="3" y="5038"/>
                </a:cubicBezTo>
                <a:cubicBezTo>
                  <a:pt x="1" y="5026"/>
                  <a:pt x="0" y="5014"/>
                  <a:pt x="0" y="500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723960" y="2764440"/>
            <a:ext cx="1037160" cy="518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000" spc="-1" strike="noStrike">
                <a:solidFill>
                  <a:srgbClr val="c9342f"/>
                </a:solidFill>
                <a:latin typeface="NotoSansJP"/>
                <a:ea typeface="NotoSansJP"/>
              </a:rPr>
              <a:t>78.8%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489560" y="1681560"/>
            <a:ext cx="947160" cy="27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Stage ratio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489560" y="2055240"/>
            <a:ext cx="32320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ResNet-50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の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(3,4,6,3)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を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Swin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風の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(3,3,9,3)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4489560" y="2302920"/>
            <a:ext cx="102492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へ変更する。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8076960" y="1514160"/>
            <a:ext cx="3572280" cy="1867320"/>
          </a:xfrm>
          <a:custGeom>
            <a:avLst/>
            <a:gdLst/>
            <a:ahLst/>
            <a:rect l="0" t="0" r="r" b="b"/>
            <a:pathLst>
              <a:path w="9923" h="5187">
                <a:moveTo>
                  <a:pt x="0" y="5002"/>
                </a:moveTo>
                <a:lnTo>
                  <a:pt x="0" y="186"/>
                </a:lnTo>
                <a:cubicBezTo>
                  <a:pt x="0" y="173"/>
                  <a:pt x="1" y="161"/>
                  <a:pt x="4" y="149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3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4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8" y="0"/>
                </a:lnTo>
                <a:cubicBezTo>
                  <a:pt x="9750" y="0"/>
                  <a:pt x="9762" y="2"/>
                  <a:pt x="9774" y="4"/>
                </a:cubicBezTo>
                <a:cubicBezTo>
                  <a:pt x="9786" y="6"/>
                  <a:pt x="9797" y="10"/>
                  <a:pt x="9809" y="14"/>
                </a:cubicBezTo>
                <a:cubicBezTo>
                  <a:pt x="9820" y="19"/>
                  <a:pt x="9831" y="25"/>
                  <a:pt x="9841" y="32"/>
                </a:cubicBezTo>
                <a:cubicBezTo>
                  <a:pt x="9851" y="38"/>
                  <a:pt x="9860" y="46"/>
                  <a:pt x="9869" y="55"/>
                </a:cubicBezTo>
                <a:cubicBezTo>
                  <a:pt x="9877" y="63"/>
                  <a:pt x="9885" y="73"/>
                  <a:pt x="9892" y="83"/>
                </a:cubicBezTo>
                <a:cubicBezTo>
                  <a:pt x="9899" y="93"/>
                  <a:pt x="9904" y="103"/>
                  <a:pt x="9909" y="115"/>
                </a:cubicBezTo>
                <a:cubicBezTo>
                  <a:pt x="9914" y="126"/>
                  <a:pt x="9917" y="138"/>
                  <a:pt x="9919" y="149"/>
                </a:cubicBezTo>
                <a:cubicBezTo>
                  <a:pt x="9922" y="161"/>
                  <a:pt x="9923" y="173"/>
                  <a:pt x="9923" y="186"/>
                </a:cubicBezTo>
                <a:lnTo>
                  <a:pt x="9923" y="5002"/>
                </a:lnTo>
                <a:cubicBezTo>
                  <a:pt x="9923" y="5014"/>
                  <a:pt x="9922" y="5026"/>
                  <a:pt x="9919" y="5038"/>
                </a:cubicBezTo>
                <a:cubicBezTo>
                  <a:pt x="9917" y="5050"/>
                  <a:pt x="9914" y="5062"/>
                  <a:pt x="9909" y="5073"/>
                </a:cubicBezTo>
                <a:cubicBezTo>
                  <a:pt x="9904" y="5084"/>
                  <a:pt x="9899" y="5095"/>
                  <a:pt x="9892" y="5105"/>
                </a:cubicBezTo>
                <a:cubicBezTo>
                  <a:pt x="9885" y="5115"/>
                  <a:pt x="9877" y="5124"/>
                  <a:pt x="9869" y="5133"/>
                </a:cubicBezTo>
                <a:cubicBezTo>
                  <a:pt x="9860" y="5142"/>
                  <a:pt x="9851" y="5149"/>
                  <a:pt x="9841" y="5156"/>
                </a:cubicBezTo>
                <a:cubicBezTo>
                  <a:pt x="9831" y="5163"/>
                  <a:pt x="9820" y="5168"/>
                  <a:pt x="9809" y="5173"/>
                </a:cubicBezTo>
                <a:cubicBezTo>
                  <a:pt x="9797" y="5178"/>
                  <a:pt x="9786" y="5181"/>
                  <a:pt x="9774" y="5184"/>
                </a:cubicBezTo>
                <a:cubicBezTo>
                  <a:pt x="9762" y="5186"/>
                  <a:pt x="9750" y="5187"/>
                  <a:pt x="9738" y="5187"/>
                </a:cubicBezTo>
                <a:lnTo>
                  <a:pt x="185" y="5187"/>
                </a:lnTo>
                <a:cubicBezTo>
                  <a:pt x="173" y="5187"/>
                  <a:pt x="161" y="5186"/>
                  <a:pt x="149" y="5184"/>
                </a:cubicBezTo>
                <a:cubicBezTo>
                  <a:pt x="137" y="5181"/>
                  <a:pt x="126" y="5178"/>
                  <a:pt x="114" y="5173"/>
                </a:cubicBezTo>
                <a:cubicBezTo>
                  <a:pt x="103" y="5168"/>
                  <a:pt x="93" y="5163"/>
                  <a:pt x="82" y="5156"/>
                </a:cubicBezTo>
                <a:cubicBezTo>
                  <a:pt x="72" y="5149"/>
                  <a:pt x="63" y="5142"/>
                  <a:pt x="54" y="5133"/>
                </a:cubicBezTo>
                <a:cubicBezTo>
                  <a:pt x="46" y="5124"/>
                  <a:pt x="38" y="5115"/>
                  <a:pt x="31" y="5105"/>
                </a:cubicBezTo>
                <a:cubicBezTo>
                  <a:pt x="25" y="5095"/>
                  <a:pt x="19" y="5084"/>
                  <a:pt x="14" y="5073"/>
                </a:cubicBezTo>
                <a:cubicBezTo>
                  <a:pt x="10" y="5062"/>
                  <a:pt x="6" y="5050"/>
                  <a:pt x="4" y="5038"/>
                </a:cubicBezTo>
                <a:cubicBezTo>
                  <a:pt x="1" y="5026"/>
                  <a:pt x="0" y="5014"/>
                  <a:pt x="0" y="5002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8076960" y="1514160"/>
            <a:ext cx="3572280" cy="1867320"/>
          </a:xfrm>
          <a:custGeom>
            <a:avLst/>
            <a:gdLst/>
            <a:ahLst/>
            <a:rect l="0" t="0" r="r" b="b"/>
            <a:pathLst>
              <a:path w="9923" h="5187">
                <a:moveTo>
                  <a:pt x="0" y="5002"/>
                </a:moveTo>
                <a:lnTo>
                  <a:pt x="0" y="186"/>
                </a:lnTo>
                <a:cubicBezTo>
                  <a:pt x="0" y="173"/>
                  <a:pt x="1" y="161"/>
                  <a:pt x="4" y="149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3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4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8" y="0"/>
                </a:lnTo>
                <a:cubicBezTo>
                  <a:pt x="9750" y="0"/>
                  <a:pt x="9762" y="2"/>
                  <a:pt x="9774" y="4"/>
                </a:cubicBezTo>
                <a:cubicBezTo>
                  <a:pt x="9786" y="6"/>
                  <a:pt x="9797" y="10"/>
                  <a:pt x="9809" y="14"/>
                </a:cubicBezTo>
                <a:cubicBezTo>
                  <a:pt x="9820" y="19"/>
                  <a:pt x="9831" y="25"/>
                  <a:pt x="9841" y="32"/>
                </a:cubicBezTo>
                <a:cubicBezTo>
                  <a:pt x="9851" y="38"/>
                  <a:pt x="9860" y="46"/>
                  <a:pt x="9869" y="55"/>
                </a:cubicBezTo>
                <a:cubicBezTo>
                  <a:pt x="9877" y="63"/>
                  <a:pt x="9885" y="73"/>
                  <a:pt x="9892" y="83"/>
                </a:cubicBezTo>
                <a:cubicBezTo>
                  <a:pt x="9899" y="93"/>
                  <a:pt x="9904" y="103"/>
                  <a:pt x="9909" y="115"/>
                </a:cubicBezTo>
                <a:cubicBezTo>
                  <a:pt x="9914" y="126"/>
                  <a:pt x="9917" y="138"/>
                  <a:pt x="9919" y="149"/>
                </a:cubicBezTo>
                <a:cubicBezTo>
                  <a:pt x="9922" y="161"/>
                  <a:pt x="9923" y="173"/>
                  <a:pt x="9923" y="186"/>
                </a:cubicBezTo>
                <a:lnTo>
                  <a:pt x="9923" y="5002"/>
                </a:lnTo>
                <a:cubicBezTo>
                  <a:pt x="9923" y="5014"/>
                  <a:pt x="9922" y="5026"/>
                  <a:pt x="9919" y="5038"/>
                </a:cubicBezTo>
                <a:cubicBezTo>
                  <a:pt x="9917" y="5050"/>
                  <a:pt x="9914" y="5062"/>
                  <a:pt x="9909" y="5073"/>
                </a:cubicBezTo>
                <a:cubicBezTo>
                  <a:pt x="9904" y="5084"/>
                  <a:pt x="9899" y="5095"/>
                  <a:pt x="9892" y="5105"/>
                </a:cubicBezTo>
                <a:cubicBezTo>
                  <a:pt x="9885" y="5115"/>
                  <a:pt x="9877" y="5124"/>
                  <a:pt x="9869" y="5133"/>
                </a:cubicBezTo>
                <a:cubicBezTo>
                  <a:pt x="9860" y="5142"/>
                  <a:pt x="9851" y="5149"/>
                  <a:pt x="9841" y="5156"/>
                </a:cubicBezTo>
                <a:cubicBezTo>
                  <a:pt x="9831" y="5163"/>
                  <a:pt x="9820" y="5168"/>
                  <a:pt x="9809" y="5173"/>
                </a:cubicBezTo>
                <a:cubicBezTo>
                  <a:pt x="9797" y="5178"/>
                  <a:pt x="9786" y="5181"/>
                  <a:pt x="9774" y="5184"/>
                </a:cubicBezTo>
                <a:cubicBezTo>
                  <a:pt x="9762" y="5186"/>
                  <a:pt x="9750" y="5187"/>
                  <a:pt x="9738" y="5187"/>
                </a:cubicBezTo>
                <a:lnTo>
                  <a:pt x="185" y="5187"/>
                </a:lnTo>
                <a:cubicBezTo>
                  <a:pt x="173" y="5187"/>
                  <a:pt x="161" y="5186"/>
                  <a:pt x="149" y="5184"/>
                </a:cubicBezTo>
                <a:cubicBezTo>
                  <a:pt x="137" y="5181"/>
                  <a:pt x="126" y="5178"/>
                  <a:pt x="114" y="5173"/>
                </a:cubicBezTo>
                <a:cubicBezTo>
                  <a:pt x="103" y="5168"/>
                  <a:pt x="93" y="5163"/>
                  <a:pt x="82" y="5156"/>
                </a:cubicBezTo>
                <a:cubicBezTo>
                  <a:pt x="72" y="5149"/>
                  <a:pt x="63" y="5142"/>
                  <a:pt x="54" y="5133"/>
                </a:cubicBezTo>
                <a:cubicBezTo>
                  <a:pt x="46" y="5124"/>
                  <a:pt x="38" y="5115"/>
                  <a:pt x="31" y="5105"/>
                </a:cubicBezTo>
                <a:cubicBezTo>
                  <a:pt x="25" y="5095"/>
                  <a:pt x="19" y="5084"/>
                  <a:pt x="14" y="5073"/>
                </a:cubicBezTo>
                <a:cubicBezTo>
                  <a:pt x="10" y="5062"/>
                  <a:pt x="6" y="5050"/>
                  <a:pt x="4" y="5038"/>
                </a:cubicBezTo>
                <a:cubicBezTo>
                  <a:pt x="1" y="5026"/>
                  <a:pt x="0" y="5014"/>
                  <a:pt x="0" y="5002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489560" y="2516760"/>
            <a:ext cx="1037160" cy="518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000" spc="-1" strike="noStrike">
                <a:solidFill>
                  <a:srgbClr val="c9342f"/>
                </a:solidFill>
                <a:latin typeface="NotoSansJP"/>
                <a:ea typeface="NotoSansJP"/>
              </a:rPr>
              <a:t>79.4%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8254800" y="1681560"/>
            <a:ext cx="1154520" cy="27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Patchify stem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8254800" y="2055240"/>
            <a:ext cx="31618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stem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を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4x4 stride 4 convolution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へ置き換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8254800" y="2302920"/>
            <a:ext cx="51264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える。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533160" y="3562200"/>
            <a:ext cx="11125440" cy="638640"/>
          </a:xfrm>
          <a:custGeom>
            <a:avLst/>
            <a:gdLst/>
            <a:ahLst/>
            <a:rect l="0" t="0" r="r" b="b"/>
            <a:pathLst>
              <a:path w="30904" h="1774">
                <a:moveTo>
                  <a:pt x="0" y="0"/>
                </a:moveTo>
                <a:lnTo>
                  <a:pt x="30904" y="0"/>
                </a:lnTo>
                <a:lnTo>
                  <a:pt x="30904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533160" y="3562200"/>
            <a:ext cx="76680" cy="638640"/>
          </a:xfrm>
          <a:custGeom>
            <a:avLst/>
            <a:gdLst/>
            <a:ahLst/>
            <a:rect l="0" t="0" r="r" b="b"/>
            <a:pathLst>
              <a:path w="213" h="1774">
                <a:moveTo>
                  <a:pt x="0" y="0"/>
                </a:moveTo>
                <a:lnTo>
                  <a:pt x="213" y="0"/>
                </a:lnTo>
                <a:lnTo>
                  <a:pt x="21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8254800" y="2516760"/>
            <a:ext cx="1037160" cy="518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000" spc="-1" strike="noStrike">
                <a:solidFill>
                  <a:srgbClr val="c9342f"/>
                </a:solidFill>
                <a:latin typeface="NotoSansJP"/>
                <a:ea typeface="NotoSansJP"/>
              </a:rPr>
              <a:t>79.5%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781200" y="3715920"/>
            <a:ext cx="901512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アーキテクチャだけでなく、学習条件と大きな構成を揃えることから始める。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914400" y="392400"/>
            <a:ext cx="14544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手法の詳細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73" name=""/>
          <p:cNvSpPr/>
          <p:nvPr/>
        </p:nvSpPr>
        <p:spPr>
          <a:xfrm>
            <a:off x="54288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2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54288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2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533520" y="924480"/>
            <a:ext cx="984384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ConvNeXt block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 block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の設計思想を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の部品で写し取る。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62120" y="1848600"/>
            <a:ext cx="275616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Spatial / channel mixing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059480" y="2336400"/>
            <a:ext cx="38282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depthwise convolution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で空間方向を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809280" y="325728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4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1" y="184"/>
                </a:cubicBezTo>
                <a:cubicBezTo>
                  <a:pt x="4" y="168"/>
                  <a:pt x="0" y="151"/>
                  <a:pt x="0" y="134"/>
                </a:cubicBezTo>
                <a:cubicBezTo>
                  <a:pt x="0" y="116"/>
                  <a:pt x="4" y="99"/>
                  <a:pt x="11" y="83"/>
                </a:cubicBezTo>
                <a:cubicBezTo>
                  <a:pt x="17" y="67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7"/>
                  <a:pt x="255" y="83"/>
                </a:cubicBezTo>
                <a:cubicBezTo>
                  <a:pt x="263" y="99"/>
                  <a:pt x="266" y="116"/>
                  <a:pt x="266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059480" y="2698200"/>
            <a:ext cx="12297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mixing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1059480" y="3136320"/>
            <a:ext cx="46832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1x1 convolution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channel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方向を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mixing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す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809280" y="40575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3"/>
                </a:cubicBezTo>
                <a:cubicBezTo>
                  <a:pt x="248" y="199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1059480" y="3498120"/>
            <a:ext cx="238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059480" y="3936600"/>
            <a:ext cx="45914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self-attention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の代わりに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部品で分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623880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3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6238800" y="1666800"/>
            <a:ext cx="5410440" cy="3143520"/>
          </a:xfrm>
          <a:custGeom>
            <a:avLst/>
            <a:gdLst/>
            <a:ahLst/>
            <a:rect l="0" t="0" r="r" b="b"/>
            <a:pathLst>
              <a:path w="15029" h="8732">
                <a:moveTo>
                  <a:pt x="0" y="854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8547"/>
                </a:lnTo>
                <a:cubicBezTo>
                  <a:pt x="15029" y="8559"/>
                  <a:pt x="15028" y="8571"/>
                  <a:pt x="15025" y="8583"/>
                </a:cubicBezTo>
                <a:cubicBezTo>
                  <a:pt x="15023" y="8595"/>
                  <a:pt x="15020" y="8606"/>
                  <a:pt x="15015" y="8618"/>
                </a:cubicBezTo>
                <a:cubicBezTo>
                  <a:pt x="15010" y="8629"/>
                  <a:pt x="15005" y="8640"/>
                  <a:pt x="14998" y="8650"/>
                </a:cubicBezTo>
                <a:cubicBezTo>
                  <a:pt x="14991" y="8660"/>
                  <a:pt x="14983" y="8669"/>
                  <a:pt x="14975" y="8678"/>
                </a:cubicBezTo>
                <a:cubicBezTo>
                  <a:pt x="14966" y="8686"/>
                  <a:pt x="14957" y="8694"/>
                  <a:pt x="14947" y="8701"/>
                </a:cubicBezTo>
                <a:cubicBezTo>
                  <a:pt x="14937" y="8707"/>
                  <a:pt x="14926" y="8713"/>
                  <a:pt x="14915" y="8718"/>
                </a:cubicBezTo>
                <a:cubicBezTo>
                  <a:pt x="14903" y="8723"/>
                  <a:pt x="14892" y="8726"/>
                  <a:pt x="14880" y="8728"/>
                </a:cubicBezTo>
                <a:cubicBezTo>
                  <a:pt x="14868" y="8731"/>
                  <a:pt x="14856" y="8732"/>
                  <a:pt x="14844" y="8732"/>
                </a:cubicBezTo>
                <a:lnTo>
                  <a:pt x="185" y="8732"/>
                </a:lnTo>
                <a:cubicBezTo>
                  <a:pt x="173" y="8732"/>
                  <a:pt x="161" y="8731"/>
                  <a:pt x="149" y="8728"/>
                </a:cubicBezTo>
                <a:cubicBezTo>
                  <a:pt x="137" y="8726"/>
                  <a:pt x="125" y="8723"/>
                  <a:pt x="114" y="8718"/>
                </a:cubicBezTo>
                <a:cubicBezTo>
                  <a:pt x="103" y="8713"/>
                  <a:pt x="92" y="8707"/>
                  <a:pt x="82" y="8701"/>
                </a:cubicBezTo>
                <a:cubicBezTo>
                  <a:pt x="72" y="8694"/>
                  <a:pt x="63" y="8686"/>
                  <a:pt x="54" y="8678"/>
                </a:cubicBezTo>
                <a:cubicBezTo>
                  <a:pt x="45" y="8669"/>
                  <a:pt x="38" y="8660"/>
                  <a:pt x="31" y="8650"/>
                </a:cubicBezTo>
                <a:cubicBezTo>
                  <a:pt x="24" y="8640"/>
                  <a:pt x="18" y="8629"/>
                  <a:pt x="14" y="8618"/>
                </a:cubicBezTo>
                <a:cubicBezTo>
                  <a:pt x="9" y="8606"/>
                  <a:pt x="6" y="8595"/>
                  <a:pt x="3" y="8583"/>
                </a:cubicBezTo>
                <a:cubicBezTo>
                  <a:pt x="1" y="8571"/>
                  <a:pt x="0" y="8559"/>
                  <a:pt x="0" y="8547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059480" y="4298400"/>
            <a:ext cx="14270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離を実現する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6458040" y="1848600"/>
            <a:ext cx="39312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Inverted bottleneck + large kernel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65055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6755760" y="2336400"/>
            <a:ext cx="40860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MLP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側の隠れ次元を入力より広くする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6505560" y="33429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6755760" y="2783880"/>
            <a:ext cx="35827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depthwise conv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を前方へ移動する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533160" y="5028840"/>
            <a:ext cx="11125440" cy="1257840"/>
          </a:xfrm>
          <a:custGeom>
            <a:avLst/>
            <a:gdLst/>
            <a:ahLst/>
            <a:rect l="0" t="0" r="r" b="b"/>
            <a:pathLst>
              <a:path w="30904" h="3494">
                <a:moveTo>
                  <a:pt x="0" y="0"/>
                </a:moveTo>
                <a:lnTo>
                  <a:pt x="30904" y="0"/>
                </a:lnTo>
                <a:lnTo>
                  <a:pt x="30904" y="3494"/>
                </a:lnTo>
                <a:lnTo>
                  <a:pt x="0" y="3494"/>
                </a:lnTo>
                <a:lnTo>
                  <a:pt x="0" y="0"/>
                </a:lnTo>
                <a:close/>
              </a:path>
            </a:pathLst>
          </a:custGeom>
          <a:solidFill>
            <a:srgbClr val="f8fb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521640" y="5017680"/>
            <a:ext cx="11148480" cy="1280520"/>
          </a:xfrm>
          <a:custGeom>
            <a:avLst/>
            <a:gdLst/>
            <a:ahLst/>
            <a:rect l="0" t="0" r="r" b="b"/>
            <a:pathLst>
              <a:path w="30968" h="3557">
                <a:moveTo>
                  <a:pt x="508" y="0"/>
                </a:moveTo>
                <a:lnTo>
                  <a:pt x="667" y="0"/>
                </a:lnTo>
                <a:lnTo>
                  <a:pt x="667" y="116"/>
                </a:lnTo>
                <a:lnTo>
                  <a:pt x="508" y="116"/>
                </a:lnTo>
                <a:lnTo>
                  <a:pt x="508" y="0"/>
                </a:lnTo>
                <a:moveTo>
                  <a:pt x="773" y="0"/>
                </a:moveTo>
                <a:lnTo>
                  <a:pt x="932" y="0"/>
                </a:lnTo>
                <a:lnTo>
                  <a:pt x="932" y="116"/>
                </a:lnTo>
                <a:lnTo>
                  <a:pt x="773" y="116"/>
                </a:lnTo>
                <a:lnTo>
                  <a:pt x="773" y="0"/>
                </a:lnTo>
                <a:moveTo>
                  <a:pt x="1037" y="0"/>
                </a:moveTo>
                <a:lnTo>
                  <a:pt x="1196" y="0"/>
                </a:lnTo>
                <a:lnTo>
                  <a:pt x="1196" y="116"/>
                </a:lnTo>
                <a:lnTo>
                  <a:pt x="1037" y="116"/>
                </a:lnTo>
                <a:lnTo>
                  <a:pt x="1037" y="0"/>
                </a:lnTo>
                <a:moveTo>
                  <a:pt x="1302" y="0"/>
                </a:moveTo>
                <a:lnTo>
                  <a:pt x="1461" y="0"/>
                </a:lnTo>
                <a:lnTo>
                  <a:pt x="1461" y="116"/>
                </a:lnTo>
                <a:lnTo>
                  <a:pt x="1302" y="116"/>
                </a:lnTo>
                <a:lnTo>
                  <a:pt x="1302" y="0"/>
                </a:lnTo>
                <a:moveTo>
                  <a:pt x="1566" y="0"/>
                </a:moveTo>
                <a:lnTo>
                  <a:pt x="1725" y="0"/>
                </a:lnTo>
                <a:lnTo>
                  <a:pt x="1725" y="116"/>
                </a:lnTo>
                <a:lnTo>
                  <a:pt x="1566" y="116"/>
                </a:lnTo>
                <a:lnTo>
                  <a:pt x="1566" y="0"/>
                </a:lnTo>
                <a:moveTo>
                  <a:pt x="1831" y="0"/>
                </a:moveTo>
                <a:lnTo>
                  <a:pt x="1989" y="0"/>
                </a:lnTo>
                <a:lnTo>
                  <a:pt x="1989" y="116"/>
                </a:lnTo>
                <a:lnTo>
                  <a:pt x="1831" y="116"/>
                </a:lnTo>
                <a:lnTo>
                  <a:pt x="1831" y="0"/>
                </a:lnTo>
                <a:moveTo>
                  <a:pt x="2095" y="0"/>
                </a:moveTo>
                <a:lnTo>
                  <a:pt x="2254" y="0"/>
                </a:lnTo>
                <a:lnTo>
                  <a:pt x="2254" y="116"/>
                </a:lnTo>
                <a:lnTo>
                  <a:pt x="2095" y="116"/>
                </a:lnTo>
                <a:lnTo>
                  <a:pt x="2095" y="0"/>
                </a:lnTo>
                <a:moveTo>
                  <a:pt x="2360" y="0"/>
                </a:moveTo>
                <a:lnTo>
                  <a:pt x="2518" y="0"/>
                </a:lnTo>
                <a:lnTo>
                  <a:pt x="2518" y="116"/>
                </a:lnTo>
                <a:lnTo>
                  <a:pt x="2360" y="116"/>
                </a:lnTo>
                <a:lnTo>
                  <a:pt x="2360" y="0"/>
                </a:lnTo>
                <a:moveTo>
                  <a:pt x="2624" y="0"/>
                </a:moveTo>
                <a:lnTo>
                  <a:pt x="2783" y="0"/>
                </a:lnTo>
                <a:lnTo>
                  <a:pt x="2783" y="116"/>
                </a:lnTo>
                <a:lnTo>
                  <a:pt x="2624" y="116"/>
                </a:lnTo>
                <a:lnTo>
                  <a:pt x="2624" y="0"/>
                </a:lnTo>
                <a:moveTo>
                  <a:pt x="2889" y="0"/>
                </a:moveTo>
                <a:lnTo>
                  <a:pt x="3047" y="0"/>
                </a:lnTo>
                <a:lnTo>
                  <a:pt x="3047" y="116"/>
                </a:lnTo>
                <a:lnTo>
                  <a:pt x="2889" y="116"/>
                </a:lnTo>
                <a:lnTo>
                  <a:pt x="2889" y="0"/>
                </a:lnTo>
                <a:moveTo>
                  <a:pt x="3153" y="0"/>
                </a:moveTo>
                <a:lnTo>
                  <a:pt x="3312" y="0"/>
                </a:lnTo>
                <a:lnTo>
                  <a:pt x="3312" y="116"/>
                </a:lnTo>
                <a:lnTo>
                  <a:pt x="3153" y="116"/>
                </a:lnTo>
                <a:lnTo>
                  <a:pt x="3153" y="0"/>
                </a:lnTo>
                <a:moveTo>
                  <a:pt x="3418" y="0"/>
                </a:moveTo>
                <a:lnTo>
                  <a:pt x="3576" y="0"/>
                </a:lnTo>
                <a:lnTo>
                  <a:pt x="3576" y="116"/>
                </a:lnTo>
                <a:lnTo>
                  <a:pt x="3418" y="116"/>
                </a:lnTo>
                <a:lnTo>
                  <a:pt x="3418" y="0"/>
                </a:lnTo>
                <a:moveTo>
                  <a:pt x="3682" y="0"/>
                </a:moveTo>
                <a:lnTo>
                  <a:pt x="3841" y="0"/>
                </a:lnTo>
                <a:lnTo>
                  <a:pt x="3841" y="116"/>
                </a:lnTo>
                <a:lnTo>
                  <a:pt x="3682" y="116"/>
                </a:lnTo>
                <a:lnTo>
                  <a:pt x="3682" y="0"/>
                </a:lnTo>
                <a:moveTo>
                  <a:pt x="3947" y="0"/>
                </a:moveTo>
                <a:lnTo>
                  <a:pt x="4105" y="0"/>
                </a:lnTo>
                <a:lnTo>
                  <a:pt x="4105" y="116"/>
                </a:lnTo>
                <a:lnTo>
                  <a:pt x="3947" y="116"/>
                </a:lnTo>
                <a:lnTo>
                  <a:pt x="3947" y="0"/>
                </a:lnTo>
                <a:moveTo>
                  <a:pt x="4211" y="0"/>
                </a:moveTo>
                <a:lnTo>
                  <a:pt x="4370" y="0"/>
                </a:lnTo>
                <a:lnTo>
                  <a:pt x="4370" y="116"/>
                </a:lnTo>
                <a:lnTo>
                  <a:pt x="4211" y="116"/>
                </a:lnTo>
                <a:lnTo>
                  <a:pt x="4211" y="0"/>
                </a:lnTo>
                <a:moveTo>
                  <a:pt x="4476" y="0"/>
                </a:moveTo>
                <a:lnTo>
                  <a:pt x="4634" y="0"/>
                </a:lnTo>
                <a:lnTo>
                  <a:pt x="4634" y="116"/>
                </a:lnTo>
                <a:lnTo>
                  <a:pt x="4476" y="116"/>
                </a:lnTo>
                <a:lnTo>
                  <a:pt x="4476" y="0"/>
                </a:lnTo>
                <a:moveTo>
                  <a:pt x="4740" y="0"/>
                </a:moveTo>
                <a:lnTo>
                  <a:pt x="4899" y="0"/>
                </a:lnTo>
                <a:lnTo>
                  <a:pt x="4899" y="116"/>
                </a:lnTo>
                <a:lnTo>
                  <a:pt x="4740" y="116"/>
                </a:lnTo>
                <a:lnTo>
                  <a:pt x="4740" y="0"/>
                </a:lnTo>
                <a:moveTo>
                  <a:pt x="5004" y="0"/>
                </a:moveTo>
                <a:lnTo>
                  <a:pt x="5163" y="0"/>
                </a:lnTo>
                <a:lnTo>
                  <a:pt x="5163" y="116"/>
                </a:lnTo>
                <a:lnTo>
                  <a:pt x="5004" y="116"/>
                </a:lnTo>
                <a:lnTo>
                  <a:pt x="5004" y="0"/>
                </a:lnTo>
                <a:moveTo>
                  <a:pt x="5269" y="0"/>
                </a:moveTo>
                <a:lnTo>
                  <a:pt x="5428" y="0"/>
                </a:lnTo>
                <a:lnTo>
                  <a:pt x="5428" y="116"/>
                </a:lnTo>
                <a:lnTo>
                  <a:pt x="5269" y="116"/>
                </a:lnTo>
                <a:lnTo>
                  <a:pt x="5269" y="0"/>
                </a:lnTo>
                <a:moveTo>
                  <a:pt x="5533" y="0"/>
                </a:moveTo>
                <a:lnTo>
                  <a:pt x="5692" y="0"/>
                </a:lnTo>
                <a:lnTo>
                  <a:pt x="5692" y="116"/>
                </a:lnTo>
                <a:lnTo>
                  <a:pt x="5533" y="116"/>
                </a:lnTo>
                <a:lnTo>
                  <a:pt x="5533" y="0"/>
                </a:lnTo>
                <a:moveTo>
                  <a:pt x="5798" y="0"/>
                </a:moveTo>
                <a:lnTo>
                  <a:pt x="5957" y="0"/>
                </a:lnTo>
                <a:lnTo>
                  <a:pt x="5957" y="116"/>
                </a:lnTo>
                <a:lnTo>
                  <a:pt x="5798" y="116"/>
                </a:lnTo>
                <a:lnTo>
                  <a:pt x="5798" y="0"/>
                </a:lnTo>
                <a:moveTo>
                  <a:pt x="6062" y="0"/>
                </a:moveTo>
                <a:lnTo>
                  <a:pt x="6221" y="0"/>
                </a:lnTo>
                <a:lnTo>
                  <a:pt x="6221" y="116"/>
                </a:lnTo>
                <a:lnTo>
                  <a:pt x="6062" y="116"/>
                </a:lnTo>
                <a:lnTo>
                  <a:pt x="6062" y="0"/>
                </a:lnTo>
                <a:moveTo>
                  <a:pt x="6327" y="0"/>
                </a:moveTo>
                <a:lnTo>
                  <a:pt x="6486" y="0"/>
                </a:lnTo>
                <a:lnTo>
                  <a:pt x="6486" y="116"/>
                </a:lnTo>
                <a:lnTo>
                  <a:pt x="6327" y="116"/>
                </a:lnTo>
                <a:lnTo>
                  <a:pt x="6327" y="0"/>
                </a:lnTo>
                <a:moveTo>
                  <a:pt x="6591" y="0"/>
                </a:moveTo>
                <a:lnTo>
                  <a:pt x="6750" y="0"/>
                </a:lnTo>
                <a:lnTo>
                  <a:pt x="6750" y="116"/>
                </a:lnTo>
                <a:lnTo>
                  <a:pt x="6591" y="116"/>
                </a:lnTo>
                <a:lnTo>
                  <a:pt x="6591" y="0"/>
                </a:lnTo>
                <a:moveTo>
                  <a:pt x="6856" y="0"/>
                </a:moveTo>
                <a:lnTo>
                  <a:pt x="7015" y="0"/>
                </a:lnTo>
                <a:lnTo>
                  <a:pt x="7015" y="116"/>
                </a:lnTo>
                <a:lnTo>
                  <a:pt x="6856" y="116"/>
                </a:lnTo>
                <a:lnTo>
                  <a:pt x="6856" y="0"/>
                </a:lnTo>
                <a:moveTo>
                  <a:pt x="7120" y="0"/>
                </a:moveTo>
                <a:lnTo>
                  <a:pt x="7279" y="0"/>
                </a:lnTo>
                <a:lnTo>
                  <a:pt x="7279" y="116"/>
                </a:lnTo>
                <a:lnTo>
                  <a:pt x="7120" y="116"/>
                </a:lnTo>
                <a:lnTo>
                  <a:pt x="7120" y="0"/>
                </a:lnTo>
                <a:moveTo>
                  <a:pt x="7385" y="0"/>
                </a:moveTo>
                <a:lnTo>
                  <a:pt x="7544" y="0"/>
                </a:lnTo>
                <a:lnTo>
                  <a:pt x="7544" y="116"/>
                </a:lnTo>
                <a:lnTo>
                  <a:pt x="7385" y="116"/>
                </a:lnTo>
                <a:lnTo>
                  <a:pt x="7385" y="0"/>
                </a:lnTo>
                <a:moveTo>
                  <a:pt x="7649" y="0"/>
                </a:moveTo>
                <a:lnTo>
                  <a:pt x="7808" y="0"/>
                </a:lnTo>
                <a:lnTo>
                  <a:pt x="7808" y="116"/>
                </a:lnTo>
                <a:lnTo>
                  <a:pt x="7649" y="116"/>
                </a:lnTo>
                <a:lnTo>
                  <a:pt x="7649" y="0"/>
                </a:lnTo>
                <a:moveTo>
                  <a:pt x="7914" y="0"/>
                </a:moveTo>
                <a:lnTo>
                  <a:pt x="8073" y="0"/>
                </a:lnTo>
                <a:lnTo>
                  <a:pt x="8073" y="116"/>
                </a:lnTo>
                <a:lnTo>
                  <a:pt x="7914" y="116"/>
                </a:lnTo>
                <a:lnTo>
                  <a:pt x="7914" y="0"/>
                </a:lnTo>
                <a:moveTo>
                  <a:pt x="8178" y="0"/>
                </a:moveTo>
                <a:lnTo>
                  <a:pt x="8337" y="0"/>
                </a:lnTo>
                <a:lnTo>
                  <a:pt x="8337" y="116"/>
                </a:lnTo>
                <a:lnTo>
                  <a:pt x="8178" y="116"/>
                </a:lnTo>
                <a:lnTo>
                  <a:pt x="8178" y="0"/>
                </a:lnTo>
                <a:moveTo>
                  <a:pt x="8443" y="0"/>
                </a:moveTo>
                <a:lnTo>
                  <a:pt x="8601" y="0"/>
                </a:lnTo>
                <a:lnTo>
                  <a:pt x="8601" y="116"/>
                </a:lnTo>
                <a:lnTo>
                  <a:pt x="8443" y="116"/>
                </a:lnTo>
                <a:lnTo>
                  <a:pt x="8443" y="0"/>
                </a:lnTo>
                <a:moveTo>
                  <a:pt x="8707" y="0"/>
                </a:moveTo>
                <a:lnTo>
                  <a:pt x="8866" y="0"/>
                </a:lnTo>
                <a:lnTo>
                  <a:pt x="8866" y="116"/>
                </a:lnTo>
                <a:lnTo>
                  <a:pt x="8707" y="116"/>
                </a:lnTo>
                <a:lnTo>
                  <a:pt x="8707" y="0"/>
                </a:lnTo>
                <a:moveTo>
                  <a:pt x="8972" y="0"/>
                </a:moveTo>
                <a:lnTo>
                  <a:pt x="9130" y="0"/>
                </a:lnTo>
                <a:lnTo>
                  <a:pt x="9130" y="116"/>
                </a:lnTo>
                <a:lnTo>
                  <a:pt x="8972" y="116"/>
                </a:lnTo>
                <a:lnTo>
                  <a:pt x="8972" y="0"/>
                </a:lnTo>
                <a:moveTo>
                  <a:pt x="9236" y="0"/>
                </a:moveTo>
                <a:lnTo>
                  <a:pt x="9395" y="0"/>
                </a:lnTo>
                <a:lnTo>
                  <a:pt x="9395" y="116"/>
                </a:lnTo>
                <a:lnTo>
                  <a:pt x="9236" y="116"/>
                </a:lnTo>
                <a:lnTo>
                  <a:pt x="9236" y="0"/>
                </a:lnTo>
                <a:moveTo>
                  <a:pt x="9501" y="0"/>
                </a:moveTo>
                <a:lnTo>
                  <a:pt x="9659" y="0"/>
                </a:lnTo>
                <a:lnTo>
                  <a:pt x="9659" y="116"/>
                </a:lnTo>
                <a:lnTo>
                  <a:pt x="9501" y="116"/>
                </a:lnTo>
                <a:lnTo>
                  <a:pt x="9501" y="0"/>
                </a:lnTo>
                <a:moveTo>
                  <a:pt x="9765" y="0"/>
                </a:moveTo>
                <a:lnTo>
                  <a:pt x="9924" y="0"/>
                </a:lnTo>
                <a:lnTo>
                  <a:pt x="9924" y="116"/>
                </a:lnTo>
                <a:lnTo>
                  <a:pt x="9765" y="116"/>
                </a:lnTo>
                <a:lnTo>
                  <a:pt x="9765" y="0"/>
                </a:lnTo>
                <a:moveTo>
                  <a:pt x="10030" y="0"/>
                </a:moveTo>
                <a:lnTo>
                  <a:pt x="10188" y="0"/>
                </a:lnTo>
                <a:lnTo>
                  <a:pt x="10188" y="116"/>
                </a:lnTo>
                <a:lnTo>
                  <a:pt x="10030" y="116"/>
                </a:lnTo>
                <a:lnTo>
                  <a:pt x="10030" y="0"/>
                </a:lnTo>
                <a:moveTo>
                  <a:pt x="10294" y="0"/>
                </a:moveTo>
                <a:lnTo>
                  <a:pt x="10453" y="0"/>
                </a:lnTo>
                <a:lnTo>
                  <a:pt x="10453" y="116"/>
                </a:lnTo>
                <a:lnTo>
                  <a:pt x="10294" y="116"/>
                </a:lnTo>
                <a:lnTo>
                  <a:pt x="10294" y="0"/>
                </a:lnTo>
                <a:moveTo>
                  <a:pt x="10559" y="0"/>
                </a:moveTo>
                <a:lnTo>
                  <a:pt x="10717" y="0"/>
                </a:lnTo>
                <a:lnTo>
                  <a:pt x="10717" y="116"/>
                </a:lnTo>
                <a:lnTo>
                  <a:pt x="10559" y="116"/>
                </a:lnTo>
                <a:lnTo>
                  <a:pt x="10559" y="0"/>
                </a:lnTo>
                <a:moveTo>
                  <a:pt x="10823" y="0"/>
                </a:moveTo>
                <a:lnTo>
                  <a:pt x="10982" y="0"/>
                </a:lnTo>
                <a:lnTo>
                  <a:pt x="10982" y="116"/>
                </a:lnTo>
                <a:lnTo>
                  <a:pt x="10823" y="116"/>
                </a:lnTo>
                <a:lnTo>
                  <a:pt x="10823" y="0"/>
                </a:lnTo>
                <a:moveTo>
                  <a:pt x="11088" y="0"/>
                </a:moveTo>
                <a:lnTo>
                  <a:pt x="11246" y="0"/>
                </a:lnTo>
                <a:lnTo>
                  <a:pt x="11246" y="116"/>
                </a:lnTo>
                <a:lnTo>
                  <a:pt x="11088" y="116"/>
                </a:lnTo>
                <a:lnTo>
                  <a:pt x="11088" y="0"/>
                </a:lnTo>
                <a:moveTo>
                  <a:pt x="11352" y="0"/>
                </a:moveTo>
                <a:lnTo>
                  <a:pt x="11511" y="0"/>
                </a:lnTo>
                <a:lnTo>
                  <a:pt x="11511" y="116"/>
                </a:lnTo>
                <a:lnTo>
                  <a:pt x="11352" y="116"/>
                </a:lnTo>
                <a:lnTo>
                  <a:pt x="11352" y="0"/>
                </a:lnTo>
                <a:moveTo>
                  <a:pt x="11617" y="0"/>
                </a:moveTo>
                <a:lnTo>
                  <a:pt x="11775" y="0"/>
                </a:lnTo>
                <a:lnTo>
                  <a:pt x="11775" y="116"/>
                </a:lnTo>
                <a:lnTo>
                  <a:pt x="11617" y="116"/>
                </a:lnTo>
                <a:lnTo>
                  <a:pt x="11617" y="0"/>
                </a:lnTo>
                <a:moveTo>
                  <a:pt x="11881" y="0"/>
                </a:moveTo>
                <a:lnTo>
                  <a:pt x="12040" y="0"/>
                </a:lnTo>
                <a:lnTo>
                  <a:pt x="12040" y="116"/>
                </a:lnTo>
                <a:lnTo>
                  <a:pt x="11881" y="116"/>
                </a:lnTo>
                <a:lnTo>
                  <a:pt x="11881" y="0"/>
                </a:lnTo>
                <a:moveTo>
                  <a:pt x="12145" y="0"/>
                </a:moveTo>
                <a:lnTo>
                  <a:pt x="12304" y="0"/>
                </a:lnTo>
                <a:lnTo>
                  <a:pt x="12304" y="116"/>
                </a:lnTo>
                <a:lnTo>
                  <a:pt x="12145" y="116"/>
                </a:lnTo>
                <a:lnTo>
                  <a:pt x="12145" y="0"/>
                </a:lnTo>
                <a:moveTo>
                  <a:pt x="12410" y="0"/>
                </a:moveTo>
                <a:lnTo>
                  <a:pt x="12569" y="0"/>
                </a:lnTo>
                <a:lnTo>
                  <a:pt x="12569" y="116"/>
                </a:lnTo>
                <a:lnTo>
                  <a:pt x="12410" y="116"/>
                </a:lnTo>
                <a:lnTo>
                  <a:pt x="12410" y="0"/>
                </a:lnTo>
                <a:moveTo>
                  <a:pt x="12674" y="0"/>
                </a:moveTo>
                <a:lnTo>
                  <a:pt x="12833" y="0"/>
                </a:lnTo>
                <a:lnTo>
                  <a:pt x="12833" y="116"/>
                </a:lnTo>
                <a:lnTo>
                  <a:pt x="12674" y="116"/>
                </a:lnTo>
                <a:lnTo>
                  <a:pt x="12674" y="0"/>
                </a:lnTo>
                <a:moveTo>
                  <a:pt x="12939" y="0"/>
                </a:moveTo>
                <a:lnTo>
                  <a:pt x="13098" y="0"/>
                </a:lnTo>
                <a:lnTo>
                  <a:pt x="13098" y="116"/>
                </a:lnTo>
                <a:lnTo>
                  <a:pt x="12939" y="116"/>
                </a:lnTo>
                <a:lnTo>
                  <a:pt x="12939" y="0"/>
                </a:lnTo>
                <a:moveTo>
                  <a:pt x="13203" y="0"/>
                </a:moveTo>
                <a:lnTo>
                  <a:pt x="13362" y="0"/>
                </a:lnTo>
                <a:lnTo>
                  <a:pt x="13362" y="116"/>
                </a:lnTo>
                <a:lnTo>
                  <a:pt x="13203" y="116"/>
                </a:lnTo>
                <a:lnTo>
                  <a:pt x="13203" y="0"/>
                </a:lnTo>
                <a:moveTo>
                  <a:pt x="13468" y="0"/>
                </a:moveTo>
                <a:lnTo>
                  <a:pt x="13627" y="0"/>
                </a:lnTo>
                <a:lnTo>
                  <a:pt x="13627" y="116"/>
                </a:lnTo>
                <a:lnTo>
                  <a:pt x="13468" y="116"/>
                </a:lnTo>
                <a:lnTo>
                  <a:pt x="13468" y="0"/>
                </a:lnTo>
                <a:moveTo>
                  <a:pt x="13732" y="0"/>
                </a:moveTo>
                <a:lnTo>
                  <a:pt x="13891" y="0"/>
                </a:lnTo>
                <a:lnTo>
                  <a:pt x="13891" y="116"/>
                </a:lnTo>
                <a:lnTo>
                  <a:pt x="13732" y="116"/>
                </a:lnTo>
                <a:lnTo>
                  <a:pt x="13732" y="0"/>
                </a:lnTo>
                <a:moveTo>
                  <a:pt x="13997" y="0"/>
                </a:moveTo>
                <a:lnTo>
                  <a:pt x="14157" y="0"/>
                </a:lnTo>
                <a:lnTo>
                  <a:pt x="14157" y="116"/>
                </a:lnTo>
                <a:lnTo>
                  <a:pt x="13997" y="116"/>
                </a:lnTo>
                <a:lnTo>
                  <a:pt x="13997" y="0"/>
                </a:lnTo>
                <a:moveTo>
                  <a:pt x="14262" y="0"/>
                </a:moveTo>
                <a:lnTo>
                  <a:pt x="14421" y="0"/>
                </a:lnTo>
                <a:lnTo>
                  <a:pt x="14421" y="116"/>
                </a:lnTo>
                <a:lnTo>
                  <a:pt x="14262" y="116"/>
                </a:lnTo>
                <a:lnTo>
                  <a:pt x="14262" y="0"/>
                </a:lnTo>
                <a:moveTo>
                  <a:pt x="14527" y="0"/>
                </a:moveTo>
                <a:lnTo>
                  <a:pt x="14686" y="0"/>
                </a:lnTo>
                <a:lnTo>
                  <a:pt x="14686" y="116"/>
                </a:lnTo>
                <a:lnTo>
                  <a:pt x="14527" y="116"/>
                </a:lnTo>
                <a:lnTo>
                  <a:pt x="14527" y="0"/>
                </a:lnTo>
                <a:moveTo>
                  <a:pt x="14791" y="0"/>
                </a:moveTo>
                <a:lnTo>
                  <a:pt x="14950" y="0"/>
                </a:lnTo>
                <a:lnTo>
                  <a:pt x="14950" y="116"/>
                </a:lnTo>
                <a:lnTo>
                  <a:pt x="14791" y="116"/>
                </a:lnTo>
                <a:lnTo>
                  <a:pt x="14791" y="0"/>
                </a:lnTo>
                <a:moveTo>
                  <a:pt x="15056" y="0"/>
                </a:moveTo>
                <a:lnTo>
                  <a:pt x="15215" y="0"/>
                </a:lnTo>
                <a:lnTo>
                  <a:pt x="15215" y="116"/>
                </a:lnTo>
                <a:lnTo>
                  <a:pt x="15056" y="116"/>
                </a:lnTo>
                <a:lnTo>
                  <a:pt x="15056" y="0"/>
                </a:lnTo>
                <a:moveTo>
                  <a:pt x="15320" y="0"/>
                </a:moveTo>
                <a:lnTo>
                  <a:pt x="15479" y="0"/>
                </a:lnTo>
                <a:lnTo>
                  <a:pt x="15479" y="116"/>
                </a:lnTo>
                <a:lnTo>
                  <a:pt x="15320" y="116"/>
                </a:lnTo>
                <a:lnTo>
                  <a:pt x="15320" y="0"/>
                </a:lnTo>
                <a:moveTo>
                  <a:pt x="15585" y="0"/>
                </a:moveTo>
                <a:lnTo>
                  <a:pt x="15743" y="0"/>
                </a:lnTo>
                <a:lnTo>
                  <a:pt x="15743" y="116"/>
                </a:lnTo>
                <a:lnTo>
                  <a:pt x="15585" y="116"/>
                </a:lnTo>
                <a:lnTo>
                  <a:pt x="15585" y="0"/>
                </a:lnTo>
                <a:moveTo>
                  <a:pt x="15849" y="0"/>
                </a:moveTo>
                <a:lnTo>
                  <a:pt x="16008" y="0"/>
                </a:lnTo>
                <a:lnTo>
                  <a:pt x="16008" y="116"/>
                </a:lnTo>
                <a:lnTo>
                  <a:pt x="15849" y="116"/>
                </a:lnTo>
                <a:lnTo>
                  <a:pt x="15849" y="0"/>
                </a:lnTo>
                <a:moveTo>
                  <a:pt x="16114" y="0"/>
                </a:moveTo>
                <a:lnTo>
                  <a:pt x="16272" y="0"/>
                </a:lnTo>
                <a:lnTo>
                  <a:pt x="16272" y="116"/>
                </a:lnTo>
                <a:lnTo>
                  <a:pt x="16114" y="116"/>
                </a:lnTo>
                <a:lnTo>
                  <a:pt x="16114" y="0"/>
                </a:lnTo>
                <a:moveTo>
                  <a:pt x="16378" y="0"/>
                </a:moveTo>
                <a:lnTo>
                  <a:pt x="16537" y="0"/>
                </a:lnTo>
                <a:lnTo>
                  <a:pt x="16537" y="116"/>
                </a:lnTo>
                <a:lnTo>
                  <a:pt x="16378" y="116"/>
                </a:lnTo>
                <a:lnTo>
                  <a:pt x="16378" y="0"/>
                </a:lnTo>
                <a:moveTo>
                  <a:pt x="16643" y="0"/>
                </a:moveTo>
                <a:lnTo>
                  <a:pt x="16801" y="0"/>
                </a:lnTo>
                <a:lnTo>
                  <a:pt x="16801" y="116"/>
                </a:lnTo>
                <a:lnTo>
                  <a:pt x="16643" y="116"/>
                </a:lnTo>
                <a:lnTo>
                  <a:pt x="16643" y="0"/>
                </a:lnTo>
                <a:moveTo>
                  <a:pt x="16907" y="0"/>
                </a:moveTo>
                <a:lnTo>
                  <a:pt x="17066" y="0"/>
                </a:lnTo>
                <a:lnTo>
                  <a:pt x="17066" y="116"/>
                </a:lnTo>
                <a:lnTo>
                  <a:pt x="16907" y="116"/>
                </a:lnTo>
                <a:lnTo>
                  <a:pt x="16907" y="0"/>
                </a:lnTo>
                <a:moveTo>
                  <a:pt x="17172" y="0"/>
                </a:moveTo>
                <a:lnTo>
                  <a:pt x="17330" y="0"/>
                </a:lnTo>
                <a:lnTo>
                  <a:pt x="17330" y="116"/>
                </a:lnTo>
                <a:lnTo>
                  <a:pt x="17172" y="116"/>
                </a:lnTo>
                <a:lnTo>
                  <a:pt x="17172" y="0"/>
                </a:lnTo>
                <a:moveTo>
                  <a:pt x="17436" y="0"/>
                </a:moveTo>
                <a:lnTo>
                  <a:pt x="17595" y="0"/>
                </a:lnTo>
                <a:lnTo>
                  <a:pt x="17595" y="116"/>
                </a:lnTo>
                <a:lnTo>
                  <a:pt x="17436" y="116"/>
                </a:lnTo>
                <a:lnTo>
                  <a:pt x="17436" y="0"/>
                </a:lnTo>
                <a:moveTo>
                  <a:pt x="17701" y="0"/>
                </a:moveTo>
                <a:lnTo>
                  <a:pt x="17859" y="0"/>
                </a:lnTo>
                <a:lnTo>
                  <a:pt x="17859" y="116"/>
                </a:lnTo>
                <a:lnTo>
                  <a:pt x="17701" y="116"/>
                </a:lnTo>
                <a:lnTo>
                  <a:pt x="17701" y="0"/>
                </a:lnTo>
                <a:moveTo>
                  <a:pt x="17965" y="0"/>
                </a:moveTo>
                <a:lnTo>
                  <a:pt x="18124" y="0"/>
                </a:lnTo>
                <a:lnTo>
                  <a:pt x="18124" y="116"/>
                </a:lnTo>
                <a:lnTo>
                  <a:pt x="17965" y="116"/>
                </a:lnTo>
                <a:lnTo>
                  <a:pt x="17965" y="0"/>
                </a:lnTo>
                <a:moveTo>
                  <a:pt x="18230" y="0"/>
                </a:moveTo>
                <a:lnTo>
                  <a:pt x="18388" y="0"/>
                </a:lnTo>
                <a:lnTo>
                  <a:pt x="18388" y="116"/>
                </a:lnTo>
                <a:lnTo>
                  <a:pt x="18230" y="116"/>
                </a:lnTo>
                <a:lnTo>
                  <a:pt x="18230" y="0"/>
                </a:lnTo>
                <a:moveTo>
                  <a:pt x="18494" y="0"/>
                </a:moveTo>
                <a:lnTo>
                  <a:pt x="18653" y="0"/>
                </a:lnTo>
                <a:lnTo>
                  <a:pt x="18653" y="116"/>
                </a:lnTo>
                <a:lnTo>
                  <a:pt x="18494" y="116"/>
                </a:lnTo>
                <a:lnTo>
                  <a:pt x="18494" y="0"/>
                </a:lnTo>
                <a:moveTo>
                  <a:pt x="18758" y="0"/>
                </a:moveTo>
                <a:lnTo>
                  <a:pt x="18917" y="0"/>
                </a:lnTo>
                <a:lnTo>
                  <a:pt x="18917" y="116"/>
                </a:lnTo>
                <a:lnTo>
                  <a:pt x="18758" y="116"/>
                </a:lnTo>
                <a:lnTo>
                  <a:pt x="18758" y="0"/>
                </a:lnTo>
                <a:moveTo>
                  <a:pt x="19023" y="0"/>
                </a:moveTo>
                <a:lnTo>
                  <a:pt x="19182" y="0"/>
                </a:lnTo>
                <a:lnTo>
                  <a:pt x="19182" y="116"/>
                </a:lnTo>
                <a:lnTo>
                  <a:pt x="19023" y="116"/>
                </a:lnTo>
                <a:lnTo>
                  <a:pt x="19023" y="0"/>
                </a:lnTo>
                <a:moveTo>
                  <a:pt x="19287" y="0"/>
                </a:moveTo>
                <a:lnTo>
                  <a:pt x="19446" y="0"/>
                </a:lnTo>
                <a:lnTo>
                  <a:pt x="19446" y="116"/>
                </a:lnTo>
                <a:lnTo>
                  <a:pt x="19287" y="116"/>
                </a:lnTo>
                <a:lnTo>
                  <a:pt x="19287" y="0"/>
                </a:lnTo>
                <a:moveTo>
                  <a:pt x="19552" y="0"/>
                </a:moveTo>
                <a:lnTo>
                  <a:pt x="19711" y="0"/>
                </a:lnTo>
                <a:lnTo>
                  <a:pt x="19711" y="116"/>
                </a:lnTo>
                <a:lnTo>
                  <a:pt x="19552" y="116"/>
                </a:lnTo>
                <a:lnTo>
                  <a:pt x="19552" y="0"/>
                </a:lnTo>
                <a:moveTo>
                  <a:pt x="19816" y="0"/>
                </a:moveTo>
                <a:lnTo>
                  <a:pt x="19975" y="0"/>
                </a:lnTo>
                <a:lnTo>
                  <a:pt x="19975" y="116"/>
                </a:lnTo>
                <a:lnTo>
                  <a:pt x="19816" y="116"/>
                </a:lnTo>
                <a:lnTo>
                  <a:pt x="19816" y="0"/>
                </a:lnTo>
                <a:moveTo>
                  <a:pt x="20081" y="0"/>
                </a:moveTo>
                <a:lnTo>
                  <a:pt x="20240" y="0"/>
                </a:lnTo>
                <a:lnTo>
                  <a:pt x="20240" y="116"/>
                </a:lnTo>
                <a:lnTo>
                  <a:pt x="20081" y="116"/>
                </a:lnTo>
                <a:lnTo>
                  <a:pt x="20081" y="0"/>
                </a:lnTo>
                <a:moveTo>
                  <a:pt x="20345" y="0"/>
                </a:moveTo>
                <a:lnTo>
                  <a:pt x="20504" y="0"/>
                </a:lnTo>
                <a:lnTo>
                  <a:pt x="20504" y="116"/>
                </a:lnTo>
                <a:lnTo>
                  <a:pt x="20345" y="116"/>
                </a:lnTo>
                <a:lnTo>
                  <a:pt x="20345" y="0"/>
                </a:lnTo>
                <a:moveTo>
                  <a:pt x="20610" y="0"/>
                </a:moveTo>
                <a:lnTo>
                  <a:pt x="20769" y="0"/>
                </a:lnTo>
                <a:lnTo>
                  <a:pt x="20769" y="116"/>
                </a:lnTo>
                <a:lnTo>
                  <a:pt x="20610" y="116"/>
                </a:lnTo>
                <a:lnTo>
                  <a:pt x="20610" y="0"/>
                </a:lnTo>
                <a:moveTo>
                  <a:pt x="20874" y="0"/>
                </a:moveTo>
                <a:lnTo>
                  <a:pt x="21033" y="0"/>
                </a:lnTo>
                <a:lnTo>
                  <a:pt x="21033" y="116"/>
                </a:lnTo>
                <a:lnTo>
                  <a:pt x="20874" y="116"/>
                </a:lnTo>
                <a:lnTo>
                  <a:pt x="20874" y="0"/>
                </a:lnTo>
                <a:moveTo>
                  <a:pt x="21139" y="0"/>
                </a:moveTo>
                <a:lnTo>
                  <a:pt x="21298" y="0"/>
                </a:lnTo>
                <a:lnTo>
                  <a:pt x="21298" y="116"/>
                </a:lnTo>
                <a:lnTo>
                  <a:pt x="21139" y="116"/>
                </a:lnTo>
                <a:lnTo>
                  <a:pt x="21139" y="0"/>
                </a:lnTo>
                <a:moveTo>
                  <a:pt x="21403" y="0"/>
                </a:moveTo>
                <a:lnTo>
                  <a:pt x="21562" y="0"/>
                </a:lnTo>
                <a:lnTo>
                  <a:pt x="21562" y="116"/>
                </a:lnTo>
                <a:lnTo>
                  <a:pt x="21403" y="116"/>
                </a:lnTo>
                <a:lnTo>
                  <a:pt x="21403" y="0"/>
                </a:lnTo>
                <a:moveTo>
                  <a:pt x="21668" y="0"/>
                </a:moveTo>
                <a:lnTo>
                  <a:pt x="21827" y="0"/>
                </a:lnTo>
                <a:lnTo>
                  <a:pt x="21827" y="116"/>
                </a:lnTo>
                <a:lnTo>
                  <a:pt x="21668" y="116"/>
                </a:lnTo>
                <a:lnTo>
                  <a:pt x="21668" y="0"/>
                </a:lnTo>
                <a:moveTo>
                  <a:pt x="21932" y="0"/>
                </a:moveTo>
                <a:lnTo>
                  <a:pt x="22091" y="0"/>
                </a:lnTo>
                <a:lnTo>
                  <a:pt x="22091" y="116"/>
                </a:lnTo>
                <a:lnTo>
                  <a:pt x="21932" y="116"/>
                </a:lnTo>
                <a:lnTo>
                  <a:pt x="21932" y="0"/>
                </a:lnTo>
                <a:moveTo>
                  <a:pt x="22197" y="0"/>
                </a:moveTo>
                <a:lnTo>
                  <a:pt x="22355" y="0"/>
                </a:lnTo>
                <a:lnTo>
                  <a:pt x="22355" y="116"/>
                </a:lnTo>
                <a:lnTo>
                  <a:pt x="22197" y="116"/>
                </a:lnTo>
                <a:lnTo>
                  <a:pt x="22197" y="0"/>
                </a:lnTo>
                <a:moveTo>
                  <a:pt x="22461" y="0"/>
                </a:moveTo>
                <a:lnTo>
                  <a:pt x="22620" y="0"/>
                </a:lnTo>
                <a:lnTo>
                  <a:pt x="22620" y="116"/>
                </a:lnTo>
                <a:lnTo>
                  <a:pt x="22461" y="116"/>
                </a:lnTo>
                <a:lnTo>
                  <a:pt x="22461" y="0"/>
                </a:lnTo>
                <a:moveTo>
                  <a:pt x="22726" y="0"/>
                </a:moveTo>
                <a:lnTo>
                  <a:pt x="22884" y="0"/>
                </a:lnTo>
                <a:lnTo>
                  <a:pt x="22884" y="116"/>
                </a:lnTo>
                <a:lnTo>
                  <a:pt x="22726" y="116"/>
                </a:lnTo>
                <a:lnTo>
                  <a:pt x="22726" y="0"/>
                </a:lnTo>
                <a:moveTo>
                  <a:pt x="22990" y="0"/>
                </a:moveTo>
                <a:lnTo>
                  <a:pt x="23149" y="0"/>
                </a:lnTo>
                <a:lnTo>
                  <a:pt x="23149" y="116"/>
                </a:lnTo>
                <a:lnTo>
                  <a:pt x="22990" y="116"/>
                </a:lnTo>
                <a:lnTo>
                  <a:pt x="22990" y="0"/>
                </a:lnTo>
                <a:moveTo>
                  <a:pt x="23255" y="0"/>
                </a:moveTo>
                <a:lnTo>
                  <a:pt x="23413" y="0"/>
                </a:lnTo>
                <a:lnTo>
                  <a:pt x="23413" y="116"/>
                </a:lnTo>
                <a:lnTo>
                  <a:pt x="23255" y="116"/>
                </a:lnTo>
                <a:lnTo>
                  <a:pt x="23255" y="0"/>
                </a:lnTo>
                <a:moveTo>
                  <a:pt x="23519" y="0"/>
                </a:moveTo>
                <a:lnTo>
                  <a:pt x="23678" y="0"/>
                </a:lnTo>
                <a:lnTo>
                  <a:pt x="23678" y="116"/>
                </a:lnTo>
                <a:lnTo>
                  <a:pt x="23519" y="116"/>
                </a:lnTo>
                <a:lnTo>
                  <a:pt x="23519" y="0"/>
                </a:lnTo>
                <a:moveTo>
                  <a:pt x="23784" y="0"/>
                </a:moveTo>
                <a:lnTo>
                  <a:pt x="23942" y="0"/>
                </a:lnTo>
                <a:lnTo>
                  <a:pt x="23942" y="116"/>
                </a:lnTo>
                <a:lnTo>
                  <a:pt x="23784" y="116"/>
                </a:lnTo>
                <a:lnTo>
                  <a:pt x="23784" y="0"/>
                </a:lnTo>
                <a:moveTo>
                  <a:pt x="24048" y="0"/>
                </a:moveTo>
                <a:lnTo>
                  <a:pt x="24207" y="0"/>
                </a:lnTo>
                <a:lnTo>
                  <a:pt x="24207" y="116"/>
                </a:lnTo>
                <a:lnTo>
                  <a:pt x="24048" y="116"/>
                </a:lnTo>
                <a:lnTo>
                  <a:pt x="24048" y="0"/>
                </a:lnTo>
                <a:moveTo>
                  <a:pt x="24313" y="0"/>
                </a:moveTo>
                <a:lnTo>
                  <a:pt x="24471" y="0"/>
                </a:lnTo>
                <a:lnTo>
                  <a:pt x="24471" y="116"/>
                </a:lnTo>
                <a:lnTo>
                  <a:pt x="24313" y="116"/>
                </a:lnTo>
                <a:lnTo>
                  <a:pt x="24313" y="0"/>
                </a:lnTo>
                <a:moveTo>
                  <a:pt x="24577" y="0"/>
                </a:moveTo>
                <a:lnTo>
                  <a:pt x="24736" y="0"/>
                </a:lnTo>
                <a:lnTo>
                  <a:pt x="24736" y="116"/>
                </a:lnTo>
                <a:lnTo>
                  <a:pt x="24577" y="116"/>
                </a:lnTo>
                <a:lnTo>
                  <a:pt x="24577" y="0"/>
                </a:lnTo>
                <a:moveTo>
                  <a:pt x="24842" y="0"/>
                </a:moveTo>
                <a:lnTo>
                  <a:pt x="25000" y="0"/>
                </a:lnTo>
                <a:lnTo>
                  <a:pt x="25000" y="116"/>
                </a:lnTo>
                <a:lnTo>
                  <a:pt x="24842" y="116"/>
                </a:lnTo>
                <a:lnTo>
                  <a:pt x="24842" y="0"/>
                </a:lnTo>
                <a:moveTo>
                  <a:pt x="25106" y="0"/>
                </a:moveTo>
                <a:lnTo>
                  <a:pt x="25265" y="0"/>
                </a:lnTo>
                <a:lnTo>
                  <a:pt x="25265" y="116"/>
                </a:lnTo>
                <a:lnTo>
                  <a:pt x="25106" y="116"/>
                </a:lnTo>
                <a:lnTo>
                  <a:pt x="25106" y="0"/>
                </a:lnTo>
                <a:moveTo>
                  <a:pt x="25371" y="0"/>
                </a:moveTo>
                <a:lnTo>
                  <a:pt x="25529" y="0"/>
                </a:lnTo>
                <a:lnTo>
                  <a:pt x="25529" y="116"/>
                </a:lnTo>
                <a:lnTo>
                  <a:pt x="25371" y="116"/>
                </a:lnTo>
                <a:lnTo>
                  <a:pt x="25371" y="0"/>
                </a:lnTo>
                <a:moveTo>
                  <a:pt x="25635" y="0"/>
                </a:moveTo>
                <a:lnTo>
                  <a:pt x="25794" y="0"/>
                </a:lnTo>
                <a:lnTo>
                  <a:pt x="25794" y="116"/>
                </a:lnTo>
                <a:lnTo>
                  <a:pt x="25635" y="116"/>
                </a:lnTo>
                <a:lnTo>
                  <a:pt x="25635" y="0"/>
                </a:lnTo>
                <a:moveTo>
                  <a:pt x="25899" y="0"/>
                </a:moveTo>
                <a:lnTo>
                  <a:pt x="26058" y="0"/>
                </a:lnTo>
                <a:lnTo>
                  <a:pt x="26058" y="116"/>
                </a:lnTo>
                <a:lnTo>
                  <a:pt x="25899" y="116"/>
                </a:lnTo>
                <a:lnTo>
                  <a:pt x="25899" y="0"/>
                </a:lnTo>
                <a:moveTo>
                  <a:pt x="26164" y="0"/>
                </a:moveTo>
                <a:lnTo>
                  <a:pt x="26323" y="0"/>
                </a:lnTo>
                <a:lnTo>
                  <a:pt x="26323" y="116"/>
                </a:lnTo>
                <a:lnTo>
                  <a:pt x="26164" y="116"/>
                </a:lnTo>
                <a:lnTo>
                  <a:pt x="26164" y="0"/>
                </a:lnTo>
                <a:moveTo>
                  <a:pt x="26428" y="0"/>
                </a:moveTo>
                <a:lnTo>
                  <a:pt x="26587" y="0"/>
                </a:lnTo>
                <a:lnTo>
                  <a:pt x="26587" y="116"/>
                </a:lnTo>
                <a:lnTo>
                  <a:pt x="26428" y="116"/>
                </a:lnTo>
                <a:lnTo>
                  <a:pt x="26428" y="0"/>
                </a:lnTo>
                <a:moveTo>
                  <a:pt x="26693" y="0"/>
                </a:moveTo>
                <a:lnTo>
                  <a:pt x="26852" y="0"/>
                </a:lnTo>
                <a:lnTo>
                  <a:pt x="26852" y="116"/>
                </a:lnTo>
                <a:lnTo>
                  <a:pt x="26693" y="116"/>
                </a:lnTo>
                <a:lnTo>
                  <a:pt x="26693" y="0"/>
                </a:lnTo>
                <a:moveTo>
                  <a:pt x="26957" y="0"/>
                </a:moveTo>
                <a:lnTo>
                  <a:pt x="27116" y="0"/>
                </a:lnTo>
                <a:lnTo>
                  <a:pt x="27116" y="116"/>
                </a:lnTo>
                <a:lnTo>
                  <a:pt x="26957" y="116"/>
                </a:lnTo>
                <a:lnTo>
                  <a:pt x="26957" y="0"/>
                </a:lnTo>
                <a:moveTo>
                  <a:pt x="27222" y="0"/>
                </a:moveTo>
                <a:lnTo>
                  <a:pt x="27381" y="0"/>
                </a:lnTo>
                <a:lnTo>
                  <a:pt x="27381" y="116"/>
                </a:lnTo>
                <a:lnTo>
                  <a:pt x="27222" y="116"/>
                </a:lnTo>
                <a:lnTo>
                  <a:pt x="27222" y="0"/>
                </a:lnTo>
                <a:moveTo>
                  <a:pt x="27486" y="0"/>
                </a:moveTo>
                <a:lnTo>
                  <a:pt x="27645" y="0"/>
                </a:lnTo>
                <a:lnTo>
                  <a:pt x="27645" y="116"/>
                </a:lnTo>
                <a:lnTo>
                  <a:pt x="27486" y="116"/>
                </a:lnTo>
                <a:lnTo>
                  <a:pt x="27486" y="0"/>
                </a:lnTo>
                <a:moveTo>
                  <a:pt x="27751" y="0"/>
                </a:moveTo>
                <a:lnTo>
                  <a:pt x="27910" y="0"/>
                </a:lnTo>
                <a:lnTo>
                  <a:pt x="27910" y="116"/>
                </a:lnTo>
                <a:lnTo>
                  <a:pt x="27751" y="116"/>
                </a:lnTo>
                <a:lnTo>
                  <a:pt x="27751" y="0"/>
                </a:lnTo>
                <a:moveTo>
                  <a:pt x="28015" y="0"/>
                </a:moveTo>
                <a:lnTo>
                  <a:pt x="28174" y="0"/>
                </a:lnTo>
                <a:lnTo>
                  <a:pt x="28174" y="116"/>
                </a:lnTo>
                <a:lnTo>
                  <a:pt x="28015" y="116"/>
                </a:lnTo>
                <a:lnTo>
                  <a:pt x="28015" y="0"/>
                </a:lnTo>
                <a:moveTo>
                  <a:pt x="28280" y="0"/>
                </a:moveTo>
                <a:lnTo>
                  <a:pt x="28439" y="0"/>
                </a:lnTo>
                <a:lnTo>
                  <a:pt x="28439" y="116"/>
                </a:lnTo>
                <a:lnTo>
                  <a:pt x="28280" y="116"/>
                </a:lnTo>
                <a:lnTo>
                  <a:pt x="28280" y="0"/>
                </a:lnTo>
                <a:moveTo>
                  <a:pt x="28544" y="0"/>
                </a:moveTo>
                <a:lnTo>
                  <a:pt x="28703" y="0"/>
                </a:lnTo>
                <a:lnTo>
                  <a:pt x="28703" y="116"/>
                </a:lnTo>
                <a:lnTo>
                  <a:pt x="28544" y="116"/>
                </a:lnTo>
                <a:lnTo>
                  <a:pt x="28544" y="0"/>
                </a:lnTo>
                <a:moveTo>
                  <a:pt x="28809" y="0"/>
                </a:moveTo>
                <a:lnTo>
                  <a:pt x="28968" y="0"/>
                </a:lnTo>
                <a:lnTo>
                  <a:pt x="28968" y="116"/>
                </a:lnTo>
                <a:lnTo>
                  <a:pt x="28809" y="116"/>
                </a:lnTo>
                <a:lnTo>
                  <a:pt x="28809" y="0"/>
                </a:lnTo>
                <a:moveTo>
                  <a:pt x="29073" y="0"/>
                </a:moveTo>
                <a:lnTo>
                  <a:pt x="29232" y="0"/>
                </a:lnTo>
                <a:lnTo>
                  <a:pt x="29232" y="116"/>
                </a:lnTo>
                <a:lnTo>
                  <a:pt x="29073" y="116"/>
                </a:lnTo>
                <a:lnTo>
                  <a:pt x="29073" y="0"/>
                </a:lnTo>
                <a:moveTo>
                  <a:pt x="29338" y="0"/>
                </a:moveTo>
                <a:lnTo>
                  <a:pt x="29496" y="0"/>
                </a:lnTo>
                <a:lnTo>
                  <a:pt x="29496" y="116"/>
                </a:lnTo>
                <a:lnTo>
                  <a:pt x="29338" y="116"/>
                </a:lnTo>
                <a:lnTo>
                  <a:pt x="29338" y="0"/>
                </a:lnTo>
                <a:moveTo>
                  <a:pt x="29602" y="0"/>
                </a:moveTo>
                <a:lnTo>
                  <a:pt x="29761" y="0"/>
                </a:lnTo>
                <a:lnTo>
                  <a:pt x="29761" y="116"/>
                </a:lnTo>
                <a:lnTo>
                  <a:pt x="29602" y="116"/>
                </a:lnTo>
                <a:lnTo>
                  <a:pt x="29602" y="0"/>
                </a:lnTo>
                <a:moveTo>
                  <a:pt x="29867" y="0"/>
                </a:moveTo>
                <a:lnTo>
                  <a:pt x="30025" y="0"/>
                </a:lnTo>
                <a:lnTo>
                  <a:pt x="30025" y="116"/>
                </a:lnTo>
                <a:lnTo>
                  <a:pt x="29867" y="116"/>
                </a:lnTo>
                <a:lnTo>
                  <a:pt x="29867" y="0"/>
                </a:lnTo>
                <a:moveTo>
                  <a:pt x="30131" y="0"/>
                </a:moveTo>
                <a:lnTo>
                  <a:pt x="30290" y="0"/>
                </a:lnTo>
                <a:lnTo>
                  <a:pt x="30290" y="116"/>
                </a:lnTo>
                <a:lnTo>
                  <a:pt x="30131" y="116"/>
                </a:lnTo>
                <a:lnTo>
                  <a:pt x="30131" y="0"/>
                </a:lnTo>
                <a:moveTo>
                  <a:pt x="30396" y="0"/>
                </a:moveTo>
                <a:lnTo>
                  <a:pt x="30554" y="0"/>
                </a:lnTo>
                <a:lnTo>
                  <a:pt x="30554" y="116"/>
                </a:lnTo>
                <a:lnTo>
                  <a:pt x="30396" y="116"/>
                </a:lnTo>
                <a:lnTo>
                  <a:pt x="30396" y="0"/>
                </a:lnTo>
                <a:moveTo>
                  <a:pt x="30660" y="0"/>
                </a:moveTo>
                <a:lnTo>
                  <a:pt x="30725" y="0"/>
                </a:lnTo>
                <a:cubicBezTo>
                  <a:pt x="30767" y="0"/>
                  <a:pt x="30807" y="10"/>
                  <a:pt x="30843" y="31"/>
                </a:cubicBezTo>
                <a:lnTo>
                  <a:pt x="30787" y="132"/>
                </a:lnTo>
                <a:cubicBezTo>
                  <a:pt x="30767" y="122"/>
                  <a:pt x="30747" y="116"/>
                  <a:pt x="30725" y="116"/>
                </a:cubicBezTo>
                <a:lnTo>
                  <a:pt x="30660" y="116"/>
                </a:lnTo>
                <a:lnTo>
                  <a:pt x="30660" y="0"/>
                </a:lnTo>
                <a:moveTo>
                  <a:pt x="30940" y="130"/>
                </a:moveTo>
                <a:cubicBezTo>
                  <a:pt x="30959" y="165"/>
                  <a:pt x="30968" y="203"/>
                  <a:pt x="30968" y="243"/>
                </a:cubicBezTo>
                <a:lnTo>
                  <a:pt x="30968" y="313"/>
                </a:lnTo>
                <a:lnTo>
                  <a:pt x="30852" y="313"/>
                </a:lnTo>
                <a:lnTo>
                  <a:pt x="30852" y="243"/>
                </a:lnTo>
                <a:cubicBezTo>
                  <a:pt x="30852" y="222"/>
                  <a:pt x="30847" y="203"/>
                  <a:pt x="30837" y="184"/>
                </a:cubicBezTo>
                <a:lnTo>
                  <a:pt x="30940" y="130"/>
                </a:lnTo>
                <a:moveTo>
                  <a:pt x="30968" y="418"/>
                </a:moveTo>
                <a:lnTo>
                  <a:pt x="30968" y="577"/>
                </a:lnTo>
                <a:lnTo>
                  <a:pt x="30852" y="577"/>
                </a:lnTo>
                <a:lnTo>
                  <a:pt x="30852" y="418"/>
                </a:lnTo>
                <a:lnTo>
                  <a:pt x="30968" y="418"/>
                </a:lnTo>
                <a:moveTo>
                  <a:pt x="30968" y="683"/>
                </a:moveTo>
                <a:lnTo>
                  <a:pt x="30968" y="842"/>
                </a:lnTo>
                <a:lnTo>
                  <a:pt x="30852" y="842"/>
                </a:lnTo>
                <a:lnTo>
                  <a:pt x="30852" y="683"/>
                </a:lnTo>
                <a:lnTo>
                  <a:pt x="30968" y="683"/>
                </a:lnTo>
                <a:moveTo>
                  <a:pt x="30968" y="947"/>
                </a:moveTo>
                <a:lnTo>
                  <a:pt x="30968" y="1106"/>
                </a:lnTo>
                <a:lnTo>
                  <a:pt x="30852" y="1106"/>
                </a:lnTo>
                <a:lnTo>
                  <a:pt x="30852" y="947"/>
                </a:lnTo>
                <a:lnTo>
                  <a:pt x="30968" y="947"/>
                </a:lnTo>
                <a:moveTo>
                  <a:pt x="30968" y="1212"/>
                </a:moveTo>
                <a:lnTo>
                  <a:pt x="30968" y="1371"/>
                </a:lnTo>
                <a:lnTo>
                  <a:pt x="30852" y="1371"/>
                </a:lnTo>
                <a:lnTo>
                  <a:pt x="30852" y="1212"/>
                </a:lnTo>
                <a:lnTo>
                  <a:pt x="30968" y="1212"/>
                </a:lnTo>
                <a:moveTo>
                  <a:pt x="30968" y="1476"/>
                </a:moveTo>
                <a:lnTo>
                  <a:pt x="30968" y="1635"/>
                </a:lnTo>
                <a:lnTo>
                  <a:pt x="30852" y="1635"/>
                </a:lnTo>
                <a:lnTo>
                  <a:pt x="30852" y="1476"/>
                </a:lnTo>
                <a:lnTo>
                  <a:pt x="30968" y="1476"/>
                </a:lnTo>
                <a:moveTo>
                  <a:pt x="30968" y="1741"/>
                </a:moveTo>
                <a:lnTo>
                  <a:pt x="30968" y="1900"/>
                </a:lnTo>
                <a:lnTo>
                  <a:pt x="30852" y="1900"/>
                </a:lnTo>
                <a:lnTo>
                  <a:pt x="30852" y="1741"/>
                </a:lnTo>
                <a:lnTo>
                  <a:pt x="30968" y="1741"/>
                </a:lnTo>
                <a:moveTo>
                  <a:pt x="30968" y="2005"/>
                </a:moveTo>
                <a:lnTo>
                  <a:pt x="30968" y="2165"/>
                </a:lnTo>
                <a:lnTo>
                  <a:pt x="30852" y="2165"/>
                </a:lnTo>
                <a:lnTo>
                  <a:pt x="30852" y="2005"/>
                </a:lnTo>
                <a:lnTo>
                  <a:pt x="30968" y="2005"/>
                </a:lnTo>
                <a:moveTo>
                  <a:pt x="30968" y="2271"/>
                </a:moveTo>
                <a:lnTo>
                  <a:pt x="30968" y="2429"/>
                </a:lnTo>
                <a:lnTo>
                  <a:pt x="30852" y="2429"/>
                </a:lnTo>
                <a:lnTo>
                  <a:pt x="30852" y="2271"/>
                </a:lnTo>
                <a:lnTo>
                  <a:pt x="30968" y="2271"/>
                </a:lnTo>
                <a:moveTo>
                  <a:pt x="30968" y="2535"/>
                </a:moveTo>
                <a:lnTo>
                  <a:pt x="30968" y="2694"/>
                </a:lnTo>
                <a:lnTo>
                  <a:pt x="30852" y="2694"/>
                </a:lnTo>
                <a:lnTo>
                  <a:pt x="30852" y="2535"/>
                </a:lnTo>
                <a:lnTo>
                  <a:pt x="30968" y="2535"/>
                </a:lnTo>
                <a:moveTo>
                  <a:pt x="30968" y="2800"/>
                </a:moveTo>
                <a:lnTo>
                  <a:pt x="30968" y="2958"/>
                </a:lnTo>
                <a:lnTo>
                  <a:pt x="30852" y="2958"/>
                </a:lnTo>
                <a:lnTo>
                  <a:pt x="30852" y="2800"/>
                </a:lnTo>
                <a:lnTo>
                  <a:pt x="30968" y="2800"/>
                </a:lnTo>
                <a:moveTo>
                  <a:pt x="30968" y="3064"/>
                </a:moveTo>
                <a:lnTo>
                  <a:pt x="30968" y="3223"/>
                </a:lnTo>
                <a:lnTo>
                  <a:pt x="30852" y="3223"/>
                </a:lnTo>
                <a:lnTo>
                  <a:pt x="30852" y="3064"/>
                </a:lnTo>
                <a:lnTo>
                  <a:pt x="30968" y="3064"/>
                </a:lnTo>
                <a:moveTo>
                  <a:pt x="30967" y="3333"/>
                </a:moveTo>
                <a:cubicBezTo>
                  <a:pt x="30962" y="3408"/>
                  <a:pt x="30928" y="3467"/>
                  <a:pt x="30867" y="3511"/>
                </a:cubicBezTo>
                <a:lnTo>
                  <a:pt x="30799" y="3416"/>
                </a:lnTo>
                <a:cubicBezTo>
                  <a:pt x="30831" y="3394"/>
                  <a:pt x="30848" y="3363"/>
                  <a:pt x="30851" y="3323"/>
                </a:cubicBezTo>
                <a:lnTo>
                  <a:pt x="30967" y="3333"/>
                </a:lnTo>
                <a:moveTo>
                  <a:pt x="30736" y="3556"/>
                </a:moveTo>
                <a:cubicBezTo>
                  <a:pt x="30733" y="3557"/>
                  <a:pt x="30729" y="3557"/>
                  <a:pt x="30725" y="3557"/>
                </a:cubicBezTo>
                <a:lnTo>
                  <a:pt x="30575" y="3557"/>
                </a:lnTo>
                <a:lnTo>
                  <a:pt x="30575" y="3440"/>
                </a:lnTo>
                <a:lnTo>
                  <a:pt x="30725" y="3440"/>
                </a:lnTo>
                <a:cubicBezTo>
                  <a:pt x="30727" y="3440"/>
                  <a:pt x="30729" y="3440"/>
                  <a:pt x="30731" y="3440"/>
                </a:cubicBezTo>
                <a:lnTo>
                  <a:pt x="30736" y="3556"/>
                </a:lnTo>
                <a:moveTo>
                  <a:pt x="30470" y="3557"/>
                </a:moveTo>
                <a:lnTo>
                  <a:pt x="30311" y="3557"/>
                </a:lnTo>
                <a:lnTo>
                  <a:pt x="30311" y="3440"/>
                </a:lnTo>
                <a:lnTo>
                  <a:pt x="30470" y="3440"/>
                </a:lnTo>
                <a:lnTo>
                  <a:pt x="30470" y="3557"/>
                </a:lnTo>
                <a:moveTo>
                  <a:pt x="30205" y="3557"/>
                </a:moveTo>
                <a:lnTo>
                  <a:pt x="30046" y="3557"/>
                </a:lnTo>
                <a:lnTo>
                  <a:pt x="30046" y="3440"/>
                </a:lnTo>
                <a:lnTo>
                  <a:pt x="30205" y="3440"/>
                </a:lnTo>
                <a:lnTo>
                  <a:pt x="30205" y="3557"/>
                </a:lnTo>
                <a:moveTo>
                  <a:pt x="29941" y="3557"/>
                </a:moveTo>
                <a:lnTo>
                  <a:pt x="29782" y="3557"/>
                </a:lnTo>
                <a:lnTo>
                  <a:pt x="29782" y="3440"/>
                </a:lnTo>
                <a:lnTo>
                  <a:pt x="29941" y="3440"/>
                </a:lnTo>
                <a:lnTo>
                  <a:pt x="29941" y="3557"/>
                </a:lnTo>
                <a:moveTo>
                  <a:pt x="29676" y="3557"/>
                </a:moveTo>
                <a:lnTo>
                  <a:pt x="29517" y="3557"/>
                </a:lnTo>
                <a:lnTo>
                  <a:pt x="29517" y="3440"/>
                </a:lnTo>
                <a:lnTo>
                  <a:pt x="29676" y="3440"/>
                </a:lnTo>
                <a:lnTo>
                  <a:pt x="29676" y="3557"/>
                </a:lnTo>
                <a:moveTo>
                  <a:pt x="29412" y="3557"/>
                </a:moveTo>
                <a:lnTo>
                  <a:pt x="29253" y="3557"/>
                </a:lnTo>
                <a:lnTo>
                  <a:pt x="29253" y="3440"/>
                </a:lnTo>
                <a:lnTo>
                  <a:pt x="29412" y="3440"/>
                </a:lnTo>
                <a:lnTo>
                  <a:pt x="29412" y="3557"/>
                </a:lnTo>
                <a:moveTo>
                  <a:pt x="29147" y="3557"/>
                </a:moveTo>
                <a:lnTo>
                  <a:pt x="28988" y="3557"/>
                </a:lnTo>
                <a:lnTo>
                  <a:pt x="28988" y="3440"/>
                </a:lnTo>
                <a:lnTo>
                  <a:pt x="29147" y="3440"/>
                </a:lnTo>
                <a:lnTo>
                  <a:pt x="29147" y="3557"/>
                </a:lnTo>
                <a:moveTo>
                  <a:pt x="28883" y="3557"/>
                </a:moveTo>
                <a:lnTo>
                  <a:pt x="28724" y="3557"/>
                </a:lnTo>
                <a:lnTo>
                  <a:pt x="28724" y="3440"/>
                </a:lnTo>
                <a:lnTo>
                  <a:pt x="28883" y="3440"/>
                </a:lnTo>
                <a:lnTo>
                  <a:pt x="28883" y="3557"/>
                </a:lnTo>
                <a:moveTo>
                  <a:pt x="28618" y="3557"/>
                </a:moveTo>
                <a:lnTo>
                  <a:pt x="28459" y="3557"/>
                </a:lnTo>
                <a:lnTo>
                  <a:pt x="28459" y="3440"/>
                </a:lnTo>
                <a:lnTo>
                  <a:pt x="28618" y="3440"/>
                </a:lnTo>
                <a:lnTo>
                  <a:pt x="28618" y="3557"/>
                </a:lnTo>
                <a:moveTo>
                  <a:pt x="28354" y="3557"/>
                </a:moveTo>
                <a:lnTo>
                  <a:pt x="28195" y="3557"/>
                </a:lnTo>
                <a:lnTo>
                  <a:pt x="28195" y="3440"/>
                </a:lnTo>
                <a:lnTo>
                  <a:pt x="28354" y="3440"/>
                </a:lnTo>
                <a:lnTo>
                  <a:pt x="28354" y="3557"/>
                </a:lnTo>
                <a:moveTo>
                  <a:pt x="28089" y="3557"/>
                </a:moveTo>
                <a:lnTo>
                  <a:pt x="27931" y="3557"/>
                </a:lnTo>
                <a:lnTo>
                  <a:pt x="27931" y="3440"/>
                </a:lnTo>
                <a:lnTo>
                  <a:pt x="28089" y="3440"/>
                </a:lnTo>
                <a:lnTo>
                  <a:pt x="28089" y="3557"/>
                </a:lnTo>
                <a:moveTo>
                  <a:pt x="27825" y="3557"/>
                </a:moveTo>
                <a:lnTo>
                  <a:pt x="27666" y="3557"/>
                </a:lnTo>
                <a:lnTo>
                  <a:pt x="27666" y="3440"/>
                </a:lnTo>
                <a:lnTo>
                  <a:pt x="27825" y="3440"/>
                </a:lnTo>
                <a:lnTo>
                  <a:pt x="27825" y="3557"/>
                </a:lnTo>
                <a:moveTo>
                  <a:pt x="27560" y="3557"/>
                </a:moveTo>
                <a:lnTo>
                  <a:pt x="27402" y="3557"/>
                </a:lnTo>
                <a:lnTo>
                  <a:pt x="27402" y="3440"/>
                </a:lnTo>
                <a:lnTo>
                  <a:pt x="27560" y="3440"/>
                </a:lnTo>
                <a:lnTo>
                  <a:pt x="27560" y="3557"/>
                </a:lnTo>
                <a:moveTo>
                  <a:pt x="27296" y="3557"/>
                </a:moveTo>
                <a:lnTo>
                  <a:pt x="27137" y="3557"/>
                </a:lnTo>
                <a:lnTo>
                  <a:pt x="27137" y="3440"/>
                </a:lnTo>
                <a:lnTo>
                  <a:pt x="27296" y="3440"/>
                </a:lnTo>
                <a:lnTo>
                  <a:pt x="27296" y="3557"/>
                </a:lnTo>
                <a:moveTo>
                  <a:pt x="27031" y="3557"/>
                </a:moveTo>
                <a:lnTo>
                  <a:pt x="26873" y="3557"/>
                </a:lnTo>
                <a:lnTo>
                  <a:pt x="26873" y="3440"/>
                </a:lnTo>
                <a:lnTo>
                  <a:pt x="27031" y="3440"/>
                </a:lnTo>
                <a:lnTo>
                  <a:pt x="27031" y="3557"/>
                </a:lnTo>
                <a:moveTo>
                  <a:pt x="26767" y="3557"/>
                </a:moveTo>
                <a:lnTo>
                  <a:pt x="26608" y="3557"/>
                </a:lnTo>
                <a:lnTo>
                  <a:pt x="26608" y="3440"/>
                </a:lnTo>
                <a:lnTo>
                  <a:pt x="26767" y="3440"/>
                </a:lnTo>
                <a:lnTo>
                  <a:pt x="26767" y="3557"/>
                </a:lnTo>
                <a:moveTo>
                  <a:pt x="26502" y="3557"/>
                </a:moveTo>
                <a:lnTo>
                  <a:pt x="26344" y="3557"/>
                </a:lnTo>
                <a:lnTo>
                  <a:pt x="26344" y="3440"/>
                </a:lnTo>
                <a:lnTo>
                  <a:pt x="26502" y="3440"/>
                </a:lnTo>
                <a:lnTo>
                  <a:pt x="26502" y="3557"/>
                </a:lnTo>
                <a:moveTo>
                  <a:pt x="26238" y="3557"/>
                </a:moveTo>
                <a:lnTo>
                  <a:pt x="26079" y="3557"/>
                </a:lnTo>
                <a:lnTo>
                  <a:pt x="26079" y="3440"/>
                </a:lnTo>
                <a:lnTo>
                  <a:pt x="26238" y="3440"/>
                </a:lnTo>
                <a:lnTo>
                  <a:pt x="26238" y="3557"/>
                </a:lnTo>
                <a:moveTo>
                  <a:pt x="25973" y="3557"/>
                </a:moveTo>
                <a:lnTo>
                  <a:pt x="25815" y="3557"/>
                </a:lnTo>
                <a:lnTo>
                  <a:pt x="25815" y="3440"/>
                </a:lnTo>
                <a:lnTo>
                  <a:pt x="25973" y="3440"/>
                </a:lnTo>
                <a:lnTo>
                  <a:pt x="25973" y="3557"/>
                </a:lnTo>
                <a:moveTo>
                  <a:pt x="25709" y="3557"/>
                </a:moveTo>
                <a:lnTo>
                  <a:pt x="25550" y="3557"/>
                </a:lnTo>
                <a:lnTo>
                  <a:pt x="25550" y="3440"/>
                </a:lnTo>
                <a:lnTo>
                  <a:pt x="25709" y="3440"/>
                </a:lnTo>
                <a:lnTo>
                  <a:pt x="25709" y="3557"/>
                </a:lnTo>
                <a:moveTo>
                  <a:pt x="25444" y="3557"/>
                </a:moveTo>
                <a:lnTo>
                  <a:pt x="25286" y="3557"/>
                </a:lnTo>
                <a:lnTo>
                  <a:pt x="25286" y="3440"/>
                </a:lnTo>
                <a:lnTo>
                  <a:pt x="25444" y="3440"/>
                </a:lnTo>
                <a:lnTo>
                  <a:pt x="25444" y="3557"/>
                </a:lnTo>
                <a:moveTo>
                  <a:pt x="25180" y="3557"/>
                </a:moveTo>
                <a:lnTo>
                  <a:pt x="25021" y="3557"/>
                </a:lnTo>
                <a:lnTo>
                  <a:pt x="25021" y="3440"/>
                </a:lnTo>
                <a:lnTo>
                  <a:pt x="25180" y="3440"/>
                </a:lnTo>
                <a:lnTo>
                  <a:pt x="25180" y="3557"/>
                </a:lnTo>
                <a:moveTo>
                  <a:pt x="24916" y="3557"/>
                </a:moveTo>
                <a:lnTo>
                  <a:pt x="24757" y="3557"/>
                </a:lnTo>
                <a:lnTo>
                  <a:pt x="24757" y="3440"/>
                </a:lnTo>
                <a:lnTo>
                  <a:pt x="24916" y="3440"/>
                </a:lnTo>
                <a:lnTo>
                  <a:pt x="24916" y="3557"/>
                </a:lnTo>
                <a:moveTo>
                  <a:pt x="24651" y="3557"/>
                </a:moveTo>
                <a:lnTo>
                  <a:pt x="24492" y="3557"/>
                </a:lnTo>
                <a:lnTo>
                  <a:pt x="24492" y="3440"/>
                </a:lnTo>
                <a:lnTo>
                  <a:pt x="24651" y="3440"/>
                </a:lnTo>
                <a:lnTo>
                  <a:pt x="24651" y="3557"/>
                </a:lnTo>
                <a:moveTo>
                  <a:pt x="24387" y="3557"/>
                </a:moveTo>
                <a:lnTo>
                  <a:pt x="24228" y="3557"/>
                </a:lnTo>
                <a:lnTo>
                  <a:pt x="24228" y="3440"/>
                </a:lnTo>
                <a:lnTo>
                  <a:pt x="24387" y="3440"/>
                </a:lnTo>
                <a:lnTo>
                  <a:pt x="24387" y="3557"/>
                </a:lnTo>
                <a:moveTo>
                  <a:pt x="24122" y="3557"/>
                </a:moveTo>
                <a:lnTo>
                  <a:pt x="23963" y="3557"/>
                </a:lnTo>
                <a:lnTo>
                  <a:pt x="23963" y="3440"/>
                </a:lnTo>
                <a:lnTo>
                  <a:pt x="24122" y="3440"/>
                </a:lnTo>
                <a:lnTo>
                  <a:pt x="24122" y="3557"/>
                </a:lnTo>
                <a:moveTo>
                  <a:pt x="23858" y="3557"/>
                </a:moveTo>
                <a:lnTo>
                  <a:pt x="23699" y="3557"/>
                </a:lnTo>
                <a:lnTo>
                  <a:pt x="23699" y="3440"/>
                </a:lnTo>
                <a:lnTo>
                  <a:pt x="23858" y="3440"/>
                </a:lnTo>
                <a:lnTo>
                  <a:pt x="23858" y="3557"/>
                </a:lnTo>
                <a:moveTo>
                  <a:pt x="23593" y="3557"/>
                </a:moveTo>
                <a:lnTo>
                  <a:pt x="23434" y="3557"/>
                </a:lnTo>
                <a:lnTo>
                  <a:pt x="23434" y="3440"/>
                </a:lnTo>
                <a:lnTo>
                  <a:pt x="23593" y="3440"/>
                </a:lnTo>
                <a:lnTo>
                  <a:pt x="23593" y="3557"/>
                </a:lnTo>
                <a:moveTo>
                  <a:pt x="23329" y="3557"/>
                </a:moveTo>
                <a:lnTo>
                  <a:pt x="23170" y="3557"/>
                </a:lnTo>
                <a:lnTo>
                  <a:pt x="23170" y="3440"/>
                </a:lnTo>
                <a:lnTo>
                  <a:pt x="23329" y="3440"/>
                </a:lnTo>
                <a:lnTo>
                  <a:pt x="23329" y="3557"/>
                </a:lnTo>
                <a:moveTo>
                  <a:pt x="23064" y="3557"/>
                </a:moveTo>
                <a:lnTo>
                  <a:pt x="22905" y="3557"/>
                </a:lnTo>
                <a:lnTo>
                  <a:pt x="22905" y="3440"/>
                </a:lnTo>
                <a:lnTo>
                  <a:pt x="23064" y="3440"/>
                </a:lnTo>
                <a:lnTo>
                  <a:pt x="23064" y="3557"/>
                </a:lnTo>
                <a:moveTo>
                  <a:pt x="22800" y="3557"/>
                </a:moveTo>
                <a:lnTo>
                  <a:pt x="22641" y="3557"/>
                </a:lnTo>
                <a:lnTo>
                  <a:pt x="22641" y="3440"/>
                </a:lnTo>
                <a:lnTo>
                  <a:pt x="22800" y="3440"/>
                </a:lnTo>
                <a:lnTo>
                  <a:pt x="22800" y="3557"/>
                </a:lnTo>
                <a:moveTo>
                  <a:pt x="22535" y="3557"/>
                </a:moveTo>
                <a:lnTo>
                  <a:pt x="22376" y="3557"/>
                </a:lnTo>
                <a:lnTo>
                  <a:pt x="22376" y="3440"/>
                </a:lnTo>
                <a:lnTo>
                  <a:pt x="22535" y="3440"/>
                </a:lnTo>
                <a:lnTo>
                  <a:pt x="22535" y="3557"/>
                </a:lnTo>
                <a:moveTo>
                  <a:pt x="22271" y="3557"/>
                </a:moveTo>
                <a:lnTo>
                  <a:pt x="22112" y="3557"/>
                </a:lnTo>
                <a:lnTo>
                  <a:pt x="22112" y="3440"/>
                </a:lnTo>
                <a:lnTo>
                  <a:pt x="22271" y="3440"/>
                </a:lnTo>
                <a:lnTo>
                  <a:pt x="22271" y="3557"/>
                </a:lnTo>
                <a:moveTo>
                  <a:pt x="22006" y="3557"/>
                </a:moveTo>
                <a:lnTo>
                  <a:pt x="21847" y="3557"/>
                </a:lnTo>
                <a:lnTo>
                  <a:pt x="21847" y="3440"/>
                </a:lnTo>
                <a:lnTo>
                  <a:pt x="22006" y="3440"/>
                </a:lnTo>
                <a:lnTo>
                  <a:pt x="22006" y="3557"/>
                </a:lnTo>
                <a:moveTo>
                  <a:pt x="21742" y="3557"/>
                </a:moveTo>
                <a:lnTo>
                  <a:pt x="21583" y="3557"/>
                </a:lnTo>
                <a:lnTo>
                  <a:pt x="21583" y="3440"/>
                </a:lnTo>
                <a:lnTo>
                  <a:pt x="21742" y="3440"/>
                </a:lnTo>
                <a:lnTo>
                  <a:pt x="21742" y="3557"/>
                </a:lnTo>
                <a:moveTo>
                  <a:pt x="21477" y="3557"/>
                </a:moveTo>
                <a:lnTo>
                  <a:pt x="21319" y="3557"/>
                </a:lnTo>
                <a:lnTo>
                  <a:pt x="21319" y="3440"/>
                </a:lnTo>
                <a:lnTo>
                  <a:pt x="21477" y="3440"/>
                </a:lnTo>
                <a:lnTo>
                  <a:pt x="21477" y="3557"/>
                </a:lnTo>
                <a:moveTo>
                  <a:pt x="21213" y="3557"/>
                </a:moveTo>
                <a:lnTo>
                  <a:pt x="21054" y="3557"/>
                </a:lnTo>
                <a:lnTo>
                  <a:pt x="21054" y="3440"/>
                </a:lnTo>
                <a:lnTo>
                  <a:pt x="21213" y="3440"/>
                </a:lnTo>
                <a:lnTo>
                  <a:pt x="21213" y="3557"/>
                </a:lnTo>
                <a:moveTo>
                  <a:pt x="20948" y="3557"/>
                </a:moveTo>
                <a:lnTo>
                  <a:pt x="20790" y="3557"/>
                </a:lnTo>
                <a:lnTo>
                  <a:pt x="20790" y="3440"/>
                </a:lnTo>
                <a:lnTo>
                  <a:pt x="20948" y="3440"/>
                </a:lnTo>
                <a:lnTo>
                  <a:pt x="20948" y="3557"/>
                </a:lnTo>
                <a:moveTo>
                  <a:pt x="20684" y="3557"/>
                </a:moveTo>
                <a:lnTo>
                  <a:pt x="20525" y="3557"/>
                </a:lnTo>
                <a:lnTo>
                  <a:pt x="20525" y="3440"/>
                </a:lnTo>
                <a:lnTo>
                  <a:pt x="20684" y="3440"/>
                </a:lnTo>
                <a:lnTo>
                  <a:pt x="20684" y="3557"/>
                </a:lnTo>
                <a:moveTo>
                  <a:pt x="20419" y="3557"/>
                </a:moveTo>
                <a:lnTo>
                  <a:pt x="20261" y="3557"/>
                </a:lnTo>
                <a:lnTo>
                  <a:pt x="20261" y="3440"/>
                </a:lnTo>
                <a:lnTo>
                  <a:pt x="20419" y="3440"/>
                </a:lnTo>
                <a:lnTo>
                  <a:pt x="20419" y="3557"/>
                </a:lnTo>
                <a:moveTo>
                  <a:pt x="20155" y="3557"/>
                </a:moveTo>
                <a:lnTo>
                  <a:pt x="19996" y="3557"/>
                </a:lnTo>
                <a:lnTo>
                  <a:pt x="19996" y="3440"/>
                </a:lnTo>
                <a:lnTo>
                  <a:pt x="20155" y="3440"/>
                </a:lnTo>
                <a:lnTo>
                  <a:pt x="20155" y="3557"/>
                </a:lnTo>
                <a:moveTo>
                  <a:pt x="19890" y="3557"/>
                </a:moveTo>
                <a:lnTo>
                  <a:pt x="19732" y="3557"/>
                </a:lnTo>
                <a:lnTo>
                  <a:pt x="19732" y="3440"/>
                </a:lnTo>
                <a:lnTo>
                  <a:pt x="19890" y="3440"/>
                </a:lnTo>
                <a:lnTo>
                  <a:pt x="19890" y="3557"/>
                </a:lnTo>
                <a:moveTo>
                  <a:pt x="19626" y="3557"/>
                </a:moveTo>
                <a:lnTo>
                  <a:pt x="19467" y="3557"/>
                </a:lnTo>
                <a:lnTo>
                  <a:pt x="19467" y="3440"/>
                </a:lnTo>
                <a:lnTo>
                  <a:pt x="19626" y="3440"/>
                </a:lnTo>
                <a:lnTo>
                  <a:pt x="19626" y="3557"/>
                </a:lnTo>
                <a:moveTo>
                  <a:pt x="19361" y="3557"/>
                </a:moveTo>
                <a:lnTo>
                  <a:pt x="19203" y="3557"/>
                </a:lnTo>
                <a:lnTo>
                  <a:pt x="19203" y="3440"/>
                </a:lnTo>
                <a:lnTo>
                  <a:pt x="19361" y="3440"/>
                </a:lnTo>
                <a:lnTo>
                  <a:pt x="19361" y="3557"/>
                </a:lnTo>
                <a:moveTo>
                  <a:pt x="19097" y="3557"/>
                </a:moveTo>
                <a:lnTo>
                  <a:pt x="18938" y="3557"/>
                </a:lnTo>
                <a:lnTo>
                  <a:pt x="18938" y="3440"/>
                </a:lnTo>
                <a:lnTo>
                  <a:pt x="19097" y="3440"/>
                </a:lnTo>
                <a:lnTo>
                  <a:pt x="19097" y="3557"/>
                </a:lnTo>
                <a:moveTo>
                  <a:pt x="18832" y="3557"/>
                </a:moveTo>
                <a:lnTo>
                  <a:pt x="18674" y="3557"/>
                </a:lnTo>
                <a:lnTo>
                  <a:pt x="18674" y="3440"/>
                </a:lnTo>
                <a:lnTo>
                  <a:pt x="18832" y="3440"/>
                </a:lnTo>
                <a:lnTo>
                  <a:pt x="18832" y="3557"/>
                </a:lnTo>
                <a:moveTo>
                  <a:pt x="18568" y="3557"/>
                </a:moveTo>
                <a:lnTo>
                  <a:pt x="18409" y="3557"/>
                </a:lnTo>
                <a:lnTo>
                  <a:pt x="18409" y="3440"/>
                </a:lnTo>
                <a:lnTo>
                  <a:pt x="18568" y="3440"/>
                </a:lnTo>
                <a:lnTo>
                  <a:pt x="18568" y="3557"/>
                </a:lnTo>
                <a:moveTo>
                  <a:pt x="18303" y="3557"/>
                </a:moveTo>
                <a:lnTo>
                  <a:pt x="18145" y="3557"/>
                </a:lnTo>
                <a:lnTo>
                  <a:pt x="18145" y="3440"/>
                </a:lnTo>
                <a:lnTo>
                  <a:pt x="18303" y="3440"/>
                </a:lnTo>
                <a:lnTo>
                  <a:pt x="18303" y="3557"/>
                </a:lnTo>
                <a:moveTo>
                  <a:pt x="18039" y="3557"/>
                </a:moveTo>
                <a:lnTo>
                  <a:pt x="17880" y="3557"/>
                </a:lnTo>
                <a:lnTo>
                  <a:pt x="17880" y="3440"/>
                </a:lnTo>
                <a:lnTo>
                  <a:pt x="18039" y="3440"/>
                </a:lnTo>
                <a:lnTo>
                  <a:pt x="18039" y="3557"/>
                </a:lnTo>
                <a:moveTo>
                  <a:pt x="17775" y="3557"/>
                </a:moveTo>
                <a:lnTo>
                  <a:pt x="17616" y="3557"/>
                </a:lnTo>
                <a:lnTo>
                  <a:pt x="17616" y="3440"/>
                </a:lnTo>
                <a:lnTo>
                  <a:pt x="17775" y="3440"/>
                </a:lnTo>
                <a:lnTo>
                  <a:pt x="17775" y="3557"/>
                </a:lnTo>
                <a:moveTo>
                  <a:pt x="17510" y="3557"/>
                </a:moveTo>
                <a:lnTo>
                  <a:pt x="17351" y="3557"/>
                </a:lnTo>
                <a:lnTo>
                  <a:pt x="17351" y="3440"/>
                </a:lnTo>
                <a:lnTo>
                  <a:pt x="17510" y="3440"/>
                </a:lnTo>
                <a:lnTo>
                  <a:pt x="17510" y="3557"/>
                </a:lnTo>
                <a:moveTo>
                  <a:pt x="17246" y="3557"/>
                </a:moveTo>
                <a:lnTo>
                  <a:pt x="17087" y="3557"/>
                </a:lnTo>
                <a:lnTo>
                  <a:pt x="17087" y="3440"/>
                </a:lnTo>
                <a:lnTo>
                  <a:pt x="17246" y="3440"/>
                </a:lnTo>
                <a:lnTo>
                  <a:pt x="17246" y="3557"/>
                </a:lnTo>
                <a:moveTo>
                  <a:pt x="16981" y="3557"/>
                </a:moveTo>
                <a:lnTo>
                  <a:pt x="16822" y="3557"/>
                </a:lnTo>
                <a:lnTo>
                  <a:pt x="16822" y="3440"/>
                </a:lnTo>
                <a:lnTo>
                  <a:pt x="16981" y="3440"/>
                </a:lnTo>
                <a:lnTo>
                  <a:pt x="16981" y="3557"/>
                </a:lnTo>
                <a:moveTo>
                  <a:pt x="16717" y="3557"/>
                </a:moveTo>
                <a:lnTo>
                  <a:pt x="16558" y="3557"/>
                </a:lnTo>
                <a:lnTo>
                  <a:pt x="16558" y="3440"/>
                </a:lnTo>
                <a:lnTo>
                  <a:pt x="16717" y="3440"/>
                </a:lnTo>
                <a:lnTo>
                  <a:pt x="16717" y="3557"/>
                </a:lnTo>
                <a:moveTo>
                  <a:pt x="16452" y="3557"/>
                </a:moveTo>
                <a:lnTo>
                  <a:pt x="16293" y="3557"/>
                </a:lnTo>
                <a:lnTo>
                  <a:pt x="16293" y="3440"/>
                </a:lnTo>
                <a:lnTo>
                  <a:pt x="16452" y="3440"/>
                </a:lnTo>
                <a:lnTo>
                  <a:pt x="16452" y="3557"/>
                </a:lnTo>
                <a:moveTo>
                  <a:pt x="16188" y="3557"/>
                </a:moveTo>
                <a:lnTo>
                  <a:pt x="16029" y="3557"/>
                </a:lnTo>
                <a:lnTo>
                  <a:pt x="16029" y="3440"/>
                </a:lnTo>
                <a:lnTo>
                  <a:pt x="16188" y="3440"/>
                </a:lnTo>
                <a:lnTo>
                  <a:pt x="16188" y="3557"/>
                </a:lnTo>
                <a:moveTo>
                  <a:pt x="15923" y="3557"/>
                </a:moveTo>
                <a:lnTo>
                  <a:pt x="15764" y="3557"/>
                </a:lnTo>
                <a:lnTo>
                  <a:pt x="15764" y="3440"/>
                </a:lnTo>
                <a:lnTo>
                  <a:pt x="15923" y="3440"/>
                </a:lnTo>
                <a:lnTo>
                  <a:pt x="15923" y="3557"/>
                </a:lnTo>
                <a:moveTo>
                  <a:pt x="15659" y="3557"/>
                </a:moveTo>
                <a:lnTo>
                  <a:pt x="15500" y="3557"/>
                </a:lnTo>
                <a:lnTo>
                  <a:pt x="15500" y="3440"/>
                </a:lnTo>
                <a:lnTo>
                  <a:pt x="15659" y="3440"/>
                </a:lnTo>
                <a:lnTo>
                  <a:pt x="15659" y="3557"/>
                </a:lnTo>
                <a:moveTo>
                  <a:pt x="15394" y="3557"/>
                </a:moveTo>
                <a:lnTo>
                  <a:pt x="15235" y="3557"/>
                </a:lnTo>
                <a:lnTo>
                  <a:pt x="15235" y="3440"/>
                </a:lnTo>
                <a:lnTo>
                  <a:pt x="15394" y="3440"/>
                </a:lnTo>
                <a:lnTo>
                  <a:pt x="15394" y="3557"/>
                </a:lnTo>
                <a:moveTo>
                  <a:pt x="15130" y="3557"/>
                </a:moveTo>
                <a:lnTo>
                  <a:pt x="14971" y="3557"/>
                </a:lnTo>
                <a:lnTo>
                  <a:pt x="14971" y="3440"/>
                </a:lnTo>
                <a:lnTo>
                  <a:pt x="15130" y="3440"/>
                </a:lnTo>
                <a:lnTo>
                  <a:pt x="15130" y="3557"/>
                </a:lnTo>
                <a:moveTo>
                  <a:pt x="14865" y="3557"/>
                </a:moveTo>
                <a:lnTo>
                  <a:pt x="14706" y="3557"/>
                </a:lnTo>
                <a:lnTo>
                  <a:pt x="14706" y="3440"/>
                </a:lnTo>
                <a:lnTo>
                  <a:pt x="14865" y="3440"/>
                </a:lnTo>
                <a:lnTo>
                  <a:pt x="14865" y="3557"/>
                </a:lnTo>
                <a:moveTo>
                  <a:pt x="14601" y="3557"/>
                </a:moveTo>
                <a:lnTo>
                  <a:pt x="14442" y="3557"/>
                </a:lnTo>
                <a:lnTo>
                  <a:pt x="14442" y="3440"/>
                </a:lnTo>
                <a:lnTo>
                  <a:pt x="14601" y="3440"/>
                </a:lnTo>
                <a:lnTo>
                  <a:pt x="14601" y="3557"/>
                </a:lnTo>
                <a:moveTo>
                  <a:pt x="14336" y="3557"/>
                </a:moveTo>
                <a:lnTo>
                  <a:pt x="14178" y="3557"/>
                </a:lnTo>
                <a:lnTo>
                  <a:pt x="14178" y="3440"/>
                </a:lnTo>
                <a:lnTo>
                  <a:pt x="14336" y="3440"/>
                </a:lnTo>
                <a:lnTo>
                  <a:pt x="14336" y="3557"/>
                </a:lnTo>
                <a:moveTo>
                  <a:pt x="14072" y="3557"/>
                </a:moveTo>
                <a:lnTo>
                  <a:pt x="13912" y="3557"/>
                </a:lnTo>
                <a:lnTo>
                  <a:pt x="13912" y="3440"/>
                </a:lnTo>
                <a:lnTo>
                  <a:pt x="14072" y="3440"/>
                </a:lnTo>
                <a:lnTo>
                  <a:pt x="14072" y="3557"/>
                </a:lnTo>
                <a:moveTo>
                  <a:pt x="13806" y="3557"/>
                </a:moveTo>
                <a:lnTo>
                  <a:pt x="13648" y="3557"/>
                </a:lnTo>
                <a:lnTo>
                  <a:pt x="13648" y="3440"/>
                </a:lnTo>
                <a:lnTo>
                  <a:pt x="13806" y="3440"/>
                </a:lnTo>
                <a:lnTo>
                  <a:pt x="13806" y="3557"/>
                </a:lnTo>
                <a:moveTo>
                  <a:pt x="13542" y="3557"/>
                </a:moveTo>
                <a:lnTo>
                  <a:pt x="13383" y="3557"/>
                </a:lnTo>
                <a:lnTo>
                  <a:pt x="13383" y="3440"/>
                </a:lnTo>
                <a:lnTo>
                  <a:pt x="13542" y="3440"/>
                </a:lnTo>
                <a:lnTo>
                  <a:pt x="13542" y="3557"/>
                </a:lnTo>
                <a:moveTo>
                  <a:pt x="13277" y="3557"/>
                </a:moveTo>
                <a:lnTo>
                  <a:pt x="13119" y="3557"/>
                </a:lnTo>
                <a:lnTo>
                  <a:pt x="13119" y="3440"/>
                </a:lnTo>
                <a:lnTo>
                  <a:pt x="13277" y="3440"/>
                </a:lnTo>
                <a:lnTo>
                  <a:pt x="13277" y="3557"/>
                </a:lnTo>
                <a:moveTo>
                  <a:pt x="13013" y="3557"/>
                </a:moveTo>
                <a:lnTo>
                  <a:pt x="12854" y="3557"/>
                </a:lnTo>
                <a:lnTo>
                  <a:pt x="12854" y="3440"/>
                </a:lnTo>
                <a:lnTo>
                  <a:pt x="13013" y="3440"/>
                </a:lnTo>
                <a:lnTo>
                  <a:pt x="13013" y="3557"/>
                </a:lnTo>
                <a:moveTo>
                  <a:pt x="12748" y="3557"/>
                </a:moveTo>
                <a:lnTo>
                  <a:pt x="12590" y="3557"/>
                </a:lnTo>
                <a:lnTo>
                  <a:pt x="12590" y="3440"/>
                </a:lnTo>
                <a:lnTo>
                  <a:pt x="12748" y="3440"/>
                </a:lnTo>
                <a:lnTo>
                  <a:pt x="12748" y="3557"/>
                </a:lnTo>
                <a:moveTo>
                  <a:pt x="12484" y="3557"/>
                </a:moveTo>
                <a:lnTo>
                  <a:pt x="12325" y="3557"/>
                </a:lnTo>
                <a:lnTo>
                  <a:pt x="12325" y="3440"/>
                </a:lnTo>
                <a:lnTo>
                  <a:pt x="12484" y="3440"/>
                </a:lnTo>
                <a:lnTo>
                  <a:pt x="12484" y="3557"/>
                </a:lnTo>
                <a:moveTo>
                  <a:pt x="12219" y="3557"/>
                </a:moveTo>
                <a:lnTo>
                  <a:pt x="12061" y="3557"/>
                </a:lnTo>
                <a:lnTo>
                  <a:pt x="12061" y="3440"/>
                </a:lnTo>
                <a:lnTo>
                  <a:pt x="12219" y="3440"/>
                </a:lnTo>
                <a:lnTo>
                  <a:pt x="12219" y="3557"/>
                </a:lnTo>
                <a:moveTo>
                  <a:pt x="11955" y="3557"/>
                </a:moveTo>
                <a:lnTo>
                  <a:pt x="11796" y="3557"/>
                </a:lnTo>
                <a:lnTo>
                  <a:pt x="11796" y="3440"/>
                </a:lnTo>
                <a:lnTo>
                  <a:pt x="11955" y="3440"/>
                </a:lnTo>
                <a:lnTo>
                  <a:pt x="11955" y="3557"/>
                </a:lnTo>
                <a:moveTo>
                  <a:pt x="11690" y="3557"/>
                </a:moveTo>
                <a:lnTo>
                  <a:pt x="11532" y="3557"/>
                </a:lnTo>
                <a:lnTo>
                  <a:pt x="11532" y="3440"/>
                </a:lnTo>
                <a:lnTo>
                  <a:pt x="11690" y="3440"/>
                </a:lnTo>
                <a:lnTo>
                  <a:pt x="11690" y="3557"/>
                </a:lnTo>
                <a:moveTo>
                  <a:pt x="11426" y="3557"/>
                </a:moveTo>
                <a:lnTo>
                  <a:pt x="11267" y="3557"/>
                </a:lnTo>
                <a:lnTo>
                  <a:pt x="11267" y="3440"/>
                </a:lnTo>
                <a:lnTo>
                  <a:pt x="11426" y="3440"/>
                </a:lnTo>
                <a:lnTo>
                  <a:pt x="11426" y="3557"/>
                </a:lnTo>
                <a:moveTo>
                  <a:pt x="11162" y="3557"/>
                </a:moveTo>
                <a:lnTo>
                  <a:pt x="11003" y="3557"/>
                </a:lnTo>
                <a:lnTo>
                  <a:pt x="11003" y="3440"/>
                </a:lnTo>
                <a:lnTo>
                  <a:pt x="11162" y="3440"/>
                </a:lnTo>
                <a:lnTo>
                  <a:pt x="11162" y="3557"/>
                </a:lnTo>
                <a:moveTo>
                  <a:pt x="10897" y="3557"/>
                </a:moveTo>
                <a:lnTo>
                  <a:pt x="10738" y="3557"/>
                </a:lnTo>
                <a:lnTo>
                  <a:pt x="10738" y="3440"/>
                </a:lnTo>
                <a:lnTo>
                  <a:pt x="10897" y="3440"/>
                </a:lnTo>
                <a:lnTo>
                  <a:pt x="10897" y="3557"/>
                </a:lnTo>
                <a:moveTo>
                  <a:pt x="10633" y="3557"/>
                </a:moveTo>
                <a:lnTo>
                  <a:pt x="10474" y="3557"/>
                </a:lnTo>
                <a:lnTo>
                  <a:pt x="10474" y="3440"/>
                </a:lnTo>
                <a:lnTo>
                  <a:pt x="10633" y="3440"/>
                </a:lnTo>
                <a:lnTo>
                  <a:pt x="10633" y="3557"/>
                </a:lnTo>
                <a:moveTo>
                  <a:pt x="10368" y="3557"/>
                </a:moveTo>
                <a:lnTo>
                  <a:pt x="10209" y="3557"/>
                </a:lnTo>
                <a:lnTo>
                  <a:pt x="10209" y="3440"/>
                </a:lnTo>
                <a:lnTo>
                  <a:pt x="10368" y="3440"/>
                </a:lnTo>
                <a:lnTo>
                  <a:pt x="10368" y="3557"/>
                </a:lnTo>
                <a:moveTo>
                  <a:pt x="10104" y="3557"/>
                </a:moveTo>
                <a:lnTo>
                  <a:pt x="9945" y="3557"/>
                </a:lnTo>
                <a:lnTo>
                  <a:pt x="9945" y="3440"/>
                </a:lnTo>
                <a:lnTo>
                  <a:pt x="10104" y="3440"/>
                </a:lnTo>
                <a:lnTo>
                  <a:pt x="10104" y="3557"/>
                </a:lnTo>
                <a:moveTo>
                  <a:pt x="9839" y="3557"/>
                </a:moveTo>
                <a:lnTo>
                  <a:pt x="9680" y="3557"/>
                </a:lnTo>
                <a:lnTo>
                  <a:pt x="9680" y="3440"/>
                </a:lnTo>
                <a:lnTo>
                  <a:pt x="9839" y="3440"/>
                </a:lnTo>
                <a:lnTo>
                  <a:pt x="9839" y="3557"/>
                </a:lnTo>
                <a:moveTo>
                  <a:pt x="9575" y="3557"/>
                </a:moveTo>
                <a:lnTo>
                  <a:pt x="9416" y="3557"/>
                </a:lnTo>
                <a:lnTo>
                  <a:pt x="9416" y="3440"/>
                </a:lnTo>
                <a:lnTo>
                  <a:pt x="9575" y="3440"/>
                </a:lnTo>
                <a:lnTo>
                  <a:pt x="9575" y="3557"/>
                </a:lnTo>
                <a:moveTo>
                  <a:pt x="9310" y="3557"/>
                </a:moveTo>
                <a:lnTo>
                  <a:pt x="9151" y="3557"/>
                </a:lnTo>
                <a:lnTo>
                  <a:pt x="9151" y="3440"/>
                </a:lnTo>
                <a:lnTo>
                  <a:pt x="9310" y="3440"/>
                </a:lnTo>
                <a:lnTo>
                  <a:pt x="9310" y="3557"/>
                </a:lnTo>
                <a:moveTo>
                  <a:pt x="9046" y="3557"/>
                </a:moveTo>
                <a:lnTo>
                  <a:pt x="8887" y="3557"/>
                </a:lnTo>
                <a:lnTo>
                  <a:pt x="8887" y="3440"/>
                </a:lnTo>
                <a:lnTo>
                  <a:pt x="9046" y="3440"/>
                </a:lnTo>
                <a:lnTo>
                  <a:pt x="9046" y="3557"/>
                </a:lnTo>
                <a:moveTo>
                  <a:pt x="8781" y="3557"/>
                </a:moveTo>
                <a:lnTo>
                  <a:pt x="8622" y="3557"/>
                </a:lnTo>
                <a:lnTo>
                  <a:pt x="8622" y="3440"/>
                </a:lnTo>
                <a:lnTo>
                  <a:pt x="8781" y="3440"/>
                </a:lnTo>
                <a:lnTo>
                  <a:pt x="8781" y="3557"/>
                </a:lnTo>
                <a:moveTo>
                  <a:pt x="8517" y="3557"/>
                </a:moveTo>
                <a:lnTo>
                  <a:pt x="8358" y="3557"/>
                </a:lnTo>
                <a:lnTo>
                  <a:pt x="8358" y="3440"/>
                </a:lnTo>
                <a:lnTo>
                  <a:pt x="8517" y="3440"/>
                </a:lnTo>
                <a:lnTo>
                  <a:pt x="8517" y="3557"/>
                </a:lnTo>
                <a:moveTo>
                  <a:pt x="8252" y="3557"/>
                </a:moveTo>
                <a:lnTo>
                  <a:pt x="8093" y="3557"/>
                </a:lnTo>
                <a:lnTo>
                  <a:pt x="8093" y="3440"/>
                </a:lnTo>
                <a:lnTo>
                  <a:pt x="8252" y="3440"/>
                </a:lnTo>
                <a:lnTo>
                  <a:pt x="8252" y="3557"/>
                </a:lnTo>
                <a:moveTo>
                  <a:pt x="7988" y="3557"/>
                </a:moveTo>
                <a:lnTo>
                  <a:pt x="7829" y="3557"/>
                </a:lnTo>
                <a:lnTo>
                  <a:pt x="7829" y="3440"/>
                </a:lnTo>
                <a:lnTo>
                  <a:pt x="7988" y="3440"/>
                </a:lnTo>
                <a:lnTo>
                  <a:pt x="7988" y="3557"/>
                </a:lnTo>
                <a:moveTo>
                  <a:pt x="7723" y="3557"/>
                </a:moveTo>
                <a:lnTo>
                  <a:pt x="7565" y="3557"/>
                </a:lnTo>
                <a:lnTo>
                  <a:pt x="7565" y="3440"/>
                </a:lnTo>
                <a:lnTo>
                  <a:pt x="7723" y="3440"/>
                </a:lnTo>
                <a:lnTo>
                  <a:pt x="7723" y="3557"/>
                </a:lnTo>
                <a:moveTo>
                  <a:pt x="7459" y="3557"/>
                </a:moveTo>
                <a:lnTo>
                  <a:pt x="7300" y="3557"/>
                </a:lnTo>
                <a:lnTo>
                  <a:pt x="7300" y="3440"/>
                </a:lnTo>
                <a:lnTo>
                  <a:pt x="7459" y="3440"/>
                </a:lnTo>
                <a:lnTo>
                  <a:pt x="7459" y="3557"/>
                </a:lnTo>
                <a:moveTo>
                  <a:pt x="7194" y="3557"/>
                </a:moveTo>
                <a:lnTo>
                  <a:pt x="7036" y="3557"/>
                </a:lnTo>
                <a:lnTo>
                  <a:pt x="7036" y="3440"/>
                </a:lnTo>
                <a:lnTo>
                  <a:pt x="7194" y="3440"/>
                </a:lnTo>
                <a:lnTo>
                  <a:pt x="7194" y="3557"/>
                </a:lnTo>
                <a:moveTo>
                  <a:pt x="6930" y="3557"/>
                </a:moveTo>
                <a:lnTo>
                  <a:pt x="6771" y="3557"/>
                </a:lnTo>
                <a:lnTo>
                  <a:pt x="6771" y="3440"/>
                </a:lnTo>
                <a:lnTo>
                  <a:pt x="6930" y="3440"/>
                </a:lnTo>
                <a:lnTo>
                  <a:pt x="6930" y="3557"/>
                </a:lnTo>
                <a:moveTo>
                  <a:pt x="6665" y="3557"/>
                </a:moveTo>
                <a:lnTo>
                  <a:pt x="6507" y="3557"/>
                </a:lnTo>
                <a:lnTo>
                  <a:pt x="6507" y="3440"/>
                </a:lnTo>
                <a:lnTo>
                  <a:pt x="6665" y="3440"/>
                </a:lnTo>
                <a:lnTo>
                  <a:pt x="6665" y="3557"/>
                </a:lnTo>
                <a:moveTo>
                  <a:pt x="6401" y="3557"/>
                </a:moveTo>
                <a:lnTo>
                  <a:pt x="6242" y="3557"/>
                </a:lnTo>
                <a:lnTo>
                  <a:pt x="6242" y="3440"/>
                </a:lnTo>
                <a:lnTo>
                  <a:pt x="6401" y="3440"/>
                </a:lnTo>
                <a:lnTo>
                  <a:pt x="6401" y="3557"/>
                </a:lnTo>
                <a:moveTo>
                  <a:pt x="6136" y="3557"/>
                </a:moveTo>
                <a:lnTo>
                  <a:pt x="5978" y="3557"/>
                </a:lnTo>
                <a:lnTo>
                  <a:pt x="5978" y="3440"/>
                </a:lnTo>
                <a:lnTo>
                  <a:pt x="6136" y="3440"/>
                </a:lnTo>
                <a:lnTo>
                  <a:pt x="6136" y="3557"/>
                </a:lnTo>
                <a:moveTo>
                  <a:pt x="5872" y="3557"/>
                </a:moveTo>
                <a:lnTo>
                  <a:pt x="5713" y="3557"/>
                </a:lnTo>
                <a:lnTo>
                  <a:pt x="5713" y="3440"/>
                </a:lnTo>
                <a:lnTo>
                  <a:pt x="5872" y="3440"/>
                </a:lnTo>
                <a:lnTo>
                  <a:pt x="5872" y="3557"/>
                </a:lnTo>
                <a:moveTo>
                  <a:pt x="5607" y="3557"/>
                </a:moveTo>
                <a:lnTo>
                  <a:pt x="5449" y="3557"/>
                </a:lnTo>
                <a:lnTo>
                  <a:pt x="5449" y="3440"/>
                </a:lnTo>
                <a:lnTo>
                  <a:pt x="5607" y="3440"/>
                </a:lnTo>
                <a:lnTo>
                  <a:pt x="5607" y="3557"/>
                </a:lnTo>
                <a:moveTo>
                  <a:pt x="5343" y="3557"/>
                </a:moveTo>
                <a:lnTo>
                  <a:pt x="5184" y="3557"/>
                </a:lnTo>
                <a:lnTo>
                  <a:pt x="5184" y="3440"/>
                </a:lnTo>
                <a:lnTo>
                  <a:pt x="5343" y="3440"/>
                </a:lnTo>
                <a:lnTo>
                  <a:pt x="5343" y="3557"/>
                </a:lnTo>
                <a:moveTo>
                  <a:pt x="5078" y="3557"/>
                </a:moveTo>
                <a:lnTo>
                  <a:pt x="4920" y="3557"/>
                </a:lnTo>
                <a:lnTo>
                  <a:pt x="4920" y="3440"/>
                </a:lnTo>
                <a:lnTo>
                  <a:pt x="5078" y="3440"/>
                </a:lnTo>
                <a:lnTo>
                  <a:pt x="5078" y="3557"/>
                </a:lnTo>
                <a:moveTo>
                  <a:pt x="4814" y="3557"/>
                </a:moveTo>
                <a:lnTo>
                  <a:pt x="4655" y="3557"/>
                </a:lnTo>
                <a:lnTo>
                  <a:pt x="4655" y="3440"/>
                </a:lnTo>
                <a:lnTo>
                  <a:pt x="4814" y="3440"/>
                </a:lnTo>
                <a:lnTo>
                  <a:pt x="4814" y="3557"/>
                </a:lnTo>
                <a:moveTo>
                  <a:pt x="4549" y="3557"/>
                </a:moveTo>
                <a:lnTo>
                  <a:pt x="4391" y="3557"/>
                </a:lnTo>
                <a:lnTo>
                  <a:pt x="4391" y="3440"/>
                </a:lnTo>
                <a:lnTo>
                  <a:pt x="4549" y="3440"/>
                </a:lnTo>
                <a:lnTo>
                  <a:pt x="4549" y="3557"/>
                </a:lnTo>
                <a:moveTo>
                  <a:pt x="4285" y="3557"/>
                </a:moveTo>
                <a:lnTo>
                  <a:pt x="4126" y="3557"/>
                </a:lnTo>
                <a:lnTo>
                  <a:pt x="4126" y="3440"/>
                </a:lnTo>
                <a:lnTo>
                  <a:pt x="4285" y="3440"/>
                </a:lnTo>
                <a:lnTo>
                  <a:pt x="4285" y="3557"/>
                </a:lnTo>
                <a:moveTo>
                  <a:pt x="4021" y="3557"/>
                </a:moveTo>
                <a:lnTo>
                  <a:pt x="3862" y="3557"/>
                </a:lnTo>
                <a:lnTo>
                  <a:pt x="3862" y="3440"/>
                </a:lnTo>
                <a:lnTo>
                  <a:pt x="4021" y="3440"/>
                </a:lnTo>
                <a:lnTo>
                  <a:pt x="4021" y="3557"/>
                </a:lnTo>
                <a:moveTo>
                  <a:pt x="3756" y="3557"/>
                </a:moveTo>
                <a:lnTo>
                  <a:pt x="3597" y="3557"/>
                </a:lnTo>
                <a:lnTo>
                  <a:pt x="3597" y="3440"/>
                </a:lnTo>
                <a:lnTo>
                  <a:pt x="3756" y="3440"/>
                </a:lnTo>
                <a:lnTo>
                  <a:pt x="3756" y="3557"/>
                </a:lnTo>
                <a:moveTo>
                  <a:pt x="3492" y="3557"/>
                </a:moveTo>
                <a:lnTo>
                  <a:pt x="3333" y="3557"/>
                </a:lnTo>
                <a:lnTo>
                  <a:pt x="3333" y="3440"/>
                </a:lnTo>
                <a:lnTo>
                  <a:pt x="3492" y="3440"/>
                </a:lnTo>
                <a:lnTo>
                  <a:pt x="3492" y="3557"/>
                </a:lnTo>
                <a:moveTo>
                  <a:pt x="3227" y="3557"/>
                </a:moveTo>
                <a:lnTo>
                  <a:pt x="3068" y="3557"/>
                </a:lnTo>
                <a:lnTo>
                  <a:pt x="3068" y="3440"/>
                </a:lnTo>
                <a:lnTo>
                  <a:pt x="3227" y="3440"/>
                </a:lnTo>
                <a:lnTo>
                  <a:pt x="3227" y="3557"/>
                </a:lnTo>
                <a:moveTo>
                  <a:pt x="2963" y="3557"/>
                </a:moveTo>
                <a:lnTo>
                  <a:pt x="2804" y="3557"/>
                </a:lnTo>
                <a:lnTo>
                  <a:pt x="2804" y="3440"/>
                </a:lnTo>
                <a:lnTo>
                  <a:pt x="2963" y="3440"/>
                </a:lnTo>
                <a:lnTo>
                  <a:pt x="2963" y="3557"/>
                </a:lnTo>
                <a:moveTo>
                  <a:pt x="2698" y="3557"/>
                </a:moveTo>
                <a:lnTo>
                  <a:pt x="2539" y="3557"/>
                </a:lnTo>
                <a:lnTo>
                  <a:pt x="2539" y="3440"/>
                </a:lnTo>
                <a:lnTo>
                  <a:pt x="2698" y="3440"/>
                </a:lnTo>
                <a:lnTo>
                  <a:pt x="2698" y="3557"/>
                </a:lnTo>
                <a:moveTo>
                  <a:pt x="2434" y="3557"/>
                </a:moveTo>
                <a:lnTo>
                  <a:pt x="2275" y="3557"/>
                </a:lnTo>
                <a:lnTo>
                  <a:pt x="2275" y="3440"/>
                </a:lnTo>
                <a:lnTo>
                  <a:pt x="2434" y="3440"/>
                </a:lnTo>
                <a:lnTo>
                  <a:pt x="2434" y="3557"/>
                </a:lnTo>
                <a:moveTo>
                  <a:pt x="2169" y="3557"/>
                </a:moveTo>
                <a:lnTo>
                  <a:pt x="2010" y="3557"/>
                </a:lnTo>
                <a:lnTo>
                  <a:pt x="2010" y="3440"/>
                </a:lnTo>
                <a:lnTo>
                  <a:pt x="2169" y="3440"/>
                </a:lnTo>
                <a:lnTo>
                  <a:pt x="2169" y="3557"/>
                </a:lnTo>
                <a:moveTo>
                  <a:pt x="1905" y="3557"/>
                </a:moveTo>
                <a:lnTo>
                  <a:pt x="1746" y="3557"/>
                </a:lnTo>
                <a:lnTo>
                  <a:pt x="1746" y="3440"/>
                </a:lnTo>
                <a:lnTo>
                  <a:pt x="1905" y="3440"/>
                </a:lnTo>
                <a:lnTo>
                  <a:pt x="1905" y="3557"/>
                </a:lnTo>
                <a:moveTo>
                  <a:pt x="1640" y="3557"/>
                </a:moveTo>
                <a:lnTo>
                  <a:pt x="1481" y="3557"/>
                </a:lnTo>
                <a:lnTo>
                  <a:pt x="1481" y="3440"/>
                </a:lnTo>
                <a:lnTo>
                  <a:pt x="1640" y="3440"/>
                </a:lnTo>
                <a:lnTo>
                  <a:pt x="1640" y="3557"/>
                </a:lnTo>
                <a:moveTo>
                  <a:pt x="1376" y="3557"/>
                </a:moveTo>
                <a:lnTo>
                  <a:pt x="1217" y="3557"/>
                </a:lnTo>
                <a:lnTo>
                  <a:pt x="1217" y="3440"/>
                </a:lnTo>
                <a:lnTo>
                  <a:pt x="1376" y="3440"/>
                </a:lnTo>
                <a:lnTo>
                  <a:pt x="1376" y="3557"/>
                </a:lnTo>
                <a:moveTo>
                  <a:pt x="1111" y="3557"/>
                </a:moveTo>
                <a:lnTo>
                  <a:pt x="952" y="3557"/>
                </a:lnTo>
                <a:lnTo>
                  <a:pt x="952" y="3440"/>
                </a:lnTo>
                <a:lnTo>
                  <a:pt x="1111" y="3440"/>
                </a:lnTo>
                <a:lnTo>
                  <a:pt x="1111" y="3557"/>
                </a:lnTo>
                <a:moveTo>
                  <a:pt x="847" y="3557"/>
                </a:moveTo>
                <a:lnTo>
                  <a:pt x="688" y="3557"/>
                </a:lnTo>
                <a:lnTo>
                  <a:pt x="688" y="3440"/>
                </a:lnTo>
                <a:lnTo>
                  <a:pt x="847" y="3440"/>
                </a:lnTo>
                <a:lnTo>
                  <a:pt x="847" y="3557"/>
                </a:lnTo>
                <a:moveTo>
                  <a:pt x="582" y="3557"/>
                </a:moveTo>
                <a:lnTo>
                  <a:pt x="424" y="3557"/>
                </a:lnTo>
                <a:lnTo>
                  <a:pt x="424" y="3440"/>
                </a:lnTo>
                <a:lnTo>
                  <a:pt x="582" y="3440"/>
                </a:lnTo>
                <a:lnTo>
                  <a:pt x="582" y="3557"/>
                </a:lnTo>
                <a:moveTo>
                  <a:pt x="318" y="3557"/>
                </a:moveTo>
                <a:lnTo>
                  <a:pt x="244" y="3557"/>
                </a:lnTo>
                <a:cubicBezTo>
                  <a:pt x="206" y="3557"/>
                  <a:pt x="170" y="3548"/>
                  <a:pt x="136" y="3532"/>
                </a:cubicBezTo>
                <a:lnTo>
                  <a:pt x="188" y="3427"/>
                </a:lnTo>
                <a:cubicBezTo>
                  <a:pt x="205" y="3436"/>
                  <a:pt x="224" y="3440"/>
                  <a:pt x="244" y="3440"/>
                </a:cubicBezTo>
                <a:lnTo>
                  <a:pt x="318" y="3440"/>
                </a:lnTo>
                <a:lnTo>
                  <a:pt x="318" y="3557"/>
                </a:lnTo>
                <a:moveTo>
                  <a:pt x="34" y="3437"/>
                </a:moveTo>
                <a:cubicBezTo>
                  <a:pt x="12" y="3399"/>
                  <a:pt x="0" y="3358"/>
                  <a:pt x="0" y="3313"/>
                </a:cubicBezTo>
                <a:lnTo>
                  <a:pt x="0" y="3253"/>
                </a:lnTo>
                <a:lnTo>
                  <a:pt x="117" y="3253"/>
                </a:lnTo>
                <a:lnTo>
                  <a:pt x="117" y="3313"/>
                </a:lnTo>
                <a:cubicBezTo>
                  <a:pt x="117" y="3336"/>
                  <a:pt x="123" y="3358"/>
                  <a:pt x="134" y="3378"/>
                </a:cubicBezTo>
                <a:lnTo>
                  <a:pt x="34" y="3437"/>
                </a:lnTo>
                <a:moveTo>
                  <a:pt x="0" y="3147"/>
                </a:moveTo>
                <a:lnTo>
                  <a:pt x="0" y="2989"/>
                </a:lnTo>
                <a:lnTo>
                  <a:pt x="117" y="2989"/>
                </a:lnTo>
                <a:lnTo>
                  <a:pt x="117" y="3147"/>
                </a:lnTo>
                <a:lnTo>
                  <a:pt x="0" y="3147"/>
                </a:lnTo>
                <a:moveTo>
                  <a:pt x="0" y="2883"/>
                </a:moveTo>
                <a:lnTo>
                  <a:pt x="0" y="2724"/>
                </a:lnTo>
                <a:lnTo>
                  <a:pt x="117" y="2724"/>
                </a:lnTo>
                <a:lnTo>
                  <a:pt x="117" y="2883"/>
                </a:lnTo>
                <a:lnTo>
                  <a:pt x="0" y="2883"/>
                </a:lnTo>
                <a:moveTo>
                  <a:pt x="0" y="2618"/>
                </a:moveTo>
                <a:lnTo>
                  <a:pt x="0" y="2460"/>
                </a:lnTo>
                <a:lnTo>
                  <a:pt x="117" y="2460"/>
                </a:lnTo>
                <a:lnTo>
                  <a:pt x="117" y="2618"/>
                </a:lnTo>
                <a:lnTo>
                  <a:pt x="0" y="2618"/>
                </a:lnTo>
                <a:moveTo>
                  <a:pt x="0" y="2354"/>
                </a:moveTo>
                <a:lnTo>
                  <a:pt x="0" y="2195"/>
                </a:lnTo>
                <a:lnTo>
                  <a:pt x="117" y="2195"/>
                </a:lnTo>
                <a:lnTo>
                  <a:pt x="117" y="2354"/>
                </a:lnTo>
                <a:lnTo>
                  <a:pt x="0" y="2354"/>
                </a:lnTo>
                <a:moveTo>
                  <a:pt x="0" y="2089"/>
                </a:moveTo>
                <a:lnTo>
                  <a:pt x="0" y="1930"/>
                </a:lnTo>
                <a:lnTo>
                  <a:pt x="117" y="1930"/>
                </a:lnTo>
                <a:lnTo>
                  <a:pt x="117" y="2089"/>
                </a:lnTo>
                <a:lnTo>
                  <a:pt x="0" y="2089"/>
                </a:lnTo>
                <a:moveTo>
                  <a:pt x="0" y="1824"/>
                </a:moveTo>
                <a:lnTo>
                  <a:pt x="0" y="1665"/>
                </a:lnTo>
                <a:lnTo>
                  <a:pt x="117" y="1665"/>
                </a:lnTo>
                <a:lnTo>
                  <a:pt x="117" y="1824"/>
                </a:lnTo>
                <a:lnTo>
                  <a:pt x="0" y="1824"/>
                </a:lnTo>
                <a:moveTo>
                  <a:pt x="0" y="1560"/>
                </a:moveTo>
                <a:lnTo>
                  <a:pt x="0" y="1401"/>
                </a:lnTo>
                <a:lnTo>
                  <a:pt x="117" y="1401"/>
                </a:lnTo>
                <a:lnTo>
                  <a:pt x="117" y="1560"/>
                </a:lnTo>
                <a:lnTo>
                  <a:pt x="0" y="1560"/>
                </a:lnTo>
                <a:moveTo>
                  <a:pt x="0" y="1295"/>
                </a:moveTo>
                <a:lnTo>
                  <a:pt x="0" y="1136"/>
                </a:lnTo>
                <a:lnTo>
                  <a:pt x="117" y="1136"/>
                </a:lnTo>
                <a:lnTo>
                  <a:pt x="117" y="1295"/>
                </a:lnTo>
                <a:lnTo>
                  <a:pt x="0" y="1295"/>
                </a:lnTo>
                <a:moveTo>
                  <a:pt x="0" y="1031"/>
                </a:moveTo>
                <a:lnTo>
                  <a:pt x="0" y="872"/>
                </a:lnTo>
                <a:lnTo>
                  <a:pt x="117" y="872"/>
                </a:lnTo>
                <a:lnTo>
                  <a:pt x="117" y="1031"/>
                </a:lnTo>
                <a:lnTo>
                  <a:pt x="0" y="1031"/>
                </a:lnTo>
                <a:moveTo>
                  <a:pt x="0" y="766"/>
                </a:moveTo>
                <a:lnTo>
                  <a:pt x="0" y="607"/>
                </a:lnTo>
                <a:lnTo>
                  <a:pt x="117" y="607"/>
                </a:lnTo>
                <a:lnTo>
                  <a:pt x="117" y="766"/>
                </a:lnTo>
                <a:lnTo>
                  <a:pt x="0" y="766"/>
                </a:lnTo>
                <a:moveTo>
                  <a:pt x="0" y="502"/>
                </a:moveTo>
                <a:lnTo>
                  <a:pt x="0" y="343"/>
                </a:lnTo>
                <a:lnTo>
                  <a:pt x="117" y="343"/>
                </a:lnTo>
                <a:lnTo>
                  <a:pt x="117" y="502"/>
                </a:lnTo>
                <a:lnTo>
                  <a:pt x="0" y="502"/>
                </a:lnTo>
                <a:moveTo>
                  <a:pt x="1" y="236"/>
                </a:moveTo>
                <a:cubicBezTo>
                  <a:pt x="3" y="161"/>
                  <a:pt x="33" y="100"/>
                  <a:pt x="92" y="53"/>
                </a:cubicBezTo>
                <a:lnTo>
                  <a:pt x="165" y="144"/>
                </a:lnTo>
                <a:cubicBezTo>
                  <a:pt x="134" y="168"/>
                  <a:pt x="118" y="200"/>
                  <a:pt x="117" y="239"/>
                </a:cubicBezTo>
                <a:lnTo>
                  <a:pt x="1" y="236"/>
                </a:lnTo>
                <a:moveTo>
                  <a:pt x="220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6"/>
                </a:lnTo>
                <a:lnTo>
                  <a:pt x="244" y="116"/>
                </a:lnTo>
                <a:cubicBezTo>
                  <a:pt x="240" y="116"/>
                  <a:pt x="236" y="116"/>
                  <a:pt x="232" y="117"/>
                </a:cubicBezTo>
                <a:lnTo>
                  <a:pt x="220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521640" y="5017680"/>
            <a:ext cx="11148480" cy="1280520"/>
          </a:xfrm>
          <a:custGeom>
            <a:avLst/>
            <a:gdLst/>
            <a:ahLst/>
            <a:rect l="0" t="0" r="r" b="b"/>
            <a:pathLst>
              <a:path w="30968" h="3557">
                <a:moveTo>
                  <a:pt x="508" y="0"/>
                </a:moveTo>
                <a:lnTo>
                  <a:pt x="667" y="0"/>
                </a:lnTo>
                <a:lnTo>
                  <a:pt x="667" y="116"/>
                </a:lnTo>
                <a:lnTo>
                  <a:pt x="508" y="116"/>
                </a:lnTo>
                <a:lnTo>
                  <a:pt x="508" y="0"/>
                </a:lnTo>
                <a:moveTo>
                  <a:pt x="773" y="0"/>
                </a:moveTo>
                <a:lnTo>
                  <a:pt x="932" y="0"/>
                </a:lnTo>
                <a:lnTo>
                  <a:pt x="932" y="116"/>
                </a:lnTo>
                <a:lnTo>
                  <a:pt x="773" y="116"/>
                </a:lnTo>
                <a:lnTo>
                  <a:pt x="773" y="0"/>
                </a:lnTo>
                <a:moveTo>
                  <a:pt x="1037" y="0"/>
                </a:moveTo>
                <a:lnTo>
                  <a:pt x="1196" y="0"/>
                </a:lnTo>
                <a:lnTo>
                  <a:pt x="1196" y="116"/>
                </a:lnTo>
                <a:lnTo>
                  <a:pt x="1037" y="116"/>
                </a:lnTo>
                <a:lnTo>
                  <a:pt x="1037" y="0"/>
                </a:lnTo>
                <a:moveTo>
                  <a:pt x="1302" y="0"/>
                </a:moveTo>
                <a:lnTo>
                  <a:pt x="1461" y="0"/>
                </a:lnTo>
                <a:lnTo>
                  <a:pt x="1461" y="116"/>
                </a:lnTo>
                <a:lnTo>
                  <a:pt x="1302" y="116"/>
                </a:lnTo>
                <a:lnTo>
                  <a:pt x="1302" y="0"/>
                </a:lnTo>
                <a:moveTo>
                  <a:pt x="1566" y="0"/>
                </a:moveTo>
                <a:lnTo>
                  <a:pt x="1725" y="0"/>
                </a:lnTo>
                <a:lnTo>
                  <a:pt x="1725" y="116"/>
                </a:lnTo>
                <a:lnTo>
                  <a:pt x="1566" y="116"/>
                </a:lnTo>
                <a:lnTo>
                  <a:pt x="1566" y="0"/>
                </a:lnTo>
                <a:moveTo>
                  <a:pt x="1831" y="0"/>
                </a:moveTo>
                <a:lnTo>
                  <a:pt x="1989" y="0"/>
                </a:lnTo>
                <a:lnTo>
                  <a:pt x="1989" y="116"/>
                </a:lnTo>
                <a:lnTo>
                  <a:pt x="1831" y="116"/>
                </a:lnTo>
                <a:lnTo>
                  <a:pt x="1831" y="0"/>
                </a:lnTo>
                <a:moveTo>
                  <a:pt x="2095" y="0"/>
                </a:moveTo>
                <a:lnTo>
                  <a:pt x="2254" y="0"/>
                </a:lnTo>
                <a:lnTo>
                  <a:pt x="2254" y="116"/>
                </a:lnTo>
                <a:lnTo>
                  <a:pt x="2095" y="116"/>
                </a:lnTo>
                <a:lnTo>
                  <a:pt x="2095" y="0"/>
                </a:lnTo>
                <a:moveTo>
                  <a:pt x="2360" y="0"/>
                </a:moveTo>
                <a:lnTo>
                  <a:pt x="2518" y="0"/>
                </a:lnTo>
                <a:lnTo>
                  <a:pt x="2518" y="116"/>
                </a:lnTo>
                <a:lnTo>
                  <a:pt x="2360" y="116"/>
                </a:lnTo>
                <a:lnTo>
                  <a:pt x="2360" y="0"/>
                </a:lnTo>
                <a:moveTo>
                  <a:pt x="2624" y="0"/>
                </a:moveTo>
                <a:lnTo>
                  <a:pt x="2783" y="0"/>
                </a:lnTo>
                <a:lnTo>
                  <a:pt x="2783" y="116"/>
                </a:lnTo>
                <a:lnTo>
                  <a:pt x="2624" y="116"/>
                </a:lnTo>
                <a:lnTo>
                  <a:pt x="2624" y="0"/>
                </a:lnTo>
                <a:moveTo>
                  <a:pt x="2889" y="0"/>
                </a:moveTo>
                <a:lnTo>
                  <a:pt x="3047" y="0"/>
                </a:lnTo>
                <a:lnTo>
                  <a:pt x="3047" y="116"/>
                </a:lnTo>
                <a:lnTo>
                  <a:pt x="2889" y="116"/>
                </a:lnTo>
                <a:lnTo>
                  <a:pt x="2889" y="0"/>
                </a:lnTo>
                <a:moveTo>
                  <a:pt x="3153" y="0"/>
                </a:moveTo>
                <a:lnTo>
                  <a:pt x="3312" y="0"/>
                </a:lnTo>
                <a:lnTo>
                  <a:pt x="3312" y="116"/>
                </a:lnTo>
                <a:lnTo>
                  <a:pt x="3153" y="116"/>
                </a:lnTo>
                <a:lnTo>
                  <a:pt x="3153" y="0"/>
                </a:lnTo>
                <a:moveTo>
                  <a:pt x="3418" y="0"/>
                </a:moveTo>
                <a:lnTo>
                  <a:pt x="3576" y="0"/>
                </a:lnTo>
                <a:lnTo>
                  <a:pt x="3576" y="116"/>
                </a:lnTo>
                <a:lnTo>
                  <a:pt x="3418" y="116"/>
                </a:lnTo>
                <a:lnTo>
                  <a:pt x="3418" y="0"/>
                </a:lnTo>
                <a:moveTo>
                  <a:pt x="3682" y="0"/>
                </a:moveTo>
                <a:lnTo>
                  <a:pt x="3841" y="0"/>
                </a:lnTo>
                <a:lnTo>
                  <a:pt x="3841" y="116"/>
                </a:lnTo>
                <a:lnTo>
                  <a:pt x="3682" y="116"/>
                </a:lnTo>
                <a:lnTo>
                  <a:pt x="3682" y="0"/>
                </a:lnTo>
                <a:moveTo>
                  <a:pt x="3947" y="0"/>
                </a:moveTo>
                <a:lnTo>
                  <a:pt x="4105" y="0"/>
                </a:lnTo>
                <a:lnTo>
                  <a:pt x="4105" y="116"/>
                </a:lnTo>
                <a:lnTo>
                  <a:pt x="3947" y="116"/>
                </a:lnTo>
                <a:lnTo>
                  <a:pt x="3947" y="0"/>
                </a:lnTo>
                <a:moveTo>
                  <a:pt x="4211" y="0"/>
                </a:moveTo>
                <a:lnTo>
                  <a:pt x="4370" y="0"/>
                </a:lnTo>
                <a:lnTo>
                  <a:pt x="4370" y="116"/>
                </a:lnTo>
                <a:lnTo>
                  <a:pt x="4211" y="116"/>
                </a:lnTo>
                <a:lnTo>
                  <a:pt x="4211" y="0"/>
                </a:lnTo>
                <a:moveTo>
                  <a:pt x="4476" y="0"/>
                </a:moveTo>
                <a:lnTo>
                  <a:pt x="4634" y="0"/>
                </a:lnTo>
                <a:lnTo>
                  <a:pt x="4634" y="116"/>
                </a:lnTo>
                <a:lnTo>
                  <a:pt x="4476" y="116"/>
                </a:lnTo>
                <a:lnTo>
                  <a:pt x="4476" y="0"/>
                </a:lnTo>
                <a:moveTo>
                  <a:pt x="4740" y="0"/>
                </a:moveTo>
                <a:lnTo>
                  <a:pt x="4899" y="0"/>
                </a:lnTo>
                <a:lnTo>
                  <a:pt x="4899" y="116"/>
                </a:lnTo>
                <a:lnTo>
                  <a:pt x="4740" y="116"/>
                </a:lnTo>
                <a:lnTo>
                  <a:pt x="4740" y="0"/>
                </a:lnTo>
                <a:moveTo>
                  <a:pt x="5004" y="0"/>
                </a:moveTo>
                <a:lnTo>
                  <a:pt x="5163" y="0"/>
                </a:lnTo>
                <a:lnTo>
                  <a:pt x="5163" y="116"/>
                </a:lnTo>
                <a:lnTo>
                  <a:pt x="5004" y="116"/>
                </a:lnTo>
                <a:lnTo>
                  <a:pt x="5004" y="0"/>
                </a:lnTo>
                <a:moveTo>
                  <a:pt x="5269" y="0"/>
                </a:moveTo>
                <a:lnTo>
                  <a:pt x="5428" y="0"/>
                </a:lnTo>
                <a:lnTo>
                  <a:pt x="5428" y="116"/>
                </a:lnTo>
                <a:lnTo>
                  <a:pt x="5269" y="116"/>
                </a:lnTo>
                <a:lnTo>
                  <a:pt x="5269" y="0"/>
                </a:lnTo>
                <a:moveTo>
                  <a:pt x="5533" y="0"/>
                </a:moveTo>
                <a:lnTo>
                  <a:pt x="5692" y="0"/>
                </a:lnTo>
                <a:lnTo>
                  <a:pt x="5692" y="116"/>
                </a:lnTo>
                <a:lnTo>
                  <a:pt x="5533" y="116"/>
                </a:lnTo>
                <a:lnTo>
                  <a:pt x="5533" y="0"/>
                </a:lnTo>
                <a:moveTo>
                  <a:pt x="5798" y="0"/>
                </a:moveTo>
                <a:lnTo>
                  <a:pt x="5957" y="0"/>
                </a:lnTo>
                <a:lnTo>
                  <a:pt x="5957" y="116"/>
                </a:lnTo>
                <a:lnTo>
                  <a:pt x="5798" y="116"/>
                </a:lnTo>
                <a:lnTo>
                  <a:pt x="5798" y="0"/>
                </a:lnTo>
                <a:moveTo>
                  <a:pt x="6062" y="0"/>
                </a:moveTo>
                <a:lnTo>
                  <a:pt x="6221" y="0"/>
                </a:lnTo>
                <a:lnTo>
                  <a:pt x="6221" y="116"/>
                </a:lnTo>
                <a:lnTo>
                  <a:pt x="6062" y="116"/>
                </a:lnTo>
                <a:lnTo>
                  <a:pt x="6062" y="0"/>
                </a:lnTo>
                <a:moveTo>
                  <a:pt x="6327" y="0"/>
                </a:moveTo>
                <a:lnTo>
                  <a:pt x="6486" y="0"/>
                </a:lnTo>
                <a:lnTo>
                  <a:pt x="6486" y="116"/>
                </a:lnTo>
                <a:lnTo>
                  <a:pt x="6327" y="116"/>
                </a:lnTo>
                <a:lnTo>
                  <a:pt x="6327" y="0"/>
                </a:lnTo>
                <a:moveTo>
                  <a:pt x="6591" y="0"/>
                </a:moveTo>
                <a:lnTo>
                  <a:pt x="6750" y="0"/>
                </a:lnTo>
                <a:lnTo>
                  <a:pt x="6750" y="116"/>
                </a:lnTo>
                <a:lnTo>
                  <a:pt x="6591" y="116"/>
                </a:lnTo>
                <a:lnTo>
                  <a:pt x="6591" y="0"/>
                </a:lnTo>
                <a:moveTo>
                  <a:pt x="6856" y="0"/>
                </a:moveTo>
                <a:lnTo>
                  <a:pt x="7015" y="0"/>
                </a:lnTo>
                <a:lnTo>
                  <a:pt x="7015" y="116"/>
                </a:lnTo>
                <a:lnTo>
                  <a:pt x="6856" y="116"/>
                </a:lnTo>
                <a:lnTo>
                  <a:pt x="6856" y="0"/>
                </a:lnTo>
                <a:moveTo>
                  <a:pt x="7120" y="0"/>
                </a:moveTo>
                <a:lnTo>
                  <a:pt x="7279" y="0"/>
                </a:lnTo>
                <a:lnTo>
                  <a:pt x="7279" y="116"/>
                </a:lnTo>
                <a:lnTo>
                  <a:pt x="7120" y="116"/>
                </a:lnTo>
                <a:lnTo>
                  <a:pt x="7120" y="0"/>
                </a:lnTo>
                <a:moveTo>
                  <a:pt x="7385" y="0"/>
                </a:moveTo>
                <a:lnTo>
                  <a:pt x="7544" y="0"/>
                </a:lnTo>
                <a:lnTo>
                  <a:pt x="7544" y="116"/>
                </a:lnTo>
                <a:lnTo>
                  <a:pt x="7385" y="116"/>
                </a:lnTo>
                <a:lnTo>
                  <a:pt x="7385" y="0"/>
                </a:lnTo>
                <a:moveTo>
                  <a:pt x="7649" y="0"/>
                </a:moveTo>
                <a:lnTo>
                  <a:pt x="7808" y="0"/>
                </a:lnTo>
                <a:lnTo>
                  <a:pt x="7808" y="116"/>
                </a:lnTo>
                <a:lnTo>
                  <a:pt x="7649" y="116"/>
                </a:lnTo>
                <a:lnTo>
                  <a:pt x="7649" y="0"/>
                </a:lnTo>
                <a:moveTo>
                  <a:pt x="7914" y="0"/>
                </a:moveTo>
                <a:lnTo>
                  <a:pt x="8073" y="0"/>
                </a:lnTo>
                <a:lnTo>
                  <a:pt x="8073" y="116"/>
                </a:lnTo>
                <a:lnTo>
                  <a:pt x="7914" y="116"/>
                </a:lnTo>
                <a:lnTo>
                  <a:pt x="7914" y="0"/>
                </a:lnTo>
                <a:moveTo>
                  <a:pt x="8178" y="0"/>
                </a:moveTo>
                <a:lnTo>
                  <a:pt x="8337" y="0"/>
                </a:lnTo>
                <a:lnTo>
                  <a:pt x="8337" y="116"/>
                </a:lnTo>
                <a:lnTo>
                  <a:pt x="8178" y="116"/>
                </a:lnTo>
                <a:lnTo>
                  <a:pt x="8178" y="0"/>
                </a:lnTo>
                <a:moveTo>
                  <a:pt x="8443" y="0"/>
                </a:moveTo>
                <a:lnTo>
                  <a:pt x="8601" y="0"/>
                </a:lnTo>
                <a:lnTo>
                  <a:pt x="8601" y="116"/>
                </a:lnTo>
                <a:lnTo>
                  <a:pt x="8443" y="116"/>
                </a:lnTo>
                <a:lnTo>
                  <a:pt x="8443" y="0"/>
                </a:lnTo>
                <a:moveTo>
                  <a:pt x="8707" y="0"/>
                </a:moveTo>
                <a:lnTo>
                  <a:pt x="8866" y="0"/>
                </a:lnTo>
                <a:lnTo>
                  <a:pt x="8866" y="116"/>
                </a:lnTo>
                <a:lnTo>
                  <a:pt x="8707" y="116"/>
                </a:lnTo>
                <a:lnTo>
                  <a:pt x="8707" y="0"/>
                </a:lnTo>
                <a:moveTo>
                  <a:pt x="8972" y="0"/>
                </a:moveTo>
                <a:lnTo>
                  <a:pt x="9130" y="0"/>
                </a:lnTo>
                <a:lnTo>
                  <a:pt x="9130" y="116"/>
                </a:lnTo>
                <a:lnTo>
                  <a:pt x="8972" y="116"/>
                </a:lnTo>
                <a:lnTo>
                  <a:pt x="8972" y="0"/>
                </a:lnTo>
                <a:moveTo>
                  <a:pt x="9236" y="0"/>
                </a:moveTo>
                <a:lnTo>
                  <a:pt x="9395" y="0"/>
                </a:lnTo>
                <a:lnTo>
                  <a:pt x="9395" y="116"/>
                </a:lnTo>
                <a:lnTo>
                  <a:pt x="9236" y="116"/>
                </a:lnTo>
                <a:lnTo>
                  <a:pt x="9236" y="0"/>
                </a:lnTo>
                <a:moveTo>
                  <a:pt x="9501" y="0"/>
                </a:moveTo>
                <a:lnTo>
                  <a:pt x="9659" y="0"/>
                </a:lnTo>
                <a:lnTo>
                  <a:pt x="9659" y="116"/>
                </a:lnTo>
                <a:lnTo>
                  <a:pt x="9501" y="116"/>
                </a:lnTo>
                <a:lnTo>
                  <a:pt x="9501" y="0"/>
                </a:lnTo>
                <a:moveTo>
                  <a:pt x="9765" y="0"/>
                </a:moveTo>
                <a:lnTo>
                  <a:pt x="9924" y="0"/>
                </a:lnTo>
                <a:lnTo>
                  <a:pt x="9924" y="116"/>
                </a:lnTo>
                <a:lnTo>
                  <a:pt x="9765" y="116"/>
                </a:lnTo>
                <a:lnTo>
                  <a:pt x="9765" y="0"/>
                </a:lnTo>
                <a:moveTo>
                  <a:pt x="10030" y="0"/>
                </a:moveTo>
                <a:lnTo>
                  <a:pt x="10188" y="0"/>
                </a:lnTo>
                <a:lnTo>
                  <a:pt x="10188" y="116"/>
                </a:lnTo>
                <a:lnTo>
                  <a:pt x="10030" y="116"/>
                </a:lnTo>
                <a:lnTo>
                  <a:pt x="10030" y="0"/>
                </a:lnTo>
                <a:moveTo>
                  <a:pt x="10294" y="0"/>
                </a:moveTo>
                <a:lnTo>
                  <a:pt x="10453" y="0"/>
                </a:lnTo>
                <a:lnTo>
                  <a:pt x="10453" y="116"/>
                </a:lnTo>
                <a:lnTo>
                  <a:pt x="10294" y="116"/>
                </a:lnTo>
                <a:lnTo>
                  <a:pt x="10294" y="0"/>
                </a:lnTo>
                <a:moveTo>
                  <a:pt x="10559" y="0"/>
                </a:moveTo>
                <a:lnTo>
                  <a:pt x="10717" y="0"/>
                </a:lnTo>
                <a:lnTo>
                  <a:pt x="10717" y="116"/>
                </a:lnTo>
                <a:lnTo>
                  <a:pt x="10559" y="116"/>
                </a:lnTo>
                <a:lnTo>
                  <a:pt x="10559" y="0"/>
                </a:lnTo>
                <a:moveTo>
                  <a:pt x="10823" y="0"/>
                </a:moveTo>
                <a:lnTo>
                  <a:pt x="10982" y="0"/>
                </a:lnTo>
                <a:lnTo>
                  <a:pt x="10982" y="116"/>
                </a:lnTo>
                <a:lnTo>
                  <a:pt x="10823" y="116"/>
                </a:lnTo>
                <a:lnTo>
                  <a:pt x="10823" y="0"/>
                </a:lnTo>
                <a:moveTo>
                  <a:pt x="11088" y="0"/>
                </a:moveTo>
                <a:lnTo>
                  <a:pt x="11246" y="0"/>
                </a:lnTo>
                <a:lnTo>
                  <a:pt x="11246" y="116"/>
                </a:lnTo>
                <a:lnTo>
                  <a:pt x="11088" y="116"/>
                </a:lnTo>
                <a:lnTo>
                  <a:pt x="11088" y="0"/>
                </a:lnTo>
                <a:moveTo>
                  <a:pt x="11352" y="0"/>
                </a:moveTo>
                <a:lnTo>
                  <a:pt x="11511" y="0"/>
                </a:lnTo>
                <a:lnTo>
                  <a:pt x="11511" y="116"/>
                </a:lnTo>
                <a:lnTo>
                  <a:pt x="11352" y="116"/>
                </a:lnTo>
                <a:lnTo>
                  <a:pt x="11352" y="0"/>
                </a:lnTo>
                <a:moveTo>
                  <a:pt x="11617" y="0"/>
                </a:moveTo>
                <a:lnTo>
                  <a:pt x="11775" y="0"/>
                </a:lnTo>
                <a:lnTo>
                  <a:pt x="11775" y="116"/>
                </a:lnTo>
                <a:lnTo>
                  <a:pt x="11617" y="116"/>
                </a:lnTo>
                <a:lnTo>
                  <a:pt x="11617" y="0"/>
                </a:lnTo>
                <a:moveTo>
                  <a:pt x="11881" y="0"/>
                </a:moveTo>
                <a:lnTo>
                  <a:pt x="12040" y="0"/>
                </a:lnTo>
                <a:lnTo>
                  <a:pt x="12040" y="116"/>
                </a:lnTo>
                <a:lnTo>
                  <a:pt x="11881" y="116"/>
                </a:lnTo>
                <a:lnTo>
                  <a:pt x="11881" y="0"/>
                </a:lnTo>
                <a:moveTo>
                  <a:pt x="12145" y="0"/>
                </a:moveTo>
                <a:lnTo>
                  <a:pt x="12304" y="0"/>
                </a:lnTo>
                <a:lnTo>
                  <a:pt x="12304" y="116"/>
                </a:lnTo>
                <a:lnTo>
                  <a:pt x="12145" y="116"/>
                </a:lnTo>
                <a:lnTo>
                  <a:pt x="12145" y="0"/>
                </a:lnTo>
                <a:moveTo>
                  <a:pt x="12410" y="0"/>
                </a:moveTo>
                <a:lnTo>
                  <a:pt x="12569" y="0"/>
                </a:lnTo>
                <a:lnTo>
                  <a:pt x="12569" y="116"/>
                </a:lnTo>
                <a:lnTo>
                  <a:pt x="12410" y="116"/>
                </a:lnTo>
                <a:lnTo>
                  <a:pt x="12410" y="0"/>
                </a:lnTo>
                <a:moveTo>
                  <a:pt x="12674" y="0"/>
                </a:moveTo>
                <a:lnTo>
                  <a:pt x="12833" y="0"/>
                </a:lnTo>
                <a:lnTo>
                  <a:pt x="12833" y="116"/>
                </a:lnTo>
                <a:lnTo>
                  <a:pt x="12674" y="116"/>
                </a:lnTo>
                <a:lnTo>
                  <a:pt x="12674" y="0"/>
                </a:lnTo>
                <a:moveTo>
                  <a:pt x="12939" y="0"/>
                </a:moveTo>
                <a:lnTo>
                  <a:pt x="13098" y="0"/>
                </a:lnTo>
                <a:lnTo>
                  <a:pt x="13098" y="116"/>
                </a:lnTo>
                <a:lnTo>
                  <a:pt x="12939" y="116"/>
                </a:lnTo>
                <a:lnTo>
                  <a:pt x="12939" y="0"/>
                </a:lnTo>
                <a:moveTo>
                  <a:pt x="13203" y="0"/>
                </a:moveTo>
                <a:lnTo>
                  <a:pt x="13362" y="0"/>
                </a:lnTo>
                <a:lnTo>
                  <a:pt x="13362" y="116"/>
                </a:lnTo>
                <a:lnTo>
                  <a:pt x="13203" y="116"/>
                </a:lnTo>
                <a:lnTo>
                  <a:pt x="13203" y="0"/>
                </a:lnTo>
                <a:moveTo>
                  <a:pt x="13468" y="0"/>
                </a:moveTo>
                <a:lnTo>
                  <a:pt x="13627" y="0"/>
                </a:lnTo>
                <a:lnTo>
                  <a:pt x="13627" y="116"/>
                </a:lnTo>
                <a:lnTo>
                  <a:pt x="13468" y="116"/>
                </a:lnTo>
                <a:lnTo>
                  <a:pt x="13468" y="0"/>
                </a:lnTo>
                <a:moveTo>
                  <a:pt x="13732" y="0"/>
                </a:moveTo>
                <a:lnTo>
                  <a:pt x="13891" y="0"/>
                </a:lnTo>
                <a:lnTo>
                  <a:pt x="13891" y="116"/>
                </a:lnTo>
                <a:lnTo>
                  <a:pt x="13732" y="116"/>
                </a:lnTo>
                <a:lnTo>
                  <a:pt x="13732" y="0"/>
                </a:lnTo>
                <a:moveTo>
                  <a:pt x="13997" y="0"/>
                </a:moveTo>
                <a:lnTo>
                  <a:pt x="14157" y="0"/>
                </a:lnTo>
                <a:lnTo>
                  <a:pt x="14157" y="116"/>
                </a:lnTo>
                <a:lnTo>
                  <a:pt x="13997" y="116"/>
                </a:lnTo>
                <a:lnTo>
                  <a:pt x="13997" y="0"/>
                </a:lnTo>
                <a:moveTo>
                  <a:pt x="14262" y="0"/>
                </a:moveTo>
                <a:lnTo>
                  <a:pt x="14421" y="0"/>
                </a:lnTo>
                <a:lnTo>
                  <a:pt x="14421" y="116"/>
                </a:lnTo>
                <a:lnTo>
                  <a:pt x="14262" y="116"/>
                </a:lnTo>
                <a:lnTo>
                  <a:pt x="14262" y="0"/>
                </a:lnTo>
                <a:moveTo>
                  <a:pt x="14527" y="0"/>
                </a:moveTo>
                <a:lnTo>
                  <a:pt x="14686" y="0"/>
                </a:lnTo>
                <a:lnTo>
                  <a:pt x="14686" y="116"/>
                </a:lnTo>
                <a:lnTo>
                  <a:pt x="14527" y="116"/>
                </a:lnTo>
                <a:lnTo>
                  <a:pt x="14527" y="0"/>
                </a:lnTo>
                <a:moveTo>
                  <a:pt x="14791" y="0"/>
                </a:moveTo>
                <a:lnTo>
                  <a:pt x="14950" y="0"/>
                </a:lnTo>
                <a:lnTo>
                  <a:pt x="14950" y="116"/>
                </a:lnTo>
                <a:lnTo>
                  <a:pt x="14791" y="116"/>
                </a:lnTo>
                <a:lnTo>
                  <a:pt x="14791" y="0"/>
                </a:lnTo>
                <a:moveTo>
                  <a:pt x="15056" y="0"/>
                </a:moveTo>
                <a:lnTo>
                  <a:pt x="15215" y="0"/>
                </a:lnTo>
                <a:lnTo>
                  <a:pt x="15215" y="116"/>
                </a:lnTo>
                <a:lnTo>
                  <a:pt x="15056" y="116"/>
                </a:lnTo>
                <a:lnTo>
                  <a:pt x="15056" y="0"/>
                </a:lnTo>
                <a:moveTo>
                  <a:pt x="15320" y="0"/>
                </a:moveTo>
                <a:lnTo>
                  <a:pt x="15479" y="0"/>
                </a:lnTo>
                <a:lnTo>
                  <a:pt x="15479" y="116"/>
                </a:lnTo>
                <a:lnTo>
                  <a:pt x="15320" y="116"/>
                </a:lnTo>
                <a:lnTo>
                  <a:pt x="15320" y="0"/>
                </a:lnTo>
                <a:moveTo>
                  <a:pt x="15585" y="0"/>
                </a:moveTo>
                <a:lnTo>
                  <a:pt x="15743" y="0"/>
                </a:lnTo>
                <a:lnTo>
                  <a:pt x="15743" y="116"/>
                </a:lnTo>
                <a:lnTo>
                  <a:pt x="15585" y="116"/>
                </a:lnTo>
                <a:lnTo>
                  <a:pt x="15585" y="0"/>
                </a:lnTo>
                <a:moveTo>
                  <a:pt x="15849" y="0"/>
                </a:moveTo>
                <a:lnTo>
                  <a:pt x="16008" y="0"/>
                </a:lnTo>
                <a:lnTo>
                  <a:pt x="16008" y="116"/>
                </a:lnTo>
                <a:lnTo>
                  <a:pt x="15849" y="116"/>
                </a:lnTo>
                <a:lnTo>
                  <a:pt x="15849" y="0"/>
                </a:lnTo>
                <a:moveTo>
                  <a:pt x="16114" y="0"/>
                </a:moveTo>
                <a:lnTo>
                  <a:pt x="16272" y="0"/>
                </a:lnTo>
                <a:lnTo>
                  <a:pt x="16272" y="116"/>
                </a:lnTo>
                <a:lnTo>
                  <a:pt x="16114" y="116"/>
                </a:lnTo>
                <a:lnTo>
                  <a:pt x="16114" y="0"/>
                </a:lnTo>
                <a:moveTo>
                  <a:pt x="16378" y="0"/>
                </a:moveTo>
                <a:lnTo>
                  <a:pt x="16537" y="0"/>
                </a:lnTo>
                <a:lnTo>
                  <a:pt x="16537" y="116"/>
                </a:lnTo>
                <a:lnTo>
                  <a:pt x="16378" y="116"/>
                </a:lnTo>
                <a:lnTo>
                  <a:pt x="16378" y="0"/>
                </a:lnTo>
                <a:moveTo>
                  <a:pt x="16643" y="0"/>
                </a:moveTo>
                <a:lnTo>
                  <a:pt x="16801" y="0"/>
                </a:lnTo>
                <a:lnTo>
                  <a:pt x="16801" y="116"/>
                </a:lnTo>
                <a:lnTo>
                  <a:pt x="16643" y="116"/>
                </a:lnTo>
                <a:lnTo>
                  <a:pt x="16643" y="0"/>
                </a:lnTo>
                <a:moveTo>
                  <a:pt x="16907" y="0"/>
                </a:moveTo>
                <a:lnTo>
                  <a:pt x="17066" y="0"/>
                </a:lnTo>
                <a:lnTo>
                  <a:pt x="17066" y="116"/>
                </a:lnTo>
                <a:lnTo>
                  <a:pt x="16907" y="116"/>
                </a:lnTo>
                <a:lnTo>
                  <a:pt x="16907" y="0"/>
                </a:lnTo>
                <a:moveTo>
                  <a:pt x="17172" y="0"/>
                </a:moveTo>
                <a:lnTo>
                  <a:pt x="17330" y="0"/>
                </a:lnTo>
                <a:lnTo>
                  <a:pt x="17330" y="116"/>
                </a:lnTo>
                <a:lnTo>
                  <a:pt x="17172" y="116"/>
                </a:lnTo>
                <a:lnTo>
                  <a:pt x="17172" y="0"/>
                </a:lnTo>
                <a:moveTo>
                  <a:pt x="17436" y="0"/>
                </a:moveTo>
                <a:lnTo>
                  <a:pt x="17595" y="0"/>
                </a:lnTo>
                <a:lnTo>
                  <a:pt x="17595" y="116"/>
                </a:lnTo>
                <a:lnTo>
                  <a:pt x="17436" y="116"/>
                </a:lnTo>
                <a:lnTo>
                  <a:pt x="17436" y="0"/>
                </a:lnTo>
                <a:moveTo>
                  <a:pt x="17701" y="0"/>
                </a:moveTo>
                <a:lnTo>
                  <a:pt x="17859" y="0"/>
                </a:lnTo>
                <a:lnTo>
                  <a:pt x="17859" y="116"/>
                </a:lnTo>
                <a:lnTo>
                  <a:pt x="17701" y="116"/>
                </a:lnTo>
                <a:lnTo>
                  <a:pt x="17701" y="0"/>
                </a:lnTo>
                <a:moveTo>
                  <a:pt x="17965" y="0"/>
                </a:moveTo>
                <a:lnTo>
                  <a:pt x="18124" y="0"/>
                </a:lnTo>
                <a:lnTo>
                  <a:pt x="18124" y="116"/>
                </a:lnTo>
                <a:lnTo>
                  <a:pt x="17965" y="116"/>
                </a:lnTo>
                <a:lnTo>
                  <a:pt x="17965" y="0"/>
                </a:lnTo>
                <a:moveTo>
                  <a:pt x="18230" y="0"/>
                </a:moveTo>
                <a:lnTo>
                  <a:pt x="18388" y="0"/>
                </a:lnTo>
                <a:lnTo>
                  <a:pt x="18388" y="116"/>
                </a:lnTo>
                <a:lnTo>
                  <a:pt x="18230" y="116"/>
                </a:lnTo>
                <a:lnTo>
                  <a:pt x="18230" y="0"/>
                </a:lnTo>
                <a:moveTo>
                  <a:pt x="18494" y="0"/>
                </a:moveTo>
                <a:lnTo>
                  <a:pt x="18653" y="0"/>
                </a:lnTo>
                <a:lnTo>
                  <a:pt x="18653" y="116"/>
                </a:lnTo>
                <a:lnTo>
                  <a:pt x="18494" y="116"/>
                </a:lnTo>
                <a:lnTo>
                  <a:pt x="18494" y="0"/>
                </a:lnTo>
                <a:moveTo>
                  <a:pt x="18758" y="0"/>
                </a:moveTo>
                <a:lnTo>
                  <a:pt x="18917" y="0"/>
                </a:lnTo>
                <a:lnTo>
                  <a:pt x="18917" y="116"/>
                </a:lnTo>
                <a:lnTo>
                  <a:pt x="18758" y="116"/>
                </a:lnTo>
                <a:lnTo>
                  <a:pt x="18758" y="0"/>
                </a:lnTo>
                <a:moveTo>
                  <a:pt x="19023" y="0"/>
                </a:moveTo>
                <a:lnTo>
                  <a:pt x="19182" y="0"/>
                </a:lnTo>
                <a:lnTo>
                  <a:pt x="19182" y="116"/>
                </a:lnTo>
                <a:lnTo>
                  <a:pt x="19023" y="116"/>
                </a:lnTo>
                <a:lnTo>
                  <a:pt x="19023" y="0"/>
                </a:lnTo>
                <a:moveTo>
                  <a:pt x="19287" y="0"/>
                </a:moveTo>
                <a:lnTo>
                  <a:pt x="19446" y="0"/>
                </a:lnTo>
                <a:lnTo>
                  <a:pt x="19446" y="116"/>
                </a:lnTo>
                <a:lnTo>
                  <a:pt x="19287" y="116"/>
                </a:lnTo>
                <a:lnTo>
                  <a:pt x="19287" y="0"/>
                </a:lnTo>
                <a:moveTo>
                  <a:pt x="19552" y="0"/>
                </a:moveTo>
                <a:lnTo>
                  <a:pt x="19711" y="0"/>
                </a:lnTo>
                <a:lnTo>
                  <a:pt x="19711" y="116"/>
                </a:lnTo>
                <a:lnTo>
                  <a:pt x="19552" y="116"/>
                </a:lnTo>
                <a:lnTo>
                  <a:pt x="19552" y="0"/>
                </a:lnTo>
                <a:moveTo>
                  <a:pt x="19816" y="0"/>
                </a:moveTo>
                <a:lnTo>
                  <a:pt x="19975" y="0"/>
                </a:lnTo>
                <a:lnTo>
                  <a:pt x="19975" y="116"/>
                </a:lnTo>
                <a:lnTo>
                  <a:pt x="19816" y="116"/>
                </a:lnTo>
                <a:lnTo>
                  <a:pt x="19816" y="0"/>
                </a:lnTo>
                <a:moveTo>
                  <a:pt x="20081" y="0"/>
                </a:moveTo>
                <a:lnTo>
                  <a:pt x="20240" y="0"/>
                </a:lnTo>
                <a:lnTo>
                  <a:pt x="20240" y="116"/>
                </a:lnTo>
                <a:lnTo>
                  <a:pt x="20081" y="116"/>
                </a:lnTo>
                <a:lnTo>
                  <a:pt x="20081" y="0"/>
                </a:lnTo>
                <a:moveTo>
                  <a:pt x="20345" y="0"/>
                </a:moveTo>
                <a:lnTo>
                  <a:pt x="20504" y="0"/>
                </a:lnTo>
                <a:lnTo>
                  <a:pt x="20504" y="116"/>
                </a:lnTo>
                <a:lnTo>
                  <a:pt x="20345" y="116"/>
                </a:lnTo>
                <a:lnTo>
                  <a:pt x="20345" y="0"/>
                </a:lnTo>
                <a:moveTo>
                  <a:pt x="20610" y="0"/>
                </a:moveTo>
                <a:lnTo>
                  <a:pt x="20769" y="0"/>
                </a:lnTo>
                <a:lnTo>
                  <a:pt x="20769" y="116"/>
                </a:lnTo>
                <a:lnTo>
                  <a:pt x="20610" y="116"/>
                </a:lnTo>
                <a:lnTo>
                  <a:pt x="20610" y="0"/>
                </a:lnTo>
                <a:moveTo>
                  <a:pt x="20874" y="0"/>
                </a:moveTo>
                <a:lnTo>
                  <a:pt x="21033" y="0"/>
                </a:lnTo>
                <a:lnTo>
                  <a:pt x="21033" y="116"/>
                </a:lnTo>
                <a:lnTo>
                  <a:pt x="20874" y="116"/>
                </a:lnTo>
                <a:lnTo>
                  <a:pt x="20874" y="0"/>
                </a:lnTo>
                <a:moveTo>
                  <a:pt x="21139" y="0"/>
                </a:moveTo>
                <a:lnTo>
                  <a:pt x="21298" y="0"/>
                </a:lnTo>
                <a:lnTo>
                  <a:pt x="21298" y="116"/>
                </a:lnTo>
                <a:lnTo>
                  <a:pt x="21139" y="116"/>
                </a:lnTo>
                <a:lnTo>
                  <a:pt x="21139" y="0"/>
                </a:lnTo>
                <a:moveTo>
                  <a:pt x="21403" y="0"/>
                </a:moveTo>
                <a:lnTo>
                  <a:pt x="21562" y="0"/>
                </a:lnTo>
                <a:lnTo>
                  <a:pt x="21562" y="116"/>
                </a:lnTo>
                <a:lnTo>
                  <a:pt x="21403" y="116"/>
                </a:lnTo>
                <a:lnTo>
                  <a:pt x="21403" y="0"/>
                </a:lnTo>
                <a:moveTo>
                  <a:pt x="21668" y="0"/>
                </a:moveTo>
                <a:lnTo>
                  <a:pt x="21827" y="0"/>
                </a:lnTo>
                <a:lnTo>
                  <a:pt x="21827" y="116"/>
                </a:lnTo>
                <a:lnTo>
                  <a:pt x="21668" y="116"/>
                </a:lnTo>
                <a:lnTo>
                  <a:pt x="21668" y="0"/>
                </a:lnTo>
                <a:moveTo>
                  <a:pt x="21932" y="0"/>
                </a:moveTo>
                <a:lnTo>
                  <a:pt x="22091" y="0"/>
                </a:lnTo>
                <a:lnTo>
                  <a:pt x="22091" y="116"/>
                </a:lnTo>
                <a:lnTo>
                  <a:pt x="21932" y="116"/>
                </a:lnTo>
                <a:lnTo>
                  <a:pt x="21932" y="0"/>
                </a:lnTo>
                <a:moveTo>
                  <a:pt x="22197" y="0"/>
                </a:moveTo>
                <a:lnTo>
                  <a:pt x="22355" y="0"/>
                </a:lnTo>
                <a:lnTo>
                  <a:pt x="22355" y="116"/>
                </a:lnTo>
                <a:lnTo>
                  <a:pt x="22197" y="116"/>
                </a:lnTo>
                <a:lnTo>
                  <a:pt x="22197" y="0"/>
                </a:lnTo>
                <a:moveTo>
                  <a:pt x="22461" y="0"/>
                </a:moveTo>
                <a:lnTo>
                  <a:pt x="22620" y="0"/>
                </a:lnTo>
                <a:lnTo>
                  <a:pt x="22620" y="116"/>
                </a:lnTo>
                <a:lnTo>
                  <a:pt x="22461" y="116"/>
                </a:lnTo>
                <a:lnTo>
                  <a:pt x="22461" y="0"/>
                </a:lnTo>
                <a:moveTo>
                  <a:pt x="22726" y="0"/>
                </a:moveTo>
                <a:lnTo>
                  <a:pt x="22884" y="0"/>
                </a:lnTo>
                <a:lnTo>
                  <a:pt x="22884" y="116"/>
                </a:lnTo>
                <a:lnTo>
                  <a:pt x="22726" y="116"/>
                </a:lnTo>
                <a:lnTo>
                  <a:pt x="22726" y="0"/>
                </a:lnTo>
                <a:moveTo>
                  <a:pt x="22990" y="0"/>
                </a:moveTo>
                <a:lnTo>
                  <a:pt x="23149" y="0"/>
                </a:lnTo>
                <a:lnTo>
                  <a:pt x="23149" y="116"/>
                </a:lnTo>
                <a:lnTo>
                  <a:pt x="22990" y="116"/>
                </a:lnTo>
                <a:lnTo>
                  <a:pt x="22990" y="0"/>
                </a:lnTo>
                <a:moveTo>
                  <a:pt x="23255" y="0"/>
                </a:moveTo>
                <a:lnTo>
                  <a:pt x="23413" y="0"/>
                </a:lnTo>
                <a:lnTo>
                  <a:pt x="23413" y="116"/>
                </a:lnTo>
                <a:lnTo>
                  <a:pt x="23255" y="116"/>
                </a:lnTo>
                <a:lnTo>
                  <a:pt x="23255" y="0"/>
                </a:lnTo>
                <a:moveTo>
                  <a:pt x="23519" y="0"/>
                </a:moveTo>
                <a:lnTo>
                  <a:pt x="23678" y="0"/>
                </a:lnTo>
                <a:lnTo>
                  <a:pt x="23678" y="116"/>
                </a:lnTo>
                <a:lnTo>
                  <a:pt x="23519" y="116"/>
                </a:lnTo>
                <a:lnTo>
                  <a:pt x="23519" y="0"/>
                </a:lnTo>
                <a:moveTo>
                  <a:pt x="23784" y="0"/>
                </a:moveTo>
                <a:lnTo>
                  <a:pt x="23942" y="0"/>
                </a:lnTo>
                <a:lnTo>
                  <a:pt x="23942" y="116"/>
                </a:lnTo>
                <a:lnTo>
                  <a:pt x="23784" y="116"/>
                </a:lnTo>
                <a:lnTo>
                  <a:pt x="23784" y="0"/>
                </a:lnTo>
                <a:moveTo>
                  <a:pt x="24048" y="0"/>
                </a:moveTo>
                <a:lnTo>
                  <a:pt x="24207" y="0"/>
                </a:lnTo>
                <a:lnTo>
                  <a:pt x="24207" y="116"/>
                </a:lnTo>
                <a:lnTo>
                  <a:pt x="24048" y="116"/>
                </a:lnTo>
                <a:lnTo>
                  <a:pt x="24048" y="0"/>
                </a:lnTo>
                <a:moveTo>
                  <a:pt x="24313" y="0"/>
                </a:moveTo>
                <a:lnTo>
                  <a:pt x="24471" y="0"/>
                </a:lnTo>
                <a:lnTo>
                  <a:pt x="24471" y="116"/>
                </a:lnTo>
                <a:lnTo>
                  <a:pt x="24313" y="116"/>
                </a:lnTo>
                <a:lnTo>
                  <a:pt x="24313" y="0"/>
                </a:lnTo>
                <a:moveTo>
                  <a:pt x="24577" y="0"/>
                </a:moveTo>
                <a:lnTo>
                  <a:pt x="24736" y="0"/>
                </a:lnTo>
                <a:lnTo>
                  <a:pt x="24736" y="116"/>
                </a:lnTo>
                <a:lnTo>
                  <a:pt x="24577" y="116"/>
                </a:lnTo>
                <a:lnTo>
                  <a:pt x="24577" y="0"/>
                </a:lnTo>
                <a:moveTo>
                  <a:pt x="24842" y="0"/>
                </a:moveTo>
                <a:lnTo>
                  <a:pt x="25000" y="0"/>
                </a:lnTo>
                <a:lnTo>
                  <a:pt x="25000" y="116"/>
                </a:lnTo>
                <a:lnTo>
                  <a:pt x="24842" y="116"/>
                </a:lnTo>
                <a:lnTo>
                  <a:pt x="24842" y="0"/>
                </a:lnTo>
                <a:moveTo>
                  <a:pt x="25106" y="0"/>
                </a:moveTo>
                <a:lnTo>
                  <a:pt x="25265" y="0"/>
                </a:lnTo>
                <a:lnTo>
                  <a:pt x="25265" y="116"/>
                </a:lnTo>
                <a:lnTo>
                  <a:pt x="25106" y="116"/>
                </a:lnTo>
                <a:lnTo>
                  <a:pt x="25106" y="0"/>
                </a:lnTo>
                <a:moveTo>
                  <a:pt x="25371" y="0"/>
                </a:moveTo>
                <a:lnTo>
                  <a:pt x="25529" y="0"/>
                </a:lnTo>
                <a:lnTo>
                  <a:pt x="25529" y="116"/>
                </a:lnTo>
                <a:lnTo>
                  <a:pt x="25371" y="116"/>
                </a:lnTo>
                <a:lnTo>
                  <a:pt x="25371" y="0"/>
                </a:lnTo>
                <a:moveTo>
                  <a:pt x="25635" y="0"/>
                </a:moveTo>
                <a:lnTo>
                  <a:pt x="25794" y="0"/>
                </a:lnTo>
                <a:lnTo>
                  <a:pt x="25794" y="116"/>
                </a:lnTo>
                <a:lnTo>
                  <a:pt x="25635" y="116"/>
                </a:lnTo>
                <a:lnTo>
                  <a:pt x="25635" y="0"/>
                </a:lnTo>
                <a:moveTo>
                  <a:pt x="25899" y="0"/>
                </a:moveTo>
                <a:lnTo>
                  <a:pt x="26058" y="0"/>
                </a:lnTo>
                <a:lnTo>
                  <a:pt x="26058" y="116"/>
                </a:lnTo>
                <a:lnTo>
                  <a:pt x="25899" y="116"/>
                </a:lnTo>
                <a:lnTo>
                  <a:pt x="25899" y="0"/>
                </a:lnTo>
                <a:moveTo>
                  <a:pt x="26164" y="0"/>
                </a:moveTo>
                <a:lnTo>
                  <a:pt x="26323" y="0"/>
                </a:lnTo>
                <a:lnTo>
                  <a:pt x="26323" y="116"/>
                </a:lnTo>
                <a:lnTo>
                  <a:pt x="26164" y="116"/>
                </a:lnTo>
                <a:lnTo>
                  <a:pt x="26164" y="0"/>
                </a:lnTo>
                <a:moveTo>
                  <a:pt x="26428" y="0"/>
                </a:moveTo>
                <a:lnTo>
                  <a:pt x="26587" y="0"/>
                </a:lnTo>
                <a:lnTo>
                  <a:pt x="26587" y="116"/>
                </a:lnTo>
                <a:lnTo>
                  <a:pt x="26428" y="116"/>
                </a:lnTo>
                <a:lnTo>
                  <a:pt x="26428" y="0"/>
                </a:lnTo>
                <a:moveTo>
                  <a:pt x="26693" y="0"/>
                </a:moveTo>
                <a:lnTo>
                  <a:pt x="26852" y="0"/>
                </a:lnTo>
                <a:lnTo>
                  <a:pt x="26852" y="116"/>
                </a:lnTo>
                <a:lnTo>
                  <a:pt x="26693" y="116"/>
                </a:lnTo>
                <a:lnTo>
                  <a:pt x="26693" y="0"/>
                </a:lnTo>
                <a:moveTo>
                  <a:pt x="26957" y="0"/>
                </a:moveTo>
                <a:lnTo>
                  <a:pt x="27116" y="0"/>
                </a:lnTo>
                <a:lnTo>
                  <a:pt x="27116" y="116"/>
                </a:lnTo>
                <a:lnTo>
                  <a:pt x="26957" y="116"/>
                </a:lnTo>
                <a:lnTo>
                  <a:pt x="26957" y="0"/>
                </a:lnTo>
                <a:moveTo>
                  <a:pt x="27222" y="0"/>
                </a:moveTo>
                <a:lnTo>
                  <a:pt x="27381" y="0"/>
                </a:lnTo>
                <a:lnTo>
                  <a:pt x="27381" y="116"/>
                </a:lnTo>
                <a:lnTo>
                  <a:pt x="27222" y="116"/>
                </a:lnTo>
                <a:lnTo>
                  <a:pt x="27222" y="0"/>
                </a:lnTo>
                <a:moveTo>
                  <a:pt x="27486" y="0"/>
                </a:moveTo>
                <a:lnTo>
                  <a:pt x="27645" y="0"/>
                </a:lnTo>
                <a:lnTo>
                  <a:pt x="27645" y="116"/>
                </a:lnTo>
                <a:lnTo>
                  <a:pt x="27486" y="116"/>
                </a:lnTo>
                <a:lnTo>
                  <a:pt x="27486" y="0"/>
                </a:lnTo>
                <a:moveTo>
                  <a:pt x="27751" y="0"/>
                </a:moveTo>
                <a:lnTo>
                  <a:pt x="27910" y="0"/>
                </a:lnTo>
                <a:lnTo>
                  <a:pt x="27910" y="116"/>
                </a:lnTo>
                <a:lnTo>
                  <a:pt x="27751" y="116"/>
                </a:lnTo>
                <a:lnTo>
                  <a:pt x="27751" y="0"/>
                </a:lnTo>
                <a:moveTo>
                  <a:pt x="28015" y="0"/>
                </a:moveTo>
                <a:lnTo>
                  <a:pt x="28174" y="0"/>
                </a:lnTo>
                <a:lnTo>
                  <a:pt x="28174" y="116"/>
                </a:lnTo>
                <a:lnTo>
                  <a:pt x="28015" y="116"/>
                </a:lnTo>
                <a:lnTo>
                  <a:pt x="28015" y="0"/>
                </a:lnTo>
                <a:moveTo>
                  <a:pt x="28280" y="0"/>
                </a:moveTo>
                <a:lnTo>
                  <a:pt x="28439" y="0"/>
                </a:lnTo>
                <a:lnTo>
                  <a:pt x="28439" y="116"/>
                </a:lnTo>
                <a:lnTo>
                  <a:pt x="28280" y="116"/>
                </a:lnTo>
                <a:lnTo>
                  <a:pt x="28280" y="0"/>
                </a:lnTo>
                <a:moveTo>
                  <a:pt x="28544" y="0"/>
                </a:moveTo>
                <a:lnTo>
                  <a:pt x="28703" y="0"/>
                </a:lnTo>
                <a:lnTo>
                  <a:pt x="28703" y="116"/>
                </a:lnTo>
                <a:lnTo>
                  <a:pt x="28544" y="116"/>
                </a:lnTo>
                <a:lnTo>
                  <a:pt x="28544" y="0"/>
                </a:lnTo>
                <a:moveTo>
                  <a:pt x="28809" y="0"/>
                </a:moveTo>
                <a:lnTo>
                  <a:pt x="28968" y="0"/>
                </a:lnTo>
                <a:lnTo>
                  <a:pt x="28968" y="116"/>
                </a:lnTo>
                <a:lnTo>
                  <a:pt x="28809" y="116"/>
                </a:lnTo>
                <a:lnTo>
                  <a:pt x="28809" y="0"/>
                </a:lnTo>
                <a:moveTo>
                  <a:pt x="29073" y="0"/>
                </a:moveTo>
                <a:lnTo>
                  <a:pt x="29232" y="0"/>
                </a:lnTo>
                <a:lnTo>
                  <a:pt x="29232" y="116"/>
                </a:lnTo>
                <a:lnTo>
                  <a:pt x="29073" y="116"/>
                </a:lnTo>
                <a:lnTo>
                  <a:pt x="29073" y="0"/>
                </a:lnTo>
                <a:moveTo>
                  <a:pt x="29338" y="0"/>
                </a:moveTo>
                <a:lnTo>
                  <a:pt x="29496" y="0"/>
                </a:lnTo>
                <a:lnTo>
                  <a:pt x="29496" y="116"/>
                </a:lnTo>
                <a:lnTo>
                  <a:pt x="29338" y="116"/>
                </a:lnTo>
                <a:lnTo>
                  <a:pt x="29338" y="0"/>
                </a:lnTo>
                <a:moveTo>
                  <a:pt x="29602" y="0"/>
                </a:moveTo>
                <a:lnTo>
                  <a:pt x="29761" y="0"/>
                </a:lnTo>
                <a:lnTo>
                  <a:pt x="29761" y="116"/>
                </a:lnTo>
                <a:lnTo>
                  <a:pt x="29602" y="116"/>
                </a:lnTo>
                <a:lnTo>
                  <a:pt x="29602" y="0"/>
                </a:lnTo>
                <a:moveTo>
                  <a:pt x="29867" y="0"/>
                </a:moveTo>
                <a:lnTo>
                  <a:pt x="30025" y="0"/>
                </a:lnTo>
                <a:lnTo>
                  <a:pt x="30025" y="116"/>
                </a:lnTo>
                <a:lnTo>
                  <a:pt x="29867" y="116"/>
                </a:lnTo>
                <a:lnTo>
                  <a:pt x="29867" y="0"/>
                </a:lnTo>
                <a:moveTo>
                  <a:pt x="30131" y="0"/>
                </a:moveTo>
                <a:lnTo>
                  <a:pt x="30290" y="0"/>
                </a:lnTo>
                <a:lnTo>
                  <a:pt x="30290" y="116"/>
                </a:lnTo>
                <a:lnTo>
                  <a:pt x="30131" y="116"/>
                </a:lnTo>
                <a:lnTo>
                  <a:pt x="30131" y="0"/>
                </a:lnTo>
                <a:moveTo>
                  <a:pt x="30396" y="0"/>
                </a:moveTo>
                <a:lnTo>
                  <a:pt x="30554" y="0"/>
                </a:lnTo>
                <a:lnTo>
                  <a:pt x="30554" y="116"/>
                </a:lnTo>
                <a:lnTo>
                  <a:pt x="30396" y="116"/>
                </a:lnTo>
                <a:lnTo>
                  <a:pt x="30396" y="0"/>
                </a:lnTo>
                <a:moveTo>
                  <a:pt x="30660" y="0"/>
                </a:moveTo>
                <a:lnTo>
                  <a:pt x="30725" y="0"/>
                </a:lnTo>
                <a:cubicBezTo>
                  <a:pt x="30767" y="0"/>
                  <a:pt x="30807" y="10"/>
                  <a:pt x="30843" y="31"/>
                </a:cubicBezTo>
                <a:lnTo>
                  <a:pt x="30787" y="132"/>
                </a:lnTo>
                <a:cubicBezTo>
                  <a:pt x="30767" y="122"/>
                  <a:pt x="30747" y="116"/>
                  <a:pt x="30725" y="116"/>
                </a:cubicBezTo>
                <a:lnTo>
                  <a:pt x="30660" y="116"/>
                </a:lnTo>
                <a:lnTo>
                  <a:pt x="30660" y="0"/>
                </a:lnTo>
                <a:moveTo>
                  <a:pt x="30940" y="130"/>
                </a:moveTo>
                <a:cubicBezTo>
                  <a:pt x="30959" y="165"/>
                  <a:pt x="30968" y="203"/>
                  <a:pt x="30968" y="243"/>
                </a:cubicBezTo>
                <a:lnTo>
                  <a:pt x="30968" y="313"/>
                </a:lnTo>
                <a:lnTo>
                  <a:pt x="30852" y="313"/>
                </a:lnTo>
                <a:lnTo>
                  <a:pt x="30852" y="243"/>
                </a:lnTo>
                <a:cubicBezTo>
                  <a:pt x="30852" y="222"/>
                  <a:pt x="30847" y="203"/>
                  <a:pt x="30837" y="184"/>
                </a:cubicBezTo>
                <a:lnTo>
                  <a:pt x="30940" y="130"/>
                </a:lnTo>
                <a:moveTo>
                  <a:pt x="30968" y="418"/>
                </a:moveTo>
                <a:lnTo>
                  <a:pt x="30968" y="577"/>
                </a:lnTo>
                <a:lnTo>
                  <a:pt x="30852" y="577"/>
                </a:lnTo>
                <a:lnTo>
                  <a:pt x="30852" y="418"/>
                </a:lnTo>
                <a:lnTo>
                  <a:pt x="30968" y="418"/>
                </a:lnTo>
                <a:moveTo>
                  <a:pt x="30968" y="683"/>
                </a:moveTo>
                <a:lnTo>
                  <a:pt x="30968" y="842"/>
                </a:lnTo>
                <a:lnTo>
                  <a:pt x="30852" y="842"/>
                </a:lnTo>
                <a:lnTo>
                  <a:pt x="30852" y="683"/>
                </a:lnTo>
                <a:lnTo>
                  <a:pt x="30968" y="683"/>
                </a:lnTo>
                <a:moveTo>
                  <a:pt x="30968" y="947"/>
                </a:moveTo>
                <a:lnTo>
                  <a:pt x="30968" y="1106"/>
                </a:lnTo>
                <a:lnTo>
                  <a:pt x="30852" y="1106"/>
                </a:lnTo>
                <a:lnTo>
                  <a:pt x="30852" y="947"/>
                </a:lnTo>
                <a:lnTo>
                  <a:pt x="30968" y="947"/>
                </a:lnTo>
                <a:moveTo>
                  <a:pt x="30968" y="1212"/>
                </a:moveTo>
                <a:lnTo>
                  <a:pt x="30968" y="1371"/>
                </a:lnTo>
                <a:lnTo>
                  <a:pt x="30852" y="1371"/>
                </a:lnTo>
                <a:lnTo>
                  <a:pt x="30852" y="1212"/>
                </a:lnTo>
                <a:lnTo>
                  <a:pt x="30968" y="1212"/>
                </a:lnTo>
                <a:moveTo>
                  <a:pt x="30968" y="1476"/>
                </a:moveTo>
                <a:lnTo>
                  <a:pt x="30968" y="1635"/>
                </a:lnTo>
                <a:lnTo>
                  <a:pt x="30852" y="1635"/>
                </a:lnTo>
                <a:lnTo>
                  <a:pt x="30852" y="1476"/>
                </a:lnTo>
                <a:lnTo>
                  <a:pt x="30968" y="1476"/>
                </a:lnTo>
                <a:moveTo>
                  <a:pt x="30968" y="1741"/>
                </a:moveTo>
                <a:lnTo>
                  <a:pt x="30968" y="1900"/>
                </a:lnTo>
                <a:lnTo>
                  <a:pt x="30852" y="1900"/>
                </a:lnTo>
                <a:lnTo>
                  <a:pt x="30852" y="1741"/>
                </a:lnTo>
                <a:lnTo>
                  <a:pt x="30968" y="1741"/>
                </a:lnTo>
                <a:moveTo>
                  <a:pt x="30968" y="2005"/>
                </a:moveTo>
                <a:lnTo>
                  <a:pt x="30968" y="2165"/>
                </a:lnTo>
                <a:lnTo>
                  <a:pt x="30852" y="2165"/>
                </a:lnTo>
                <a:lnTo>
                  <a:pt x="30852" y="2005"/>
                </a:lnTo>
                <a:lnTo>
                  <a:pt x="30968" y="2005"/>
                </a:lnTo>
                <a:moveTo>
                  <a:pt x="30968" y="2271"/>
                </a:moveTo>
                <a:lnTo>
                  <a:pt x="30968" y="2429"/>
                </a:lnTo>
                <a:lnTo>
                  <a:pt x="30852" y="2429"/>
                </a:lnTo>
                <a:lnTo>
                  <a:pt x="30852" y="2271"/>
                </a:lnTo>
                <a:lnTo>
                  <a:pt x="30968" y="2271"/>
                </a:lnTo>
                <a:moveTo>
                  <a:pt x="30968" y="2535"/>
                </a:moveTo>
                <a:lnTo>
                  <a:pt x="30968" y="2694"/>
                </a:lnTo>
                <a:lnTo>
                  <a:pt x="30852" y="2694"/>
                </a:lnTo>
                <a:lnTo>
                  <a:pt x="30852" y="2535"/>
                </a:lnTo>
                <a:lnTo>
                  <a:pt x="30968" y="2535"/>
                </a:lnTo>
                <a:moveTo>
                  <a:pt x="30968" y="2800"/>
                </a:moveTo>
                <a:lnTo>
                  <a:pt x="30968" y="2958"/>
                </a:lnTo>
                <a:lnTo>
                  <a:pt x="30852" y="2958"/>
                </a:lnTo>
                <a:lnTo>
                  <a:pt x="30852" y="2800"/>
                </a:lnTo>
                <a:lnTo>
                  <a:pt x="30968" y="2800"/>
                </a:lnTo>
                <a:moveTo>
                  <a:pt x="30968" y="3064"/>
                </a:moveTo>
                <a:lnTo>
                  <a:pt x="30968" y="3223"/>
                </a:lnTo>
                <a:lnTo>
                  <a:pt x="30852" y="3223"/>
                </a:lnTo>
                <a:lnTo>
                  <a:pt x="30852" y="3064"/>
                </a:lnTo>
                <a:lnTo>
                  <a:pt x="30968" y="3064"/>
                </a:lnTo>
                <a:moveTo>
                  <a:pt x="30967" y="3333"/>
                </a:moveTo>
                <a:cubicBezTo>
                  <a:pt x="30962" y="3408"/>
                  <a:pt x="30928" y="3467"/>
                  <a:pt x="30867" y="3511"/>
                </a:cubicBezTo>
                <a:lnTo>
                  <a:pt x="30799" y="3416"/>
                </a:lnTo>
                <a:cubicBezTo>
                  <a:pt x="30831" y="3394"/>
                  <a:pt x="30848" y="3363"/>
                  <a:pt x="30851" y="3323"/>
                </a:cubicBezTo>
                <a:lnTo>
                  <a:pt x="30967" y="3333"/>
                </a:lnTo>
                <a:moveTo>
                  <a:pt x="30736" y="3556"/>
                </a:moveTo>
                <a:cubicBezTo>
                  <a:pt x="30733" y="3557"/>
                  <a:pt x="30729" y="3557"/>
                  <a:pt x="30725" y="3557"/>
                </a:cubicBezTo>
                <a:lnTo>
                  <a:pt x="30575" y="3557"/>
                </a:lnTo>
                <a:lnTo>
                  <a:pt x="30575" y="3440"/>
                </a:lnTo>
                <a:lnTo>
                  <a:pt x="30725" y="3440"/>
                </a:lnTo>
                <a:cubicBezTo>
                  <a:pt x="30727" y="3440"/>
                  <a:pt x="30729" y="3440"/>
                  <a:pt x="30731" y="3440"/>
                </a:cubicBezTo>
                <a:lnTo>
                  <a:pt x="30736" y="3556"/>
                </a:lnTo>
                <a:moveTo>
                  <a:pt x="30470" y="3557"/>
                </a:moveTo>
                <a:lnTo>
                  <a:pt x="30311" y="3557"/>
                </a:lnTo>
                <a:lnTo>
                  <a:pt x="30311" y="3440"/>
                </a:lnTo>
                <a:lnTo>
                  <a:pt x="30470" y="3440"/>
                </a:lnTo>
                <a:lnTo>
                  <a:pt x="30470" y="3557"/>
                </a:lnTo>
                <a:moveTo>
                  <a:pt x="30205" y="3557"/>
                </a:moveTo>
                <a:lnTo>
                  <a:pt x="30046" y="3557"/>
                </a:lnTo>
                <a:lnTo>
                  <a:pt x="30046" y="3440"/>
                </a:lnTo>
                <a:lnTo>
                  <a:pt x="30205" y="3440"/>
                </a:lnTo>
                <a:lnTo>
                  <a:pt x="30205" y="3557"/>
                </a:lnTo>
                <a:moveTo>
                  <a:pt x="29941" y="3557"/>
                </a:moveTo>
                <a:lnTo>
                  <a:pt x="29782" y="3557"/>
                </a:lnTo>
                <a:lnTo>
                  <a:pt x="29782" y="3440"/>
                </a:lnTo>
                <a:lnTo>
                  <a:pt x="29941" y="3440"/>
                </a:lnTo>
                <a:lnTo>
                  <a:pt x="29941" y="3557"/>
                </a:lnTo>
                <a:moveTo>
                  <a:pt x="29676" y="3557"/>
                </a:moveTo>
                <a:lnTo>
                  <a:pt x="29517" y="3557"/>
                </a:lnTo>
                <a:lnTo>
                  <a:pt x="29517" y="3440"/>
                </a:lnTo>
                <a:lnTo>
                  <a:pt x="29676" y="3440"/>
                </a:lnTo>
                <a:lnTo>
                  <a:pt x="29676" y="3557"/>
                </a:lnTo>
                <a:moveTo>
                  <a:pt x="29412" y="3557"/>
                </a:moveTo>
                <a:lnTo>
                  <a:pt x="29253" y="3557"/>
                </a:lnTo>
                <a:lnTo>
                  <a:pt x="29253" y="3440"/>
                </a:lnTo>
                <a:lnTo>
                  <a:pt x="29412" y="3440"/>
                </a:lnTo>
                <a:lnTo>
                  <a:pt x="29412" y="3557"/>
                </a:lnTo>
                <a:moveTo>
                  <a:pt x="29147" y="3557"/>
                </a:moveTo>
                <a:lnTo>
                  <a:pt x="28988" y="3557"/>
                </a:lnTo>
                <a:lnTo>
                  <a:pt x="28988" y="3440"/>
                </a:lnTo>
                <a:lnTo>
                  <a:pt x="29147" y="3440"/>
                </a:lnTo>
                <a:lnTo>
                  <a:pt x="29147" y="3557"/>
                </a:lnTo>
                <a:moveTo>
                  <a:pt x="28883" y="3557"/>
                </a:moveTo>
                <a:lnTo>
                  <a:pt x="28724" y="3557"/>
                </a:lnTo>
                <a:lnTo>
                  <a:pt x="28724" y="3440"/>
                </a:lnTo>
                <a:lnTo>
                  <a:pt x="28883" y="3440"/>
                </a:lnTo>
                <a:lnTo>
                  <a:pt x="28883" y="3557"/>
                </a:lnTo>
                <a:moveTo>
                  <a:pt x="28618" y="3557"/>
                </a:moveTo>
                <a:lnTo>
                  <a:pt x="28459" y="3557"/>
                </a:lnTo>
                <a:lnTo>
                  <a:pt x="28459" y="3440"/>
                </a:lnTo>
                <a:lnTo>
                  <a:pt x="28618" y="3440"/>
                </a:lnTo>
                <a:lnTo>
                  <a:pt x="28618" y="3557"/>
                </a:lnTo>
                <a:moveTo>
                  <a:pt x="28354" y="3557"/>
                </a:moveTo>
                <a:lnTo>
                  <a:pt x="28195" y="3557"/>
                </a:lnTo>
                <a:lnTo>
                  <a:pt x="28195" y="3440"/>
                </a:lnTo>
                <a:lnTo>
                  <a:pt x="28354" y="3440"/>
                </a:lnTo>
                <a:lnTo>
                  <a:pt x="28354" y="3557"/>
                </a:lnTo>
                <a:moveTo>
                  <a:pt x="28089" y="3557"/>
                </a:moveTo>
                <a:lnTo>
                  <a:pt x="27931" y="3557"/>
                </a:lnTo>
                <a:lnTo>
                  <a:pt x="27931" y="3440"/>
                </a:lnTo>
                <a:lnTo>
                  <a:pt x="28089" y="3440"/>
                </a:lnTo>
                <a:lnTo>
                  <a:pt x="28089" y="3557"/>
                </a:lnTo>
                <a:moveTo>
                  <a:pt x="27825" y="3557"/>
                </a:moveTo>
                <a:lnTo>
                  <a:pt x="27666" y="3557"/>
                </a:lnTo>
                <a:lnTo>
                  <a:pt x="27666" y="3440"/>
                </a:lnTo>
                <a:lnTo>
                  <a:pt x="27825" y="3440"/>
                </a:lnTo>
                <a:lnTo>
                  <a:pt x="27825" y="3557"/>
                </a:lnTo>
                <a:moveTo>
                  <a:pt x="27560" y="3557"/>
                </a:moveTo>
                <a:lnTo>
                  <a:pt x="27402" y="3557"/>
                </a:lnTo>
                <a:lnTo>
                  <a:pt x="27402" y="3440"/>
                </a:lnTo>
                <a:lnTo>
                  <a:pt x="27560" y="3440"/>
                </a:lnTo>
                <a:lnTo>
                  <a:pt x="27560" y="3557"/>
                </a:lnTo>
                <a:moveTo>
                  <a:pt x="27296" y="3557"/>
                </a:moveTo>
                <a:lnTo>
                  <a:pt x="27137" y="3557"/>
                </a:lnTo>
                <a:lnTo>
                  <a:pt x="27137" y="3440"/>
                </a:lnTo>
                <a:lnTo>
                  <a:pt x="27296" y="3440"/>
                </a:lnTo>
                <a:lnTo>
                  <a:pt x="27296" y="3557"/>
                </a:lnTo>
                <a:moveTo>
                  <a:pt x="27031" y="3557"/>
                </a:moveTo>
                <a:lnTo>
                  <a:pt x="26873" y="3557"/>
                </a:lnTo>
                <a:lnTo>
                  <a:pt x="26873" y="3440"/>
                </a:lnTo>
                <a:lnTo>
                  <a:pt x="27031" y="3440"/>
                </a:lnTo>
                <a:lnTo>
                  <a:pt x="27031" y="3557"/>
                </a:lnTo>
                <a:moveTo>
                  <a:pt x="26767" y="3557"/>
                </a:moveTo>
                <a:lnTo>
                  <a:pt x="26608" y="3557"/>
                </a:lnTo>
                <a:lnTo>
                  <a:pt x="26608" y="3440"/>
                </a:lnTo>
                <a:lnTo>
                  <a:pt x="26767" y="3440"/>
                </a:lnTo>
                <a:lnTo>
                  <a:pt x="26767" y="3557"/>
                </a:lnTo>
                <a:moveTo>
                  <a:pt x="26502" y="3557"/>
                </a:moveTo>
                <a:lnTo>
                  <a:pt x="26344" y="3557"/>
                </a:lnTo>
                <a:lnTo>
                  <a:pt x="26344" y="3440"/>
                </a:lnTo>
                <a:lnTo>
                  <a:pt x="26502" y="3440"/>
                </a:lnTo>
                <a:lnTo>
                  <a:pt x="26502" y="3557"/>
                </a:lnTo>
                <a:moveTo>
                  <a:pt x="26238" y="3557"/>
                </a:moveTo>
                <a:lnTo>
                  <a:pt x="26079" y="3557"/>
                </a:lnTo>
                <a:lnTo>
                  <a:pt x="26079" y="3440"/>
                </a:lnTo>
                <a:lnTo>
                  <a:pt x="26238" y="3440"/>
                </a:lnTo>
                <a:lnTo>
                  <a:pt x="26238" y="3557"/>
                </a:lnTo>
                <a:moveTo>
                  <a:pt x="25973" y="3557"/>
                </a:moveTo>
                <a:lnTo>
                  <a:pt x="25815" y="3557"/>
                </a:lnTo>
                <a:lnTo>
                  <a:pt x="25815" y="3440"/>
                </a:lnTo>
                <a:lnTo>
                  <a:pt x="25973" y="3440"/>
                </a:lnTo>
                <a:lnTo>
                  <a:pt x="25973" y="3557"/>
                </a:lnTo>
                <a:moveTo>
                  <a:pt x="25709" y="3557"/>
                </a:moveTo>
                <a:lnTo>
                  <a:pt x="25550" y="3557"/>
                </a:lnTo>
                <a:lnTo>
                  <a:pt x="25550" y="3440"/>
                </a:lnTo>
                <a:lnTo>
                  <a:pt x="25709" y="3440"/>
                </a:lnTo>
                <a:lnTo>
                  <a:pt x="25709" y="3557"/>
                </a:lnTo>
                <a:moveTo>
                  <a:pt x="25444" y="3557"/>
                </a:moveTo>
                <a:lnTo>
                  <a:pt x="25286" y="3557"/>
                </a:lnTo>
                <a:lnTo>
                  <a:pt x="25286" y="3440"/>
                </a:lnTo>
                <a:lnTo>
                  <a:pt x="25444" y="3440"/>
                </a:lnTo>
                <a:lnTo>
                  <a:pt x="25444" y="3557"/>
                </a:lnTo>
                <a:moveTo>
                  <a:pt x="25180" y="3557"/>
                </a:moveTo>
                <a:lnTo>
                  <a:pt x="25021" y="3557"/>
                </a:lnTo>
                <a:lnTo>
                  <a:pt x="25021" y="3440"/>
                </a:lnTo>
                <a:lnTo>
                  <a:pt x="25180" y="3440"/>
                </a:lnTo>
                <a:lnTo>
                  <a:pt x="25180" y="3557"/>
                </a:lnTo>
                <a:moveTo>
                  <a:pt x="24916" y="3557"/>
                </a:moveTo>
                <a:lnTo>
                  <a:pt x="24757" y="3557"/>
                </a:lnTo>
                <a:lnTo>
                  <a:pt x="24757" y="3440"/>
                </a:lnTo>
                <a:lnTo>
                  <a:pt x="24916" y="3440"/>
                </a:lnTo>
                <a:lnTo>
                  <a:pt x="24916" y="3557"/>
                </a:lnTo>
                <a:moveTo>
                  <a:pt x="24651" y="3557"/>
                </a:moveTo>
                <a:lnTo>
                  <a:pt x="24492" y="3557"/>
                </a:lnTo>
                <a:lnTo>
                  <a:pt x="24492" y="3440"/>
                </a:lnTo>
                <a:lnTo>
                  <a:pt x="24651" y="3440"/>
                </a:lnTo>
                <a:lnTo>
                  <a:pt x="24651" y="3557"/>
                </a:lnTo>
                <a:moveTo>
                  <a:pt x="24387" y="3557"/>
                </a:moveTo>
                <a:lnTo>
                  <a:pt x="24228" y="3557"/>
                </a:lnTo>
                <a:lnTo>
                  <a:pt x="24228" y="3440"/>
                </a:lnTo>
                <a:lnTo>
                  <a:pt x="24387" y="3440"/>
                </a:lnTo>
                <a:lnTo>
                  <a:pt x="24387" y="3557"/>
                </a:lnTo>
                <a:moveTo>
                  <a:pt x="24122" y="3557"/>
                </a:moveTo>
                <a:lnTo>
                  <a:pt x="23963" y="3557"/>
                </a:lnTo>
                <a:lnTo>
                  <a:pt x="23963" y="3440"/>
                </a:lnTo>
                <a:lnTo>
                  <a:pt x="24122" y="3440"/>
                </a:lnTo>
                <a:lnTo>
                  <a:pt x="24122" y="3557"/>
                </a:lnTo>
                <a:moveTo>
                  <a:pt x="23858" y="3557"/>
                </a:moveTo>
                <a:lnTo>
                  <a:pt x="23699" y="3557"/>
                </a:lnTo>
                <a:lnTo>
                  <a:pt x="23699" y="3440"/>
                </a:lnTo>
                <a:lnTo>
                  <a:pt x="23858" y="3440"/>
                </a:lnTo>
                <a:lnTo>
                  <a:pt x="23858" y="3557"/>
                </a:lnTo>
                <a:moveTo>
                  <a:pt x="23593" y="3557"/>
                </a:moveTo>
                <a:lnTo>
                  <a:pt x="23434" y="3557"/>
                </a:lnTo>
                <a:lnTo>
                  <a:pt x="23434" y="3440"/>
                </a:lnTo>
                <a:lnTo>
                  <a:pt x="23593" y="3440"/>
                </a:lnTo>
                <a:lnTo>
                  <a:pt x="23593" y="3557"/>
                </a:lnTo>
                <a:moveTo>
                  <a:pt x="23329" y="3557"/>
                </a:moveTo>
                <a:lnTo>
                  <a:pt x="23170" y="3557"/>
                </a:lnTo>
                <a:lnTo>
                  <a:pt x="23170" y="3440"/>
                </a:lnTo>
                <a:lnTo>
                  <a:pt x="23329" y="3440"/>
                </a:lnTo>
                <a:lnTo>
                  <a:pt x="23329" y="3557"/>
                </a:lnTo>
                <a:moveTo>
                  <a:pt x="23064" y="3557"/>
                </a:moveTo>
                <a:lnTo>
                  <a:pt x="22905" y="3557"/>
                </a:lnTo>
                <a:lnTo>
                  <a:pt x="22905" y="3440"/>
                </a:lnTo>
                <a:lnTo>
                  <a:pt x="23064" y="3440"/>
                </a:lnTo>
                <a:lnTo>
                  <a:pt x="23064" y="3557"/>
                </a:lnTo>
                <a:moveTo>
                  <a:pt x="22800" y="3557"/>
                </a:moveTo>
                <a:lnTo>
                  <a:pt x="22641" y="3557"/>
                </a:lnTo>
                <a:lnTo>
                  <a:pt x="22641" y="3440"/>
                </a:lnTo>
                <a:lnTo>
                  <a:pt x="22800" y="3440"/>
                </a:lnTo>
                <a:lnTo>
                  <a:pt x="22800" y="3557"/>
                </a:lnTo>
                <a:moveTo>
                  <a:pt x="22535" y="3557"/>
                </a:moveTo>
                <a:lnTo>
                  <a:pt x="22376" y="3557"/>
                </a:lnTo>
                <a:lnTo>
                  <a:pt x="22376" y="3440"/>
                </a:lnTo>
                <a:lnTo>
                  <a:pt x="22535" y="3440"/>
                </a:lnTo>
                <a:lnTo>
                  <a:pt x="22535" y="3557"/>
                </a:lnTo>
                <a:moveTo>
                  <a:pt x="22271" y="3557"/>
                </a:moveTo>
                <a:lnTo>
                  <a:pt x="22112" y="3557"/>
                </a:lnTo>
                <a:lnTo>
                  <a:pt x="22112" y="3440"/>
                </a:lnTo>
                <a:lnTo>
                  <a:pt x="22271" y="3440"/>
                </a:lnTo>
                <a:lnTo>
                  <a:pt x="22271" y="3557"/>
                </a:lnTo>
                <a:moveTo>
                  <a:pt x="22006" y="3557"/>
                </a:moveTo>
                <a:lnTo>
                  <a:pt x="21847" y="3557"/>
                </a:lnTo>
                <a:lnTo>
                  <a:pt x="21847" y="3440"/>
                </a:lnTo>
                <a:lnTo>
                  <a:pt x="22006" y="3440"/>
                </a:lnTo>
                <a:lnTo>
                  <a:pt x="22006" y="3557"/>
                </a:lnTo>
                <a:moveTo>
                  <a:pt x="21742" y="3557"/>
                </a:moveTo>
                <a:lnTo>
                  <a:pt x="21583" y="3557"/>
                </a:lnTo>
                <a:lnTo>
                  <a:pt x="21583" y="3440"/>
                </a:lnTo>
                <a:lnTo>
                  <a:pt x="21742" y="3440"/>
                </a:lnTo>
                <a:lnTo>
                  <a:pt x="21742" y="3557"/>
                </a:lnTo>
                <a:moveTo>
                  <a:pt x="21477" y="3557"/>
                </a:moveTo>
                <a:lnTo>
                  <a:pt x="21319" y="3557"/>
                </a:lnTo>
                <a:lnTo>
                  <a:pt x="21319" y="3440"/>
                </a:lnTo>
                <a:lnTo>
                  <a:pt x="21477" y="3440"/>
                </a:lnTo>
                <a:lnTo>
                  <a:pt x="21477" y="3557"/>
                </a:lnTo>
                <a:moveTo>
                  <a:pt x="21213" y="3557"/>
                </a:moveTo>
                <a:lnTo>
                  <a:pt x="21054" y="3557"/>
                </a:lnTo>
                <a:lnTo>
                  <a:pt x="21054" y="3440"/>
                </a:lnTo>
                <a:lnTo>
                  <a:pt x="21213" y="3440"/>
                </a:lnTo>
                <a:lnTo>
                  <a:pt x="21213" y="3557"/>
                </a:lnTo>
                <a:moveTo>
                  <a:pt x="20948" y="3557"/>
                </a:moveTo>
                <a:lnTo>
                  <a:pt x="20790" y="3557"/>
                </a:lnTo>
                <a:lnTo>
                  <a:pt x="20790" y="3440"/>
                </a:lnTo>
                <a:lnTo>
                  <a:pt x="20948" y="3440"/>
                </a:lnTo>
                <a:lnTo>
                  <a:pt x="20948" y="3557"/>
                </a:lnTo>
                <a:moveTo>
                  <a:pt x="20684" y="3557"/>
                </a:moveTo>
                <a:lnTo>
                  <a:pt x="20525" y="3557"/>
                </a:lnTo>
                <a:lnTo>
                  <a:pt x="20525" y="3440"/>
                </a:lnTo>
                <a:lnTo>
                  <a:pt x="20684" y="3440"/>
                </a:lnTo>
                <a:lnTo>
                  <a:pt x="20684" y="3557"/>
                </a:lnTo>
                <a:moveTo>
                  <a:pt x="20419" y="3557"/>
                </a:moveTo>
                <a:lnTo>
                  <a:pt x="20261" y="3557"/>
                </a:lnTo>
                <a:lnTo>
                  <a:pt x="20261" y="3440"/>
                </a:lnTo>
                <a:lnTo>
                  <a:pt x="20419" y="3440"/>
                </a:lnTo>
                <a:lnTo>
                  <a:pt x="20419" y="3557"/>
                </a:lnTo>
                <a:moveTo>
                  <a:pt x="20155" y="3557"/>
                </a:moveTo>
                <a:lnTo>
                  <a:pt x="19996" y="3557"/>
                </a:lnTo>
                <a:lnTo>
                  <a:pt x="19996" y="3440"/>
                </a:lnTo>
                <a:lnTo>
                  <a:pt x="20155" y="3440"/>
                </a:lnTo>
                <a:lnTo>
                  <a:pt x="20155" y="3557"/>
                </a:lnTo>
                <a:moveTo>
                  <a:pt x="19890" y="3557"/>
                </a:moveTo>
                <a:lnTo>
                  <a:pt x="19732" y="3557"/>
                </a:lnTo>
                <a:lnTo>
                  <a:pt x="19732" y="3440"/>
                </a:lnTo>
                <a:lnTo>
                  <a:pt x="19890" y="3440"/>
                </a:lnTo>
                <a:lnTo>
                  <a:pt x="19890" y="3557"/>
                </a:lnTo>
                <a:moveTo>
                  <a:pt x="19626" y="3557"/>
                </a:moveTo>
                <a:lnTo>
                  <a:pt x="19467" y="3557"/>
                </a:lnTo>
                <a:lnTo>
                  <a:pt x="19467" y="3440"/>
                </a:lnTo>
                <a:lnTo>
                  <a:pt x="19626" y="3440"/>
                </a:lnTo>
                <a:lnTo>
                  <a:pt x="19626" y="3557"/>
                </a:lnTo>
                <a:moveTo>
                  <a:pt x="19361" y="3557"/>
                </a:moveTo>
                <a:lnTo>
                  <a:pt x="19203" y="3557"/>
                </a:lnTo>
                <a:lnTo>
                  <a:pt x="19203" y="3440"/>
                </a:lnTo>
                <a:lnTo>
                  <a:pt x="19361" y="3440"/>
                </a:lnTo>
                <a:lnTo>
                  <a:pt x="19361" y="3557"/>
                </a:lnTo>
                <a:moveTo>
                  <a:pt x="19097" y="3557"/>
                </a:moveTo>
                <a:lnTo>
                  <a:pt x="18938" y="3557"/>
                </a:lnTo>
                <a:lnTo>
                  <a:pt x="18938" y="3440"/>
                </a:lnTo>
                <a:lnTo>
                  <a:pt x="19097" y="3440"/>
                </a:lnTo>
                <a:lnTo>
                  <a:pt x="19097" y="3557"/>
                </a:lnTo>
                <a:moveTo>
                  <a:pt x="18832" y="3557"/>
                </a:moveTo>
                <a:lnTo>
                  <a:pt x="18674" y="3557"/>
                </a:lnTo>
                <a:lnTo>
                  <a:pt x="18674" y="3440"/>
                </a:lnTo>
                <a:lnTo>
                  <a:pt x="18832" y="3440"/>
                </a:lnTo>
                <a:lnTo>
                  <a:pt x="18832" y="3557"/>
                </a:lnTo>
                <a:moveTo>
                  <a:pt x="18568" y="3557"/>
                </a:moveTo>
                <a:lnTo>
                  <a:pt x="18409" y="3557"/>
                </a:lnTo>
                <a:lnTo>
                  <a:pt x="18409" y="3440"/>
                </a:lnTo>
                <a:lnTo>
                  <a:pt x="18568" y="3440"/>
                </a:lnTo>
                <a:lnTo>
                  <a:pt x="18568" y="3557"/>
                </a:lnTo>
                <a:moveTo>
                  <a:pt x="18303" y="3557"/>
                </a:moveTo>
                <a:lnTo>
                  <a:pt x="18145" y="3557"/>
                </a:lnTo>
                <a:lnTo>
                  <a:pt x="18145" y="3440"/>
                </a:lnTo>
                <a:lnTo>
                  <a:pt x="18303" y="3440"/>
                </a:lnTo>
                <a:lnTo>
                  <a:pt x="18303" y="3557"/>
                </a:lnTo>
                <a:moveTo>
                  <a:pt x="18039" y="3557"/>
                </a:moveTo>
                <a:lnTo>
                  <a:pt x="17880" y="3557"/>
                </a:lnTo>
                <a:lnTo>
                  <a:pt x="17880" y="3440"/>
                </a:lnTo>
                <a:lnTo>
                  <a:pt x="18039" y="3440"/>
                </a:lnTo>
                <a:lnTo>
                  <a:pt x="18039" y="3557"/>
                </a:lnTo>
                <a:moveTo>
                  <a:pt x="17775" y="3557"/>
                </a:moveTo>
                <a:lnTo>
                  <a:pt x="17616" y="3557"/>
                </a:lnTo>
                <a:lnTo>
                  <a:pt x="17616" y="3440"/>
                </a:lnTo>
                <a:lnTo>
                  <a:pt x="17775" y="3440"/>
                </a:lnTo>
                <a:lnTo>
                  <a:pt x="17775" y="3557"/>
                </a:lnTo>
                <a:moveTo>
                  <a:pt x="17510" y="3557"/>
                </a:moveTo>
                <a:lnTo>
                  <a:pt x="17351" y="3557"/>
                </a:lnTo>
                <a:lnTo>
                  <a:pt x="17351" y="3440"/>
                </a:lnTo>
                <a:lnTo>
                  <a:pt x="17510" y="3440"/>
                </a:lnTo>
                <a:lnTo>
                  <a:pt x="17510" y="3557"/>
                </a:lnTo>
                <a:moveTo>
                  <a:pt x="17246" y="3557"/>
                </a:moveTo>
                <a:lnTo>
                  <a:pt x="17087" y="3557"/>
                </a:lnTo>
                <a:lnTo>
                  <a:pt x="17087" y="3440"/>
                </a:lnTo>
                <a:lnTo>
                  <a:pt x="17246" y="3440"/>
                </a:lnTo>
                <a:lnTo>
                  <a:pt x="17246" y="3557"/>
                </a:lnTo>
                <a:moveTo>
                  <a:pt x="16981" y="3557"/>
                </a:moveTo>
                <a:lnTo>
                  <a:pt x="16822" y="3557"/>
                </a:lnTo>
                <a:lnTo>
                  <a:pt x="16822" y="3440"/>
                </a:lnTo>
                <a:lnTo>
                  <a:pt x="16981" y="3440"/>
                </a:lnTo>
                <a:lnTo>
                  <a:pt x="16981" y="3557"/>
                </a:lnTo>
                <a:moveTo>
                  <a:pt x="16717" y="3557"/>
                </a:moveTo>
                <a:lnTo>
                  <a:pt x="16558" y="3557"/>
                </a:lnTo>
                <a:lnTo>
                  <a:pt x="16558" y="3440"/>
                </a:lnTo>
                <a:lnTo>
                  <a:pt x="16717" y="3440"/>
                </a:lnTo>
                <a:lnTo>
                  <a:pt x="16717" y="3557"/>
                </a:lnTo>
                <a:moveTo>
                  <a:pt x="16452" y="3557"/>
                </a:moveTo>
                <a:lnTo>
                  <a:pt x="16293" y="3557"/>
                </a:lnTo>
                <a:lnTo>
                  <a:pt x="16293" y="3440"/>
                </a:lnTo>
                <a:lnTo>
                  <a:pt x="16452" y="3440"/>
                </a:lnTo>
                <a:lnTo>
                  <a:pt x="16452" y="3557"/>
                </a:lnTo>
                <a:moveTo>
                  <a:pt x="16188" y="3557"/>
                </a:moveTo>
                <a:lnTo>
                  <a:pt x="16029" y="3557"/>
                </a:lnTo>
                <a:lnTo>
                  <a:pt x="16029" y="3440"/>
                </a:lnTo>
                <a:lnTo>
                  <a:pt x="16188" y="3440"/>
                </a:lnTo>
                <a:lnTo>
                  <a:pt x="16188" y="3557"/>
                </a:lnTo>
                <a:moveTo>
                  <a:pt x="15923" y="3557"/>
                </a:moveTo>
                <a:lnTo>
                  <a:pt x="15764" y="3557"/>
                </a:lnTo>
                <a:lnTo>
                  <a:pt x="15764" y="3440"/>
                </a:lnTo>
                <a:lnTo>
                  <a:pt x="15923" y="3440"/>
                </a:lnTo>
                <a:lnTo>
                  <a:pt x="15923" y="3557"/>
                </a:lnTo>
                <a:moveTo>
                  <a:pt x="15659" y="3557"/>
                </a:moveTo>
                <a:lnTo>
                  <a:pt x="15500" y="3557"/>
                </a:lnTo>
                <a:lnTo>
                  <a:pt x="15500" y="3440"/>
                </a:lnTo>
                <a:lnTo>
                  <a:pt x="15659" y="3440"/>
                </a:lnTo>
                <a:lnTo>
                  <a:pt x="15659" y="3557"/>
                </a:lnTo>
                <a:moveTo>
                  <a:pt x="15394" y="3557"/>
                </a:moveTo>
                <a:lnTo>
                  <a:pt x="15235" y="3557"/>
                </a:lnTo>
                <a:lnTo>
                  <a:pt x="15235" y="3440"/>
                </a:lnTo>
                <a:lnTo>
                  <a:pt x="15394" y="3440"/>
                </a:lnTo>
                <a:lnTo>
                  <a:pt x="15394" y="3557"/>
                </a:lnTo>
                <a:moveTo>
                  <a:pt x="15130" y="3557"/>
                </a:moveTo>
                <a:lnTo>
                  <a:pt x="14971" y="3557"/>
                </a:lnTo>
                <a:lnTo>
                  <a:pt x="14971" y="3440"/>
                </a:lnTo>
                <a:lnTo>
                  <a:pt x="15130" y="3440"/>
                </a:lnTo>
                <a:lnTo>
                  <a:pt x="15130" y="3557"/>
                </a:lnTo>
                <a:moveTo>
                  <a:pt x="14865" y="3557"/>
                </a:moveTo>
                <a:lnTo>
                  <a:pt x="14706" y="3557"/>
                </a:lnTo>
                <a:lnTo>
                  <a:pt x="14706" y="3440"/>
                </a:lnTo>
                <a:lnTo>
                  <a:pt x="14865" y="3440"/>
                </a:lnTo>
                <a:lnTo>
                  <a:pt x="14865" y="3557"/>
                </a:lnTo>
                <a:moveTo>
                  <a:pt x="14601" y="3557"/>
                </a:moveTo>
                <a:lnTo>
                  <a:pt x="14442" y="3557"/>
                </a:lnTo>
                <a:lnTo>
                  <a:pt x="14442" y="3440"/>
                </a:lnTo>
                <a:lnTo>
                  <a:pt x="14601" y="3440"/>
                </a:lnTo>
                <a:lnTo>
                  <a:pt x="14601" y="3557"/>
                </a:lnTo>
                <a:moveTo>
                  <a:pt x="14336" y="3557"/>
                </a:moveTo>
                <a:lnTo>
                  <a:pt x="14178" y="3557"/>
                </a:lnTo>
                <a:lnTo>
                  <a:pt x="14178" y="3440"/>
                </a:lnTo>
                <a:lnTo>
                  <a:pt x="14336" y="3440"/>
                </a:lnTo>
                <a:lnTo>
                  <a:pt x="14336" y="3557"/>
                </a:lnTo>
                <a:moveTo>
                  <a:pt x="14072" y="3557"/>
                </a:moveTo>
                <a:lnTo>
                  <a:pt x="13912" y="3557"/>
                </a:lnTo>
                <a:lnTo>
                  <a:pt x="13912" y="3440"/>
                </a:lnTo>
                <a:lnTo>
                  <a:pt x="14072" y="3440"/>
                </a:lnTo>
                <a:lnTo>
                  <a:pt x="14072" y="3557"/>
                </a:lnTo>
                <a:moveTo>
                  <a:pt x="13806" y="3557"/>
                </a:moveTo>
                <a:lnTo>
                  <a:pt x="13648" y="3557"/>
                </a:lnTo>
                <a:lnTo>
                  <a:pt x="13648" y="3440"/>
                </a:lnTo>
                <a:lnTo>
                  <a:pt x="13806" y="3440"/>
                </a:lnTo>
                <a:lnTo>
                  <a:pt x="13806" y="3557"/>
                </a:lnTo>
                <a:moveTo>
                  <a:pt x="13542" y="3557"/>
                </a:moveTo>
                <a:lnTo>
                  <a:pt x="13383" y="3557"/>
                </a:lnTo>
                <a:lnTo>
                  <a:pt x="13383" y="3440"/>
                </a:lnTo>
                <a:lnTo>
                  <a:pt x="13542" y="3440"/>
                </a:lnTo>
                <a:lnTo>
                  <a:pt x="13542" y="3557"/>
                </a:lnTo>
                <a:moveTo>
                  <a:pt x="13277" y="3557"/>
                </a:moveTo>
                <a:lnTo>
                  <a:pt x="13119" y="3557"/>
                </a:lnTo>
                <a:lnTo>
                  <a:pt x="13119" y="3440"/>
                </a:lnTo>
                <a:lnTo>
                  <a:pt x="13277" y="3440"/>
                </a:lnTo>
                <a:lnTo>
                  <a:pt x="13277" y="3557"/>
                </a:lnTo>
                <a:moveTo>
                  <a:pt x="13013" y="3557"/>
                </a:moveTo>
                <a:lnTo>
                  <a:pt x="12854" y="3557"/>
                </a:lnTo>
                <a:lnTo>
                  <a:pt x="12854" y="3440"/>
                </a:lnTo>
                <a:lnTo>
                  <a:pt x="13013" y="3440"/>
                </a:lnTo>
                <a:lnTo>
                  <a:pt x="13013" y="3557"/>
                </a:lnTo>
                <a:moveTo>
                  <a:pt x="12748" y="3557"/>
                </a:moveTo>
                <a:lnTo>
                  <a:pt x="12590" y="3557"/>
                </a:lnTo>
                <a:lnTo>
                  <a:pt x="12590" y="3440"/>
                </a:lnTo>
                <a:lnTo>
                  <a:pt x="12748" y="3440"/>
                </a:lnTo>
                <a:lnTo>
                  <a:pt x="12748" y="3557"/>
                </a:lnTo>
                <a:moveTo>
                  <a:pt x="12484" y="3557"/>
                </a:moveTo>
                <a:lnTo>
                  <a:pt x="12325" y="3557"/>
                </a:lnTo>
                <a:lnTo>
                  <a:pt x="12325" y="3440"/>
                </a:lnTo>
                <a:lnTo>
                  <a:pt x="12484" y="3440"/>
                </a:lnTo>
                <a:lnTo>
                  <a:pt x="12484" y="3557"/>
                </a:lnTo>
                <a:moveTo>
                  <a:pt x="12219" y="3557"/>
                </a:moveTo>
                <a:lnTo>
                  <a:pt x="12061" y="3557"/>
                </a:lnTo>
                <a:lnTo>
                  <a:pt x="12061" y="3440"/>
                </a:lnTo>
                <a:lnTo>
                  <a:pt x="12219" y="3440"/>
                </a:lnTo>
                <a:lnTo>
                  <a:pt x="12219" y="3557"/>
                </a:lnTo>
                <a:moveTo>
                  <a:pt x="11955" y="3557"/>
                </a:moveTo>
                <a:lnTo>
                  <a:pt x="11796" y="3557"/>
                </a:lnTo>
                <a:lnTo>
                  <a:pt x="11796" y="3440"/>
                </a:lnTo>
                <a:lnTo>
                  <a:pt x="11955" y="3440"/>
                </a:lnTo>
                <a:lnTo>
                  <a:pt x="11955" y="3557"/>
                </a:lnTo>
                <a:moveTo>
                  <a:pt x="11690" y="3557"/>
                </a:moveTo>
                <a:lnTo>
                  <a:pt x="11532" y="3557"/>
                </a:lnTo>
                <a:lnTo>
                  <a:pt x="11532" y="3440"/>
                </a:lnTo>
                <a:lnTo>
                  <a:pt x="11690" y="3440"/>
                </a:lnTo>
                <a:lnTo>
                  <a:pt x="11690" y="3557"/>
                </a:lnTo>
                <a:moveTo>
                  <a:pt x="11426" y="3557"/>
                </a:moveTo>
                <a:lnTo>
                  <a:pt x="11267" y="3557"/>
                </a:lnTo>
                <a:lnTo>
                  <a:pt x="11267" y="3440"/>
                </a:lnTo>
                <a:lnTo>
                  <a:pt x="11426" y="3440"/>
                </a:lnTo>
                <a:lnTo>
                  <a:pt x="11426" y="3557"/>
                </a:lnTo>
                <a:moveTo>
                  <a:pt x="11162" y="3557"/>
                </a:moveTo>
                <a:lnTo>
                  <a:pt x="11003" y="3557"/>
                </a:lnTo>
                <a:lnTo>
                  <a:pt x="11003" y="3440"/>
                </a:lnTo>
                <a:lnTo>
                  <a:pt x="11162" y="3440"/>
                </a:lnTo>
                <a:lnTo>
                  <a:pt x="11162" y="3557"/>
                </a:lnTo>
                <a:moveTo>
                  <a:pt x="10897" y="3557"/>
                </a:moveTo>
                <a:lnTo>
                  <a:pt x="10738" y="3557"/>
                </a:lnTo>
                <a:lnTo>
                  <a:pt x="10738" y="3440"/>
                </a:lnTo>
                <a:lnTo>
                  <a:pt x="10897" y="3440"/>
                </a:lnTo>
                <a:lnTo>
                  <a:pt x="10897" y="3557"/>
                </a:lnTo>
                <a:moveTo>
                  <a:pt x="10633" y="3557"/>
                </a:moveTo>
                <a:lnTo>
                  <a:pt x="10474" y="3557"/>
                </a:lnTo>
                <a:lnTo>
                  <a:pt x="10474" y="3440"/>
                </a:lnTo>
                <a:lnTo>
                  <a:pt x="10633" y="3440"/>
                </a:lnTo>
                <a:lnTo>
                  <a:pt x="10633" y="3557"/>
                </a:lnTo>
                <a:moveTo>
                  <a:pt x="10368" y="3557"/>
                </a:moveTo>
                <a:lnTo>
                  <a:pt x="10209" y="3557"/>
                </a:lnTo>
                <a:lnTo>
                  <a:pt x="10209" y="3440"/>
                </a:lnTo>
                <a:lnTo>
                  <a:pt x="10368" y="3440"/>
                </a:lnTo>
                <a:lnTo>
                  <a:pt x="10368" y="3557"/>
                </a:lnTo>
                <a:moveTo>
                  <a:pt x="10104" y="3557"/>
                </a:moveTo>
                <a:lnTo>
                  <a:pt x="9945" y="3557"/>
                </a:lnTo>
                <a:lnTo>
                  <a:pt x="9945" y="3440"/>
                </a:lnTo>
                <a:lnTo>
                  <a:pt x="10104" y="3440"/>
                </a:lnTo>
                <a:lnTo>
                  <a:pt x="10104" y="3557"/>
                </a:lnTo>
                <a:moveTo>
                  <a:pt x="9839" y="3557"/>
                </a:moveTo>
                <a:lnTo>
                  <a:pt x="9680" y="3557"/>
                </a:lnTo>
                <a:lnTo>
                  <a:pt x="9680" y="3440"/>
                </a:lnTo>
                <a:lnTo>
                  <a:pt x="9839" y="3440"/>
                </a:lnTo>
                <a:lnTo>
                  <a:pt x="9839" y="3557"/>
                </a:lnTo>
                <a:moveTo>
                  <a:pt x="9575" y="3557"/>
                </a:moveTo>
                <a:lnTo>
                  <a:pt x="9416" y="3557"/>
                </a:lnTo>
                <a:lnTo>
                  <a:pt x="9416" y="3440"/>
                </a:lnTo>
                <a:lnTo>
                  <a:pt x="9575" y="3440"/>
                </a:lnTo>
                <a:lnTo>
                  <a:pt x="9575" y="3557"/>
                </a:lnTo>
                <a:moveTo>
                  <a:pt x="9310" y="3557"/>
                </a:moveTo>
                <a:lnTo>
                  <a:pt x="9151" y="3557"/>
                </a:lnTo>
                <a:lnTo>
                  <a:pt x="9151" y="3440"/>
                </a:lnTo>
                <a:lnTo>
                  <a:pt x="9310" y="3440"/>
                </a:lnTo>
                <a:lnTo>
                  <a:pt x="9310" y="3557"/>
                </a:lnTo>
                <a:moveTo>
                  <a:pt x="9046" y="3557"/>
                </a:moveTo>
                <a:lnTo>
                  <a:pt x="8887" y="3557"/>
                </a:lnTo>
                <a:lnTo>
                  <a:pt x="8887" y="3440"/>
                </a:lnTo>
                <a:lnTo>
                  <a:pt x="9046" y="3440"/>
                </a:lnTo>
                <a:lnTo>
                  <a:pt x="9046" y="3557"/>
                </a:lnTo>
                <a:moveTo>
                  <a:pt x="8781" y="3557"/>
                </a:moveTo>
                <a:lnTo>
                  <a:pt x="8622" y="3557"/>
                </a:lnTo>
                <a:lnTo>
                  <a:pt x="8622" y="3440"/>
                </a:lnTo>
                <a:lnTo>
                  <a:pt x="8781" y="3440"/>
                </a:lnTo>
                <a:lnTo>
                  <a:pt x="8781" y="3557"/>
                </a:lnTo>
                <a:moveTo>
                  <a:pt x="8517" y="3557"/>
                </a:moveTo>
                <a:lnTo>
                  <a:pt x="8358" y="3557"/>
                </a:lnTo>
                <a:lnTo>
                  <a:pt x="8358" y="3440"/>
                </a:lnTo>
                <a:lnTo>
                  <a:pt x="8517" y="3440"/>
                </a:lnTo>
                <a:lnTo>
                  <a:pt x="8517" y="3557"/>
                </a:lnTo>
                <a:moveTo>
                  <a:pt x="8252" y="3557"/>
                </a:moveTo>
                <a:lnTo>
                  <a:pt x="8093" y="3557"/>
                </a:lnTo>
                <a:lnTo>
                  <a:pt x="8093" y="3440"/>
                </a:lnTo>
                <a:lnTo>
                  <a:pt x="8252" y="3440"/>
                </a:lnTo>
                <a:lnTo>
                  <a:pt x="8252" y="3557"/>
                </a:lnTo>
                <a:moveTo>
                  <a:pt x="7988" y="3557"/>
                </a:moveTo>
                <a:lnTo>
                  <a:pt x="7829" y="3557"/>
                </a:lnTo>
                <a:lnTo>
                  <a:pt x="7829" y="3440"/>
                </a:lnTo>
                <a:lnTo>
                  <a:pt x="7988" y="3440"/>
                </a:lnTo>
                <a:lnTo>
                  <a:pt x="7988" y="3557"/>
                </a:lnTo>
                <a:moveTo>
                  <a:pt x="7723" y="3557"/>
                </a:moveTo>
                <a:lnTo>
                  <a:pt x="7565" y="3557"/>
                </a:lnTo>
                <a:lnTo>
                  <a:pt x="7565" y="3440"/>
                </a:lnTo>
                <a:lnTo>
                  <a:pt x="7723" y="3440"/>
                </a:lnTo>
                <a:lnTo>
                  <a:pt x="7723" y="3557"/>
                </a:lnTo>
                <a:moveTo>
                  <a:pt x="7459" y="3557"/>
                </a:moveTo>
                <a:lnTo>
                  <a:pt x="7300" y="3557"/>
                </a:lnTo>
                <a:lnTo>
                  <a:pt x="7300" y="3440"/>
                </a:lnTo>
                <a:lnTo>
                  <a:pt x="7459" y="3440"/>
                </a:lnTo>
                <a:lnTo>
                  <a:pt x="7459" y="3557"/>
                </a:lnTo>
                <a:moveTo>
                  <a:pt x="7194" y="3557"/>
                </a:moveTo>
                <a:lnTo>
                  <a:pt x="7036" y="3557"/>
                </a:lnTo>
                <a:lnTo>
                  <a:pt x="7036" y="3440"/>
                </a:lnTo>
                <a:lnTo>
                  <a:pt x="7194" y="3440"/>
                </a:lnTo>
                <a:lnTo>
                  <a:pt x="7194" y="3557"/>
                </a:lnTo>
                <a:moveTo>
                  <a:pt x="6930" y="3557"/>
                </a:moveTo>
                <a:lnTo>
                  <a:pt x="6771" y="3557"/>
                </a:lnTo>
                <a:lnTo>
                  <a:pt x="6771" y="3440"/>
                </a:lnTo>
                <a:lnTo>
                  <a:pt x="6930" y="3440"/>
                </a:lnTo>
                <a:lnTo>
                  <a:pt x="6930" y="3557"/>
                </a:lnTo>
                <a:moveTo>
                  <a:pt x="6665" y="3557"/>
                </a:moveTo>
                <a:lnTo>
                  <a:pt x="6507" y="3557"/>
                </a:lnTo>
                <a:lnTo>
                  <a:pt x="6507" y="3440"/>
                </a:lnTo>
                <a:lnTo>
                  <a:pt x="6665" y="3440"/>
                </a:lnTo>
                <a:lnTo>
                  <a:pt x="6665" y="3557"/>
                </a:lnTo>
                <a:moveTo>
                  <a:pt x="6401" y="3557"/>
                </a:moveTo>
                <a:lnTo>
                  <a:pt x="6242" y="3557"/>
                </a:lnTo>
                <a:lnTo>
                  <a:pt x="6242" y="3440"/>
                </a:lnTo>
                <a:lnTo>
                  <a:pt x="6401" y="3440"/>
                </a:lnTo>
                <a:lnTo>
                  <a:pt x="6401" y="3557"/>
                </a:lnTo>
                <a:moveTo>
                  <a:pt x="6136" y="3557"/>
                </a:moveTo>
                <a:lnTo>
                  <a:pt x="5978" y="3557"/>
                </a:lnTo>
                <a:lnTo>
                  <a:pt x="5978" y="3440"/>
                </a:lnTo>
                <a:lnTo>
                  <a:pt x="6136" y="3440"/>
                </a:lnTo>
                <a:lnTo>
                  <a:pt x="6136" y="3557"/>
                </a:lnTo>
                <a:moveTo>
                  <a:pt x="5872" y="3557"/>
                </a:moveTo>
                <a:lnTo>
                  <a:pt x="5713" y="3557"/>
                </a:lnTo>
                <a:lnTo>
                  <a:pt x="5713" y="3440"/>
                </a:lnTo>
                <a:lnTo>
                  <a:pt x="5872" y="3440"/>
                </a:lnTo>
                <a:lnTo>
                  <a:pt x="5872" y="3557"/>
                </a:lnTo>
                <a:moveTo>
                  <a:pt x="5607" y="3557"/>
                </a:moveTo>
                <a:lnTo>
                  <a:pt x="5449" y="3557"/>
                </a:lnTo>
                <a:lnTo>
                  <a:pt x="5449" y="3440"/>
                </a:lnTo>
                <a:lnTo>
                  <a:pt x="5607" y="3440"/>
                </a:lnTo>
                <a:lnTo>
                  <a:pt x="5607" y="3557"/>
                </a:lnTo>
                <a:moveTo>
                  <a:pt x="5343" y="3557"/>
                </a:moveTo>
                <a:lnTo>
                  <a:pt x="5184" y="3557"/>
                </a:lnTo>
                <a:lnTo>
                  <a:pt x="5184" y="3440"/>
                </a:lnTo>
                <a:lnTo>
                  <a:pt x="5343" y="3440"/>
                </a:lnTo>
                <a:lnTo>
                  <a:pt x="5343" y="3557"/>
                </a:lnTo>
                <a:moveTo>
                  <a:pt x="5078" y="3557"/>
                </a:moveTo>
                <a:lnTo>
                  <a:pt x="4920" y="3557"/>
                </a:lnTo>
                <a:lnTo>
                  <a:pt x="4920" y="3440"/>
                </a:lnTo>
                <a:lnTo>
                  <a:pt x="5078" y="3440"/>
                </a:lnTo>
                <a:lnTo>
                  <a:pt x="5078" y="3557"/>
                </a:lnTo>
                <a:moveTo>
                  <a:pt x="4814" y="3557"/>
                </a:moveTo>
                <a:lnTo>
                  <a:pt x="4655" y="3557"/>
                </a:lnTo>
                <a:lnTo>
                  <a:pt x="4655" y="3440"/>
                </a:lnTo>
                <a:lnTo>
                  <a:pt x="4814" y="3440"/>
                </a:lnTo>
                <a:lnTo>
                  <a:pt x="4814" y="3557"/>
                </a:lnTo>
                <a:moveTo>
                  <a:pt x="4549" y="3557"/>
                </a:moveTo>
                <a:lnTo>
                  <a:pt x="4391" y="3557"/>
                </a:lnTo>
                <a:lnTo>
                  <a:pt x="4391" y="3440"/>
                </a:lnTo>
                <a:lnTo>
                  <a:pt x="4549" y="3440"/>
                </a:lnTo>
                <a:lnTo>
                  <a:pt x="4549" y="3557"/>
                </a:lnTo>
                <a:moveTo>
                  <a:pt x="4285" y="3557"/>
                </a:moveTo>
                <a:lnTo>
                  <a:pt x="4126" y="3557"/>
                </a:lnTo>
                <a:lnTo>
                  <a:pt x="4126" y="3440"/>
                </a:lnTo>
                <a:lnTo>
                  <a:pt x="4285" y="3440"/>
                </a:lnTo>
                <a:lnTo>
                  <a:pt x="4285" y="3557"/>
                </a:lnTo>
                <a:moveTo>
                  <a:pt x="4021" y="3557"/>
                </a:moveTo>
                <a:lnTo>
                  <a:pt x="3862" y="3557"/>
                </a:lnTo>
                <a:lnTo>
                  <a:pt x="3862" y="3440"/>
                </a:lnTo>
                <a:lnTo>
                  <a:pt x="4021" y="3440"/>
                </a:lnTo>
                <a:lnTo>
                  <a:pt x="4021" y="3557"/>
                </a:lnTo>
                <a:moveTo>
                  <a:pt x="3756" y="3557"/>
                </a:moveTo>
                <a:lnTo>
                  <a:pt x="3597" y="3557"/>
                </a:lnTo>
                <a:lnTo>
                  <a:pt x="3597" y="3440"/>
                </a:lnTo>
                <a:lnTo>
                  <a:pt x="3756" y="3440"/>
                </a:lnTo>
                <a:lnTo>
                  <a:pt x="3756" y="3557"/>
                </a:lnTo>
                <a:moveTo>
                  <a:pt x="3492" y="3557"/>
                </a:moveTo>
                <a:lnTo>
                  <a:pt x="3333" y="3557"/>
                </a:lnTo>
                <a:lnTo>
                  <a:pt x="3333" y="3440"/>
                </a:lnTo>
                <a:lnTo>
                  <a:pt x="3492" y="3440"/>
                </a:lnTo>
                <a:lnTo>
                  <a:pt x="3492" y="3557"/>
                </a:lnTo>
                <a:moveTo>
                  <a:pt x="3227" y="3557"/>
                </a:moveTo>
                <a:lnTo>
                  <a:pt x="3068" y="3557"/>
                </a:lnTo>
                <a:lnTo>
                  <a:pt x="3068" y="3440"/>
                </a:lnTo>
                <a:lnTo>
                  <a:pt x="3227" y="3440"/>
                </a:lnTo>
                <a:lnTo>
                  <a:pt x="3227" y="3557"/>
                </a:lnTo>
                <a:moveTo>
                  <a:pt x="2963" y="3557"/>
                </a:moveTo>
                <a:lnTo>
                  <a:pt x="2804" y="3557"/>
                </a:lnTo>
                <a:lnTo>
                  <a:pt x="2804" y="3440"/>
                </a:lnTo>
                <a:lnTo>
                  <a:pt x="2963" y="3440"/>
                </a:lnTo>
                <a:lnTo>
                  <a:pt x="2963" y="3557"/>
                </a:lnTo>
                <a:moveTo>
                  <a:pt x="2698" y="3557"/>
                </a:moveTo>
                <a:lnTo>
                  <a:pt x="2539" y="3557"/>
                </a:lnTo>
                <a:lnTo>
                  <a:pt x="2539" y="3440"/>
                </a:lnTo>
                <a:lnTo>
                  <a:pt x="2698" y="3440"/>
                </a:lnTo>
                <a:lnTo>
                  <a:pt x="2698" y="3557"/>
                </a:lnTo>
                <a:moveTo>
                  <a:pt x="2434" y="3557"/>
                </a:moveTo>
                <a:lnTo>
                  <a:pt x="2275" y="3557"/>
                </a:lnTo>
                <a:lnTo>
                  <a:pt x="2275" y="3440"/>
                </a:lnTo>
                <a:lnTo>
                  <a:pt x="2434" y="3440"/>
                </a:lnTo>
                <a:lnTo>
                  <a:pt x="2434" y="3557"/>
                </a:lnTo>
                <a:moveTo>
                  <a:pt x="2169" y="3557"/>
                </a:moveTo>
                <a:lnTo>
                  <a:pt x="2010" y="3557"/>
                </a:lnTo>
                <a:lnTo>
                  <a:pt x="2010" y="3440"/>
                </a:lnTo>
                <a:lnTo>
                  <a:pt x="2169" y="3440"/>
                </a:lnTo>
                <a:lnTo>
                  <a:pt x="2169" y="3557"/>
                </a:lnTo>
                <a:moveTo>
                  <a:pt x="1905" y="3557"/>
                </a:moveTo>
                <a:lnTo>
                  <a:pt x="1746" y="3557"/>
                </a:lnTo>
                <a:lnTo>
                  <a:pt x="1746" y="3440"/>
                </a:lnTo>
                <a:lnTo>
                  <a:pt x="1905" y="3440"/>
                </a:lnTo>
                <a:lnTo>
                  <a:pt x="1905" y="3557"/>
                </a:lnTo>
                <a:moveTo>
                  <a:pt x="1640" y="3557"/>
                </a:moveTo>
                <a:lnTo>
                  <a:pt x="1481" y="3557"/>
                </a:lnTo>
                <a:lnTo>
                  <a:pt x="1481" y="3440"/>
                </a:lnTo>
                <a:lnTo>
                  <a:pt x="1640" y="3440"/>
                </a:lnTo>
                <a:lnTo>
                  <a:pt x="1640" y="3557"/>
                </a:lnTo>
                <a:moveTo>
                  <a:pt x="1376" y="3557"/>
                </a:moveTo>
                <a:lnTo>
                  <a:pt x="1217" y="3557"/>
                </a:lnTo>
                <a:lnTo>
                  <a:pt x="1217" y="3440"/>
                </a:lnTo>
                <a:lnTo>
                  <a:pt x="1376" y="3440"/>
                </a:lnTo>
                <a:lnTo>
                  <a:pt x="1376" y="3557"/>
                </a:lnTo>
                <a:moveTo>
                  <a:pt x="1111" y="3557"/>
                </a:moveTo>
                <a:lnTo>
                  <a:pt x="952" y="3557"/>
                </a:lnTo>
                <a:lnTo>
                  <a:pt x="952" y="3440"/>
                </a:lnTo>
                <a:lnTo>
                  <a:pt x="1111" y="3440"/>
                </a:lnTo>
                <a:lnTo>
                  <a:pt x="1111" y="3557"/>
                </a:lnTo>
                <a:moveTo>
                  <a:pt x="847" y="3557"/>
                </a:moveTo>
                <a:lnTo>
                  <a:pt x="688" y="3557"/>
                </a:lnTo>
                <a:lnTo>
                  <a:pt x="688" y="3440"/>
                </a:lnTo>
                <a:lnTo>
                  <a:pt x="847" y="3440"/>
                </a:lnTo>
                <a:lnTo>
                  <a:pt x="847" y="3557"/>
                </a:lnTo>
                <a:moveTo>
                  <a:pt x="582" y="3557"/>
                </a:moveTo>
                <a:lnTo>
                  <a:pt x="424" y="3557"/>
                </a:lnTo>
                <a:lnTo>
                  <a:pt x="424" y="3440"/>
                </a:lnTo>
                <a:lnTo>
                  <a:pt x="582" y="3440"/>
                </a:lnTo>
                <a:lnTo>
                  <a:pt x="582" y="3557"/>
                </a:lnTo>
                <a:moveTo>
                  <a:pt x="318" y="3557"/>
                </a:moveTo>
                <a:lnTo>
                  <a:pt x="244" y="3557"/>
                </a:lnTo>
                <a:cubicBezTo>
                  <a:pt x="206" y="3557"/>
                  <a:pt x="170" y="3548"/>
                  <a:pt x="136" y="3532"/>
                </a:cubicBezTo>
                <a:lnTo>
                  <a:pt x="188" y="3427"/>
                </a:lnTo>
                <a:cubicBezTo>
                  <a:pt x="205" y="3436"/>
                  <a:pt x="224" y="3440"/>
                  <a:pt x="244" y="3440"/>
                </a:cubicBezTo>
                <a:lnTo>
                  <a:pt x="318" y="3440"/>
                </a:lnTo>
                <a:lnTo>
                  <a:pt x="318" y="3557"/>
                </a:lnTo>
                <a:moveTo>
                  <a:pt x="34" y="3437"/>
                </a:moveTo>
                <a:cubicBezTo>
                  <a:pt x="12" y="3399"/>
                  <a:pt x="0" y="3358"/>
                  <a:pt x="0" y="3313"/>
                </a:cubicBezTo>
                <a:lnTo>
                  <a:pt x="0" y="3253"/>
                </a:lnTo>
                <a:lnTo>
                  <a:pt x="117" y="3253"/>
                </a:lnTo>
                <a:lnTo>
                  <a:pt x="117" y="3313"/>
                </a:lnTo>
                <a:cubicBezTo>
                  <a:pt x="117" y="3336"/>
                  <a:pt x="123" y="3358"/>
                  <a:pt x="134" y="3378"/>
                </a:cubicBezTo>
                <a:lnTo>
                  <a:pt x="34" y="3437"/>
                </a:lnTo>
                <a:moveTo>
                  <a:pt x="0" y="3147"/>
                </a:moveTo>
                <a:lnTo>
                  <a:pt x="0" y="2989"/>
                </a:lnTo>
                <a:lnTo>
                  <a:pt x="117" y="2989"/>
                </a:lnTo>
                <a:lnTo>
                  <a:pt x="117" y="3147"/>
                </a:lnTo>
                <a:lnTo>
                  <a:pt x="0" y="3147"/>
                </a:lnTo>
                <a:moveTo>
                  <a:pt x="0" y="2883"/>
                </a:moveTo>
                <a:lnTo>
                  <a:pt x="0" y="2724"/>
                </a:lnTo>
                <a:lnTo>
                  <a:pt x="117" y="2724"/>
                </a:lnTo>
                <a:lnTo>
                  <a:pt x="117" y="2883"/>
                </a:lnTo>
                <a:lnTo>
                  <a:pt x="0" y="2883"/>
                </a:lnTo>
                <a:moveTo>
                  <a:pt x="0" y="2618"/>
                </a:moveTo>
                <a:lnTo>
                  <a:pt x="0" y="2460"/>
                </a:lnTo>
                <a:lnTo>
                  <a:pt x="117" y="2460"/>
                </a:lnTo>
                <a:lnTo>
                  <a:pt x="117" y="2618"/>
                </a:lnTo>
                <a:lnTo>
                  <a:pt x="0" y="2618"/>
                </a:lnTo>
                <a:moveTo>
                  <a:pt x="0" y="2354"/>
                </a:moveTo>
                <a:lnTo>
                  <a:pt x="0" y="2195"/>
                </a:lnTo>
                <a:lnTo>
                  <a:pt x="117" y="2195"/>
                </a:lnTo>
                <a:lnTo>
                  <a:pt x="117" y="2354"/>
                </a:lnTo>
                <a:lnTo>
                  <a:pt x="0" y="2354"/>
                </a:lnTo>
                <a:moveTo>
                  <a:pt x="0" y="2089"/>
                </a:moveTo>
                <a:lnTo>
                  <a:pt x="0" y="1930"/>
                </a:lnTo>
                <a:lnTo>
                  <a:pt x="117" y="1930"/>
                </a:lnTo>
                <a:lnTo>
                  <a:pt x="117" y="2089"/>
                </a:lnTo>
                <a:lnTo>
                  <a:pt x="0" y="2089"/>
                </a:lnTo>
                <a:moveTo>
                  <a:pt x="0" y="1824"/>
                </a:moveTo>
                <a:lnTo>
                  <a:pt x="0" y="1665"/>
                </a:lnTo>
                <a:lnTo>
                  <a:pt x="117" y="1665"/>
                </a:lnTo>
                <a:lnTo>
                  <a:pt x="117" y="1824"/>
                </a:lnTo>
                <a:lnTo>
                  <a:pt x="0" y="1824"/>
                </a:lnTo>
                <a:moveTo>
                  <a:pt x="0" y="1560"/>
                </a:moveTo>
                <a:lnTo>
                  <a:pt x="0" y="1401"/>
                </a:lnTo>
                <a:lnTo>
                  <a:pt x="117" y="1401"/>
                </a:lnTo>
                <a:lnTo>
                  <a:pt x="117" y="1560"/>
                </a:lnTo>
                <a:lnTo>
                  <a:pt x="0" y="1560"/>
                </a:lnTo>
                <a:moveTo>
                  <a:pt x="0" y="1295"/>
                </a:moveTo>
                <a:lnTo>
                  <a:pt x="0" y="1136"/>
                </a:lnTo>
                <a:lnTo>
                  <a:pt x="117" y="1136"/>
                </a:lnTo>
                <a:lnTo>
                  <a:pt x="117" y="1295"/>
                </a:lnTo>
                <a:lnTo>
                  <a:pt x="0" y="1295"/>
                </a:lnTo>
                <a:moveTo>
                  <a:pt x="0" y="1031"/>
                </a:moveTo>
                <a:lnTo>
                  <a:pt x="0" y="872"/>
                </a:lnTo>
                <a:lnTo>
                  <a:pt x="117" y="872"/>
                </a:lnTo>
                <a:lnTo>
                  <a:pt x="117" y="1031"/>
                </a:lnTo>
                <a:lnTo>
                  <a:pt x="0" y="1031"/>
                </a:lnTo>
                <a:moveTo>
                  <a:pt x="0" y="766"/>
                </a:moveTo>
                <a:lnTo>
                  <a:pt x="0" y="607"/>
                </a:lnTo>
                <a:lnTo>
                  <a:pt x="117" y="607"/>
                </a:lnTo>
                <a:lnTo>
                  <a:pt x="117" y="766"/>
                </a:lnTo>
                <a:lnTo>
                  <a:pt x="0" y="766"/>
                </a:lnTo>
                <a:moveTo>
                  <a:pt x="0" y="502"/>
                </a:moveTo>
                <a:lnTo>
                  <a:pt x="0" y="343"/>
                </a:lnTo>
                <a:lnTo>
                  <a:pt x="117" y="343"/>
                </a:lnTo>
                <a:lnTo>
                  <a:pt x="117" y="502"/>
                </a:lnTo>
                <a:lnTo>
                  <a:pt x="0" y="502"/>
                </a:lnTo>
                <a:moveTo>
                  <a:pt x="1" y="236"/>
                </a:moveTo>
                <a:cubicBezTo>
                  <a:pt x="3" y="161"/>
                  <a:pt x="33" y="100"/>
                  <a:pt x="92" y="53"/>
                </a:cubicBezTo>
                <a:lnTo>
                  <a:pt x="165" y="144"/>
                </a:lnTo>
                <a:cubicBezTo>
                  <a:pt x="134" y="168"/>
                  <a:pt x="118" y="200"/>
                  <a:pt x="117" y="239"/>
                </a:cubicBezTo>
                <a:lnTo>
                  <a:pt x="1" y="236"/>
                </a:lnTo>
                <a:moveTo>
                  <a:pt x="220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6"/>
                </a:lnTo>
                <a:lnTo>
                  <a:pt x="244" y="116"/>
                </a:lnTo>
                <a:cubicBezTo>
                  <a:pt x="240" y="116"/>
                  <a:pt x="236" y="116"/>
                  <a:pt x="232" y="117"/>
                </a:cubicBezTo>
                <a:lnTo>
                  <a:pt x="220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521640" y="5017680"/>
            <a:ext cx="11148480" cy="1280520"/>
          </a:xfrm>
          <a:custGeom>
            <a:avLst/>
            <a:gdLst/>
            <a:ahLst/>
            <a:rect l="0" t="0" r="r" b="b"/>
            <a:pathLst>
              <a:path w="30968" h="3557">
                <a:moveTo>
                  <a:pt x="508" y="0"/>
                </a:moveTo>
                <a:lnTo>
                  <a:pt x="667" y="0"/>
                </a:lnTo>
                <a:lnTo>
                  <a:pt x="667" y="116"/>
                </a:lnTo>
                <a:lnTo>
                  <a:pt x="508" y="116"/>
                </a:lnTo>
                <a:lnTo>
                  <a:pt x="508" y="0"/>
                </a:lnTo>
                <a:moveTo>
                  <a:pt x="773" y="0"/>
                </a:moveTo>
                <a:lnTo>
                  <a:pt x="932" y="0"/>
                </a:lnTo>
                <a:lnTo>
                  <a:pt x="932" y="116"/>
                </a:lnTo>
                <a:lnTo>
                  <a:pt x="773" y="116"/>
                </a:lnTo>
                <a:lnTo>
                  <a:pt x="773" y="0"/>
                </a:lnTo>
                <a:moveTo>
                  <a:pt x="1037" y="0"/>
                </a:moveTo>
                <a:lnTo>
                  <a:pt x="1196" y="0"/>
                </a:lnTo>
                <a:lnTo>
                  <a:pt x="1196" y="116"/>
                </a:lnTo>
                <a:lnTo>
                  <a:pt x="1037" y="116"/>
                </a:lnTo>
                <a:lnTo>
                  <a:pt x="1037" y="0"/>
                </a:lnTo>
                <a:moveTo>
                  <a:pt x="1302" y="0"/>
                </a:moveTo>
                <a:lnTo>
                  <a:pt x="1461" y="0"/>
                </a:lnTo>
                <a:lnTo>
                  <a:pt x="1461" y="116"/>
                </a:lnTo>
                <a:lnTo>
                  <a:pt x="1302" y="116"/>
                </a:lnTo>
                <a:lnTo>
                  <a:pt x="1302" y="0"/>
                </a:lnTo>
                <a:moveTo>
                  <a:pt x="1566" y="0"/>
                </a:moveTo>
                <a:lnTo>
                  <a:pt x="1725" y="0"/>
                </a:lnTo>
                <a:lnTo>
                  <a:pt x="1725" y="116"/>
                </a:lnTo>
                <a:lnTo>
                  <a:pt x="1566" y="116"/>
                </a:lnTo>
                <a:lnTo>
                  <a:pt x="1566" y="0"/>
                </a:lnTo>
                <a:moveTo>
                  <a:pt x="1831" y="0"/>
                </a:moveTo>
                <a:lnTo>
                  <a:pt x="1989" y="0"/>
                </a:lnTo>
                <a:lnTo>
                  <a:pt x="1989" y="116"/>
                </a:lnTo>
                <a:lnTo>
                  <a:pt x="1831" y="116"/>
                </a:lnTo>
                <a:lnTo>
                  <a:pt x="1831" y="0"/>
                </a:lnTo>
                <a:moveTo>
                  <a:pt x="2095" y="0"/>
                </a:moveTo>
                <a:lnTo>
                  <a:pt x="2254" y="0"/>
                </a:lnTo>
                <a:lnTo>
                  <a:pt x="2254" y="116"/>
                </a:lnTo>
                <a:lnTo>
                  <a:pt x="2095" y="116"/>
                </a:lnTo>
                <a:lnTo>
                  <a:pt x="2095" y="0"/>
                </a:lnTo>
                <a:moveTo>
                  <a:pt x="2360" y="0"/>
                </a:moveTo>
                <a:lnTo>
                  <a:pt x="2518" y="0"/>
                </a:lnTo>
                <a:lnTo>
                  <a:pt x="2518" y="116"/>
                </a:lnTo>
                <a:lnTo>
                  <a:pt x="2360" y="116"/>
                </a:lnTo>
                <a:lnTo>
                  <a:pt x="2360" y="0"/>
                </a:lnTo>
                <a:moveTo>
                  <a:pt x="2624" y="0"/>
                </a:moveTo>
                <a:lnTo>
                  <a:pt x="2783" y="0"/>
                </a:lnTo>
                <a:lnTo>
                  <a:pt x="2783" y="116"/>
                </a:lnTo>
                <a:lnTo>
                  <a:pt x="2624" y="116"/>
                </a:lnTo>
                <a:lnTo>
                  <a:pt x="2624" y="0"/>
                </a:lnTo>
                <a:moveTo>
                  <a:pt x="2889" y="0"/>
                </a:moveTo>
                <a:lnTo>
                  <a:pt x="3047" y="0"/>
                </a:lnTo>
                <a:lnTo>
                  <a:pt x="3047" y="116"/>
                </a:lnTo>
                <a:lnTo>
                  <a:pt x="2889" y="116"/>
                </a:lnTo>
                <a:lnTo>
                  <a:pt x="2889" y="0"/>
                </a:lnTo>
                <a:moveTo>
                  <a:pt x="3153" y="0"/>
                </a:moveTo>
                <a:lnTo>
                  <a:pt x="3312" y="0"/>
                </a:lnTo>
                <a:lnTo>
                  <a:pt x="3312" y="116"/>
                </a:lnTo>
                <a:lnTo>
                  <a:pt x="3153" y="116"/>
                </a:lnTo>
                <a:lnTo>
                  <a:pt x="3153" y="0"/>
                </a:lnTo>
                <a:moveTo>
                  <a:pt x="3418" y="0"/>
                </a:moveTo>
                <a:lnTo>
                  <a:pt x="3576" y="0"/>
                </a:lnTo>
                <a:lnTo>
                  <a:pt x="3576" y="116"/>
                </a:lnTo>
                <a:lnTo>
                  <a:pt x="3418" y="116"/>
                </a:lnTo>
                <a:lnTo>
                  <a:pt x="3418" y="0"/>
                </a:lnTo>
                <a:moveTo>
                  <a:pt x="3682" y="0"/>
                </a:moveTo>
                <a:lnTo>
                  <a:pt x="3841" y="0"/>
                </a:lnTo>
                <a:lnTo>
                  <a:pt x="3841" y="116"/>
                </a:lnTo>
                <a:lnTo>
                  <a:pt x="3682" y="116"/>
                </a:lnTo>
                <a:lnTo>
                  <a:pt x="3682" y="0"/>
                </a:lnTo>
                <a:moveTo>
                  <a:pt x="3947" y="0"/>
                </a:moveTo>
                <a:lnTo>
                  <a:pt x="4105" y="0"/>
                </a:lnTo>
                <a:lnTo>
                  <a:pt x="4105" y="116"/>
                </a:lnTo>
                <a:lnTo>
                  <a:pt x="3947" y="116"/>
                </a:lnTo>
                <a:lnTo>
                  <a:pt x="3947" y="0"/>
                </a:lnTo>
                <a:moveTo>
                  <a:pt x="4211" y="0"/>
                </a:moveTo>
                <a:lnTo>
                  <a:pt x="4370" y="0"/>
                </a:lnTo>
                <a:lnTo>
                  <a:pt x="4370" y="116"/>
                </a:lnTo>
                <a:lnTo>
                  <a:pt x="4211" y="116"/>
                </a:lnTo>
                <a:lnTo>
                  <a:pt x="4211" y="0"/>
                </a:lnTo>
                <a:moveTo>
                  <a:pt x="4476" y="0"/>
                </a:moveTo>
                <a:lnTo>
                  <a:pt x="4634" y="0"/>
                </a:lnTo>
                <a:lnTo>
                  <a:pt x="4634" y="116"/>
                </a:lnTo>
                <a:lnTo>
                  <a:pt x="4476" y="116"/>
                </a:lnTo>
                <a:lnTo>
                  <a:pt x="4476" y="0"/>
                </a:lnTo>
                <a:moveTo>
                  <a:pt x="4740" y="0"/>
                </a:moveTo>
                <a:lnTo>
                  <a:pt x="4899" y="0"/>
                </a:lnTo>
                <a:lnTo>
                  <a:pt x="4899" y="116"/>
                </a:lnTo>
                <a:lnTo>
                  <a:pt x="4740" y="116"/>
                </a:lnTo>
                <a:lnTo>
                  <a:pt x="4740" y="0"/>
                </a:lnTo>
                <a:moveTo>
                  <a:pt x="5004" y="0"/>
                </a:moveTo>
                <a:lnTo>
                  <a:pt x="5163" y="0"/>
                </a:lnTo>
                <a:lnTo>
                  <a:pt x="5163" y="116"/>
                </a:lnTo>
                <a:lnTo>
                  <a:pt x="5004" y="116"/>
                </a:lnTo>
                <a:lnTo>
                  <a:pt x="5004" y="0"/>
                </a:lnTo>
                <a:moveTo>
                  <a:pt x="5269" y="0"/>
                </a:moveTo>
                <a:lnTo>
                  <a:pt x="5428" y="0"/>
                </a:lnTo>
                <a:lnTo>
                  <a:pt x="5428" y="116"/>
                </a:lnTo>
                <a:lnTo>
                  <a:pt x="5269" y="116"/>
                </a:lnTo>
                <a:lnTo>
                  <a:pt x="5269" y="0"/>
                </a:lnTo>
                <a:moveTo>
                  <a:pt x="5533" y="0"/>
                </a:moveTo>
                <a:lnTo>
                  <a:pt x="5692" y="0"/>
                </a:lnTo>
                <a:lnTo>
                  <a:pt x="5692" y="116"/>
                </a:lnTo>
                <a:lnTo>
                  <a:pt x="5533" y="116"/>
                </a:lnTo>
                <a:lnTo>
                  <a:pt x="5533" y="0"/>
                </a:lnTo>
                <a:moveTo>
                  <a:pt x="5798" y="0"/>
                </a:moveTo>
                <a:lnTo>
                  <a:pt x="5957" y="0"/>
                </a:lnTo>
                <a:lnTo>
                  <a:pt x="5957" y="116"/>
                </a:lnTo>
                <a:lnTo>
                  <a:pt x="5798" y="116"/>
                </a:lnTo>
                <a:lnTo>
                  <a:pt x="5798" y="0"/>
                </a:lnTo>
                <a:moveTo>
                  <a:pt x="6062" y="0"/>
                </a:moveTo>
                <a:lnTo>
                  <a:pt x="6221" y="0"/>
                </a:lnTo>
                <a:lnTo>
                  <a:pt x="6221" y="116"/>
                </a:lnTo>
                <a:lnTo>
                  <a:pt x="6062" y="116"/>
                </a:lnTo>
                <a:lnTo>
                  <a:pt x="6062" y="0"/>
                </a:lnTo>
                <a:moveTo>
                  <a:pt x="6327" y="0"/>
                </a:moveTo>
                <a:lnTo>
                  <a:pt x="6486" y="0"/>
                </a:lnTo>
                <a:lnTo>
                  <a:pt x="6486" y="116"/>
                </a:lnTo>
                <a:lnTo>
                  <a:pt x="6327" y="116"/>
                </a:lnTo>
                <a:lnTo>
                  <a:pt x="6327" y="0"/>
                </a:lnTo>
                <a:moveTo>
                  <a:pt x="6591" y="0"/>
                </a:moveTo>
                <a:lnTo>
                  <a:pt x="6750" y="0"/>
                </a:lnTo>
                <a:lnTo>
                  <a:pt x="6750" y="116"/>
                </a:lnTo>
                <a:lnTo>
                  <a:pt x="6591" y="116"/>
                </a:lnTo>
                <a:lnTo>
                  <a:pt x="6591" y="0"/>
                </a:lnTo>
                <a:moveTo>
                  <a:pt x="6856" y="0"/>
                </a:moveTo>
                <a:lnTo>
                  <a:pt x="7015" y="0"/>
                </a:lnTo>
                <a:lnTo>
                  <a:pt x="7015" y="116"/>
                </a:lnTo>
                <a:lnTo>
                  <a:pt x="6856" y="116"/>
                </a:lnTo>
                <a:lnTo>
                  <a:pt x="6856" y="0"/>
                </a:lnTo>
                <a:moveTo>
                  <a:pt x="7120" y="0"/>
                </a:moveTo>
                <a:lnTo>
                  <a:pt x="7279" y="0"/>
                </a:lnTo>
                <a:lnTo>
                  <a:pt x="7279" y="116"/>
                </a:lnTo>
                <a:lnTo>
                  <a:pt x="7120" y="116"/>
                </a:lnTo>
                <a:lnTo>
                  <a:pt x="7120" y="0"/>
                </a:lnTo>
                <a:moveTo>
                  <a:pt x="7385" y="0"/>
                </a:moveTo>
                <a:lnTo>
                  <a:pt x="7544" y="0"/>
                </a:lnTo>
                <a:lnTo>
                  <a:pt x="7544" y="116"/>
                </a:lnTo>
                <a:lnTo>
                  <a:pt x="7385" y="116"/>
                </a:lnTo>
                <a:lnTo>
                  <a:pt x="7385" y="0"/>
                </a:lnTo>
                <a:moveTo>
                  <a:pt x="7649" y="0"/>
                </a:moveTo>
                <a:lnTo>
                  <a:pt x="7808" y="0"/>
                </a:lnTo>
                <a:lnTo>
                  <a:pt x="7808" y="116"/>
                </a:lnTo>
                <a:lnTo>
                  <a:pt x="7649" y="116"/>
                </a:lnTo>
                <a:lnTo>
                  <a:pt x="7649" y="0"/>
                </a:lnTo>
                <a:moveTo>
                  <a:pt x="7914" y="0"/>
                </a:moveTo>
                <a:lnTo>
                  <a:pt x="8073" y="0"/>
                </a:lnTo>
                <a:lnTo>
                  <a:pt x="8073" y="116"/>
                </a:lnTo>
                <a:lnTo>
                  <a:pt x="7914" y="116"/>
                </a:lnTo>
                <a:lnTo>
                  <a:pt x="7914" y="0"/>
                </a:lnTo>
                <a:moveTo>
                  <a:pt x="8178" y="0"/>
                </a:moveTo>
                <a:lnTo>
                  <a:pt x="8337" y="0"/>
                </a:lnTo>
                <a:lnTo>
                  <a:pt x="8337" y="116"/>
                </a:lnTo>
                <a:lnTo>
                  <a:pt x="8178" y="116"/>
                </a:lnTo>
                <a:lnTo>
                  <a:pt x="8178" y="0"/>
                </a:lnTo>
                <a:moveTo>
                  <a:pt x="8443" y="0"/>
                </a:moveTo>
                <a:lnTo>
                  <a:pt x="8601" y="0"/>
                </a:lnTo>
                <a:lnTo>
                  <a:pt x="8601" y="116"/>
                </a:lnTo>
                <a:lnTo>
                  <a:pt x="8443" y="116"/>
                </a:lnTo>
                <a:lnTo>
                  <a:pt x="8443" y="0"/>
                </a:lnTo>
                <a:moveTo>
                  <a:pt x="8707" y="0"/>
                </a:moveTo>
                <a:lnTo>
                  <a:pt x="8866" y="0"/>
                </a:lnTo>
                <a:lnTo>
                  <a:pt x="8866" y="116"/>
                </a:lnTo>
                <a:lnTo>
                  <a:pt x="8707" y="116"/>
                </a:lnTo>
                <a:lnTo>
                  <a:pt x="8707" y="0"/>
                </a:lnTo>
                <a:moveTo>
                  <a:pt x="8972" y="0"/>
                </a:moveTo>
                <a:lnTo>
                  <a:pt x="9130" y="0"/>
                </a:lnTo>
                <a:lnTo>
                  <a:pt x="9130" y="116"/>
                </a:lnTo>
                <a:lnTo>
                  <a:pt x="8972" y="116"/>
                </a:lnTo>
                <a:lnTo>
                  <a:pt x="8972" y="0"/>
                </a:lnTo>
                <a:moveTo>
                  <a:pt x="9236" y="0"/>
                </a:moveTo>
                <a:lnTo>
                  <a:pt x="9395" y="0"/>
                </a:lnTo>
                <a:lnTo>
                  <a:pt x="9395" y="116"/>
                </a:lnTo>
                <a:lnTo>
                  <a:pt x="9236" y="116"/>
                </a:lnTo>
                <a:lnTo>
                  <a:pt x="9236" y="0"/>
                </a:lnTo>
                <a:moveTo>
                  <a:pt x="9501" y="0"/>
                </a:moveTo>
                <a:lnTo>
                  <a:pt x="9659" y="0"/>
                </a:lnTo>
                <a:lnTo>
                  <a:pt x="9659" y="116"/>
                </a:lnTo>
                <a:lnTo>
                  <a:pt x="9501" y="116"/>
                </a:lnTo>
                <a:lnTo>
                  <a:pt x="9501" y="0"/>
                </a:lnTo>
                <a:moveTo>
                  <a:pt x="9765" y="0"/>
                </a:moveTo>
                <a:lnTo>
                  <a:pt x="9924" y="0"/>
                </a:lnTo>
                <a:lnTo>
                  <a:pt x="9924" y="116"/>
                </a:lnTo>
                <a:lnTo>
                  <a:pt x="9765" y="116"/>
                </a:lnTo>
                <a:lnTo>
                  <a:pt x="9765" y="0"/>
                </a:lnTo>
                <a:moveTo>
                  <a:pt x="10030" y="0"/>
                </a:moveTo>
                <a:lnTo>
                  <a:pt x="10188" y="0"/>
                </a:lnTo>
                <a:lnTo>
                  <a:pt x="10188" y="116"/>
                </a:lnTo>
                <a:lnTo>
                  <a:pt x="10030" y="116"/>
                </a:lnTo>
                <a:lnTo>
                  <a:pt x="10030" y="0"/>
                </a:lnTo>
                <a:moveTo>
                  <a:pt x="10294" y="0"/>
                </a:moveTo>
                <a:lnTo>
                  <a:pt x="10453" y="0"/>
                </a:lnTo>
                <a:lnTo>
                  <a:pt x="10453" y="116"/>
                </a:lnTo>
                <a:lnTo>
                  <a:pt x="10294" y="116"/>
                </a:lnTo>
                <a:lnTo>
                  <a:pt x="10294" y="0"/>
                </a:lnTo>
                <a:moveTo>
                  <a:pt x="10559" y="0"/>
                </a:moveTo>
                <a:lnTo>
                  <a:pt x="10717" y="0"/>
                </a:lnTo>
                <a:lnTo>
                  <a:pt x="10717" y="116"/>
                </a:lnTo>
                <a:lnTo>
                  <a:pt x="10559" y="116"/>
                </a:lnTo>
                <a:lnTo>
                  <a:pt x="10559" y="0"/>
                </a:lnTo>
                <a:moveTo>
                  <a:pt x="10823" y="0"/>
                </a:moveTo>
                <a:lnTo>
                  <a:pt x="10982" y="0"/>
                </a:lnTo>
                <a:lnTo>
                  <a:pt x="10982" y="116"/>
                </a:lnTo>
                <a:lnTo>
                  <a:pt x="10823" y="116"/>
                </a:lnTo>
                <a:lnTo>
                  <a:pt x="10823" y="0"/>
                </a:lnTo>
                <a:moveTo>
                  <a:pt x="11088" y="0"/>
                </a:moveTo>
                <a:lnTo>
                  <a:pt x="11246" y="0"/>
                </a:lnTo>
                <a:lnTo>
                  <a:pt x="11246" y="116"/>
                </a:lnTo>
                <a:lnTo>
                  <a:pt x="11088" y="116"/>
                </a:lnTo>
                <a:lnTo>
                  <a:pt x="11088" y="0"/>
                </a:lnTo>
                <a:moveTo>
                  <a:pt x="11352" y="0"/>
                </a:moveTo>
                <a:lnTo>
                  <a:pt x="11511" y="0"/>
                </a:lnTo>
                <a:lnTo>
                  <a:pt x="11511" y="116"/>
                </a:lnTo>
                <a:lnTo>
                  <a:pt x="11352" y="116"/>
                </a:lnTo>
                <a:lnTo>
                  <a:pt x="11352" y="0"/>
                </a:lnTo>
                <a:moveTo>
                  <a:pt x="11617" y="0"/>
                </a:moveTo>
                <a:lnTo>
                  <a:pt x="11775" y="0"/>
                </a:lnTo>
                <a:lnTo>
                  <a:pt x="11775" y="116"/>
                </a:lnTo>
                <a:lnTo>
                  <a:pt x="11617" y="116"/>
                </a:lnTo>
                <a:lnTo>
                  <a:pt x="11617" y="0"/>
                </a:lnTo>
                <a:moveTo>
                  <a:pt x="11881" y="0"/>
                </a:moveTo>
                <a:lnTo>
                  <a:pt x="12040" y="0"/>
                </a:lnTo>
                <a:lnTo>
                  <a:pt x="12040" y="116"/>
                </a:lnTo>
                <a:lnTo>
                  <a:pt x="11881" y="116"/>
                </a:lnTo>
                <a:lnTo>
                  <a:pt x="11881" y="0"/>
                </a:lnTo>
                <a:moveTo>
                  <a:pt x="12145" y="0"/>
                </a:moveTo>
                <a:lnTo>
                  <a:pt x="12304" y="0"/>
                </a:lnTo>
                <a:lnTo>
                  <a:pt x="12304" y="116"/>
                </a:lnTo>
                <a:lnTo>
                  <a:pt x="12145" y="116"/>
                </a:lnTo>
                <a:lnTo>
                  <a:pt x="12145" y="0"/>
                </a:lnTo>
                <a:moveTo>
                  <a:pt x="12410" y="0"/>
                </a:moveTo>
                <a:lnTo>
                  <a:pt x="12569" y="0"/>
                </a:lnTo>
                <a:lnTo>
                  <a:pt x="12569" y="116"/>
                </a:lnTo>
                <a:lnTo>
                  <a:pt x="12410" y="116"/>
                </a:lnTo>
                <a:lnTo>
                  <a:pt x="12410" y="0"/>
                </a:lnTo>
                <a:moveTo>
                  <a:pt x="12674" y="0"/>
                </a:moveTo>
                <a:lnTo>
                  <a:pt x="12833" y="0"/>
                </a:lnTo>
                <a:lnTo>
                  <a:pt x="12833" y="116"/>
                </a:lnTo>
                <a:lnTo>
                  <a:pt x="12674" y="116"/>
                </a:lnTo>
                <a:lnTo>
                  <a:pt x="12674" y="0"/>
                </a:lnTo>
                <a:moveTo>
                  <a:pt x="12939" y="0"/>
                </a:moveTo>
                <a:lnTo>
                  <a:pt x="13098" y="0"/>
                </a:lnTo>
                <a:lnTo>
                  <a:pt x="13098" y="116"/>
                </a:lnTo>
                <a:lnTo>
                  <a:pt x="12939" y="116"/>
                </a:lnTo>
                <a:lnTo>
                  <a:pt x="12939" y="0"/>
                </a:lnTo>
                <a:moveTo>
                  <a:pt x="13203" y="0"/>
                </a:moveTo>
                <a:lnTo>
                  <a:pt x="13362" y="0"/>
                </a:lnTo>
                <a:lnTo>
                  <a:pt x="13362" y="116"/>
                </a:lnTo>
                <a:lnTo>
                  <a:pt x="13203" y="116"/>
                </a:lnTo>
                <a:lnTo>
                  <a:pt x="13203" y="0"/>
                </a:lnTo>
                <a:moveTo>
                  <a:pt x="13468" y="0"/>
                </a:moveTo>
                <a:lnTo>
                  <a:pt x="13627" y="0"/>
                </a:lnTo>
                <a:lnTo>
                  <a:pt x="13627" y="116"/>
                </a:lnTo>
                <a:lnTo>
                  <a:pt x="13468" y="116"/>
                </a:lnTo>
                <a:lnTo>
                  <a:pt x="13468" y="0"/>
                </a:lnTo>
                <a:moveTo>
                  <a:pt x="13732" y="0"/>
                </a:moveTo>
                <a:lnTo>
                  <a:pt x="13891" y="0"/>
                </a:lnTo>
                <a:lnTo>
                  <a:pt x="13891" y="116"/>
                </a:lnTo>
                <a:lnTo>
                  <a:pt x="13732" y="116"/>
                </a:lnTo>
                <a:lnTo>
                  <a:pt x="13732" y="0"/>
                </a:lnTo>
                <a:moveTo>
                  <a:pt x="13997" y="0"/>
                </a:moveTo>
                <a:lnTo>
                  <a:pt x="14157" y="0"/>
                </a:lnTo>
                <a:lnTo>
                  <a:pt x="14157" y="116"/>
                </a:lnTo>
                <a:lnTo>
                  <a:pt x="13997" y="116"/>
                </a:lnTo>
                <a:lnTo>
                  <a:pt x="13997" y="0"/>
                </a:lnTo>
                <a:moveTo>
                  <a:pt x="14262" y="0"/>
                </a:moveTo>
                <a:lnTo>
                  <a:pt x="14421" y="0"/>
                </a:lnTo>
                <a:lnTo>
                  <a:pt x="14421" y="116"/>
                </a:lnTo>
                <a:lnTo>
                  <a:pt x="14262" y="116"/>
                </a:lnTo>
                <a:lnTo>
                  <a:pt x="14262" y="0"/>
                </a:lnTo>
                <a:moveTo>
                  <a:pt x="14527" y="0"/>
                </a:moveTo>
                <a:lnTo>
                  <a:pt x="14686" y="0"/>
                </a:lnTo>
                <a:lnTo>
                  <a:pt x="14686" y="116"/>
                </a:lnTo>
                <a:lnTo>
                  <a:pt x="14527" y="116"/>
                </a:lnTo>
                <a:lnTo>
                  <a:pt x="14527" y="0"/>
                </a:lnTo>
                <a:moveTo>
                  <a:pt x="14791" y="0"/>
                </a:moveTo>
                <a:lnTo>
                  <a:pt x="14950" y="0"/>
                </a:lnTo>
                <a:lnTo>
                  <a:pt x="14950" y="116"/>
                </a:lnTo>
                <a:lnTo>
                  <a:pt x="14791" y="116"/>
                </a:lnTo>
                <a:lnTo>
                  <a:pt x="14791" y="0"/>
                </a:lnTo>
                <a:moveTo>
                  <a:pt x="15056" y="0"/>
                </a:moveTo>
                <a:lnTo>
                  <a:pt x="15215" y="0"/>
                </a:lnTo>
                <a:lnTo>
                  <a:pt x="15215" y="116"/>
                </a:lnTo>
                <a:lnTo>
                  <a:pt x="15056" y="116"/>
                </a:lnTo>
                <a:lnTo>
                  <a:pt x="15056" y="0"/>
                </a:lnTo>
                <a:moveTo>
                  <a:pt x="15320" y="0"/>
                </a:moveTo>
                <a:lnTo>
                  <a:pt x="15479" y="0"/>
                </a:lnTo>
                <a:lnTo>
                  <a:pt x="15479" y="116"/>
                </a:lnTo>
                <a:lnTo>
                  <a:pt x="15320" y="116"/>
                </a:lnTo>
                <a:lnTo>
                  <a:pt x="15320" y="0"/>
                </a:lnTo>
                <a:moveTo>
                  <a:pt x="15585" y="0"/>
                </a:moveTo>
                <a:lnTo>
                  <a:pt x="15743" y="0"/>
                </a:lnTo>
                <a:lnTo>
                  <a:pt x="15743" y="116"/>
                </a:lnTo>
                <a:lnTo>
                  <a:pt x="15585" y="116"/>
                </a:lnTo>
                <a:lnTo>
                  <a:pt x="15585" y="0"/>
                </a:lnTo>
                <a:moveTo>
                  <a:pt x="15849" y="0"/>
                </a:moveTo>
                <a:lnTo>
                  <a:pt x="16008" y="0"/>
                </a:lnTo>
                <a:lnTo>
                  <a:pt x="16008" y="116"/>
                </a:lnTo>
                <a:lnTo>
                  <a:pt x="15849" y="116"/>
                </a:lnTo>
                <a:lnTo>
                  <a:pt x="15849" y="0"/>
                </a:lnTo>
                <a:moveTo>
                  <a:pt x="16114" y="0"/>
                </a:moveTo>
                <a:lnTo>
                  <a:pt x="16272" y="0"/>
                </a:lnTo>
                <a:lnTo>
                  <a:pt x="16272" y="116"/>
                </a:lnTo>
                <a:lnTo>
                  <a:pt x="16114" y="116"/>
                </a:lnTo>
                <a:lnTo>
                  <a:pt x="16114" y="0"/>
                </a:lnTo>
                <a:moveTo>
                  <a:pt x="16378" y="0"/>
                </a:moveTo>
                <a:lnTo>
                  <a:pt x="16537" y="0"/>
                </a:lnTo>
                <a:lnTo>
                  <a:pt x="16537" y="116"/>
                </a:lnTo>
                <a:lnTo>
                  <a:pt x="16378" y="116"/>
                </a:lnTo>
                <a:lnTo>
                  <a:pt x="16378" y="0"/>
                </a:lnTo>
                <a:moveTo>
                  <a:pt x="16643" y="0"/>
                </a:moveTo>
                <a:lnTo>
                  <a:pt x="16801" y="0"/>
                </a:lnTo>
                <a:lnTo>
                  <a:pt x="16801" y="116"/>
                </a:lnTo>
                <a:lnTo>
                  <a:pt x="16643" y="116"/>
                </a:lnTo>
                <a:lnTo>
                  <a:pt x="16643" y="0"/>
                </a:lnTo>
                <a:moveTo>
                  <a:pt x="16907" y="0"/>
                </a:moveTo>
                <a:lnTo>
                  <a:pt x="17066" y="0"/>
                </a:lnTo>
                <a:lnTo>
                  <a:pt x="17066" y="116"/>
                </a:lnTo>
                <a:lnTo>
                  <a:pt x="16907" y="116"/>
                </a:lnTo>
                <a:lnTo>
                  <a:pt x="16907" y="0"/>
                </a:lnTo>
                <a:moveTo>
                  <a:pt x="17172" y="0"/>
                </a:moveTo>
                <a:lnTo>
                  <a:pt x="17330" y="0"/>
                </a:lnTo>
                <a:lnTo>
                  <a:pt x="17330" y="116"/>
                </a:lnTo>
                <a:lnTo>
                  <a:pt x="17172" y="116"/>
                </a:lnTo>
                <a:lnTo>
                  <a:pt x="17172" y="0"/>
                </a:lnTo>
                <a:moveTo>
                  <a:pt x="17436" y="0"/>
                </a:moveTo>
                <a:lnTo>
                  <a:pt x="17595" y="0"/>
                </a:lnTo>
                <a:lnTo>
                  <a:pt x="17595" y="116"/>
                </a:lnTo>
                <a:lnTo>
                  <a:pt x="17436" y="116"/>
                </a:lnTo>
                <a:lnTo>
                  <a:pt x="17436" y="0"/>
                </a:lnTo>
                <a:moveTo>
                  <a:pt x="17701" y="0"/>
                </a:moveTo>
                <a:lnTo>
                  <a:pt x="17859" y="0"/>
                </a:lnTo>
                <a:lnTo>
                  <a:pt x="17859" y="116"/>
                </a:lnTo>
                <a:lnTo>
                  <a:pt x="17701" y="116"/>
                </a:lnTo>
                <a:lnTo>
                  <a:pt x="17701" y="0"/>
                </a:lnTo>
                <a:moveTo>
                  <a:pt x="17965" y="0"/>
                </a:moveTo>
                <a:lnTo>
                  <a:pt x="18124" y="0"/>
                </a:lnTo>
                <a:lnTo>
                  <a:pt x="18124" y="116"/>
                </a:lnTo>
                <a:lnTo>
                  <a:pt x="17965" y="116"/>
                </a:lnTo>
                <a:lnTo>
                  <a:pt x="17965" y="0"/>
                </a:lnTo>
                <a:moveTo>
                  <a:pt x="18230" y="0"/>
                </a:moveTo>
                <a:lnTo>
                  <a:pt x="18388" y="0"/>
                </a:lnTo>
                <a:lnTo>
                  <a:pt x="18388" y="116"/>
                </a:lnTo>
                <a:lnTo>
                  <a:pt x="18230" y="116"/>
                </a:lnTo>
                <a:lnTo>
                  <a:pt x="18230" y="0"/>
                </a:lnTo>
                <a:moveTo>
                  <a:pt x="18494" y="0"/>
                </a:moveTo>
                <a:lnTo>
                  <a:pt x="18653" y="0"/>
                </a:lnTo>
                <a:lnTo>
                  <a:pt x="18653" y="116"/>
                </a:lnTo>
                <a:lnTo>
                  <a:pt x="18494" y="116"/>
                </a:lnTo>
                <a:lnTo>
                  <a:pt x="18494" y="0"/>
                </a:lnTo>
                <a:moveTo>
                  <a:pt x="18758" y="0"/>
                </a:moveTo>
                <a:lnTo>
                  <a:pt x="18917" y="0"/>
                </a:lnTo>
                <a:lnTo>
                  <a:pt x="18917" y="116"/>
                </a:lnTo>
                <a:lnTo>
                  <a:pt x="18758" y="116"/>
                </a:lnTo>
                <a:lnTo>
                  <a:pt x="18758" y="0"/>
                </a:lnTo>
                <a:moveTo>
                  <a:pt x="19023" y="0"/>
                </a:moveTo>
                <a:lnTo>
                  <a:pt x="19182" y="0"/>
                </a:lnTo>
                <a:lnTo>
                  <a:pt x="19182" y="116"/>
                </a:lnTo>
                <a:lnTo>
                  <a:pt x="19023" y="116"/>
                </a:lnTo>
                <a:lnTo>
                  <a:pt x="19023" y="0"/>
                </a:lnTo>
                <a:moveTo>
                  <a:pt x="19287" y="0"/>
                </a:moveTo>
                <a:lnTo>
                  <a:pt x="19446" y="0"/>
                </a:lnTo>
                <a:lnTo>
                  <a:pt x="19446" y="116"/>
                </a:lnTo>
                <a:lnTo>
                  <a:pt x="19287" y="116"/>
                </a:lnTo>
                <a:lnTo>
                  <a:pt x="19287" y="0"/>
                </a:lnTo>
                <a:moveTo>
                  <a:pt x="19552" y="0"/>
                </a:moveTo>
                <a:lnTo>
                  <a:pt x="19711" y="0"/>
                </a:lnTo>
                <a:lnTo>
                  <a:pt x="19711" y="116"/>
                </a:lnTo>
                <a:lnTo>
                  <a:pt x="19552" y="116"/>
                </a:lnTo>
                <a:lnTo>
                  <a:pt x="19552" y="0"/>
                </a:lnTo>
                <a:moveTo>
                  <a:pt x="19816" y="0"/>
                </a:moveTo>
                <a:lnTo>
                  <a:pt x="19975" y="0"/>
                </a:lnTo>
                <a:lnTo>
                  <a:pt x="19975" y="116"/>
                </a:lnTo>
                <a:lnTo>
                  <a:pt x="19816" y="116"/>
                </a:lnTo>
                <a:lnTo>
                  <a:pt x="19816" y="0"/>
                </a:lnTo>
                <a:moveTo>
                  <a:pt x="20081" y="0"/>
                </a:moveTo>
                <a:lnTo>
                  <a:pt x="20240" y="0"/>
                </a:lnTo>
                <a:lnTo>
                  <a:pt x="20240" y="116"/>
                </a:lnTo>
                <a:lnTo>
                  <a:pt x="20081" y="116"/>
                </a:lnTo>
                <a:lnTo>
                  <a:pt x="20081" y="0"/>
                </a:lnTo>
                <a:moveTo>
                  <a:pt x="20345" y="0"/>
                </a:moveTo>
                <a:lnTo>
                  <a:pt x="20504" y="0"/>
                </a:lnTo>
                <a:lnTo>
                  <a:pt x="20504" y="116"/>
                </a:lnTo>
                <a:lnTo>
                  <a:pt x="20345" y="116"/>
                </a:lnTo>
                <a:lnTo>
                  <a:pt x="20345" y="0"/>
                </a:lnTo>
                <a:moveTo>
                  <a:pt x="20610" y="0"/>
                </a:moveTo>
                <a:lnTo>
                  <a:pt x="20769" y="0"/>
                </a:lnTo>
                <a:lnTo>
                  <a:pt x="20769" y="116"/>
                </a:lnTo>
                <a:lnTo>
                  <a:pt x="20610" y="116"/>
                </a:lnTo>
                <a:lnTo>
                  <a:pt x="20610" y="0"/>
                </a:lnTo>
                <a:moveTo>
                  <a:pt x="20874" y="0"/>
                </a:moveTo>
                <a:lnTo>
                  <a:pt x="21033" y="0"/>
                </a:lnTo>
                <a:lnTo>
                  <a:pt x="21033" y="116"/>
                </a:lnTo>
                <a:lnTo>
                  <a:pt x="20874" y="116"/>
                </a:lnTo>
                <a:lnTo>
                  <a:pt x="20874" y="0"/>
                </a:lnTo>
                <a:moveTo>
                  <a:pt x="21139" y="0"/>
                </a:moveTo>
                <a:lnTo>
                  <a:pt x="21298" y="0"/>
                </a:lnTo>
                <a:lnTo>
                  <a:pt x="21298" y="116"/>
                </a:lnTo>
                <a:lnTo>
                  <a:pt x="21139" y="116"/>
                </a:lnTo>
                <a:lnTo>
                  <a:pt x="21139" y="0"/>
                </a:lnTo>
                <a:moveTo>
                  <a:pt x="21403" y="0"/>
                </a:moveTo>
                <a:lnTo>
                  <a:pt x="21562" y="0"/>
                </a:lnTo>
                <a:lnTo>
                  <a:pt x="21562" y="116"/>
                </a:lnTo>
                <a:lnTo>
                  <a:pt x="21403" y="116"/>
                </a:lnTo>
                <a:lnTo>
                  <a:pt x="21403" y="0"/>
                </a:lnTo>
                <a:moveTo>
                  <a:pt x="21668" y="0"/>
                </a:moveTo>
                <a:lnTo>
                  <a:pt x="21827" y="0"/>
                </a:lnTo>
                <a:lnTo>
                  <a:pt x="21827" y="116"/>
                </a:lnTo>
                <a:lnTo>
                  <a:pt x="21668" y="116"/>
                </a:lnTo>
                <a:lnTo>
                  <a:pt x="21668" y="0"/>
                </a:lnTo>
                <a:moveTo>
                  <a:pt x="21932" y="0"/>
                </a:moveTo>
                <a:lnTo>
                  <a:pt x="22091" y="0"/>
                </a:lnTo>
                <a:lnTo>
                  <a:pt x="22091" y="116"/>
                </a:lnTo>
                <a:lnTo>
                  <a:pt x="21932" y="116"/>
                </a:lnTo>
                <a:lnTo>
                  <a:pt x="21932" y="0"/>
                </a:lnTo>
                <a:moveTo>
                  <a:pt x="22197" y="0"/>
                </a:moveTo>
                <a:lnTo>
                  <a:pt x="22355" y="0"/>
                </a:lnTo>
                <a:lnTo>
                  <a:pt x="22355" y="116"/>
                </a:lnTo>
                <a:lnTo>
                  <a:pt x="22197" y="116"/>
                </a:lnTo>
                <a:lnTo>
                  <a:pt x="22197" y="0"/>
                </a:lnTo>
                <a:moveTo>
                  <a:pt x="22461" y="0"/>
                </a:moveTo>
                <a:lnTo>
                  <a:pt x="22620" y="0"/>
                </a:lnTo>
                <a:lnTo>
                  <a:pt x="22620" y="116"/>
                </a:lnTo>
                <a:lnTo>
                  <a:pt x="22461" y="116"/>
                </a:lnTo>
                <a:lnTo>
                  <a:pt x="22461" y="0"/>
                </a:lnTo>
                <a:moveTo>
                  <a:pt x="22726" y="0"/>
                </a:moveTo>
                <a:lnTo>
                  <a:pt x="22884" y="0"/>
                </a:lnTo>
                <a:lnTo>
                  <a:pt x="22884" y="116"/>
                </a:lnTo>
                <a:lnTo>
                  <a:pt x="22726" y="116"/>
                </a:lnTo>
                <a:lnTo>
                  <a:pt x="22726" y="0"/>
                </a:lnTo>
                <a:moveTo>
                  <a:pt x="22990" y="0"/>
                </a:moveTo>
                <a:lnTo>
                  <a:pt x="23149" y="0"/>
                </a:lnTo>
                <a:lnTo>
                  <a:pt x="23149" y="116"/>
                </a:lnTo>
                <a:lnTo>
                  <a:pt x="22990" y="116"/>
                </a:lnTo>
                <a:lnTo>
                  <a:pt x="22990" y="0"/>
                </a:lnTo>
                <a:moveTo>
                  <a:pt x="23255" y="0"/>
                </a:moveTo>
                <a:lnTo>
                  <a:pt x="23413" y="0"/>
                </a:lnTo>
                <a:lnTo>
                  <a:pt x="23413" y="116"/>
                </a:lnTo>
                <a:lnTo>
                  <a:pt x="23255" y="116"/>
                </a:lnTo>
                <a:lnTo>
                  <a:pt x="23255" y="0"/>
                </a:lnTo>
                <a:moveTo>
                  <a:pt x="23519" y="0"/>
                </a:moveTo>
                <a:lnTo>
                  <a:pt x="23678" y="0"/>
                </a:lnTo>
                <a:lnTo>
                  <a:pt x="23678" y="116"/>
                </a:lnTo>
                <a:lnTo>
                  <a:pt x="23519" y="116"/>
                </a:lnTo>
                <a:lnTo>
                  <a:pt x="23519" y="0"/>
                </a:lnTo>
                <a:moveTo>
                  <a:pt x="23784" y="0"/>
                </a:moveTo>
                <a:lnTo>
                  <a:pt x="23942" y="0"/>
                </a:lnTo>
                <a:lnTo>
                  <a:pt x="23942" y="116"/>
                </a:lnTo>
                <a:lnTo>
                  <a:pt x="23784" y="116"/>
                </a:lnTo>
                <a:lnTo>
                  <a:pt x="23784" y="0"/>
                </a:lnTo>
                <a:moveTo>
                  <a:pt x="24048" y="0"/>
                </a:moveTo>
                <a:lnTo>
                  <a:pt x="24207" y="0"/>
                </a:lnTo>
                <a:lnTo>
                  <a:pt x="24207" y="116"/>
                </a:lnTo>
                <a:lnTo>
                  <a:pt x="24048" y="116"/>
                </a:lnTo>
                <a:lnTo>
                  <a:pt x="24048" y="0"/>
                </a:lnTo>
                <a:moveTo>
                  <a:pt x="24313" y="0"/>
                </a:moveTo>
                <a:lnTo>
                  <a:pt x="24471" y="0"/>
                </a:lnTo>
                <a:lnTo>
                  <a:pt x="24471" y="116"/>
                </a:lnTo>
                <a:lnTo>
                  <a:pt x="24313" y="116"/>
                </a:lnTo>
                <a:lnTo>
                  <a:pt x="24313" y="0"/>
                </a:lnTo>
                <a:moveTo>
                  <a:pt x="24577" y="0"/>
                </a:moveTo>
                <a:lnTo>
                  <a:pt x="24736" y="0"/>
                </a:lnTo>
                <a:lnTo>
                  <a:pt x="24736" y="116"/>
                </a:lnTo>
                <a:lnTo>
                  <a:pt x="24577" y="116"/>
                </a:lnTo>
                <a:lnTo>
                  <a:pt x="24577" y="0"/>
                </a:lnTo>
                <a:moveTo>
                  <a:pt x="24842" y="0"/>
                </a:moveTo>
                <a:lnTo>
                  <a:pt x="25000" y="0"/>
                </a:lnTo>
                <a:lnTo>
                  <a:pt x="25000" y="116"/>
                </a:lnTo>
                <a:lnTo>
                  <a:pt x="24842" y="116"/>
                </a:lnTo>
                <a:lnTo>
                  <a:pt x="24842" y="0"/>
                </a:lnTo>
                <a:moveTo>
                  <a:pt x="25106" y="0"/>
                </a:moveTo>
                <a:lnTo>
                  <a:pt x="25265" y="0"/>
                </a:lnTo>
                <a:lnTo>
                  <a:pt x="25265" y="116"/>
                </a:lnTo>
                <a:lnTo>
                  <a:pt x="25106" y="116"/>
                </a:lnTo>
                <a:lnTo>
                  <a:pt x="25106" y="0"/>
                </a:lnTo>
                <a:moveTo>
                  <a:pt x="25371" y="0"/>
                </a:moveTo>
                <a:lnTo>
                  <a:pt x="25529" y="0"/>
                </a:lnTo>
                <a:lnTo>
                  <a:pt x="25529" y="116"/>
                </a:lnTo>
                <a:lnTo>
                  <a:pt x="25371" y="116"/>
                </a:lnTo>
                <a:lnTo>
                  <a:pt x="25371" y="0"/>
                </a:lnTo>
                <a:moveTo>
                  <a:pt x="25635" y="0"/>
                </a:moveTo>
                <a:lnTo>
                  <a:pt x="25794" y="0"/>
                </a:lnTo>
                <a:lnTo>
                  <a:pt x="25794" y="116"/>
                </a:lnTo>
                <a:lnTo>
                  <a:pt x="25635" y="116"/>
                </a:lnTo>
                <a:lnTo>
                  <a:pt x="25635" y="0"/>
                </a:lnTo>
                <a:moveTo>
                  <a:pt x="25899" y="0"/>
                </a:moveTo>
                <a:lnTo>
                  <a:pt x="26058" y="0"/>
                </a:lnTo>
                <a:lnTo>
                  <a:pt x="26058" y="116"/>
                </a:lnTo>
                <a:lnTo>
                  <a:pt x="25899" y="116"/>
                </a:lnTo>
                <a:lnTo>
                  <a:pt x="25899" y="0"/>
                </a:lnTo>
                <a:moveTo>
                  <a:pt x="26164" y="0"/>
                </a:moveTo>
                <a:lnTo>
                  <a:pt x="26323" y="0"/>
                </a:lnTo>
                <a:lnTo>
                  <a:pt x="26323" y="116"/>
                </a:lnTo>
                <a:lnTo>
                  <a:pt x="26164" y="116"/>
                </a:lnTo>
                <a:lnTo>
                  <a:pt x="26164" y="0"/>
                </a:lnTo>
                <a:moveTo>
                  <a:pt x="26428" y="0"/>
                </a:moveTo>
                <a:lnTo>
                  <a:pt x="26587" y="0"/>
                </a:lnTo>
                <a:lnTo>
                  <a:pt x="26587" y="116"/>
                </a:lnTo>
                <a:lnTo>
                  <a:pt x="26428" y="116"/>
                </a:lnTo>
                <a:lnTo>
                  <a:pt x="26428" y="0"/>
                </a:lnTo>
                <a:moveTo>
                  <a:pt x="26693" y="0"/>
                </a:moveTo>
                <a:lnTo>
                  <a:pt x="26852" y="0"/>
                </a:lnTo>
                <a:lnTo>
                  <a:pt x="26852" y="116"/>
                </a:lnTo>
                <a:lnTo>
                  <a:pt x="26693" y="116"/>
                </a:lnTo>
                <a:lnTo>
                  <a:pt x="26693" y="0"/>
                </a:lnTo>
                <a:moveTo>
                  <a:pt x="26957" y="0"/>
                </a:moveTo>
                <a:lnTo>
                  <a:pt x="27116" y="0"/>
                </a:lnTo>
                <a:lnTo>
                  <a:pt x="27116" y="116"/>
                </a:lnTo>
                <a:lnTo>
                  <a:pt x="26957" y="116"/>
                </a:lnTo>
                <a:lnTo>
                  <a:pt x="26957" y="0"/>
                </a:lnTo>
                <a:moveTo>
                  <a:pt x="27222" y="0"/>
                </a:moveTo>
                <a:lnTo>
                  <a:pt x="27381" y="0"/>
                </a:lnTo>
                <a:lnTo>
                  <a:pt x="27381" y="116"/>
                </a:lnTo>
                <a:lnTo>
                  <a:pt x="27222" y="116"/>
                </a:lnTo>
                <a:lnTo>
                  <a:pt x="27222" y="0"/>
                </a:lnTo>
                <a:moveTo>
                  <a:pt x="27486" y="0"/>
                </a:moveTo>
                <a:lnTo>
                  <a:pt x="27645" y="0"/>
                </a:lnTo>
                <a:lnTo>
                  <a:pt x="27645" y="116"/>
                </a:lnTo>
                <a:lnTo>
                  <a:pt x="27486" y="116"/>
                </a:lnTo>
                <a:lnTo>
                  <a:pt x="27486" y="0"/>
                </a:lnTo>
                <a:moveTo>
                  <a:pt x="27751" y="0"/>
                </a:moveTo>
                <a:lnTo>
                  <a:pt x="27910" y="0"/>
                </a:lnTo>
                <a:lnTo>
                  <a:pt x="27910" y="116"/>
                </a:lnTo>
                <a:lnTo>
                  <a:pt x="27751" y="116"/>
                </a:lnTo>
                <a:lnTo>
                  <a:pt x="27751" y="0"/>
                </a:lnTo>
                <a:moveTo>
                  <a:pt x="28015" y="0"/>
                </a:moveTo>
                <a:lnTo>
                  <a:pt x="28174" y="0"/>
                </a:lnTo>
                <a:lnTo>
                  <a:pt x="28174" y="116"/>
                </a:lnTo>
                <a:lnTo>
                  <a:pt x="28015" y="116"/>
                </a:lnTo>
                <a:lnTo>
                  <a:pt x="28015" y="0"/>
                </a:lnTo>
                <a:moveTo>
                  <a:pt x="28280" y="0"/>
                </a:moveTo>
                <a:lnTo>
                  <a:pt x="28439" y="0"/>
                </a:lnTo>
                <a:lnTo>
                  <a:pt x="28439" y="116"/>
                </a:lnTo>
                <a:lnTo>
                  <a:pt x="28280" y="116"/>
                </a:lnTo>
                <a:lnTo>
                  <a:pt x="28280" y="0"/>
                </a:lnTo>
                <a:moveTo>
                  <a:pt x="28544" y="0"/>
                </a:moveTo>
                <a:lnTo>
                  <a:pt x="28703" y="0"/>
                </a:lnTo>
                <a:lnTo>
                  <a:pt x="28703" y="116"/>
                </a:lnTo>
                <a:lnTo>
                  <a:pt x="28544" y="116"/>
                </a:lnTo>
                <a:lnTo>
                  <a:pt x="28544" y="0"/>
                </a:lnTo>
                <a:moveTo>
                  <a:pt x="28809" y="0"/>
                </a:moveTo>
                <a:lnTo>
                  <a:pt x="28968" y="0"/>
                </a:lnTo>
                <a:lnTo>
                  <a:pt x="28968" y="116"/>
                </a:lnTo>
                <a:lnTo>
                  <a:pt x="28809" y="116"/>
                </a:lnTo>
                <a:lnTo>
                  <a:pt x="28809" y="0"/>
                </a:lnTo>
                <a:moveTo>
                  <a:pt x="29073" y="0"/>
                </a:moveTo>
                <a:lnTo>
                  <a:pt x="29232" y="0"/>
                </a:lnTo>
                <a:lnTo>
                  <a:pt x="29232" y="116"/>
                </a:lnTo>
                <a:lnTo>
                  <a:pt x="29073" y="116"/>
                </a:lnTo>
                <a:lnTo>
                  <a:pt x="29073" y="0"/>
                </a:lnTo>
                <a:moveTo>
                  <a:pt x="29338" y="0"/>
                </a:moveTo>
                <a:lnTo>
                  <a:pt x="29496" y="0"/>
                </a:lnTo>
                <a:lnTo>
                  <a:pt x="29496" y="116"/>
                </a:lnTo>
                <a:lnTo>
                  <a:pt x="29338" y="116"/>
                </a:lnTo>
                <a:lnTo>
                  <a:pt x="29338" y="0"/>
                </a:lnTo>
                <a:moveTo>
                  <a:pt x="29602" y="0"/>
                </a:moveTo>
                <a:lnTo>
                  <a:pt x="29761" y="0"/>
                </a:lnTo>
                <a:lnTo>
                  <a:pt x="29761" y="116"/>
                </a:lnTo>
                <a:lnTo>
                  <a:pt x="29602" y="116"/>
                </a:lnTo>
                <a:lnTo>
                  <a:pt x="29602" y="0"/>
                </a:lnTo>
                <a:moveTo>
                  <a:pt x="29867" y="0"/>
                </a:moveTo>
                <a:lnTo>
                  <a:pt x="30025" y="0"/>
                </a:lnTo>
                <a:lnTo>
                  <a:pt x="30025" y="116"/>
                </a:lnTo>
                <a:lnTo>
                  <a:pt x="29867" y="116"/>
                </a:lnTo>
                <a:lnTo>
                  <a:pt x="29867" y="0"/>
                </a:lnTo>
                <a:moveTo>
                  <a:pt x="30131" y="0"/>
                </a:moveTo>
                <a:lnTo>
                  <a:pt x="30290" y="0"/>
                </a:lnTo>
                <a:lnTo>
                  <a:pt x="30290" y="116"/>
                </a:lnTo>
                <a:lnTo>
                  <a:pt x="30131" y="116"/>
                </a:lnTo>
                <a:lnTo>
                  <a:pt x="30131" y="0"/>
                </a:lnTo>
                <a:moveTo>
                  <a:pt x="30396" y="0"/>
                </a:moveTo>
                <a:lnTo>
                  <a:pt x="30554" y="0"/>
                </a:lnTo>
                <a:lnTo>
                  <a:pt x="30554" y="116"/>
                </a:lnTo>
                <a:lnTo>
                  <a:pt x="30396" y="116"/>
                </a:lnTo>
                <a:lnTo>
                  <a:pt x="30396" y="0"/>
                </a:lnTo>
                <a:moveTo>
                  <a:pt x="30660" y="0"/>
                </a:moveTo>
                <a:lnTo>
                  <a:pt x="30725" y="0"/>
                </a:lnTo>
                <a:cubicBezTo>
                  <a:pt x="30767" y="0"/>
                  <a:pt x="30807" y="10"/>
                  <a:pt x="30843" y="31"/>
                </a:cubicBezTo>
                <a:lnTo>
                  <a:pt x="30787" y="132"/>
                </a:lnTo>
                <a:cubicBezTo>
                  <a:pt x="30767" y="122"/>
                  <a:pt x="30747" y="116"/>
                  <a:pt x="30725" y="116"/>
                </a:cubicBezTo>
                <a:lnTo>
                  <a:pt x="30660" y="116"/>
                </a:lnTo>
                <a:lnTo>
                  <a:pt x="30660" y="0"/>
                </a:lnTo>
                <a:moveTo>
                  <a:pt x="30940" y="130"/>
                </a:moveTo>
                <a:cubicBezTo>
                  <a:pt x="30959" y="165"/>
                  <a:pt x="30968" y="203"/>
                  <a:pt x="30968" y="243"/>
                </a:cubicBezTo>
                <a:lnTo>
                  <a:pt x="30968" y="313"/>
                </a:lnTo>
                <a:lnTo>
                  <a:pt x="30852" y="313"/>
                </a:lnTo>
                <a:lnTo>
                  <a:pt x="30852" y="243"/>
                </a:lnTo>
                <a:cubicBezTo>
                  <a:pt x="30852" y="222"/>
                  <a:pt x="30847" y="203"/>
                  <a:pt x="30837" y="184"/>
                </a:cubicBezTo>
                <a:lnTo>
                  <a:pt x="30940" y="130"/>
                </a:lnTo>
                <a:moveTo>
                  <a:pt x="30968" y="418"/>
                </a:moveTo>
                <a:lnTo>
                  <a:pt x="30968" y="577"/>
                </a:lnTo>
                <a:lnTo>
                  <a:pt x="30852" y="577"/>
                </a:lnTo>
                <a:lnTo>
                  <a:pt x="30852" y="418"/>
                </a:lnTo>
                <a:lnTo>
                  <a:pt x="30968" y="418"/>
                </a:lnTo>
                <a:moveTo>
                  <a:pt x="30968" y="683"/>
                </a:moveTo>
                <a:lnTo>
                  <a:pt x="30968" y="842"/>
                </a:lnTo>
                <a:lnTo>
                  <a:pt x="30852" y="842"/>
                </a:lnTo>
                <a:lnTo>
                  <a:pt x="30852" y="683"/>
                </a:lnTo>
                <a:lnTo>
                  <a:pt x="30968" y="683"/>
                </a:lnTo>
                <a:moveTo>
                  <a:pt x="30968" y="947"/>
                </a:moveTo>
                <a:lnTo>
                  <a:pt x="30968" y="1106"/>
                </a:lnTo>
                <a:lnTo>
                  <a:pt x="30852" y="1106"/>
                </a:lnTo>
                <a:lnTo>
                  <a:pt x="30852" y="947"/>
                </a:lnTo>
                <a:lnTo>
                  <a:pt x="30968" y="947"/>
                </a:lnTo>
                <a:moveTo>
                  <a:pt x="30968" y="1212"/>
                </a:moveTo>
                <a:lnTo>
                  <a:pt x="30968" y="1371"/>
                </a:lnTo>
                <a:lnTo>
                  <a:pt x="30852" y="1371"/>
                </a:lnTo>
                <a:lnTo>
                  <a:pt x="30852" y="1212"/>
                </a:lnTo>
                <a:lnTo>
                  <a:pt x="30968" y="1212"/>
                </a:lnTo>
                <a:moveTo>
                  <a:pt x="30968" y="1476"/>
                </a:moveTo>
                <a:lnTo>
                  <a:pt x="30968" y="1635"/>
                </a:lnTo>
                <a:lnTo>
                  <a:pt x="30852" y="1635"/>
                </a:lnTo>
                <a:lnTo>
                  <a:pt x="30852" y="1476"/>
                </a:lnTo>
                <a:lnTo>
                  <a:pt x="30968" y="1476"/>
                </a:lnTo>
                <a:moveTo>
                  <a:pt x="30968" y="1741"/>
                </a:moveTo>
                <a:lnTo>
                  <a:pt x="30968" y="1900"/>
                </a:lnTo>
                <a:lnTo>
                  <a:pt x="30852" y="1900"/>
                </a:lnTo>
                <a:lnTo>
                  <a:pt x="30852" y="1741"/>
                </a:lnTo>
                <a:lnTo>
                  <a:pt x="30968" y="1741"/>
                </a:lnTo>
                <a:moveTo>
                  <a:pt x="30968" y="2005"/>
                </a:moveTo>
                <a:lnTo>
                  <a:pt x="30968" y="2165"/>
                </a:lnTo>
                <a:lnTo>
                  <a:pt x="30852" y="2165"/>
                </a:lnTo>
                <a:lnTo>
                  <a:pt x="30852" y="2005"/>
                </a:lnTo>
                <a:lnTo>
                  <a:pt x="30968" y="2005"/>
                </a:lnTo>
                <a:moveTo>
                  <a:pt x="30968" y="2271"/>
                </a:moveTo>
                <a:lnTo>
                  <a:pt x="30968" y="2429"/>
                </a:lnTo>
                <a:lnTo>
                  <a:pt x="30852" y="2429"/>
                </a:lnTo>
                <a:lnTo>
                  <a:pt x="30852" y="2271"/>
                </a:lnTo>
                <a:lnTo>
                  <a:pt x="30968" y="2271"/>
                </a:lnTo>
                <a:moveTo>
                  <a:pt x="30968" y="2535"/>
                </a:moveTo>
                <a:lnTo>
                  <a:pt x="30968" y="2694"/>
                </a:lnTo>
                <a:lnTo>
                  <a:pt x="30852" y="2694"/>
                </a:lnTo>
                <a:lnTo>
                  <a:pt x="30852" y="2535"/>
                </a:lnTo>
                <a:lnTo>
                  <a:pt x="30968" y="2535"/>
                </a:lnTo>
                <a:moveTo>
                  <a:pt x="30968" y="2800"/>
                </a:moveTo>
                <a:lnTo>
                  <a:pt x="30968" y="2958"/>
                </a:lnTo>
                <a:lnTo>
                  <a:pt x="30852" y="2958"/>
                </a:lnTo>
                <a:lnTo>
                  <a:pt x="30852" y="2800"/>
                </a:lnTo>
                <a:lnTo>
                  <a:pt x="30968" y="2800"/>
                </a:lnTo>
                <a:moveTo>
                  <a:pt x="30968" y="3064"/>
                </a:moveTo>
                <a:lnTo>
                  <a:pt x="30968" y="3223"/>
                </a:lnTo>
                <a:lnTo>
                  <a:pt x="30852" y="3223"/>
                </a:lnTo>
                <a:lnTo>
                  <a:pt x="30852" y="3064"/>
                </a:lnTo>
                <a:lnTo>
                  <a:pt x="30968" y="3064"/>
                </a:lnTo>
                <a:moveTo>
                  <a:pt x="30967" y="3333"/>
                </a:moveTo>
                <a:cubicBezTo>
                  <a:pt x="30962" y="3408"/>
                  <a:pt x="30928" y="3467"/>
                  <a:pt x="30867" y="3511"/>
                </a:cubicBezTo>
                <a:lnTo>
                  <a:pt x="30799" y="3416"/>
                </a:lnTo>
                <a:cubicBezTo>
                  <a:pt x="30831" y="3394"/>
                  <a:pt x="30848" y="3363"/>
                  <a:pt x="30851" y="3323"/>
                </a:cubicBezTo>
                <a:lnTo>
                  <a:pt x="30967" y="3333"/>
                </a:lnTo>
                <a:moveTo>
                  <a:pt x="30736" y="3556"/>
                </a:moveTo>
                <a:cubicBezTo>
                  <a:pt x="30733" y="3557"/>
                  <a:pt x="30729" y="3557"/>
                  <a:pt x="30725" y="3557"/>
                </a:cubicBezTo>
                <a:lnTo>
                  <a:pt x="30575" y="3557"/>
                </a:lnTo>
                <a:lnTo>
                  <a:pt x="30575" y="3440"/>
                </a:lnTo>
                <a:lnTo>
                  <a:pt x="30725" y="3440"/>
                </a:lnTo>
                <a:cubicBezTo>
                  <a:pt x="30727" y="3440"/>
                  <a:pt x="30729" y="3440"/>
                  <a:pt x="30731" y="3440"/>
                </a:cubicBezTo>
                <a:lnTo>
                  <a:pt x="30736" y="3556"/>
                </a:lnTo>
                <a:moveTo>
                  <a:pt x="30470" y="3557"/>
                </a:moveTo>
                <a:lnTo>
                  <a:pt x="30311" y="3557"/>
                </a:lnTo>
                <a:lnTo>
                  <a:pt x="30311" y="3440"/>
                </a:lnTo>
                <a:lnTo>
                  <a:pt x="30470" y="3440"/>
                </a:lnTo>
                <a:lnTo>
                  <a:pt x="30470" y="3557"/>
                </a:lnTo>
                <a:moveTo>
                  <a:pt x="30205" y="3557"/>
                </a:moveTo>
                <a:lnTo>
                  <a:pt x="30046" y="3557"/>
                </a:lnTo>
                <a:lnTo>
                  <a:pt x="30046" y="3440"/>
                </a:lnTo>
                <a:lnTo>
                  <a:pt x="30205" y="3440"/>
                </a:lnTo>
                <a:lnTo>
                  <a:pt x="30205" y="3557"/>
                </a:lnTo>
                <a:moveTo>
                  <a:pt x="29941" y="3557"/>
                </a:moveTo>
                <a:lnTo>
                  <a:pt x="29782" y="3557"/>
                </a:lnTo>
                <a:lnTo>
                  <a:pt x="29782" y="3440"/>
                </a:lnTo>
                <a:lnTo>
                  <a:pt x="29941" y="3440"/>
                </a:lnTo>
                <a:lnTo>
                  <a:pt x="29941" y="3557"/>
                </a:lnTo>
                <a:moveTo>
                  <a:pt x="29676" y="3557"/>
                </a:moveTo>
                <a:lnTo>
                  <a:pt x="29517" y="3557"/>
                </a:lnTo>
                <a:lnTo>
                  <a:pt x="29517" y="3440"/>
                </a:lnTo>
                <a:lnTo>
                  <a:pt x="29676" y="3440"/>
                </a:lnTo>
                <a:lnTo>
                  <a:pt x="29676" y="3557"/>
                </a:lnTo>
                <a:moveTo>
                  <a:pt x="29412" y="3557"/>
                </a:moveTo>
                <a:lnTo>
                  <a:pt x="29253" y="3557"/>
                </a:lnTo>
                <a:lnTo>
                  <a:pt x="29253" y="3440"/>
                </a:lnTo>
                <a:lnTo>
                  <a:pt x="29412" y="3440"/>
                </a:lnTo>
                <a:lnTo>
                  <a:pt x="29412" y="3557"/>
                </a:lnTo>
                <a:moveTo>
                  <a:pt x="29147" y="3557"/>
                </a:moveTo>
                <a:lnTo>
                  <a:pt x="28988" y="3557"/>
                </a:lnTo>
                <a:lnTo>
                  <a:pt x="28988" y="3440"/>
                </a:lnTo>
                <a:lnTo>
                  <a:pt x="29147" y="3440"/>
                </a:lnTo>
                <a:lnTo>
                  <a:pt x="29147" y="3557"/>
                </a:lnTo>
                <a:moveTo>
                  <a:pt x="28883" y="3557"/>
                </a:moveTo>
                <a:lnTo>
                  <a:pt x="28724" y="3557"/>
                </a:lnTo>
                <a:lnTo>
                  <a:pt x="28724" y="3440"/>
                </a:lnTo>
                <a:lnTo>
                  <a:pt x="28883" y="3440"/>
                </a:lnTo>
                <a:lnTo>
                  <a:pt x="28883" y="3557"/>
                </a:lnTo>
                <a:moveTo>
                  <a:pt x="28618" y="3557"/>
                </a:moveTo>
                <a:lnTo>
                  <a:pt x="28459" y="3557"/>
                </a:lnTo>
                <a:lnTo>
                  <a:pt x="28459" y="3440"/>
                </a:lnTo>
                <a:lnTo>
                  <a:pt x="28618" y="3440"/>
                </a:lnTo>
                <a:lnTo>
                  <a:pt x="28618" y="3557"/>
                </a:lnTo>
                <a:moveTo>
                  <a:pt x="28354" y="3557"/>
                </a:moveTo>
                <a:lnTo>
                  <a:pt x="28195" y="3557"/>
                </a:lnTo>
                <a:lnTo>
                  <a:pt x="28195" y="3440"/>
                </a:lnTo>
                <a:lnTo>
                  <a:pt x="28354" y="3440"/>
                </a:lnTo>
                <a:lnTo>
                  <a:pt x="28354" y="3557"/>
                </a:lnTo>
                <a:moveTo>
                  <a:pt x="28089" y="3557"/>
                </a:moveTo>
                <a:lnTo>
                  <a:pt x="27931" y="3557"/>
                </a:lnTo>
                <a:lnTo>
                  <a:pt x="27931" y="3440"/>
                </a:lnTo>
                <a:lnTo>
                  <a:pt x="28089" y="3440"/>
                </a:lnTo>
                <a:lnTo>
                  <a:pt x="28089" y="3557"/>
                </a:lnTo>
                <a:moveTo>
                  <a:pt x="27825" y="3557"/>
                </a:moveTo>
                <a:lnTo>
                  <a:pt x="27666" y="3557"/>
                </a:lnTo>
                <a:lnTo>
                  <a:pt x="27666" y="3440"/>
                </a:lnTo>
                <a:lnTo>
                  <a:pt x="27825" y="3440"/>
                </a:lnTo>
                <a:lnTo>
                  <a:pt x="27825" y="3557"/>
                </a:lnTo>
                <a:moveTo>
                  <a:pt x="27560" y="3557"/>
                </a:moveTo>
                <a:lnTo>
                  <a:pt x="27402" y="3557"/>
                </a:lnTo>
                <a:lnTo>
                  <a:pt x="27402" y="3440"/>
                </a:lnTo>
                <a:lnTo>
                  <a:pt x="27560" y="3440"/>
                </a:lnTo>
                <a:lnTo>
                  <a:pt x="27560" y="3557"/>
                </a:lnTo>
                <a:moveTo>
                  <a:pt x="27296" y="3557"/>
                </a:moveTo>
                <a:lnTo>
                  <a:pt x="27137" y="3557"/>
                </a:lnTo>
                <a:lnTo>
                  <a:pt x="27137" y="3440"/>
                </a:lnTo>
                <a:lnTo>
                  <a:pt x="27296" y="3440"/>
                </a:lnTo>
                <a:lnTo>
                  <a:pt x="27296" y="3557"/>
                </a:lnTo>
                <a:moveTo>
                  <a:pt x="27031" y="3557"/>
                </a:moveTo>
                <a:lnTo>
                  <a:pt x="26873" y="3557"/>
                </a:lnTo>
                <a:lnTo>
                  <a:pt x="26873" y="3440"/>
                </a:lnTo>
                <a:lnTo>
                  <a:pt x="27031" y="3440"/>
                </a:lnTo>
                <a:lnTo>
                  <a:pt x="27031" y="3557"/>
                </a:lnTo>
                <a:moveTo>
                  <a:pt x="26767" y="3557"/>
                </a:moveTo>
                <a:lnTo>
                  <a:pt x="26608" y="3557"/>
                </a:lnTo>
                <a:lnTo>
                  <a:pt x="26608" y="3440"/>
                </a:lnTo>
                <a:lnTo>
                  <a:pt x="26767" y="3440"/>
                </a:lnTo>
                <a:lnTo>
                  <a:pt x="26767" y="3557"/>
                </a:lnTo>
                <a:moveTo>
                  <a:pt x="26502" y="3557"/>
                </a:moveTo>
                <a:lnTo>
                  <a:pt x="26344" y="3557"/>
                </a:lnTo>
                <a:lnTo>
                  <a:pt x="26344" y="3440"/>
                </a:lnTo>
                <a:lnTo>
                  <a:pt x="26502" y="3440"/>
                </a:lnTo>
                <a:lnTo>
                  <a:pt x="26502" y="3557"/>
                </a:lnTo>
                <a:moveTo>
                  <a:pt x="26238" y="3557"/>
                </a:moveTo>
                <a:lnTo>
                  <a:pt x="26079" y="3557"/>
                </a:lnTo>
                <a:lnTo>
                  <a:pt x="26079" y="3440"/>
                </a:lnTo>
                <a:lnTo>
                  <a:pt x="26238" y="3440"/>
                </a:lnTo>
                <a:lnTo>
                  <a:pt x="26238" y="3557"/>
                </a:lnTo>
                <a:moveTo>
                  <a:pt x="25973" y="3557"/>
                </a:moveTo>
                <a:lnTo>
                  <a:pt x="25815" y="3557"/>
                </a:lnTo>
                <a:lnTo>
                  <a:pt x="25815" y="3440"/>
                </a:lnTo>
                <a:lnTo>
                  <a:pt x="25973" y="3440"/>
                </a:lnTo>
                <a:lnTo>
                  <a:pt x="25973" y="3557"/>
                </a:lnTo>
                <a:moveTo>
                  <a:pt x="25709" y="3557"/>
                </a:moveTo>
                <a:lnTo>
                  <a:pt x="25550" y="3557"/>
                </a:lnTo>
                <a:lnTo>
                  <a:pt x="25550" y="3440"/>
                </a:lnTo>
                <a:lnTo>
                  <a:pt x="25709" y="3440"/>
                </a:lnTo>
                <a:lnTo>
                  <a:pt x="25709" y="3557"/>
                </a:lnTo>
                <a:moveTo>
                  <a:pt x="25444" y="3557"/>
                </a:moveTo>
                <a:lnTo>
                  <a:pt x="25286" y="3557"/>
                </a:lnTo>
                <a:lnTo>
                  <a:pt x="25286" y="3440"/>
                </a:lnTo>
                <a:lnTo>
                  <a:pt x="25444" y="3440"/>
                </a:lnTo>
                <a:lnTo>
                  <a:pt x="25444" y="3557"/>
                </a:lnTo>
                <a:moveTo>
                  <a:pt x="25180" y="3557"/>
                </a:moveTo>
                <a:lnTo>
                  <a:pt x="25021" y="3557"/>
                </a:lnTo>
                <a:lnTo>
                  <a:pt x="25021" y="3440"/>
                </a:lnTo>
                <a:lnTo>
                  <a:pt x="25180" y="3440"/>
                </a:lnTo>
                <a:lnTo>
                  <a:pt x="25180" y="3557"/>
                </a:lnTo>
                <a:moveTo>
                  <a:pt x="24916" y="3557"/>
                </a:moveTo>
                <a:lnTo>
                  <a:pt x="24757" y="3557"/>
                </a:lnTo>
                <a:lnTo>
                  <a:pt x="24757" y="3440"/>
                </a:lnTo>
                <a:lnTo>
                  <a:pt x="24916" y="3440"/>
                </a:lnTo>
                <a:lnTo>
                  <a:pt x="24916" y="3557"/>
                </a:lnTo>
                <a:moveTo>
                  <a:pt x="24651" y="3557"/>
                </a:moveTo>
                <a:lnTo>
                  <a:pt x="24492" y="3557"/>
                </a:lnTo>
                <a:lnTo>
                  <a:pt x="24492" y="3440"/>
                </a:lnTo>
                <a:lnTo>
                  <a:pt x="24651" y="3440"/>
                </a:lnTo>
                <a:lnTo>
                  <a:pt x="24651" y="3557"/>
                </a:lnTo>
                <a:moveTo>
                  <a:pt x="24387" y="3557"/>
                </a:moveTo>
                <a:lnTo>
                  <a:pt x="24228" y="3557"/>
                </a:lnTo>
                <a:lnTo>
                  <a:pt x="24228" y="3440"/>
                </a:lnTo>
                <a:lnTo>
                  <a:pt x="24387" y="3440"/>
                </a:lnTo>
                <a:lnTo>
                  <a:pt x="24387" y="3557"/>
                </a:lnTo>
                <a:moveTo>
                  <a:pt x="24122" y="3557"/>
                </a:moveTo>
                <a:lnTo>
                  <a:pt x="23963" y="3557"/>
                </a:lnTo>
                <a:lnTo>
                  <a:pt x="23963" y="3440"/>
                </a:lnTo>
                <a:lnTo>
                  <a:pt x="24122" y="3440"/>
                </a:lnTo>
                <a:lnTo>
                  <a:pt x="24122" y="3557"/>
                </a:lnTo>
                <a:moveTo>
                  <a:pt x="23858" y="3557"/>
                </a:moveTo>
                <a:lnTo>
                  <a:pt x="23699" y="3557"/>
                </a:lnTo>
                <a:lnTo>
                  <a:pt x="23699" y="3440"/>
                </a:lnTo>
                <a:lnTo>
                  <a:pt x="23858" y="3440"/>
                </a:lnTo>
                <a:lnTo>
                  <a:pt x="23858" y="3557"/>
                </a:lnTo>
                <a:moveTo>
                  <a:pt x="23593" y="3557"/>
                </a:moveTo>
                <a:lnTo>
                  <a:pt x="23434" y="3557"/>
                </a:lnTo>
                <a:lnTo>
                  <a:pt x="23434" y="3440"/>
                </a:lnTo>
                <a:lnTo>
                  <a:pt x="23593" y="3440"/>
                </a:lnTo>
                <a:lnTo>
                  <a:pt x="23593" y="3557"/>
                </a:lnTo>
                <a:moveTo>
                  <a:pt x="23329" y="3557"/>
                </a:moveTo>
                <a:lnTo>
                  <a:pt x="23170" y="3557"/>
                </a:lnTo>
                <a:lnTo>
                  <a:pt x="23170" y="3440"/>
                </a:lnTo>
                <a:lnTo>
                  <a:pt x="23329" y="3440"/>
                </a:lnTo>
                <a:lnTo>
                  <a:pt x="23329" y="3557"/>
                </a:lnTo>
                <a:moveTo>
                  <a:pt x="23064" y="3557"/>
                </a:moveTo>
                <a:lnTo>
                  <a:pt x="22905" y="3557"/>
                </a:lnTo>
                <a:lnTo>
                  <a:pt x="22905" y="3440"/>
                </a:lnTo>
                <a:lnTo>
                  <a:pt x="23064" y="3440"/>
                </a:lnTo>
                <a:lnTo>
                  <a:pt x="23064" y="3557"/>
                </a:lnTo>
                <a:moveTo>
                  <a:pt x="22800" y="3557"/>
                </a:moveTo>
                <a:lnTo>
                  <a:pt x="22641" y="3557"/>
                </a:lnTo>
                <a:lnTo>
                  <a:pt x="22641" y="3440"/>
                </a:lnTo>
                <a:lnTo>
                  <a:pt x="22800" y="3440"/>
                </a:lnTo>
                <a:lnTo>
                  <a:pt x="22800" y="3557"/>
                </a:lnTo>
                <a:moveTo>
                  <a:pt x="22535" y="3557"/>
                </a:moveTo>
                <a:lnTo>
                  <a:pt x="22376" y="3557"/>
                </a:lnTo>
                <a:lnTo>
                  <a:pt x="22376" y="3440"/>
                </a:lnTo>
                <a:lnTo>
                  <a:pt x="22535" y="3440"/>
                </a:lnTo>
                <a:lnTo>
                  <a:pt x="22535" y="3557"/>
                </a:lnTo>
                <a:moveTo>
                  <a:pt x="22271" y="3557"/>
                </a:moveTo>
                <a:lnTo>
                  <a:pt x="22112" y="3557"/>
                </a:lnTo>
                <a:lnTo>
                  <a:pt x="22112" y="3440"/>
                </a:lnTo>
                <a:lnTo>
                  <a:pt x="22271" y="3440"/>
                </a:lnTo>
                <a:lnTo>
                  <a:pt x="22271" y="3557"/>
                </a:lnTo>
                <a:moveTo>
                  <a:pt x="22006" y="3557"/>
                </a:moveTo>
                <a:lnTo>
                  <a:pt x="21847" y="3557"/>
                </a:lnTo>
                <a:lnTo>
                  <a:pt x="21847" y="3440"/>
                </a:lnTo>
                <a:lnTo>
                  <a:pt x="22006" y="3440"/>
                </a:lnTo>
                <a:lnTo>
                  <a:pt x="22006" y="3557"/>
                </a:lnTo>
                <a:moveTo>
                  <a:pt x="21742" y="3557"/>
                </a:moveTo>
                <a:lnTo>
                  <a:pt x="21583" y="3557"/>
                </a:lnTo>
                <a:lnTo>
                  <a:pt x="21583" y="3440"/>
                </a:lnTo>
                <a:lnTo>
                  <a:pt x="21742" y="3440"/>
                </a:lnTo>
                <a:lnTo>
                  <a:pt x="21742" y="3557"/>
                </a:lnTo>
                <a:moveTo>
                  <a:pt x="21477" y="3557"/>
                </a:moveTo>
                <a:lnTo>
                  <a:pt x="21319" y="3557"/>
                </a:lnTo>
                <a:lnTo>
                  <a:pt x="21319" y="3440"/>
                </a:lnTo>
                <a:lnTo>
                  <a:pt x="21477" y="3440"/>
                </a:lnTo>
                <a:lnTo>
                  <a:pt x="21477" y="3557"/>
                </a:lnTo>
                <a:moveTo>
                  <a:pt x="21213" y="3557"/>
                </a:moveTo>
                <a:lnTo>
                  <a:pt x="21054" y="3557"/>
                </a:lnTo>
                <a:lnTo>
                  <a:pt x="21054" y="3440"/>
                </a:lnTo>
                <a:lnTo>
                  <a:pt x="21213" y="3440"/>
                </a:lnTo>
                <a:lnTo>
                  <a:pt x="21213" y="3557"/>
                </a:lnTo>
                <a:moveTo>
                  <a:pt x="20948" y="3557"/>
                </a:moveTo>
                <a:lnTo>
                  <a:pt x="20790" y="3557"/>
                </a:lnTo>
                <a:lnTo>
                  <a:pt x="20790" y="3440"/>
                </a:lnTo>
                <a:lnTo>
                  <a:pt x="20948" y="3440"/>
                </a:lnTo>
                <a:lnTo>
                  <a:pt x="20948" y="3557"/>
                </a:lnTo>
                <a:moveTo>
                  <a:pt x="20684" y="3557"/>
                </a:moveTo>
                <a:lnTo>
                  <a:pt x="20525" y="3557"/>
                </a:lnTo>
                <a:lnTo>
                  <a:pt x="20525" y="3440"/>
                </a:lnTo>
                <a:lnTo>
                  <a:pt x="20684" y="3440"/>
                </a:lnTo>
                <a:lnTo>
                  <a:pt x="20684" y="3557"/>
                </a:lnTo>
                <a:moveTo>
                  <a:pt x="20419" y="3557"/>
                </a:moveTo>
                <a:lnTo>
                  <a:pt x="20261" y="3557"/>
                </a:lnTo>
                <a:lnTo>
                  <a:pt x="20261" y="3440"/>
                </a:lnTo>
                <a:lnTo>
                  <a:pt x="20419" y="3440"/>
                </a:lnTo>
                <a:lnTo>
                  <a:pt x="20419" y="3557"/>
                </a:lnTo>
                <a:moveTo>
                  <a:pt x="20155" y="3557"/>
                </a:moveTo>
                <a:lnTo>
                  <a:pt x="19996" y="3557"/>
                </a:lnTo>
                <a:lnTo>
                  <a:pt x="19996" y="3440"/>
                </a:lnTo>
                <a:lnTo>
                  <a:pt x="20155" y="3440"/>
                </a:lnTo>
                <a:lnTo>
                  <a:pt x="20155" y="3557"/>
                </a:lnTo>
                <a:moveTo>
                  <a:pt x="19890" y="3557"/>
                </a:moveTo>
                <a:lnTo>
                  <a:pt x="19732" y="3557"/>
                </a:lnTo>
                <a:lnTo>
                  <a:pt x="19732" y="3440"/>
                </a:lnTo>
                <a:lnTo>
                  <a:pt x="19890" y="3440"/>
                </a:lnTo>
                <a:lnTo>
                  <a:pt x="19890" y="3557"/>
                </a:lnTo>
                <a:moveTo>
                  <a:pt x="19626" y="3557"/>
                </a:moveTo>
                <a:lnTo>
                  <a:pt x="19467" y="3557"/>
                </a:lnTo>
                <a:lnTo>
                  <a:pt x="19467" y="3440"/>
                </a:lnTo>
                <a:lnTo>
                  <a:pt x="19626" y="3440"/>
                </a:lnTo>
                <a:lnTo>
                  <a:pt x="19626" y="3557"/>
                </a:lnTo>
                <a:moveTo>
                  <a:pt x="19361" y="3557"/>
                </a:moveTo>
                <a:lnTo>
                  <a:pt x="19203" y="3557"/>
                </a:lnTo>
                <a:lnTo>
                  <a:pt x="19203" y="3440"/>
                </a:lnTo>
                <a:lnTo>
                  <a:pt x="19361" y="3440"/>
                </a:lnTo>
                <a:lnTo>
                  <a:pt x="19361" y="3557"/>
                </a:lnTo>
                <a:moveTo>
                  <a:pt x="19097" y="3557"/>
                </a:moveTo>
                <a:lnTo>
                  <a:pt x="18938" y="3557"/>
                </a:lnTo>
                <a:lnTo>
                  <a:pt x="18938" y="3440"/>
                </a:lnTo>
                <a:lnTo>
                  <a:pt x="19097" y="3440"/>
                </a:lnTo>
                <a:lnTo>
                  <a:pt x="19097" y="3557"/>
                </a:lnTo>
                <a:moveTo>
                  <a:pt x="18832" y="3557"/>
                </a:moveTo>
                <a:lnTo>
                  <a:pt x="18674" y="3557"/>
                </a:lnTo>
                <a:lnTo>
                  <a:pt x="18674" y="3440"/>
                </a:lnTo>
                <a:lnTo>
                  <a:pt x="18832" y="3440"/>
                </a:lnTo>
                <a:lnTo>
                  <a:pt x="18832" y="3557"/>
                </a:lnTo>
                <a:moveTo>
                  <a:pt x="18568" y="3557"/>
                </a:moveTo>
                <a:lnTo>
                  <a:pt x="18409" y="3557"/>
                </a:lnTo>
                <a:lnTo>
                  <a:pt x="18409" y="3440"/>
                </a:lnTo>
                <a:lnTo>
                  <a:pt x="18568" y="3440"/>
                </a:lnTo>
                <a:lnTo>
                  <a:pt x="18568" y="3557"/>
                </a:lnTo>
                <a:moveTo>
                  <a:pt x="18303" y="3557"/>
                </a:moveTo>
                <a:lnTo>
                  <a:pt x="18145" y="3557"/>
                </a:lnTo>
                <a:lnTo>
                  <a:pt x="18145" y="3440"/>
                </a:lnTo>
                <a:lnTo>
                  <a:pt x="18303" y="3440"/>
                </a:lnTo>
                <a:lnTo>
                  <a:pt x="18303" y="3557"/>
                </a:lnTo>
                <a:moveTo>
                  <a:pt x="18039" y="3557"/>
                </a:moveTo>
                <a:lnTo>
                  <a:pt x="17880" y="3557"/>
                </a:lnTo>
                <a:lnTo>
                  <a:pt x="17880" y="3440"/>
                </a:lnTo>
                <a:lnTo>
                  <a:pt x="18039" y="3440"/>
                </a:lnTo>
                <a:lnTo>
                  <a:pt x="18039" y="3557"/>
                </a:lnTo>
                <a:moveTo>
                  <a:pt x="17775" y="3557"/>
                </a:moveTo>
                <a:lnTo>
                  <a:pt x="17616" y="3557"/>
                </a:lnTo>
                <a:lnTo>
                  <a:pt x="17616" y="3440"/>
                </a:lnTo>
                <a:lnTo>
                  <a:pt x="17775" y="3440"/>
                </a:lnTo>
                <a:lnTo>
                  <a:pt x="17775" y="3557"/>
                </a:lnTo>
                <a:moveTo>
                  <a:pt x="17510" y="3557"/>
                </a:moveTo>
                <a:lnTo>
                  <a:pt x="17351" y="3557"/>
                </a:lnTo>
                <a:lnTo>
                  <a:pt x="17351" y="3440"/>
                </a:lnTo>
                <a:lnTo>
                  <a:pt x="17510" y="3440"/>
                </a:lnTo>
                <a:lnTo>
                  <a:pt x="17510" y="3557"/>
                </a:lnTo>
                <a:moveTo>
                  <a:pt x="17246" y="3557"/>
                </a:moveTo>
                <a:lnTo>
                  <a:pt x="17087" y="3557"/>
                </a:lnTo>
                <a:lnTo>
                  <a:pt x="17087" y="3440"/>
                </a:lnTo>
                <a:lnTo>
                  <a:pt x="17246" y="3440"/>
                </a:lnTo>
                <a:lnTo>
                  <a:pt x="17246" y="3557"/>
                </a:lnTo>
                <a:moveTo>
                  <a:pt x="16981" y="3557"/>
                </a:moveTo>
                <a:lnTo>
                  <a:pt x="16822" y="3557"/>
                </a:lnTo>
                <a:lnTo>
                  <a:pt x="16822" y="3440"/>
                </a:lnTo>
                <a:lnTo>
                  <a:pt x="16981" y="3440"/>
                </a:lnTo>
                <a:lnTo>
                  <a:pt x="16981" y="3557"/>
                </a:lnTo>
                <a:moveTo>
                  <a:pt x="16717" y="3557"/>
                </a:moveTo>
                <a:lnTo>
                  <a:pt x="16558" y="3557"/>
                </a:lnTo>
                <a:lnTo>
                  <a:pt x="16558" y="3440"/>
                </a:lnTo>
                <a:lnTo>
                  <a:pt x="16717" y="3440"/>
                </a:lnTo>
                <a:lnTo>
                  <a:pt x="16717" y="3557"/>
                </a:lnTo>
                <a:moveTo>
                  <a:pt x="16452" y="3557"/>
                </a:moveTo>
                <a:lnTo>
                  <a:pt x="16293" y="3557"/>
                </a:lnTo>
                <a:lnTo>
                  <a:pt x="16293" y="3440"/>
                </a:lnTo>
                <a:lnTo>
                  <a:pt x="16452" y="3440"/>
                </a:lnTo>
                <a:lnTo>
                  <a:pt x="16452" y="3557"/>
                </a:lnTo>
                <a:moveTo>
                  <a:pt x="16188" y="3557"/>
                </a:moveTo>
                <a:lnTo>
                  <a:pt x="16029" y="3557"/>
                </a:lnTo>
                <a:lnTo>
                  <a:pt x="16029" y="3440"/>
                </a:lnTo>
                <a:lnTo>
                  <a:pt x="16188" y="3440"/>
                </a:lnTo>
                <a:lnTo>
                  <a:pt x="16188" y="3557"/>
                </a:lnTo>
                <a:moveTo>
                  <a:pt x="15923" y="3557"/>
                </a:moveTo>
                <a:lnTo>
                  <a:pt x="15764" y="3557"/>
                </a:lnTo>
                <a:lnTo>
                  <a:pt x="15764" y="3440"/>
                </a:lnTo>
                <a:lnTo>
                  <a:pt x="15923" y="3440"/>
                </a:lnTo>
                <a:lnTo>
                  <a:pt x="15923" y="3557"/>
                </a:lnTo>
                <a:moveTo>
                  <a:pt x="15659" y="3557"/>
                </a:moveTo>
                <a:lnTo>
                  <a:pt x="15500" y="3557"/>
                </a:lnTo>
                <a:lnTo>
                  <a:pt x="15500" y="3440"/>
                </a:lnTo>
                <a:lnTo>
                  <a:pt x="15659" y="3440"/>
                </a:lnTo>
                <a:lnTo>
                  <a:pt x="15659" y="3557"/>
                </a:lnTo>
                <a:moveTo>
                  <a:pt x="15394" y="3557"/>
                </a:moveTo>
                <a:lnTo>
                  <a:pt x="15235" y="3557"/>
                </a:lnTo>
                <a:lnTo>
                  <a:pt x="15235" y="3440"/>
                </a:lnTo>
                <a:lnTo>
                  <a:pt x="15394" y="3440"/>
                </a:lnTo>
                <a:lnTo>
                  <a:pt x="15394" y="3557"/>
                </a:lnTo>
                <a:moveTo>
                  <a:pt x="15130" y="3557"/>
                </a:moveTo>
                <a:lnTo>
                  <a:pt x="14971" y="3557"/>
                </a:lnTo>
                <a:lnTo>
                  <a:pt x="14971" y="3440"/>
                </a:lnTo>
                <a:lnTo>
                  <a:pt x="15130" y="3440"/>
                </a:lnTo>
                <a:lnTo>
                  <a:pt x="15130" y="3557"/>
                </a:lnTo>
                <a:moveTo>
                  <a:pt x="14865" y="3557"/>
                </a:moveTo>
                <a:lnTo>
                  <a:pt x="14706" y="3557"/>
                </a:lnTo>
                <a:lnTo>
                  <a:pt x="14706" y="3440"/>
                </a:lnTo>
                <a:lnTo>
                  <a:pt x="14865" y="3440"/>
                </a:lnTo>
                <a:lnTo>
                  <a:pt x="14865" y="3557"/>
                </a:lnTo>
                <a:moveTo>
                  <a:pt x="14601" y="3557"/>
                </a:moveTo>
                <a:lnTo>
                  <a:pt x="14442" y="3557"/>
                </a:lnTo>
                <a:lnTo>
                  <a:pt x="14442" y="3440"/>
                </a:lnTo>
                <a:lnTo>
                  <a:pt x="14601" y="3440"/>
                </a:lnTo>
                <a:lnTo>
                  <a:pt x="14601" y="3557"/>
                </a:lnTo>
                <a:moveTo>
                  <a:pt x="14336" y="3557"/>
                </a:moveTo>
                <a:lnTo>
                  <a:pt x="14178" y="3557"/>
                </a:lnTo>
                <a:lnTo>
                  <a:pt x="14178" y="3440"/>
                </a:lnTo>
                <a:lnTo>
                  <a:pt x="14336" y="3440"/>
                </a:lnTo>
                <a:lnTo>
                  <a:pt x="14336" y="3557"/>
                </a:lnTo>
                <a:moveTo>
                  <a:pt x="14072" y="3557"/>
                </a:moveTo>
                <a:lnTo>
                  <a:pt x="13912" y="3557"/>
                </a:lnTo>
                <a:lnTo>
                  <a:pt x="13912" y="3440"/>
                </a:lnTo>
                <a:lnTo>
                  <a:pt x="14072" y="3440"/>
                </a:lnTo>
                <a:lnTo>
                  <a:pt x="14072" y="3557"/>
                </a:lnTo>
                <a:moveTo>
                  <a:pt x="13806" y="3557"/>
                </a:moveTo>
                <a:lnTo>
                  <a:pt x="13648" y="3557"/>
                </a:lnTo>
                <a:lnTo>
                  <a:pt x="13648" y="3440"/>
                </a:lnTo>
                <a:lnTo>
                  <a:pt x="13806" y="3440"/>
                </a:lnTo>
                <a:lnTo>
                  <a:pt x="13806" y="3557"/>
                </a:lnTo>
                <a:moveTo>
                  <a:pt x="13542" y="3557"/>
                </a:moveTo>
                <a:lnTo>
                  <a:pt x="13383" y="3557"/>
                </a:lnTo>
                <a:lnTo>
                  <a:pt x="13383" y="3440"/>
                </a:lnTo>
                <a:lnTo>
                  <a:pt x="13542" y="3440"/>
                </a:lnTo>
                <a:lnTo>
                  <a:pt x="13542" y="3557"/>
                </a:lnTo>
                <a:moveTo>
                  <a:pt x="13277" y="3557"/>
                </a:moveTo>
                <a:lnTo>
                  <a:pt x="13119" y="3557"/>
                </a:lnTo>
                <a:lnTo>
                  <a:pt x="13119" y="3440"/>
                </a:lnTo>
                <a:lnTo>
                  <a:pt x="13277" y="3440"/>
                </a:lnTo>
                <a:lnTo>
                  <a:pt x="13277" y="3557"/>
                </a:lnTo>
                <a:moveTo>
                  <a:pt x="13013" y="3557"/>
                </a:moveTo>
                <a:lnTo>
                  <a:pt x="12854" y="3557"/>
                </a:lnTo>
                <a:lnTo>
                  <a:pt x="12854" y="3440"/>
                </a:lnTo>
                <a:lnTo>
                  <a:pt x="13013" y="3440"/>
                </a:lnTo>
                <a:lnTo>
                  <a:pt x="13013" y="3557"/>
                </a:lnTo>
                <a:moveTo>
                  <a:pt x="12748" y="3557"/>
                </a:moveTo>
                <a:lnTo>
                  <a:pt x="12590" y="3557"/>
                </a:lnTo>
                <a:lnTo>
                  <a:pt x="12590" y="3440"/>
                </a:lnTo>
                <a:lnTo>
                  <a:pt x="12748" y="3440"/>
                </a:lnTo>
                <a:lnTo>
                  <a:pt x="12748" y="3557"/>
                </a:lnTo>
                <a:moveTo>
                  <a:pt x="12484" y="3557"/>
                </a:moveTo>
                <a:lnTo>
                  <a:pt x="12325" y="3557"/>
                </a:lnTo>
                <a:lnTo>
                  <a:pt x="12325" y="3440"/>
                </a:lnTo>
                <a:lnTo>
                  <a:pt x="12484" y="3440"/>
                </a:lnTo>
                <a:lnTo>
                  <a:pt x="12484" y="3557"/>
                </a:lnTo>
                <a:moveTo>
                  <a:pt x="12219" y="3557"/>
                </a:moveTo>
                <a:lnTo>
                  <a:pt x="12061" y="3557"/>
                </a:lnTo>
                <a:lnTo>
                  <a:pt x="12061" y="3440"/>
                </a:lnTo>
                <a:lnTo>
                  <a:pt x="12219" y="3440"/>
                </a:lnTo>
                <a:lnTo>
                  <a:pt x="12219" y="3557"/>
                </a:lnTo>
                <a:moveTo>
                  <a:pt x="11955" y="3557"/>
                </a:moveTo>
                <a:lnTo>
                  <a:pt x="11796" y="3557"/>
                </a:lnTo>
                <a:lnTo>
                  <a:pt x="11796" y="3440"/>
                </a:lnTo>
                <a:lnTo>
                  <a:pt x="11955" y="3440"/>
                </a:lnTo>
                <a:lnTo>
                  <a:pt x="11955" y="3557"/>
                </a:lnTo>
                <a:moveTo>
                  <a:pt x="11690" y="3557"/>
                </a:moveTo>
                <a:lnTo>
                  <a:pt x="11532" y="3557"/>
                </a:lnTo>
                <a:lnTo>
                  <a:pt x="11532" y="3440"/>
                </a:lnTo>
                <a:lnTo>
                  <a:pt x="11690" y="3440"/>
                </a:lnTo>
                <a:lnTo>
                  <a:pt x="11690" y="3557"/>
                </a:lnTo>
                <a:moveTo>
                  <a:pt x="11426" y="3557"/>
                </a:moveTo>
                <a:lnTo>
                  <a:pt x="11267" y="3557"/>
                </a:lnTo>
                <a:lnTo>
                  <a:pt x="11267" y="3440"/>
                </a:lnTo>
                <a:lnTo>
                  <a:pt x="11426" y="3440"/>
                </a:lnTo>
                <a:lnTo>
                  <a:pt x="11426" y="3557"/>
                </a:lnTo>
                <a:moveTo>
                  <a:pt x="11162" y="3557"/>
                </a:moveTo>
                <a:lnTo>
                  <a:pt x="11003" y="3557"/>
                </a:lnTo>
                <a:lnTo>
                  <a:pt x="11003" y="3440"/>
                </a:lnTo>
                <a:lnTo>
                  <a:pt x="11162" y="3440"/>
                </a:lnTo>
                <a:lnTo>
                  <a:pt x="11162" y="3557"/>
                </a:lnTo>
                <a:moveTo>
                  <a:pt x="10897" y="3557"/>
                </a:moveTo>
                <a:lnTo>
                  <a:pt x="10738" y="3557"/>
                </a:lnTo>
                <a:lnTo>
                  <a:pt x="10738" y="3440"/>
                </a:lnTo>
                <a:lnTo>
                  <a:pt x="10897" y="3440"/>
                </a:lnTo>
                <a:lnTo>
                  <a:pt x="10897" y="3557"/>
                </a:lnTo>
                <a:moveTo>
                  <a:pt x="10633" y="3557"/>
                </a:moveTo>
                <a:lnTo>
                  <a:pt x="10474" y="3557"/>
                </a:lnTo>
                <a:lnTo>
                  <a:pt x="10474" y="3440"/>
                </a:lnTo>
                <a:lnTo>
                  <a:pt x="10633" y="3440"/>
                </a:lnTo>
                <a:lnTo>
                  <a:pt x="10633" y="3557"/>
                </a:lnTo>
                <a:moveTo>
                  <a:pt x="10368" y="3557"/>
                </a:moveTo>
                <a:lnTo>
                  <a:pt x="10209" y="3557"/>
                </a:lnTo>
                <a:lnTo>
                  <a:pt x="10209" y="3440"/>
                </a:lnTo>
                <a:lnTo>
                  <a:pt x="10368" y="3440"/>
                </a:lnTo>
                <a:lnTo>
                  <a:pt x="10368" y="3557"/>
                </a:lnTo>
                <a:moveTo>
                  <a:pt x="10104" y="3557"/>
                </a:moveTo>
                <a:lnTo>
                  <a:pt x="9945" y="3557"/>
                </a:lnTo>
                <a:lnTo>
                  <a:pt x="9945" y="3440"/>
                </a:lnTo>
                <a:lnTo>
                  <a:pt x="10104" y="3440"/>
                </a:lnTo>
                <a:lnTo>
                  <a:pt x="10104" y="3557"/>
                </a:lnTo>
                <a:moveTo>
                  <a:pt x="9839" y="3557"/>
                </a:moveTo>
                <a:lnTo>
                  <a:pt x="9680" y="3557"/>
                </a:lnTo>
                <a:lnTo>
                  <a:pt x="9680" y="3440"/>
                </a:lnTo>
                <a:lnTo>
                  <a:pt x="9839" y="3440"/>
                </a:lnTo>
                <a:lnTo>
                  <a:pt x="9839" y="3557"/>
                </a:lnTo>
                <a:moveTo>
                  <a:pt x="9575" y="3557"/>
                </a:moveTo>
                <a:lnTo>
                  <a:pt x="9416" y="3557"/>
                </a:lnTo>
                <a:lnTo>
                  <a:pt x="9416" y="3440"/>
                </a:lnTo>
                <a:lnTo>
                  <a:pt x="9575" y="3440"/>
                </a:lnTo>
                <a:lnTo>
                  <a:pt x="9575" y="3557"/>
                </a:lnTo>
                <a:moveTo>
                  <a:pt x="9310" y="3557"/>
                </a:moveTo>
                <a:lnTo>
                  <a:pt x="9151" y="3557"/>
                </a:lnTo>
                <a:lnTo>
                  <a:pt x="9151" y="3440"/>
                </a:lnTo>
                <a:lnTo>
                  <a:pt x="9310" y="3440"/>
                </a:lnTo>
                <a:lnTo>
                  <a:pt x="9310" y="3557"/>
                </a:lnTo>
                <a:moveTo>
                  <a:pt x="9046" y="3557"/>
                </a:moveTo>
                <a:lnTo>
                  <a:pt x="8887" y="3557"/>
                </a:lnTo>
                <a:lnTo>
                  <a:pt x="8887" y="3440"/>
                </a:lnTo>
                <a:lnTo>
                  <a:pt x="9046" y="3440"/>
                </a:lnTo>
                <a:lnTo>
                  <a:pt x="9046" y="3557"/>
                </a:lnTo>
                <a:moveTo>
                  <a:pt x="8781" y="3557"/>
                </a:moveTo>
                <a:lnTo>
                  <a:pt x="8622" y="3557"/>
                </a:lnTo>
                <a:lnTo>
                  <a:pt x="8622" y="3440"/>
                </a:lnTo>
                <a:lnTo>
                  <a:pt x="8781" y="3440"/>
                </a:lnTo>
                <a:lnTo>
                  <a:pt x="8781" y="3557"/>
                </a:lnTo>
                <a:moveTo>
                  <a:pt x="8517" y="3557"/>
                </a:moveTo>
                <a:lnTo>
                  <a:pt x="8358" y="3557"/>
                </a:lnTo>
                <a:lnTo>
                  <a:pt x="8358" y="3440"/>
                </a:lnTo>
                <a:lnTo>
                  <a:pt x="8517" y="3440"/>
                </a:lnTo>
                <a:lnTo>
                  <a:pt x="8517" y="3557"/>
                </a:lnTo>
                <a:moveTo>
                  <a:pt x="8252" y="3557"/>
                </a:moveTo>
                <a:lnTo>
                  <a:pt x="8093" y="3557"/>
                </a:lnTo>
                <a:lnTo>
                  <a:pt x="8093" y="3440"/>
                </a:lnTo>
                <a:lnTo>
                  <a:pt x="8252" y="3440"/>
                </a:lnTo>
                <a:lnTo>
                  <a:pt x="8252" y="3557"/>
                </a:lnTo>
                <a:moveTo>
                  <a:pt x="7988" y="3557"/>
                </a:moveTo>
                <a:lnTo>
                  <a:pt x="7829" y="3557"/>
                </a:lnTo>
                <a:lnTo>
                  <a:pt x="7829" y="3440"/>
                </a:lnTo>
                <a:lnTo>
                  <a:pt x="7988" y="3440"/>
                </a:lnTo>
                <a:lnTo>
                  <a:pt x="7988" y="3557"/>
                </a:lnTo>
                <a:moveTo>
                  <a:pt x="7723" y="3557"/>
                </a:moveTo>
                <a:lnTo>
                  <a:pt x="7565" y="3557"/>
                </a:lnTo>
                <a:lnTo>
                  <a:pt x="7565" y="3440"/>
                </a:lnTo>
                <a:lnTo>
                  <a:pt x="7723" y="3440"/>
                </a:lnTo>
                <a:lnTo>
                  <a:pt x="7723" y="3557"/>
                </a:lnTo>
                <a:moveTo>
                  <a:pt x="7459" y="3557"/>
                </a:moveTo>
                <a:lnTo>
                  <a:pt x="7300" y="3557"/>
                </a:lnTo>
                <a:lnTo>
                  <a:pt x="7300" y="3440"/>
                </a:lnTo>
                <a:lnTo>
                  <a:pt x="7459" y="3440"/>
                </a:lnTo>
                <a:lnTo>
                  <a:pt x="7459" y="3557"/>
                </a:lnTo>
                <a:moveTo>
                  <a:pt x="7194" y="3557"/>
                </a:moveTo>
                <a:lnTo>
                  <a:pt x="7036" y="3557"/>
                </a:lnTo>
                <a:lnTo>
                  <a:pt x="7036" y="3440"/>
                </a:lnTo>
                <a:lnTo>
                  <a:pt x="7194" y="3440"/>
                </a:lnTo>
                <a:lnTo>
                  <a:pt x="7194" y="3557"/>
                </a:lnTo>
                <a:moveTo>
                  <a:pt x="6930" y="3557"/>
                </a:moveTo>
                <a:lnTo>
                  <a:pt x="6771" y="3557"/>
                </a:lnTo>
                <a:lnTo>
                  <a:pt x="6771" y="3440"/>
                </a:lnTo>
                <a:lnTo>
                  <a:pt x="6930" y="3440"/>
                </a:lnTo>
                <a:lnTo>
                  <a:pt x="6930" y="3557"/>
                </a:lnTo>
                <a:moveTo>
                  <a:pt x="6665" y="3557"/>
                </a:moveTo>
                <a:lnTo>
                  <a:pt x="6507" y="3557"/>
                </a:lnTo>
                <a:lnTo>
                  <a:pt x="6507" y="3440"/>
                </a:lnTo>
                <a:lnTo>
                  <a:pt x="6665" y="3440"/>
                </a:lnTo>
                <a:lnTo>
                  <a:pt x="6665" y="3557"/>
                </a:lnTo>
                <a:moveTo>
                  <a:pt x="6401" y="3557"/>
                </a:moveTo>
                <a:lnTo>
                  <a:pt x="6242" y="3557"/>
                </a:lnTo>
                <a:lnTo>
                  <a:pt x="6242" y="3440"/>
                </a:lnTo>
                <a:lnTo>
                  <a:pt x="6401" y="3440"/>
                </a:lnTo>
                <a:lnTo>
                  <a:pt x="6401" y="3557"/>
                </a:lnTo>
                <a:moveTo>
                  <a:pt x="6136" y="3557"/>
                </a:moveTo>
                <a:lnTo>
                  <a:pt x="5978" y="3557"/>
                </a:lnTo>
                <a:lnTo>
                  <a:pt x="5978" y="3440"/>
                </a:lnTo>
                <a:lnTo>
                  <a:pt x="6136" y="3440"/>
                </a:lnTo>
                <a:lnTo>
                  <a:pt x="6136" y="3557"/>
                </a:lnTo>
                <a:moveTo>
                  <a:pt x="5872" y="3557"/>
                </a:moveTo>
                <a:lnTo>
                  <a:pt x="5713" y="3557"/>
                </a:lnTo>
                <a:lnTo>
                  <a:pt x="5713" y="3440"/>
                </a:lnTo>
                <a:lnTo>
                  <a:pt x="5872" y="3440"/>
                </a:lnTo>
                <a:lnTo>
                  <a:pt x="5872" y="3557"/>
                </a:lnTo>
                <a:moveTo>
                  <a:pt x="5607" y="3557"/>
                </a:moveTo>
                <a:lnTo>
                  <a:pt x="5449" y="3557"/>
                </a:lnTo>
                <a:lnTo>
                  <a:pt x="5449" y="3440"/>
                </a:lnTo>
                <a:lnTo>
                  <a:pt x="5607" y="3440"/>
                </a:lnTo>
                <a:lnTo>
                  <a:pt x="5607" y="3557"/>
                </a:lnTo>
                <a:moveTo>
                  <a:pt x="5343" y="3557"/>
                </a:moveTo>
                <a:lnTo>
                  <a:pt x="5184" y="3557"/>
                </a:lnTo>
                <a:lnTo>
                  <a:pt x="5184" y="3440"/>
                </a:lnTo>
                <a:lnTo>
                  <a:pt x="5343" y="3440"/>
                </a:lnTo>
                <a:lnTo>
                  <a:pt x="5343" y="3557"/>
                </a:lnTo>
                <a:moveTo>
                  <a:pt x="5078" y="3557"/>
                </a:moveTo>
                <a:lnTo>
                  <a:pt x="4920" y="3557"/>
                </a:lnTo>
                <a:lnTo>
                  <a:pt x="4920" y="3440"/>
                </a:lnTo>
                <a:lnTo>
                  <a:pt x="5078" y="3440"/>
                </a:lnTo>
                <a:lnTo>
                  <a:pt x="5078" y="3557"/>
                </a:lnTo>
                <a:moveTo>
                  <a:pt x="4814" y="3557"/>
                </a:moveTo>
                <a:lnTo>
                  <a:pt x="4655" y="3557"/>
                </a:lnTo>
                <a:lnTo>
                  <a:pt x="4655" y="3440"/>
                </a:lnTo>
                <a:lnTo>
                  <a:pt x="4814" y="3440"/>
                </a:lnTo>
                <a:lnTo>
                  <a:pt x="4814" y="3557"/>
                </a:lnTo>
                <a:moveTo>
                  <a:pt x="4549" y="3557"/>
                </a:moveTo>
                <a:lnTo>
                  <a:pt x="4391" y="3557"/>
                </a:lnTo>
                <a:lnTo>
                  <a:pt x="4391" y="3440"/>
                </a:lnTo>
                <a:lnTo>
                  <a:pt x="4549" y="3440"/>
                </a:lnTo>
                <a:lnTo>
                  <a:pt x="4549" y="3557"/>
                </a:lnTo>
                <a:moveTo>
                  <a:pt x="4285" y="3557"/>
                </a:moveTo>
                <a:lnTo>
                  <a:pt x="4126" y="3557"/>
                </a:lnTo>
                <a:lnTo>
                  <a:pt x="4126" y="3440"/>
                </a:lnTo>
                <a:lnTo>
                  <a:pt x="4285" y="3440"/>
                </a:lnTo>
                <a:lnTo>
                  <a:pt x="4285" y="3557"/>
                </a:lnTo>
                <a:moveTo>
                  <a:pt x="4021" y="3557"/>
                </a:moveTo>
                <a:lnTo>
                  <a:pt x="3862" y="3557"/>
                </a:lnTo>
                <a:lnTo>
                  <a:pt x="3862" y="3440"/>
                </a:lnTo>
                <a:lnTo>
                  <a:pt x="4021" y="3440"/>
                </a:lnTo>
                <a:lnTo>
                  <a:pt x="4021" y="3557"/>
                </a:lnTo>
                <a:moveTo>
                  <a:pt x="3756" y="3557"/>
                </a:moveTo>
                <a:lnTo>
                  <a:pt x="3597" y="3557"/>
                </a:lnTo>
                <a:lnTo>
                  <a:pt x="3597" y="3440"/>
                </a:lnTo>
                <a:lnTo>
                  <a:pt x="3756" y="3440"/>
                </a:lnTo>
                <a:lnTo>
                  <a:pt x="3756" y="3557"/>
                </a:lnTo>
                <a:moveTo>
                  <a:pt x="3492" y="3557"/>
                </a:moveTo>
                <a:lnTo>
                  <a:pt x="3333" y="3557"/>
                </a:lnTo>
                <a:lnTo>
                  <a:pt x="3333" y="3440"/>
                </a:lnTo>
                <a:lnTo>
                  <a:pt x="3492" y="3440"/>
                </a:lnTo>
                <a:lnTo>
                  <a:pt x="3492" y="3557"/>
                </a:lnTo>
                <a:moveTo>
                  <a:pt x="3227" y="3557"/>
                </a:moveTo>
                <a:lnTo>
                  <a:pt x="3068" y="3557"/>
                </a:lnTo>
                <a:lnTo>
                  <a:pt x="3068" y="3440"/>
                </a:lnTo>
                <a:lnTo>
                  <a:pt x="3227" y="3440"/>
                </a:lnTo>
                <a:lnTo>
                  <a:pt x="3227" y="3557"/>
                </a:lnTo>
                <a:moveTo>
                  <a:pt x="2963" y="3557"/>
                </a:moveTo>
                <a:lnTo>
                  <a:pt x="2804" y="3557"/>
                </a:lnTo>
                <a:lnTo>
                  <a:pt x="2804" y="3440"/>
                </a:lnTo>
                <a:lnTo>
                  <a:pt x="2963" y="3440"/>
                </a:lnTo>
                <a:lnTo>
                  <a:pt x="2963" y="3557"/>
                </a:lnTo>
                <a:moveTo>
                  <a:pt x="2698" y="3557"/>
                </a:moveTo>
                <a:lnTo>
                  <a:pt x="2539" y="3557"/>
                </a:lnTo>
                <a:lnTo>
                  <a:pt x="2539" y="3440"/>
                </a:lnTo>
                <a:lnTo>
                  <a:pt x="2698" y="3440"/>
                </a:lnTo>
                <a:lnTo>
                  <a:pt x="2698" y="3557"/>
                </a:lnTo>
                <a:moveTo>
                  <a:pt x="2434" y="3557"/>
                </a:moveTo>
                <a:lnTo>
                  <a:pt x="2275" y="3557"/>
                </a:lnTo>
                <a:lnTo>
                  <a:pt x="2275" y="3440"/>
                </a:lnTo>
                <a:lnTo>
                  <a:pt x="2434" y="3440"/>
                </a:lnTo>
                <a:lnTo>
                  <a:pt x="2434" y="3557"/>
                </a:lnTo>
                <a:moveTo>
                  <a:pt x="2169" y="3557"/>
                </a:moveTo>
                <a:lnTo>
                  <a:pt x="2010" y="3557"/>
                </a:lnTo>
                <a:lnTo>
                  <a:pt x="2010" y="3440"/>
                </a:lnTo>
                <a:lnTo>
                  <a:pt x="2169" y="3440"/>
                </a:lnTo>
                <a:lnTo>
                  <a:pt x="2169" y="3557"/>
                </a:lnTo>
                <a:moveTo>
                  <a:pt x="1905" y="3557"/>
                </a:moveTo>
                <a:lnTo>
                  <a:pt x="1746" y="3557"/>
                </a:lnTo>
                <a:lnTo>
                  <a:pt x="1746" y="3440"/>
                </a:lnTo>
                <a:lnTo>
                  <a:pt x="1905" y="3440"/>
                </a:lnTo>
                <a:lnTo>
                  <a:pt x="1905" y="3557"/>
                </a:lnTo>
                <a:moveTo>
                  <a:pt x="1640" y="3557"/>
                </a:moveTo>
                <a:lnTo>
                  <a:pt x="1481" y="3557"/>
                </a:lnTo>
                <a:lnTo>
                  <a:pt x="1481" y="3440"/>
                </a:lnTo>
                <a:lnTo>
                  <a:pt x="1640" y="3440"/>
                </a:lnTo>
                <a:lnTo>
                  <a:pt x="1640" y="3557"/>
                </a:lnTo>
                <a:moveTo>
                  <a:pt x="1376" y="3557"/>
                </a:moveTo>
                <a:lnTo>
                  <a:pt x="1217" y="3557"/>
                </a:lnTo>
                <a:lnTo>
                  <a:pt x="1217" y="3440"/>
                </a:lnTo>
                <a:lnTo>
                  <a:pt x="1376" y="3440"/>
                </a:lnTo>
                <a:lnTo>
                  <a:pt x="1376" y="3557"/>
                </a:lnTo>
                <a:moveTo>
                  <a:pt x="1111" y="3557"/>
                </a:moveTo>
                <a:lnTo>
                  <a:pt x="952" y="3557"/>
                </a:lnTo>
                <a:lnTo>
                  <a:pt x="952" y="3440"/>
                </a:lnTo>
                <a:lnTo>
                  <a:pt x="1111" y="3440"/>
                </a:lnTo>
                <a:lnTo>
                  <a:pt x="1111" y="3557"/>
                </a:lnTo>
                <a:moveTo>
                  <a:pt x="847" y="3557"/>
                </a:moveTo>
                <a:lnTo>
                  <a:pt x="688" y="3557"/>
                </a:lnTo>
                <a:lnTo>
                  <a:pt x="688" y="3440"/>
                </a:lnTo>
                <a:lnTo>
                  <a:pt x="847" y="3440"/>
                </a:lnTo>
                <a:lnTo>
                  <a:pt x="847" y="3557"/>
                </a:lnTo>
                <a:moveTo>
                  <a:pt x="582" y="3557"/>
                </a:moveTo>
                <a:lnTo>
                  <a:pt x="424" y="3557"/>
                </a:lnTo>
                <a:lnTo>
                  <a:pt x="424" y="3440"/>
                </a:lnTo>
                <a:lnTo>
                  <a:pt x="582" y="3440"/>
                </a:lnTo>
                <a:lnTo>
                  <a:pt x="582" y="3557"/>
                </a:lnTo>
                <a:moveTo>
                  <a:pt x="318" y="3557"/>
                </a:moveTo>
                <a:lnTo>
                  <a:pt x="244" y="3557"/>
                </a:lnTo>
                <a:cubicBezTo>
                  <a:pt x="206" y="3557"/>
                  <a:pt x="170" y="3548"/>
                  <a:pt x="136" y="3532"/>
                </a:cubicBezTo>
                <a:lnTo>
                  <a:pt x="188" y="3427"/>
                </a:lnTo>
                <a:cubicBezTo>
                  <a:pt x="205" y="3436"/>
                  <a:pt x="224" y="3440"/>
                  <a:pt x="244" y="3440"/>
                </a:cubicBezTo>
                <a:lnTo>
                  <a:pt x="318" y="3440"/>
                </a:lnTo>
                <a:lnTo>
                  <a:pt x="318" y="3557"/>
                </a:lnTo>
                <a:moveTo>
                  <a:pt x="34" y="3437"/>
                </a:moveTo>
                <a:cubicBezTo>
                  <a:pt x="12" y="3399"/>
                  <a:pt x="0" y="3358"/>
                  <a:pt x="0" y="3313"/>
                </a:cubicBezTo>
                <a:lnTo>
                  <a:pt x="0" y="3253"/>
                </a:lnTo>
                <a:lnTo>
                  <a:pt x="117" y="3253"/>
                </a:lnTo>
                <a:lnTo>
                  <a:pt x="117" y="3313"/>
                </a:lnTo>
                <a:cubicBezTo>
                  <a:pt x="117" y="3336"/>
                  <a:pt x="123" y="3358"/>
                  <a:pt x="134" y="3378"/>
                </a:cubicBezTo>
                <a:lnTo>
                  <a:pt x="34" y="3437"/>
                </a:lnTo>
                <a:moveTo>
                  <a:pt x="0" y="3147"/>
                </a:moveTo>
                <a:lnTo>
                  <a:pt x="0" y="2989"/>
                </a:lnTo>
                <a:lnTo>
                  <a:pt x="117" y="2989"/>
                </a:lnTo>
                <a:lnTo>
                  <a:pt x="117" y="3147"/>
                </a:lnTo>
                <a:lnTo>
                  <a:pt x="0" y="3147"/>
                </a:lnTo>
                <a:moveTo>
                  <a:pt x="0" y="2883"/>
                </a:moveTo>
                <a:lnTo>
                  <a:pt x="0" y="2724"/>
                </a:lnTo>
                <a:lnTo>
                  <a:pt x="117" y="2724"/>
                </a:lnTo>
                <a:lnTo>
                  <a:pt x="117" y="2883"/>
                </a:lnTo>
                <a:lnTo>
                  <a:pt x="0" y="2883"/>
                </a:lnTo>
                <a:moveTo>
                  <a:pt x="0" y="2618"/>
                </a:moveTo>
                <a:lnTo>
                  <a:pt x="0" y="2460"/>
                </a:lnTo>
                <a:lnTo>
                  <a:pt x="117" y="2460"/>
                </a:lnTo>
                <a:lnTo>
                  <a:pt x="117" y="2618"/>
                </a:lnTo>
                <a:lnTo>
                  <a:pt x="0" y="2618"/>
                </a:lnTo>
                <a:moveTo>
                  <a:pt x="0" y="2354"/>
                </a:moveTo>
                <a:lnTo>
                  <a:pt x="0" y="2195"/>
                </a:lnTo>
                <a:lnTo>
                  <a:pt x="117" y="2195"/>
                </a:lnTo>
                <a:lnTo>
                  <a:pt x="117" y="2354"/>
                </a:lnTo>
                <a:lnTo>
                  <a:pt x="0" y="2354"/>
                </a:lnTo>
                <a:moveTo>
                  <a:pt x="0" y="2089"/>
                </a:moveTo>
                <a:lnTo>
                  <a:pt x="0" y="1930"/>
                </a:lnTo>
                <a:lnTo>
                  <a:pt x="117" y="1930"/>
                </a:lnTo>
                <a:lnTo>
                  <a:pt x="117" y="2089"/>
                </a:lnTo>
                <a:lnTo>
                  <a:pt x="0" y="2089"/>
                </a:lnTo>
                <a:moveTo>
                  <a:pt x="0" y="1824"/>
                </a:moveTo>
                <a:lnTo>
                  <a:pt x="0" y="1665"/>
                </a:lnTo>
                <a:lnTo>
                  <a:pt x="117" y="1665"/>
                </a:lnTo>
                <a:lnTo>
                  <a:pt x="117" y="1824"/>
                </a:lnTo>
                <a:lnTo>
                  <a:pt x="0" y="1824"/>
                </a:lnTo>
                <a:moveTo>
                  <a:pt x="0" y="1560"/>
                </a:moveTo>
                <a:lnTo>
                  <a:pt x="0" y="1401"/>
                </a:lnTo>
                <a:lnTo>
                  <a:pt x="117" y="1401"/>
                </a:lnTo>
                <a:lnTo>
                  <a:pt x="117" y="1560"/>
                </a:lnTo>
                <a:lnTo>
                  <a:pt x="0" y="1560"/>
                </a:lnTo>
                <a:moveTo>
                  <a:pt x="0" y="1295"/>
                </a:moveTo>
                <a:lnTo>
                  <a:pt x="0" y="1136"/>
                </a:lnTo>
                <a:lnTo>
                  <a:pt x="117" y="1136"/>
                </a:lnTo>
                <a:lnTo>
                  <a:pt x="117" y="1295"/>
                </a:lnTo>
                <a:lnTo>
                  <a:pt x="0" y="1295"/>
                </a:lnTo>
                <a:moveTo>
                  <a:pt x="0" y="1031"/>
                </a:moveTo>
                <a:lnTo>
                  <a:pt x="0" y="872"/>
                </a:lnTo>
                <a:lnTo>
                  <a:pt x="117" y="872"/>
                </a:lnTo>
                <a:lnTo>
                  <a:pt x="117" y="1031"/>
                </a:lnTo>
                <a:lnTo>
                  <a:pt x="0" y="1031"/>
                </a:lnTo>
                <a:moveTo>
                  <a:pt x="0" y="766"/>
                </a:moveTo>
                <a:lnTo>
                  <a:pt x="0" y="607"/>
                </a:lnTo>
                <a:lnTo>
                  <a:pt x="117" y="607"/>
                </a:lnTo>
                <a:lnTo>
                  <a:pt x="117" y="766"/>
                </a:lnTo>
                <a:lnTo>
                  <a:pt x="0" y="766"/>
                </a:lnTo>
                <a:moveTo>
                  <a:pt x="0" y="502"/>
                </a:moveTo>
                <a:lnTo>
                  <a:pt x="0" y="343"/>
                </a:lnTo>
                <a:lnTo>
                  <a:pt x="117" y="343"/>
                </a:lnTo>
                <a:lnTo>
                  <a:pt x="117" y="502"/>
                </a:lnTo>
                <a:lnTo>
                  <a:pt x="0" y="502"/>
                </a:lnTo>
                <a:moveTo>
                  <a:pt x="1" y="236"/>
                </a:moveTo>
                <a:cubicBezTo>
                  <a:pt x="3" y="161"/>
                  <a:pt x="33" y="100"/>
                  <a:pt x="92" y="53"/>
                </a:cubicBezTo>
                <a:lnTo>
                  <a:pt x="165" y="144"/>
                </a:lnTo>
                <a:cubicBezTo>
                  <a:pt x="134" y="168"/>
                  <a:pt x="118" y="200"/>
                  <a:pt x="117" y="239"/>
                </a:cubicBezTo>
                <a:lnTo>
                  <a:pt x="1" y="236"/>
                </a:lnTo>
                <a:moveTo>
                  <a:pt x="220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6"/>
                </a:lnTo>
                <a:lnTo>
                  <a:pt x="244" y="116"/>
                </a:lnTo>
                <a:cubicBezTo>
                  <a:pt x="240" y="116"/>
                  <a:pt x="236" y="116"/>
                  <a:pt x="232" y="117"/>
                </a:cubicBezTo>
                <a:lnTo>
                  <a:pt x="220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521640" y="5017680"/>
            <a:ext cx="11148480" cy="1280520"/>
          </a:xfrm>
          <a:custGeom>
            <a:avLst/>
            <a:gdLst/>
            <a:ahLst/>
            <a:rect l="0" t="0" r="r" b="b"/>
            <a:pathLst>
              <a:path w="30968" h="3557">
                <a:moveTo>
                  <a:pt x="508" y="0"/>
                </a:moveTo>
                <a:lnTo>
                  <a:pt x="667" y="0"/>
                </a:lnTo>
                <a:lnTo>
                  <a:pt x="667" y="116"/>
                </a:lnTo>
                <a:lnTo>
                  <a:pt x="508" y="116"/>
                </a:lnTo>
                <a:lnTo>
                  <a:pt x="508" y="0"/>
                </a:lnTo>
                <a:moveTo>
                  <a:pt x="773" y="0"/>
                </a:moveTo>
                <a:lnTo>
                  <a:pt x="932" y="0"/>
                </a:lnTo>
                <a:lnTo>
                  <a:pt x="932" y="116"/>
                </a:lnTo>
                <a:lnTo>
                  <a:pt x="773" y="116"/>
                </a:lnTo>
                <a:lnTo>
                  <a:pt x="773" y="0"/>
                </a:lnTo>
                <a:moveTo>
                  <a:pt x="1037" y="0"/>
                </a:moveTo>
                <a:lnTo>
                  <a:pt x="1196" y="0"/>
                </a:lnTo>
                <a:lnTo>
                  <a:pt x="1196" y="116"/>
                </a:lnTo>
                <a:lnTo>
                  <a:pt x="1037" y="116"/>
                </a:lnTo>
                <a:lnTo>
                  <a:pt x="1037" y="0"/>
                </a:lnTo>
                <a:moveTo>
                  <a:pt x="1302" y="0"/>
                </a:moveTo>
                <a:lnTo>
                  <a:pt x="1461" y="0"/>
                </a:lnTo>
                <a:lnTo>
                  <a:pt x="1461" y="116"/>
                </a:lnTo>
                <a:lnTo>
                  <a:pt x="1302" y="116"/>
                </a:lnTo>
                <a:lnTo>
                  <a:pt x="1302" y="0"/>
                </a:lnTo>
                <a:moveTo>
                  <a:pt x="1566" y="0"/>
                </a:moveTo>
                <a:lnTo>
                  <a:pt x="1725" y="0"/>
                </a:lnTo>
                <a:lnTo>
                  <a:pt x="1725" y="116"/>
                </a:lnTo>
                <a:lnTo>
                  <a:pt x="1566" y="116"/>
                </a:lnTo>
                <a:lnTo>
                  <a:pt x="1566" y="0"/>
                </a:lnTo>
                <a:moveTo>
                  <a:pt x="1831" y="0"/>
                </a:moveTo>
                <a:lnTo>
                  <a:pt x="1989" y="0"/>
                </a:lnTo>
                <a:lnTo>
                  <a:pt x="1989" y="116"/>
                </a:lnTo>
                <a:lnTo>
                  <a:pt x="1831" y="116"/>
                </a:lnTo>
                <a:lnTo>
                  <a:pt x="1831" y="0"/>
                </a:lnTo>
                <a:moveTo>
                  <a:pt x="2095" y="0"/>
                </a:moveTo>
                <a:lnTo>
                  <a:pt x="2254" y="0"/>
                </a:lnTo>
                <a:lnTo>
                  <a:pt x="2254" y="116"/>
                </a:lnTo>
                <a:lnTo>
                  <a:pt x="2095" y="116"/>
                </a:lnTo>
                <a:lnTo>
                  <a:pt x="2095" y="0"/>
                </a:lnTo>
                <a:moveTo>
                  <a:pt x="2360" y="0"/>
                </a:moveTo>
                <a:lnTo>
                  <a:pt x="2518" y="0"/>
                </a:lnTo>
                <a:lnTo>
                  <a:pt x="2518" y="116"/>
                </a:lnTo>
                <a:lnTo>
                  <a:pt x="2360" y="116"/>
                </a:lnTo>
                <a:lnTo>
                  <a:pt x="2360" y="0"/>
                </a:lnTo>
                <a:moveTo>
                  <a:pt x="2624" y="0"/>
                </a:moveTo>
                <a:lnTo>
                  <a:pt x="2783" y="0"/>
                </a:lnTo>
                <a:lnTo>
                  <a:pt x="2783" y="116"/>
                </a:lnTo>
                <a:lnTo>
                  <a:pt x="2624" y="116"/>
                </a:lnTo>
                <a:lnTo>
                  <a:pt x="2624" y="0"/>
                </a:lnTo>
                <a:moveTo>
                  <a:pt x="2889" y="0"/>
                </a:moveTo>
                <a:lnTo>
                  <a:pt x="3047" y="0"/>
                </a:lnTo>
                <a:lnTo>
                  <a:pt x="3047" y="116"/>
                </a:lnTo>
                <a:lnTo>
                  <a:pt x="2889" y="116"/>
                </a:lnTo>
                <a:lnTo>
                  <a:pt x="2889" y="0"/>
                </a:lnTo>
                <a:moveTo>
                  <a:pt x="3153" y="0"/>
                </a:moveTo>
                <a:lnTo>
                  <a:pt x="3312" y="0"/>
                </a:lnTo>
                <a:lnTo>
                  <a:pt x="3312" y="116"/>
                </a:lnTo>
                <a:lnTo>
                  <a:pt x="3153" y="116"/>
                </a:lnTo>
                <a:lnTo>
                  <a:pt x="3153" y="0"/>
                </a:lnTo>
                <a:moveTo>
                  <a:pt x="3418" y="0"/>
                </a:moveTo>
                <a:lnTo>
                  <a:pt x="3576" y="0"/>
                </a:lnTo>
                <a:lnTo>
                  <a:pt x="3576" y="116"/>
                </a:lnTo>
                <a:lnTo>
                  <a:pt x="3418" y="116"/>
                </a:lnTo>
                <a:lnTo>
                  <a:pt x="3418" y="0"/>
                </a:lnTo>
                <a:moveTo>
                  <a:pt x="3682" y="0"/>
                </a:moveTo>
                <a:lnTo>
                  <a:pt x="3841" y="0"/>
                </a:lnTo>
                <a:lnTo>
                  <a:pt x="3841" y="116"/>
                </a:lnTo>
                <a:lnTo>
                  <a:pt x="3682" y="116"/>
                </a:lnTo>
                <a:lnTo>
                  <a:pt x="3682" y="0"/>
                </a:lnTo>
                <a:moveTo>
                  <a:pt x="3947" y="0"/>
                </a:moveTo>
                <a:lnTo>
                  <a:pt x="4105" y="0"/>
                </a:lnTo>
                <a:lnTo>
                  <a:pt x="4105" y="116"/>
                </a:lnTo>
                <a:lnTo>
                  <a:pt x="3947" y="116"/>
                </a:lnTo>
                <a:lnTo>
                  <a:pt x="3947" y="0"/>
                </a:lnTo>
                <a:moveTo>
                  <a:pt x="4211" y="0"/>
                </a:moveTo>
                <a:lnTo>
                  <a:pt x="4370" y="0"/>
                </a:lnTo>
                <a:lnTo>
                  <a:pt x="4370" y="116"/>
                </a:lnTo>
                <a:lnTo>
                  <a:pt x="4211" y="116"/>
                </a:lnTo>
                <a:lnTo>
                  <a:pt x="4211" y="0"/>
                </a:lnTo>
                <a:moveTo>
                  <a:pt x="4476" y="0"/>
                </a:moveTo>
                <a:lnTo>
                  <a:pt x="4634" y="0"/>
                </a:lnTo>
                <a:lnTo>
                  <a:pt x="4634" y="116"/>
                </a:lnTo>
                <a:lnTo>
                  <a:pt x="4476" y="116"/>
                </a:lnTo>
                <a:lnTo>
                  <a:pt x="4476" y="0"/>
                </a:lnTo>
                <a:moveTo>
                  <a:pt x="4740" y="0"/>
                </a:moveTo>
                <a:lnTo>
                  <a:pt x="4899" y="0"/>
                </a:lnTo>
                <a:lnTo>
                  <a:pt x="4899" y="116"/>
                </a:lnTo>
                <a:lnTo>
                  <a:pt x="4740" y="116"/>
                </a:lnTo>
                <a:lnTo>
                  <a:pt x="4740" y="0"/>
                </a:lnTo>
                <a:moveTo>
                  <a:pt x="5004" y="0"/>
                </a:moveTo>
                <a:lnTo>
                  <a:pt x="5163" y="0"/>
                </a:lnTo>
                <a:lnTo>
                  <a:pt x="5163" y="116"/>
                </a:lnTo>
                <a:lnTo>
                  <a:pt x="5004" y="116"/>
                </a:lnTo>
                <a:lnTo>
                  <a:pt x="5004" y="0"/>
                </a:lnTo>
                <a:moveTo>
                  <a:pt x="5269" y="0"/>
                </a:moveTo>
                <a:lnTo>
                  <a:pt x="5428" y="0"/>
                </a:lnTo>
                <a:lnTo>
                  <a:pt x="5428" y="116"/>
                </a:lnTo>
                <a:lnTo>
                  <a:pt x="5269" y="116"/>
                </a:lnTo>
                <a:lnTo>
                  <a:pt x="5269" y="0"/>
                </a:lnTo>
                <a:moveTo>
                  <a:pt x="5533" y="0"/>
                </a:moveTo>
                <a:lnTo>
                  <a:pt x="5692" y="0"/>
                </a:lnTo>
                <a:lnTo>
                  <a:pt x="5692" y="116"/>
                </a:lnTo>
                <a:lnTo>
                  <a:pt x="5533" y="116"/>
                </a:lnTo>
                <a:lnTo>
                  <a:pt x="5533" y="0"/>
                </a:lnTo>
                <a:moveTo>
                  <a:pt x="5798" y="0"/>
                </a:moveTo>
                <a:lnTo>
                  <a:pt x="5957" y="0"/>
                </a:lnTo>
                <a:lnTo>
                  <a:pt x="5957" y="116"/>
                </a:lnTo>
                <a:lnTo>
                  <a:pt x="5798" y="116"/>
                </a:lnTo>
                <a:lnTo>
                  <a:pt x="5798" y="0"/>
                </a:lnTo>
                <a:moveTo>
                  <a:pt x="6062" y="0"/>
                </a:moveTo>
                <a:lnTo>
                  <a:pt x="6221" y="0"/>
                </a:lnTo>
                <a:lnTo>
                  <a:pt x="6221" y="116"/>
                </a:lnTo>
                <a:lnTo>
                  <a:pt x="6062" y="116"/>
                </a:lnTo>
                <a:lnTo>
                  <a:pt x="6062" y="0"/>
                </a:lnTo>
                <a:moveTo>
                  <a:pt x="6327" y="0"/>
                </a:moveTo>
                <a:lnTo>
                  <a:pt x="6486" y="0"/>
                </a:lnTo>
                <a:lnTo>
                  <a:pt x="6486" y="116"/>
                </a:lnTo>
                <a:lnTo>
                  <a:pt x="6327" y="116"/>
                </a:lnTo>
                <a:lnTo>
                  <a:pt x="6327" y="0"/>
                </a:lnTo>
                <a:moveTo>
                  <a:pt x="6591" y="0"/>
                </a:moveTo>
                <a:lnTo>
                  <a:pt x="6750" y="0"/>
                </a:lnTo>
                <a:lnTo>
                  <a:pt x="6750" y="116"/>
                </a:lnTo>
                <a:lnTo>
                  <a:pt x="6591" y="116"/>
                </a:lnTo>
                <a:lnTo>
                  <a:pt x="6591" y="0"/>
                </a:lnTo>
                <a:moveTo>
                  <a:pt x="6856" y="0"/>
                </a:moveTo>
                <a:lnTo>
                  <a:pt x="7015" y="0"/>
                </a:lnTo>
                <a:lnTo>
                  <a:pt x="7015" y="116"/>
                </a:lnTo>
                <a:lnTo>
                  <a:pt x="6856" y="116"/>
                </a:lnTo>
                <a:lnTo>
                  <a:pt x="6856" y="0"/>
                </a:lnTo>
                <a:moveTo>
                  <a:pt x="7120" y="0"/>
                </a:moveTo>
                <a:lnTo>
                  <a:pt x="7279" y="0"/>
                </a:lnTo>
                <a:lnTo>
                  <a:pt x="7279" y="116"/>
                </a:lnTo>
                <a:lnTo>
                  <a:pt x="7120" y="116"/>
                </a:lnTo>
                <a:lnTo>
                  <a:pt x="7120" y="0"/>
                </a:lnTo>
                <a:moveTo>
                  <a:pt x="7385" y="0"/>
                </a:moveTo>
                <a:lnTo>
                  <a:pt x="7544" y="0"/>
                </a:lnTo>
                <a:lnTo>
                  <a:pt x="7544" y="116"/>
                </a:lnTo>
                <a:lnTo>
                  <a:pt x="7385" y="116"/>
                </a:lnTo>
                <a:lnTo>
                  <a:pt x="7385" y="0"/>
                </a:lnTo>
                <a:moveTo>
                  <a:pt x="7649" y="0"/>
                </a:moveTo>
                <a:lnTo>
                  <a:pt x="7808" y="0"/>
                </a:lnTo>
                <a:lnTo>
                  <a:pt x="7808" y="116"/>
                </a:lnTo>
                <a:lnTo>
                  <a:pt x="7649" y="116"/>
                </a:lnTo>
                <a:lnTo>
                  <a:pt x="7649" y="0"/>
                </a:lnTo>
                <a:moveTo>
                  <a:pt x="7914" y="0"/>
                </a:moveTo>
                <a:lnTo>
                  <a:pt x="8073" y="0"/>
                </a:lnTo>
                <a:lnTo>
                  <a:pt x="8073" y="116"/>
                </a:lnTo>
                <a:lnTo>
                  <a:pt x="7914" y="116"/>
                </a:lnTo>
                <a:lnTo>
                  <a:pt x="7914" y="0"/>
                </a:lnTo>
                <a:moveTo>
                  <a:pt x="8178" y="0"/>
                </a:moveTo>
                <a:lnTo>
                  <a:pt x="8337" y="0"/>
                </a:lnTo>
                <a:lnTo>
                  <a:pt x="8337" y="116"/>
                </a:lnTo>
                <a:lnTo>
                  <a:pt x="8178" y="116"/>
                </a:lnTo>
                <a:lnTo>
                  <a:pt x="8178" y="0"/>
                </a:lnTo>
                <a:moveTo>
                  <a:pt x="8443" y="0"/>
                </a:moveTo>
                <a:lnTo>
                  <a:pt x="8601" y="0"/>
                </a:lnTo>
                <a:lnTo>
                  <a:pt x="8601" y="116"/>
                </a:lnTo>
                <a:lnTo>
                  <a:pt x="8443" y="116"/>
                </a:lnTo>
                <a:lnTo>
                  <a:pt x="8443" y="0"/>
                </a:lnTo>
                <a:moveTo>
                  <a:pt x="8707" y="0"/>
                </a:moveTo>
                <a:lnTo>
                  <a:pt x="8866" y="0"/>
                </a:lnTo>
                <a:lnTo>
                  <a:pt x="8866" y="116"/>
                </a:lnTo>
                <a:lnTo>
                  <a:pt x="8707" y="116"/>
                </a:lnTo>
                <a:lnTo>
                  <a:pt x="8707" y="0"/>
                </a:lnTo>
                <a:moveTo>
                  <a:pt x="8972" y="0"/>
                </a:moveTo>
                <a:lnTo>
                  <a:pt x="9130" y="0"/>
                </a:lnTo>
                <a:lnTo>
                  <a:pt x="9130" y="116"/>
                </a:lnTo>
                <a:lnTo>
                  <a:pt x="8972" y="116"/>
                </a:lnTo>
                <a:lnTo>
                  <a:pt x="8972" y="0"/>
                </a:lnTo>
                <a:moveTo>
                  <a:pt x="9236" y="0"/>
                </a:moveTo>
                <a:lnTo>
                  <a:pt x="9395" y="0"/>
                </a:lnTo>
                <a:lnTo>
                  <a:pt x="9395" y="116"/>
                </a:lnTo>
                <a:lnTo>
                  <a:pt x="9236" y="116"/>
                </a:lnTo>
                <a:lnTo>
                  <a:pt x="9236" y="0"/>
                </a:lnTo>
                <a:moveTo>
                  <a:pt x="9501" y="0"/>
                </a:moveTo>
                <a:lnTo>
                  <a:pt x="9659" y="0"/>
                </a:lnTo>
                <a:lnTo>
                  <a:pt x="9659" y="116"/>
                </a:lnTo>
                <a:lnTo>
                  <a:pt x="9501" y="116"/>
                </a:lnTo>
                <a:lnTo>
                  <a:pt x="9501" y="0"/>
                </a:lnTo>
                <a:moveTo>
                  <a:pt x="9765" y="0"/>
                </a:moveTo>
                <a:lnTo>
                  <a:pt x="9924" y="0"/>
                </a:lnTo>
                <a:lnTo>
                  <a:pt x="9924" y="116"/>
                </a:lnTo>
                <a:lnTo>
                  <a:pt x="9765" y="116"/>
                </a:lnTo>
                <a:lnTo>
                  <a:pt x="9765" y="0"/>
                </a:lnTo>
                <a:moveTo>
                  <a:pt x="10030" y="0"/>
                </a:moveTo>
                <a:lnTo>
                  <a:pt x="10188" y="0"/>
                </a:lnTo>
                <a:lnTo>
                  <a:pt x="10188" y="116"/>
                </a:lnTo>
                <a:lnTo>
                  <a:pt x="10030" y="116"/>
                </a:lnTo>
                <a:lnTo>
                  <a:pt x="10030" y="0"/>
                </a:lnTo>
                <a:moveTo>
                  <a:pt x="10294" y="0"/>
                </a:moveTo>
                <a:lnTo>
                  <a:pt x="10453" y="0"/>
                </a:lnTo>
                <a:lnTo>
                  <a:pt x="10453" y="116"/>
                </a:lnTo>
                <a:lnTo>
                  <a:pt x="10294" y="116"/>
                </a:lnTo>
                <a:lnTo>
                  <a:pt x="10294" y="0"/>
                </a:lnTo>
                <a:moveTo>
                  <a:pt x="10559" y="0"/>
                </a:moveTo>
                <a:lnTo>
                  <a:pt x="10717" y="0"/>
                </a:lnTo>
                <a:lnTo>
                  <a:pt x="10717" y="116"/>
                </a:lnTo>
                <a:lnTo>
                  <a:pt x="10559" y="116"/>
                </a:lnTo>
                <a:lnTo>
                  <a:pt x="10559" y="0"/>
                </a:lnTo>
                <a:moveTo>
                  <a:pt x="10823" y="0"/>
                </a:moveTo>
                <a:lnTo>
                  <a:pt x="10982" y="0"/>
                </a:lnTo>
                <a:lnTo>
                  <a:pt x="10982" y="116"/>
                </a:lnTo>
                <a:lnTo>
                  <a:pt x="10823" y="116"/>
                </a:lnTo>
                <a:lnTo>
                  <a:pt x="10823" y="0"/>
                </a:lnTo>
                <a:moveTo>
                  <a:pt x="11088" y="0"/>
                </a:moveTo>
                <a:lnTo>
                  <a:pt x="11246" y="0"/>
                </a:lnTo>
                <a:lnTo>
                  <a:pt x="11246" y="116"/>
                </a:lnTo>
                <a:lnTo>
                  <a:pt x="11088" y="116"/>
                </a:lnTo>
                <a:lnTo>
                  <a:pt x="11088" y="0"/>
                </a:lnTo>
                <a:moveTo>
                  <a:pt x="11352" y="0"/>
                </a:moveTo>
                <a:lnTo>
                  <a:pt x="11511" y="0"/>
                </a:lnTo>
                <a:lnTo>
                  <a:pt x="11511" y="116"/>
                </a:lnTo>
                <a:lnTo>
                  <a:pt x="11352" y="116"/>
                </a:lnTo>
                <a:lnTo>
                  <a:pt x="11352" y="0"/>
                </a:lnTo>
                <a:moveTo>
                  <a:pt x="11617" y="0"/>
                </a:moveTo>
                <a:lnTo>
                  <a:pt x="11775" y="0"/>
                </a:lnTo>
                <a:lnTo>
                  <a:pt x="11775" y="116"/>
                </a:lnTo>
                <a:lnTo>
                  <a:pt x="11617" y="116"/>
                </a:lnTo>
                <a:lnTo>
                  <a:pt x="11617" y="0"/>
                </a:lnTo>
                <a:moveTo>
                  <a:pt x="11881" y="0"/>
                </a:moveTo>
                <a:lnTo>
                  <a:pt x="12040" y="0"/>
                </a:lnTo>
                <a:lnTo>
                  <a:pt x="12040" y="116"/>
                </a:lnTo>
                <a:lnTo>
                  <a:pt x="11881" y="116"/>
                </a:lnTo>
                <a:lnTo>
                  <a:pt x="11881" y="0"/>
                </a:lnTo>
                <a:moveTo>
                  <a:pt x="12145" y="0"/>
                </a:moveTo>
                <a:lnTo>
                  <a:pt x="12304" y="0"/>
                </a:lnTo>
                <a:lnTo>
                  <a:pt x="12304" y="116"/>
                </a:lnTo>
                <a:lnTo>
                  <a:pt x="12145" y="116"/>
                </a:lnTo>
                <a:lnTo>
                  <a:pt x="12145" y="0"/>
                </a:lnTo>
                <a:moveTo>
                  <a:pt x="12410" y="0"/>
                </a:moveTo>
                <a:lnTo>
                  <a:pt x="12569" y="0"/>
                </a:lnTo>
                <a:lnTo>
                  <a:pt x="12569" y="116"/>
                </a:lnTo>
                <a:lnTo>
                  <a:pt x="12410" y="116"/>
                </a:lnTo>
                <a:lnTo>
                  <a:pt x="12410" y="0"/>
                </a:lnTo>
                <a:moveTo>
                  <a:pt x="12674" y="0"/>
                </a:moveTo>
                <a:lnTo>
                  <a:pt x="12833" y="0"/>
                </a:lnTo>
                <a:lnTo>
                  <a:pt x="12833" y="116"/>
                </a:lnTo>
                <a:lnTo>
                  <a:pt x="12674" y="116"/>
                </a:lnTo>
                <a:lnTo>
                  <a:pt x="12674" y="0"/>
                </a:lnTo>
                <a:moveTo>
                  <a:pt x="12939" y="0"/>
                </a:moveTo>
                <a:lnTo>
                  <a:pt x="13098" y="0"/>
                </a:lnTo>
                <a:lnTo>
                  <a:pt x="13098" y="116"/>
                </a:lnTo>
                <a:lnTo>
                  <a:pt x="12939" y="116"/>
                </a:lnTo>
                <a:lnTo>
                  <a:pt x="12939" y="0"/>
                </a:lnTo>
                <a:moveTo>
                  <a:pt x="13203" y="0"/>
                </a:moveTo>
                <a:lnTo>
                  <a:pt x="13362" y="0"/>
                </a:lnTo>
                <a:lnTo>
                  <a:pt x="13362" y="116"/>
                </a:lnTo>
                <a:lnTo>
                  <a:pt x="13203" y="116"/>
                </a:lnTo>
                <a:lnTo>
                  <a:pt x="13203" y="0"/>
                </a:lnTo>
                <a:moveTo>
                  <a:pt x="13468" y="0"/>
                </a:moveTo>
                <a:lnTo>
                  <a:pt x="13627" y="0"/>
                </a:lnTo>
                <a:lnTo>
                  <a:pt x="13627" y="116"/>
                </a:lnTo>
                <a:lnTo>
                  <a:pt x="13468" y="116"/>
                </a:lnTo>
                <a:lnTo>
                  <a:pt x="13468" y="0"/>
                </a:lnTo>
                <a:moveTo>
                  <a:pt x="13732" y="0"/>
                </a:moveTo>
                <a:lnTo>
                  <a:pt x="13891" y="0"/>
                </a:lnTo>
                <a:lnTo>
                  <a:pt x="13891" y="116"/>
                </a:lnTo>
                <a:lnTo>
                  <a:pt x="13732" y="116"/>
                </a:lnTo>
                <a:lnTo>
                  <a:pt x="13732" y="0"/>
                </a:lnTo>
                <a:moveTo>
                  <a:pt x="13997" y="0"/>
                </a:moveTo>
                <a:lnTo>
                  <a:pt x="14157" y="0"/>
                </a:lnTo>
                <a:lnTo>
                  <a:pt x="14157" y="116"/>
                </a:lnTo>
                <a:lnTo>
                  <a:pt x="13997" y="116"/>
                </a:lnTo>
                <a:lnTo>
                  <a:pt x="13997" y="0"/>
                </a:lnTo>
                <a:moveTo>
                  <a:pt x="14262" y="0"/>
                </a:moveTo>
                <a:lnTo>
                  <a:pt x="14421" y="0"/>
                </a:lnTo>
                <a:lnTo>
                  <a:pt x="14421" y="116"/>
                </a:lnTo>
                <a:lnTo>
                  <a:pt x="14262" y="116"/>
                </a:lnTo>
                <a:lnTo>
                  <a:pt x="14262" y="0"/>
                </a:lnTo>
                <a:moveTo>
                  <a:pt x="14527" y="0"/>
                </a:moveTo>
                <a:lnTo>
                  <a:pt x="14686" y="0"/>
                </a:lnTo>
                <a:lnTo>
                  <a:pt x="14686" y="116"/>
                </a:lnTo>
                <a:lnTo>
                  <a:pt x="14527" y="116"/>
                </a:lnTo>
                <a:lnTo>
                  <a:pt x="14527" y="0"/>
                </a:lnTo>
                <a:moveTo>
                  <a:pt x="14791" y="0"/>
                </a:moveTo>
                <a:lnTo>
                  <a:pt x="14950" y="0"/>
                </a:lnTo>
                <a:lnTo>
                  <a:pt x="14950" y="116"/>
                </a:lnTo>
                <a:lnTo>
                  <a:pt x="14791" y="116"/>
                </a:lnTo>
                <a:lnTo>
                  <a:pt x="14791" y="0"/>
                </a:lnTo>
                <a:moveTo>
                  <a:pt x="15056" y="0"/>
                </a:moveTo>
                <a:lnTo>
                  <a:pt x="15215" y="0"/>
                </a:lnTo>
                <a:lnTo>
                  <a:pt x="15215" y="116"/>
                </a:lnTo>
                <a:lnTo>
                  <a:pt x="15056" y="116"/>
                </a:lnTo>
                <a:lnTo>
                  <a:pt x="15056" y="0"/>
                </a:lnTo>
                <a:moveTo>
                  <a:pt x="15320" y="0"/>
                </a:moveTo>
                <a:lnTo>
                  <a:pt x="15479" y="0"/>
                </a:lnTo>
                <a:lnTo>
                  <a:pt x="15479" y="116"/>
                </a:lnTo>
                <a:lnTo>
                  <a:pt x="15320" y="116"/>
                </a:lnTo>
                <a:lnTo>
                  <a:pt x="15320" y="0"/>
                </a:lnTo>
                <a:moveTo>
                  <a:pt x="15585" y="0"/>
                </a:moveTo>
                <a:lnTo>
                  <a:pt x="15743" y="0"/>
                </a:lnTo>
                <a:lnTo>
                  <a:pt x="15743" y="116"/>
                </a:lnTo>
                <a:lnTo>
                  <a:pt x="15585" y="116"/>
                </a:lnTo>
                <a:lnTo>
                  <a:pt x="15585" y="0"/>
                </a:lnTo>
                <a:moveTo>
                  <a:pt x="15849" y="0"/>
                </a:moveTo>
                <a:lnTo>
                  <a:pt x="16008" y="0"/>
                </a:lnTo>
                <a:lnTo>
                  <a:pt x="16008" y="116"/>
                </a:lnTo>
                <a:lnTo>
                  <a:pt x="15849" y="116"/>
                </a:lnTo>
                <a:lnTo>
                  <a:pt x="15849" y="0"/>
                </a:lnTo>
                <a:moveTo>
                  <a:pt x="16114" y="0"/>
                </a:moveTo>
                <a:lnTo>
                  <a:pt x="16272" y="0"/>
                </a:lnTo>
                <a:lnTo>
                  <a:pt x="16272" y="116"/>
                </a:lnTo>
                <a:lnTo>
                  <a:pt x="16114" y="116"/>
                </a:lnTo>
                <a:lnTo>
                  <a:pt x="16114" y="0"/>
                </a:lnTo>
                <a:moveTo>
                  <a:pt x="16378" y="0"/>
                </a:moveTo>
                <a:lnTo>
                  <a:pt x="16537" y="0"/>
                </a:lnTo>
                <a:lnTo>
                  <a:pt x="16537" y="116"/>
                </a:lnTo>
                <a:lnTo>
                  <a:pt x="16378" y="116"/>
                </a:lnTo>
                <a:lnTo>
                  <a:pt x="16378" y="0"/>
                </a:lnTo>
                <a:moveTo>
                  <a:pt x="16643" y="0"/>
                </a:moveTo>
                <a:lnTo>
                  <a:pt x="16801" y="0"/>
                </a:lnTo>
                <a:lnTo>
                  <a:pt x="16801" y="116"/>
                </a:lnTo>
                <a:lnTo>
                  <a:pt x="16643" y="116"/>
                </a:lnTo>
                <a:lnTo>
                  <a:pt x="16643" y="0"/>
                </a:lnTo>
                <a:moveTo>
                  <a:pt x="16907" y="0"/>
                </a:moveTo>
                <a:lnTo>
                  <a:pt x="17066" y="0"/>
                </a:lnTo>
                <a:lnTo>
                  <a:pt x="17066" y="116"/>
                </a:lnTo>
                <a:lnTo>
                  <a:pt x="16907" y="116"/>
                </a:lnTo>
                <a:lnTo>
                  <a:pt x="16907" y="0"/>
                </a:lnTo>
                <a:moveTo>
                  <a:pt x="17172" y="0"/>
                </a:moveTo>
                <a:lnTo>
                  <a:pt x="17330" y="0"/>
                </a:lnTo>
                <a:lnTo>
                  <a:pt x="17330" y="116"/>
                </a:lnTo>
                <a:lnTo>
                  <a:pt x="17172" y="116"/>
                </a:lnTo>
                <a:lnTo>
                  <a:pt x="17172" y="0"/>
                </a:lnTo>
                <a:moveTo>
                  <a:pt x="17436" y="0"/>
                </a:moveTo>
                <a:lnTo>
                  <a:pt x="17595" y="0"/>
                </a:lnTo>
                <a:lnTo>
                  <a:pt x="17595" y="116"/>
                </a:lnTo>
                <a:lnTo>
                  <a:pt x="17436" y="116"/>
                </a:lnTo>
                <a:lnTo>
                  <a:pt x="17436" y="0"/>
                </a:lnTo>
                <a:moveTo>
                  <a:pt x="17701" y="0"/>
                </a:moveTo>
                <a:lnTo>
                  <a:pt x="17859" y="0"/>
                </a:lnTo>
                <a:lnTo>
                  <a:pt x="17859" y="116"/>
                </a:lnTo>
                <a:lnTo>
                  <a:pt x="17701" y="116"/>
                </a:lnTo>
                <a:lnTo>
                  <a:pt x="17701" y="0"/>
                </a:lnTo>
                <a:moveTo>
                  <a:pt x="17965" y="0"/>
                </a:moveTo>
                <a:lnTo>
                  <a:pt x="18124" y="0"/>
                </a:lnTo>
                <a:lnTo>
                  <a:pt x="18124" y="116"/>
                </a:lnTo>
                <a:lnTo>
                  <a:pt x="17965" y="116"/>
                </a:lnTo>
                <a:lnTo>
                  <a:pt x="17965" y="0"/>
                </a:lnTo>
                <a:moveTo>
                  <a:pt x="18230" y="0"/>
                </a:moveTo>
                <a:lnTo>
                  <a:pt x="18388" y="0"/>
                </a:lnTo>
                <a:lnTo>
                  <a:pt x="18388" y="116"/>
                </a:lnTo>
                <a:lnTo>
                  <a:pt x="18230" y="116"/>
                </a:lnTo>
                <a:lnTo>
                  <a:pt x="18230" y="0"/>
                </a:lnTo>
                <a:moveTo>
                  <a:pt x="18494" y="0"/>
                </a:moveTo>
                <a:lnTo>
                  <a:pt x="18653" y="0"/>
                </a:lnTo>
                <a:lnTo>
                  <a:pt x="18653" y="116"/>
                </a:lnTo>
                <a:lnTo>
                  <a:pt x="18494" y="116"/>
                </a:lnTo>
                <a:lnTo>
                  <a:pt x="18494" y="0"/>
                </a:lnTo>
                <a:moveTo>
                  <a:pt x="18758" y="0"/>
                </a:moveTo>
                <a:lnTo>
                  <a:pt x="18917" y="0"/>
                </a:lnTo>
                <a:lnTo>
                  <a:pt x="18917" y="116"/>
                </a:lnTo>
                <a:lnTo>
                  <a:pt x="18758" y="116"/>
                </a:lnTo>
                <a:lnTo>
                  <a:pt x="18758" y="0"/>
                </a:lnTo>
                <a:moveTo>
                  <a:pt x="19023" y="0"/>
                </a:moveTo>
                <a:lnTo>
                  <a:pt x="19182" y="0"/>
                </a:lnTo>
                <a:lnTo>
                  <a:pt x="19182" y="116"/>
                </a:lnTo>
                <a:lnTo>
                  <a:pt x="19023" y="116"/>
                </a:lnTo>
                <a:lnTo>
                  <a:pt x="19023" y="0"/>
                </a:lnTo>
                <a:moveTo>
                  <a:pt x="19287" y="0"/>
                </a:moveTo>
                <a:lnTo>
                  <a:pt x="19446" y="0"/>
                </a:lnTo>
                <a:lnTo>
                  <a:pt x="19446" y="116"/>
                </a:lnTo>
                <a:lnTo>
                  <a:pt x="19287" y="116"/>
                </a:lnTo>
                <a:lnTo>
                  <a:pt x="19287" y="0"/>
                </a:lnTo>
                <a:moveTo>
                  <a:pt x="19552" y="0"/>
                </a:moveTo>
                <a:lnTo>
                  <a:pt x="19711" y="0"/>
                </a:lnTo>
                <a:lnTo>
                  <a:pt x="19711" y="116"/>
                </a:lnTo>
                <a:lnTo>
                  <a:pt x="19552" y="116"/>
                </a:lnTo>
                <a:lnTo>
                  <a:pt x="19552" y="0"/>
                </a:lnTo>
                <a:moveTo>
                  <a:pt x="19816" y="0"/>
                </a:moveTo>
                <a:lnTo>
                  <a:pt x="19975" y="0"/>
                </a:lnTo>
                <a:lnTo>
                  <a:pt x="19975" y="116"/>
                </a:lnTo>
                <a:lnTo>
                  <a:pt x="19816" y="116"/>
                </a:lnTo>
                <a:lnTo>
                  <a:pt x="19816" y="0"/>
                </a:lnTo>
                <a:moveTo>
                  <a:pt x="20081" y="0"/>
                </a:moveTo>
                <a:lnTo>
                  <a:pt x="20240" y="0"/>
                </a:lnTo>
                <a:lnTo>
                  <a:pt x="20240" y="116"/>
                </a:lnTo>
                <a:lnTo>
                  <a:pt x="20081" y="116"/>
                </a:lnTo>
                <a:lnTo>
                  <a:pt x="20081" y="0"/>
                </a:lnTo>
                <a:moveTo>
                  <a:pt x="20345" y="0"/>
                </a:moveTo>
                <a:lnTo>
                  <a:pt x="20504" y="0"/>
                </a:lnTo>
                <a:lnTo>
                  <a:pt x="20504" y="116"/>
                </a:lnTo>
                <a:lnTo>
                  <a:pt x="20345" y="116"/>
                </a:lnTo>
                <a:lnTo>
                  <a:pt x="20345" y="0"/>
                </a:lnTo>
                <a:moveTo>
                  <a:pt x="20610" y="0"/>
                </a:moveTo>
                <a:lnTo>
                  <a:pt x="20769" y="0"/>
                </a:lnTo>
                <a:lnTo>
                  <a:pt x="20769" y="116"/>
                </a:lnTo>
                <a:lnTo>
                  <a:pt x="20610" y="116"/>
                </a:lnTo>
                <a:lnTo>
                  <a:pt x="20610" y="0"/>
                </a:lnTo>
                <a:moveTo>
                  <a:pt x="20874" y="0"/>
                </a:moveTo>
                <a:lnTo>
                  <a:pt x="21033" y="0"/>
                </a:lnTo>
                <a:lnTo>
                  <a:pt x="21033" y="116"/>
                </a:lnTo>
                <a:lnTo>
                  <a:pt x="20874" y="116"/>
                </a:lnTo>
                <a:lnTo>
                  <a:pt x="20874" y="0"/>
                </a:lnTo>
                <a:moveTo>
                  <a:pt x="21139" y="0"/>
                </a:moveTo>
                <a:lnTo>
                  <a:pt x="21298" y="0"/>
                </a:lnTo>
                <a:lnTo>
                  <a:pt x="21298" y="116"/>
                </a:lnTo>
                <a:lnTo>
                  <a:pt x="21139" y="116"/>
                </a:lnTo>
                <a:lnTo>
                  <a:pt x="21139" y="0"/>
                </a:lnTo>
                <a:moveTo>
                  <a:pt x="21403" y="0"/>
                </a:moveTo>
                <a:lnTo>
                  <a:pt x="21562" y="0"/>
                </a:lnTo>
                <a:lnTo>
                  <a:pt x="21562" y="116"/>
                </a:lnTo>
                <a:lnTo>
                  <a:pt x="21403" y="116"/>
                </a:lnTo>
                <a:lnTo>
                  <a:pt x="21403" y="0"/>
                </a:lnTo>
                <a:moveTo>
                  <a:pt x="21668" y="0"/>
                </a:moveTo>
                <a:lnTo>
                  <a:pt x="21827" y="0"/>
                </a:lnTo>
                <a:lnTo>
                  <a:pt x="21827" y="116"/>
                </a:lnTo>
                <a:lnTo>
                  <a:pt x="21668" y="116"/>
                </a:lnTo>
                <a:lnTo>
                  <a:pt x="21668" y="0"/>
                </a:lnTo>
                <a:moveTo>
                  <a:pt x="21932" y="0"/>
                </a:moveTo>
                <a:lnTo>
                  <a:pt x="22091" y="0"/>
                </a:lnTo>
                <a:lnTo>
                  <a:pt x="22091" y="116"/>
                </a:lnTo>
                <a:lnTo>
                  <a:pt x="21932" y="116"/>
                </a:lnTo>
                <a:lnTo>
                  <a:pt x="21932" y="0"/>
                </a:lnTo>
                <a:moveTo>
                  <a:pt x="22197" y="0"/>
                </a:moveTo>
                <a:lnTo>
                  <a:pt x="22355" y="0"/>
                </a:lnTo>
                <a:lnTo>
                  <a:pt x="22355" y="116"/>
                </a:lnTo>
                <a:lnTo>
                  <a:pt x="22197" y="116"/>
                </a:lnTo>
                <a:lnTo>
                  <a:pt x="22197" y="0"/>
                </a:lnTo>
                <a:moveTo>
                  <a:pt x="22461" y="0"/>
                </a:moveTo>
                <a:lnTo>
                  <a:pt x="22620" y="0"/>
                </a:lnTo>
                <a:lnTo>
                  <a:pt x="22620" y="116"/>
                </a:lnTo>
                <a:lnTo>
                  <a:pt x="22461" y="116"/>
                </a:lnTo>
                <a:lnTo>
                  <a:pt x="22461" y="0"/>
                </a:lnTo>
                <a:moveTo>
                  <a:pt x="22726" y="0"/>
                </a:moveTo>
                <a:lnTo>
                  <a:pt x="22884" y="0"/>
                </a:lnTo>
                <a:lnTo>
                  <a:pt x="22884" y="116"/>
                </a:lnTo>
                <a:lnTo>
                  <a:pt x="22726" y="116"/>
                </a:lnTo>
                <a:lnTo>
                  <a:pt x="22726" y="0"/>
                </a:lnTo>
                <a:moveTo>
                  <a:pt x="22990" y="0"/>
                </a:moveTo>
                <a:lnTo>
                  <a:pt x="23149" y="0"/>
                </a:lnTo>
                <a:lnTo>
                  <a:pt x="23149" y="116"/>
                </a:lnTo>
                <a:lnTo>
                  <a:pt x="22990" y="116"/>
                </a:lnTo>
                <a:lnTo>
                  <a:pt x="22990" y="0"/>
                </a:lnTo>
                <a:moveTo>
                  <a:pt x="23255" y="0"/>
                </a:moveTo>
                <a:lnTo>
                  <a:pt x="23413" y="0"/>
                </a:lnTo>
                <a:lnTo>
                  <a:pt x="23413" y="116"/>
                </a:lnTo>
                <a:lnTo>
                  <a:pt x="23255" y="116"/>
                </a:lnTo>
                <a:lnTo>
                  <a:pt x="23255" y="0"/>
                </a:lnTo>
                <a:moveTo>
                  <a:pt x="23519" y="0"/>
                </a:moveTo>
                <a:lnTo>
                  <a:pt x="23678" y="0"/>
                </a:lnTo>
                <a:lnTo>
                  <a:pt x="23678" y="116"/>
                </a:lnTo>
                <a:lnTo>
                  <a:pt x="23519" y="116"/>
                </a:lnTo>
                <a:lnTo>
                  <a:pt x="23519" y="0"/>
                </a:lnTo>
                <a:moveTo>
                  <a:pt x="23784" y="0"/>
                </a:moveTo>
                <a:lnTo>
                  <a:pt x="23942" y="0"/>
                </a:lnTo>
                <a:lnTo>
                  <a:pt x="23942" y="116"/>
                </a:lnTo>
                <a:lnTo>
                  <a:pt x="23784" y="116"/>
                </a:lnTo>
                <a:lnTo>
                  <a:pt x="23784" y="0"/>
                </a:lnTo>
                <a:moveTo>
                  <a:pt x="24048" y="0"/>
                </a:moveTo>
                <a:lnTo>
                  <a:pt x="24207" y="0"/>
                </a:lnTo>
                <a:lnTo>
                  <a:pt x="24207" y="116"/>
                </a:lnTo>
                <a:lnTo>
                  <a:pt x="24048" y="116"/>
                </a:lnTo>
                <a:lnTo>
                  <a:pt x="24048" y="0"/>
                </a:lnTo>
                <a:moveTo>
                  <a:pt x="24313" y="0"/>
                </a:moveTo>
                <a:lnTo>
                  <a:pt x="24471" y="0"/>
                </a:lnTo>
                <a:lnTo>
                  <a:pt x="24471" y="116"/>
                </a:lnTo>
                <a:lnTo>
                  <a:pt x="24313" y="116"/>
                </a:lnTo>
                <a:lnTo>
                  <a:pt x="24313" y="0"/>
                </a:lnTo>
                <a:moveTo>
                  <a:pt x="24577" y="0"/>
                </a:moveTo>
                <a:lnTo>
                  <a:pt x="24736" y="0"/>
                </a:lnTo>
                <a:lnTo>
                  <a:pt x="24736" y="116"/>
                </a:lnTo>
                <a:lnTo>
                  <a:pt x="24577" y="116"/>
                </a:lnTo>
                <a:lnTo>
                  <a:pt x="24577" y="0"/>
                </a:lnTo>
                <a:moveTo>
                  <a:pt x="24842" y="0"/>
                </a:moveTo>
                <a:lnTo>
                  <a:pt x="25000" y="0"/>
                </a:lnTo>
                <a:lnTo>
                  <a:pt x="25000" y="116"/>
                </a:lnTo>
                <a:lnTo>
                  <a:pt x="24842" y="116"/>
                </a:lnTo>
                <a:lnTo>
                  <a:pt x="24842" y="0"/>
                </a:lnTo>
                <a:moveTo>
                  <a:pt x="25106" y="0"/>
                </a:moveTo>
                <a:lnTo>
                  <a:pt x="25265" y="0"/>
                </a:lnTo>
                <a:lnTo>
                  <a:pt x="25265" y="116"/>
                </a:lnTo>
                <a:lnTo>
                  <a:pt x="25106" y="116"/>
                </a:lnTo>
                <a:lnTo>
                  <a:pt x="25106" y="0"/>
                </a:lnTo>
                <a:moveTo>
                  <a:pt x="25371" y="0"/>
                </a:moveTo>
                <a:lnTo>
                  <a:pt x="25529" y="0"/>
                </a:lnTo>
                <a:lnTo>
                  <a:pt x="25529" y="116"/>
                </a:lnTo>
                <a:lnTo>
                  <a:pt x="25371" y="116"/>
                </a:lnTo>
                <a:lnTo>
                  <a:pt x="25371" y="0"/>
                </a:lnTo>
                <a:moveTo>
                  <a:pt x="25635" y="0"/>
                </a:moveTo>
                <a:lnTo>
                  <a:pt x="25794" y="0"/>
                </a:lnTo>
                <a:lnTo>
                  <a:pt x="25794" y="116"/>
                </a:lnTo>
                <a:lnTo>
                  <a:pt x="25635" y="116"/>
                </a:lnTo>
                <a:lnTo>
                  <a:pt x="25635" y="0"/>
                </a:lnTo>
                <a:moveTo>
                  <a:pt x="25899" y="0"/>
                </a:moveTo>
                <a:lnTo>
                  <a:pt x="26058" y="0"/>
                </a:lnTo>
                <a:lnTo>
                  <a:pt x="26058" y="116"/>
                </a:lnTo>
                <a:lnTo>
                  <a:pt x="25899" y="116"/>
                </a:lnTo>
                <a:lnTo>
                  <a:pt x="25899" y="0"/>
                </a:lnTo>
                <a:moveTo>
                  <a:pt x="26164" y="0"/>
                </a:moveTo>
                <a:lnTo>
                  <a:pt x="26323" y="0"/>
                </a:lnTo>
                <a:lnTo>
                  <a:pt x="26323" y="116"/>
                </a:lnTo>
                <a:lnTo>
                  <a:pt x="26164" y="116"/>
                </a:lnTo>
                <a:lnTo>
                  <a:pt x="26164" y="0"/>
                </a:lnTo>
                <a:moveTo>
                  <a:pt x="26428" y="0"/>
                </a:moveTo>
                <a:lnTo>
                  <a:pt x="26587" y="0"/>
                </a:lnTo>
                <a:lnTo>
                  <a:pt x="26587" y="116"/>
                </a:lnTo>
                <a:lnTo>
                  <a:pt x="26428" y="116"/>
                </a:lnTo>
                <a:lnTo>
                  <a:pt x="26428" y="0"/>
                </a:lnTo>
                <a:moveTo>
                  <a:pt x="26693" y="0"/>
                </a:moveTo>
                <a:lnTo>
                  <a:pt x="26852" y="0"/>
                </a:lnTo>
                <a:lnTo>
                  <a:pt x="26852" y="116"/>
                </a:lnTo>
                <a:lnTo>
                  <a:pt x="26693" y="116"/>
                </a:lnTo>
                <a:lnTo>
                  <a:pt x="26693" y="0"/>
                </a:lnTo>
                <a:moveTo>
                  <a:pt x="26957" y="0"/>
                </a:moveTo>
                <a:lnTo>
                  <a:pt x="27116" y="0"/>
                </a:lnTo>
                <a:lnTo>
                  <a:pt x="27116" y="116"/>
                </a:lnTo>
                <a:lnTo>
                  <a:pt x="26957" y="116"/>
                </a:lnTo>
                <a:lnTo>
                  <a:pt x="26957" y="0"/>
                </a:lnTo>
                <a:moveTo>
                  <a:pt x="27222" y="0"/>
                </a:moveTo>
                <a:lnTo>
                  <a:pt x="27381" y="0"/>
                </a:lnTo>
                <a:lnTo>
                  <a:pt x="27381" y="116"/>
                </a:lnTo>
                <a:lnTo>
                  <a:pt x="27222" y="116"/>
                </a:lnTo>
                <a:lnTo>
                  <a:pt x="27222" y="0"/>
                </a:lnTo>
                <a:moveTo>
                  <a:pt x="27486" y="0"/>
                </a:moveTo>
                <a:lnTo>
                  <a:pt x="27645" y="0"/>
                </a:lnTo>
                <a:lnTo>
                  <a:pt x="27645" y="116"/>
                </a:lnTo>
                <a:lnTo>
                  <a:pt x="27486" y="116"/>
                </a:lnTo>
                <a:lnTo>
                  <a:pt x="27486" y="0"/>
                </a:lnTo>
                <a:moveTo>
                  <a:pt x="27751" y="0"/>
                </a:moveTo>
                <a:lnTo>
                  <a:pt x="27910" y="0"/>
                </a:lnTo>
                <a:lnTo>
                  <a:pt x="27910" y="116"/>
                </a:lnTo>
                <a:lnTo>
                  <a:pt x="27751" y="116"/>
                </a:lnTo>
                <a:lnTo>
                  <a:pt x="27751" y="0"/>
                </a:lnTo>
                <a:moveTo>
                  <a:pt x="28015" y="0"/>
                </a:moveTo>
                <a:lnTo>
                  <a:pt x="28174" y="0"/>
                </a:lnTo>
                <a:lnTo>
                  <a:pt x="28174" y="116"/>
                </a:lnTo>
                <a:lnTo>
                  <a:pt x="28015" y="116"/>
                </a:lnTo>
                <a:lnTo>
                  <a:pt x="28015" y="0"/>
                </a:lnTo>
                <a:moveTo>
                  <a:pt x="28280" y="0"/>
                </a:moveTo>
                <a:lnTo>
                  <a:pt x="28439" y="0"/>
                </a:lnTo>
                <a:lnTo>
                  <a:pt x="28439" y="116"/>
                </a:lnTo>
                <a:lnTo>
                  <a:pt x="28280" y="116"/>
                </a:lnTo>
                <a:lnTo>
                  <a:pt x="28280" y="0"/>
                </a:lnTo>
                <a:moveTo>
                  <a:pt x="28544" y="0"/>
                </a:moveTo>
                <a:lnTo>
                  <a:pt x="28703" y="0"/>
                </a:lnTo>
                <a:lnTo>
                  <a:pt x="28703" y="116"/>
                </a:lnTo>
                <a:lnTo>
                  <a:pt x="28544" y="116"/>
                </a:lnTo>
                <a:lnTo>
                  <a:pt x="28544" y="0"/>
                </a:lnTo>
                <a:moveTo>
                  <a:pt x="28809" y="0"/>
                </a:moveTo>
                <a:lnTo>
                  <a:pt x="28968" y="0"/>
                </a:lnTo>
                <a:lnTo>
                  <a:pt x="28968" y="116"/>
                </a:lnTo>
                <a:lnTo>
                  <a:pt x="28809" y="116"/>
                </a:lnTo>
                <a:lnTo>
                  <a:pt x="28809" y="0"/>
                </a:lnTo>
                <a:moveTo>
                  <a:pt x="29073" y="0"/>
                </a:moveTo>
                <a:lnTo>
                  <a:pt x="29232" y="0"/>
                </a:lnTo>
                <a:lnTo>
                  <a:pt x="29232" y="116"/>
                </a:lnTo>
                <a:lnTo>
                  <a:pt x="29073" y="116"/>
                </a:lnTo>
                <a:lnTo>
                  <a:pt x="29073" y="0"/>
                </a:lnTo>
                <a:moveTo>
                  <a:pt x="29338" y="0"/>
                </a:moveTo>
                <a:lnTo>
                  <a:pt x="29496" y="0"/>
                </a:lnTo>
                <a:lnTo>
                  <a:pt x="29496" y="116"/>
                </a:lnTo>
                <a:lnTo>
                  <a:pt x="29338" y="116"/>
                </a:lnTo>
                <a:lnTo>
                  <a:pt x="29338" y="0"/>
                </a:lnTo>
                <a:moveTo>
                  <a:pt x="29602" y="0"/>
                </a:moveTo>
                <a:lnTo>
                  <a:pt x="29761" y="0"/>
                </a:lnTo>
                <a:lnTo>
                  <a:pt x="29761" y="116"/>
                </a:lnTo>
                <a:lnTo>
                  <a:pt x="29602" y="116"/>
                </a:lnTo>
                <a:lnTo>
                  <a:pt x="29602" y="0"/>
                </a:lnTo>
                <a:moveTo>
                  <a:pt x="29867" y="0"/>
                </a:moveTo>
                <a:lnTo>
                  <a:pt x="30025" y="0"/>
                </a:lnTo>
                <a:lnTo>
                  <a:pt x="30025" y="116"/>
                </a:lnTo>
                <a:lnTo>
                  <a:pt x="29867" y="116"/>
                </a:lnTo>
                <a:lnTo>
                  <a:pt x="29867" y="0"/>
                </a:lnTo>
                <a:moveTo>
                  <a:pt x="30131" y="0"/>
                </a:moveTo>
                <a:lnTo>
                  <a:pt x="30290" y="0"/>
                </a:lnTo>
                <a:lnTo>
                  <a:pt x="30290" y="116"/>
                </a:lnTo>
                <a:lnTo>
                  <a:pt x="30131" y="116"/>
                </a:lnTo>
                <a:lnTo>
                  <a:pt x="30131" y="0"/>
                </a:lnTo>
                <a:moveTo>
                  <a:pt x="30396" y="0"/>
                </a:moveTo>
                <a:lnTo>
                  <a:pt x="30554" y="0"/>
                </a:lnTo>
                <a:lnTo>
                  <a:pt x="30554" y="116"/>
                </a:lnTo>
                <a:lnTo>
                  <a:pt x="30396" y="116"/>
                </a:lnTo>
                <a:lnTo>
                  <a:pt x="30396" y="0"/>
                </a:lnTo>
                <a:moveTo>
                  <a:pt x="30660" y="0"/>
                </a:moveTo>
                <a:lnTo>
                  <a:pt x="30725" y="0"/>
                </a:lnTo>
                <a:cubicBezTo>
                  <a:pt x="30767" y="0"/>
                  <a:pt x="30807" y="10"/>
                  <a:pt x="30843" y="31"/>
                </a:cubicBezTo>
                <a:lnTo>
                  <a:pt x="30787" y="132"/>
                </a:lnTo>
                <a:cubicBezTo>
                  <a:pt x="30767" y="122"/>
                  <a:pt x="30747" y="116"/>
                  <a:pt x="30725" y="116"/>
                </a:cubicBezTo>
                <a:lnTo>
                  <a:pt x="30660" y="116"/>
                </a:lnTo>
                <a:lnTo>
                  <a:pt x="30660" y="0"/>
                </a:lnTo>
                <a:moveTo>
                  <a:pt x="30940" y="130"/>
                </a:moveTo>
                <a:cubicBezTo>
                  <a:pt x="30959" y="165"/>
                  <a:pt x="30968" y="203"/>
                  <a:pt x="30968" y="243"/>
                </a:cubicBezTo>
                <a:lnTo>
                  <a:pt x="30968" y="313"/>
                </a:lnTo>
                <a:lnTo>
                  <a:pt x="30852" y="313"/>
                </a:lnTo>
                <a:lnTo>
                  <a:pt x="30852" y="243"/>
                </a:lnTo>
                <a:cubicBezTo>
                  <a:pt x="30852" y="222"/>
                  <a:pt x="30847" y="203"/>
                  <a:pt x="30837" y="184"/>
                </a:cubicBezTo>
                <a:lnTo>
                  <a:pt x="30940" y="130"/>
                </a:lnTo>
                <a:moveTo>
                  <a:pt x="30968" y="418"/>
                </a:moveTo>
                <a:lnTo>
                  <a:pt x="30968" y="577"/>
                </a:lnTo>
                <a:lnTo>
                  <a:pt x="30852" y="577"/>
                </a:lnTo>
                <a:lnTo>
                  <a:pt x="30852" y="418"/>
                </a:lnTo>
                <a:lnTo>
                  <a:pt x="30968" y="418"/>
                </a:lnTo>
                <a:moveTo>
                  <a:pt x="30968" y="683"/>
                </a:moveTo>
                <a:lnTo>
                  <a:pt x="30968" y="842"/>
                </a:lnTo>
                <a:lnTo>
                  <a:pt x="30852" y="842"/>
                </a:lnTo>
                <a:lnTo>
                  <a:pt x="30852" y="683"/>
                </a:lnTo>
                <a:lnTo>
                  <a:pt x="30968" y="683"/>
                </a:lnTo>
                <a:moveTo>
                  <a:pt x="30968" y="947"/>
                </a:moveTo>
                <a:lnTo>
                  <a:pt x="30968" y="1106"/>
                </a:lnTo>
                <a:lnTo>
                  <a:pt x="30852" y="1106"/>
                </a:lnTo>
                <a:lnTo>
                  <a:pt x="30852" y="947"/>
                </a:lnTo>
                <a:lnTo>
                  <a:pt x="30968" y="947"/>
                </a:lnTo>
                <a:moveTo>
                  <a:pt x="30968" y="1212"/>
                </a:moveTo>
                <a:lnTo>
                  <a:pt x="30968" y="1371"/>
                </a:lnTo>
                <a:lnTo>
                  <a:pt x="30852" y="1371"/>
                </a:lnTo>
                <a:lnTo>
                  <a:pt x="30852" y="1212"/>
                </a:lnTo>
                <a:lnTo>
                  <a:pt x="30968" y="1212"/>
                </a:lnTo>
                <a:moveTo>
                  <a:pt x="30968" y="1476"/>
                </a:moveTo>
                <a:lnTo>
                  <a:pt x="30968" y="1635"/>
                </a:lnTo>
                <a:lnTo>
                  <a:pt x="30852" y="1635"/>
                </a:lnTo>
                <a:lnTo>
                  <a:pt x="30852" y="1476"/>
                </a:lnTo>
                <a:lnTo>
                  <a:pt x="30968" y="1476"/>
                </a:lnTo>
                <a:moveTo>
                  <a:pt x="30968" y="1741"/>
                </a:moveTo>
                <a:lnTo>
                  <a:pt x="30968" y="1900"/>
                </a:lnTo>
                <a:lnTo>
                  <a:pt x="30852" y="1900"/>
                </a:lnTo>
                <a:lnTo>
                  <a:pt x="30852" y="1741"/>
                </a:lnTo>
                <a:lnTo>
                  <a:pt x="30968" y="1741"/>
                </a:lnTo>
                <a:moveTo>
                  <a:pt x="30968" y="2005"/>
                </a:moveTo>
                <a:lnTo>
                  <a:pt x="30968" y="2165"/>
                </a:lnTo>
                <a:lnTo>
                  <a:pt x="30852" y="2165"/>
                </a:lnTo>
                <a:lnTo>
                  <a:pt x="30852" y="2005"/>
                </a:lnTo>
                <a:lnTo>
                  <a:pt x="30968" y="2005"/>
                </a:lnTo>
                <a:moveTo>
                  <a:pt x="30968" y="2271"/>
                </a:moveTo>
                <a:lnTo>
                  <a:pt x="30968" y="2429"/>
                </a:lnTo>
                <a:lnTo>
                  <a:pt x="30852" y="2429"/>
                </a:lnTo>
                <a:lnTo>
                  <a:pt x="30852" y="2271"/>
                </a:lnTo>
                <a:lnTo>
                  <a:pt x="30968" y="2271"/>
                </a:lnTo>
                <a:moveTo>
                  <a:pt x="30968" y="2535"/>
                </a:moveTo>
                <a:lnTo>
                  <a:pt x="30968" y="2694"/>
                </a:lnTo>
                <a:lnTo>
                  <a:pt x="30852" y="2694"/>
                </a:lnTo>
                <a:lnTo>
                  <a:pt x="30852" y="2535"/>
                </a:lnTo>
                <a:lnTo>
                  <a:pt x="30968" y="2535"/>
                </a:lnTo>
                <a:moveTo>
                  <a:pt x="30968" y="2800"/>
                </a:moveTo>
                <a:lnTo>
                  <a:pt x="30968" y="2958"/>
                </a:lnTo>
                <a:lnTo>
                  <a:pt x="30852" y="2958"/>
                </a:lnTo>
                <a:lnTo>
                  <a:pt x="30852" y="2800"/>
                </a:lnTo>
                <a:lnTo>
                  <a:pt x="30968" y="2800"/>
                </a:lnTo>
                <a:moveTo>
                  <a:pt x="30968" y="3064"/>
                </a:moveTo>
                <a:lnTo>
                  <a:pt x="30968" y="3223"/>
                </a:lnTo>
                <a:lnTo>
                  <a:pt x="30852" y="3223"/>
                </a:lnTo>
                <a:lnTo>
                  <a:pt x="30852" y="3064"/>
                </a:lnTo>
                <a:lnTo>
                  <a:pt x="30968" y="3064"/>
                </a:lnTo>
                <a:moveTo>
                  <a:pt x="30967" y="3333"/>
                </a:moveTo>
                <a:cubicBezTo>
                  <a:pt x="30962" y="3408"/>
                  <a:pt x="30928" y="3467"/>
                  <a:pt x="30867" y="3511"/>
                </a:cubicBezTo>
                <a:lnTo>
                  <a:pt x="30799" y="3416"/>
                </a:lnTo>
                <a:cubicBezTo>
                  <a:pt x="30831" y="3394"/>
                  <a:pt x="30848" y="3363"/>
                  <a:pt x="30851" y="3323"/>
                </a:cubicBezTo>
                <a:lnTo>
                  <a:pt x="30967" y="3333"/>
                </a:lnTo>
                <a:moveTo>
                  <a:pt x="30736" y="3556"/>
                </a:moveTo>
                <a:cubicBezTo>
                  <a:pt x="30733" y="3557"/>
                  <a:pt x="30729" y="3557"/>
                  <a:pt x="30725" y="3557"/>
                </a:cubicBezTo>
                <a:lnTo>
                  <a:pt x="30575" y="3557"/>
                </a:lnTo>
                <a:lnTo>
                  <a:pt x="30575" y="3440"/>
                </a:lnTo>
                <a:lnTo>
                  <a:pt x="30725" y="3440"/>
                </a:lnTo>
                <a:cubicBezTo>
                  <a:pt x="30727" y="3440"/>
                  <a:pt x="30729" y="3440"/>
                  <a:pt x="30731" y="3440"/>
                </a:cubicBezTo>
                <a:lnTo>
                  <a:pt x="30736" y="3556"/>
                </a:lnTo>
                <a:moveTo>
                  <a:pt x="30470" y="3557"/>
                </a:moveTo>
                <a:lnTo>
                  <a:pt x="30311" y="3557"/>
                </a:lnTo>
                <a:lnTo>
                  <a:pt x="30311" y="3440"/>
                </a:lnTo>
                <a:lnTo>
                  <a:pt x="30470" y="3440"/>
                </a:lnTo>
                <a:lnTo>
                  <a:pt x="30470" y="3557"/>
                </a:lnTo>
                <a:moveTo>
                  <a:pt x="30205" y="3557"/>
                </a:moveTo>
                <a:lnTo>
                  <a:pt x="30046" y="3557"/>
                </a:lnTo>
                <a:lnTo>
                  <a:pt x="30046" y="3440"/>
                </a:lnTo>
                <a:lnTo>
                  <a:pt x="30205" y="3440"/>
                </a:lnTo>
                <a:lnTo>
                  <a:pt x="30205" y="3557"/>
                </a:lnTo>
                <a:moveTo>
                  <a:pt x="29941" y="3557"/>
                </a:moveTo>
                <a:lnTo>
                  <a:pt x="29782" y="3557"/>
                </a:lnTo>
                <a:lnTo>
                  <a:pt x="29782" y="3440"/>
                </a:lnTo>
                <a:lnTo>
                  <a:pt x="29941" y="3440"/>
                </a:lnTo>
                <a:lnTo>
                  <a:pt x="29941" y="3557"/>
                </a:lnTo>
                <a:moveTo>
                  <a:pt x="29676" y="3557"/>
                </a:moveTo>
                <a:lnTo>
                  <a:pt x="29517" y="3557"/>
                </a:lnTo>
                <a:lnTo>
                  <a:pt x="29517" y="3440"/>
                </a:lnTo>
                <a:lnTo>
                  <a:pt x="29676" y="3440"/>
                </a:lnTo>
                <a:lnTo>
                  <a:pt x="29676" y="3557"/>
                </a:lnTo>
                <a:moveTo>
                  <a:pt x="29412" y="3557"/>
                </a:moveTo>
                <a:lnTo>
                  <a:pt x="29253" y="3557"/>
                </a:lnTo>
                <a:lnTo>
                  <a:pt x="29253" y="3440"/>
                </a:lnTo>
                <a:lnTo>
                  <a:pt x="29412" y="3440"/>
                </a:lnTo>
                <a:lnTo>
                  <a:pt x="29412" y="3557"/>
                </a:lnTo>
                <a:moveTo>
                  <a:pt x="29147" y="3557"/>
                </a:moveTo>
                <a:lnTo>
                  <a:pt x="28988" y="3557"/>
                </a:lnTo>
                <a:lnTo>
                  <a:pt x="28988" y="3440"/>
                </a:lnTo>
                <a:lnTo>
                  <a:pt x="29147" y="3440"/>
                </a:lnTo>
                <a:lnTo>
                  <a:pt x="29147" y="3557"/>
                </a:lnTo>
                <a:moveTo>
                  <a:pt x="28883" y="3557"/>
                </a:moveTo>
                <a:lnTo>
                  <a:pt x="28724" y="3557"/>
                </a:lnTo>
                <a:lnTo>
                  <a:pt x="28724" y="3440"/>
                </a:lnTo>
                <a:lnTo>
                  <a:pt x="28883" y="3440"/>
                </a:lnTo>
                <a:lnTo>
                  <a:pt x="28883" y="3557"/>
                </a:lnTo>
                <a:moveTo>
                  <a:pt x="28618" y="3557"/>
                </a:moveTo>
                <a:lnTo>
                  <a:pt x="28459" y="3557"/>
                </a:lnTo>
                <a:lnTo>
                  <a:pt x="28459" y="3440"/>
                </a:lnTo>
                <a:lnTo>
                  <a:pt x="28618" y="3440"/>
                </a:lnTo>
                <a:lnTo>
                  <a:pt x="28618" y="3557"/>
                </a:lnTo>
                <a:moveTo>
                  <a:pt x="28354" y="3557"/>
                </a:moveTo>
                <a:lnTo>
                  <a:pt x="28195" y="3557"/>
                </a:lnTo>
                <a:lnTo>
                  <a:pt x="28195" y="3440"/>
                </a:lnTo>
                <a:lnTo>
                  <a:pt x="28354" y="3440"/>
                </a:lnTo>
                <a:lnTo>
                  <a:pt x="28354" y="3557"/>
                </a:lnTo>
                <a:moveTo>
                  <a:pt x="28089" y="3557"/>
                </a:moveTo>
                <a:lnTo>
                  <a:pt x="27931" y="3557"/>
                </a:lnTo>
                <a:lnTo>
                  <a:pt x="27931" y="3440"/>
                </a:lnTo>
                <a:lnTo>
                  <a:pt x="28089" y="3440"/>
                </a:lnTo>
                <a:lnTo>
                  <a:pt x="28089" y="3557"/>
                </a:lnTo>
                <a:moveTo>
                  <a:pt x="27825" y="3557"/>
                </a:moveTo>
                <a:lnTo>
                  <a:pt x="27666" y="3557"/>
                </a:lnTo>
                <a:lnTo>
                  <a:pt x="27666" y="3440"/>
                </a:lnTo>
                <a:lnTo>
                  <a:pt x="27825" y="3440"/>
                </a:lnTo>
                <a:lnTo>
                  <a:pt x="27825" y="3557"/>
                </a:lnTo>
                <a:moveTo>
                  <a:pt x="27560" y="3557"/>
                </a:moveTo>
                <a:lnTo>
                  <a:pt x="27402" y="3557"/>
                </a:lnTo>
                <a:lnTo>
                  <a:pt x="27402" y="3440"/>
                </a:lnTo>
                <a:lnTo>
                  <a:pt x="27560" y="3440"/>
                </a:lnTo>
                <a:lnTo>
                  <a:pt x="27560" y="3557"/>
                </a:lnTo>
                <a:moveTo>
                  <a:pt x="27296" y="3557"/>
                </a:moveTo>
                <a:lnTo>
                  <a:pt x="27137" y="3557"/>
                </a:lnTo>
                <a:lnTo>
                  <a:pt x="27137" y="3440"/>
                </a:lnTo>
                <a:lnTo>
                  <a:pt x="27296" y="3440"/>
                </a:lnTo>
                <a:lnTo>
                  <a:pt x="27296" y="3557"/>
                </a:lnTo>
                <a:moveTo>
                  <a:pt x="27031" y="3557"/>
                </a:moveTo>
                <a:lnTo>
                  <a:pt x="26873" y="3557"/>
                </a:lnTo>
                <a:lnTo>
                  <a:pt x="26873" y="3440"/>
                </a:lnTo>
                <a:lnTo>
                  <a:pt x="27031" y="3440"/>
                </a:lnTo>
                <a:lnTo>
                  <a:pt x="27031" y="3557"/>
                </a:lnTo>
                <a:moveTo>
                  <a:pt x="26767" y="3557"/>
                </a:moveTo>
                <a:lnTo>
                  <a:pt x="26608" y="3557"/>
                </a:lnTo>
                <a:lnTo>
                  <a:pt x="26608" y="3440"/>
                </a:lnTo>
                <a:lnTo>
                  <a:pt x="26767" y="3440"/>
                </a:lnTo>
                <a:lnTo>
                  <a:pt x="26767" y="3557"/>
                </a:lnTo>
                <a:moveTo>
                  <a:pt x="26502" y="3557"/>
                </a:moveTo>
                <a:lnTo>
                  <a:pt x="26344" y="3557"/>
                </a:lnTo>
                <a:lnTo>
                  <a:pt x="26344" y="3440"/>
                </a:lnTo>
                <a:lnTo>
                  <a:pt x="26502" y="3440"/>
                </a:lnTo>
                <a:lnTo>
                  <a:pt x="26502" y="3557"/>
                </a:lnTo>
                <a:moveTo>
                  <a:pt x="26238" y="3557"/>
                </a:moveTo>
                <a:lnTo>
                  <a:pt x="26079" y="3557"/>
                </a:lnTo>
                <a:lnTo>
                  <a:pt x="26079" y="3440"/>
                </a:lnTo>
                <a:lnTo>
                  <a:pt x="26238" y="3440"/>
                </a:lnTo>
                <a:lnTo>
                  <a:pt x="26238" y="3557"/>
                </a:lnTo>
                <a:moveTo>
                  <a:pt x="25973" y="3557"/>
                </a:moveTo>
                <a:lnTo>
                  <a:pt x="25815" y="3557"/>
                </a:lnTo>
                <a:lnTo>
                  <a:pt x="25815" y="3440"/>
                </a:lnTo>
                <a:lnTo>
                  <a:pt x="25973" y="3440"/>
                </a:lnTo>
                <a:lnTo>
                  <a:pt x="25973" y="3557"/>
                </a:lnTo>
                <a:moveTo>
                  <a:pt x="25709" y="3557"/>
                </a:moveTo>
                <a:lnTo>
                  <a:pt x="25550" y="3557"/>
                </a:lnTo>
                <a:lnTo>
                  <a:pt x="25550" y="3440"/>
                </a:lnTo>
                <a:lnTo>
                  <a:pt x="25709" y="3440"/>
                </a:lnTo>
                <a:lnTo>
                  <a:pt x="25709" y="3557"/>
                </a:lnTo>
                <a:moveTo>
                  <a:pt x="25444" y="3557"/>
                </a:moveTo>
                <a:lnTo>
                  <a:pt x="25286" y="3557"/>
                </a:lnTo>
                <a:lnTo>
                  <a:pt x="25286" y="3440"/>
                </a:lnTo>
                <a:lnTo>
                  <a:pt x="25444" y="3440"/>
                </a:lnTo>
                <a:lnTo>
                  <a:pt x="25444" y="3557"/>
                </a:lnTo>
                <a:moveTo>
                  <a:pt x="25180" y="3557"/>
                </a:moveTo>
                <a:lnTo>
                  <a:pt x="25021" y="3557"/>
                </a:lnTo>
                <a:lnTo>
                  <a:pt x="25021" y="3440"/>
                </a:lnTo>
                <a:lnTo>
                  <a:pt x="25180" y="3440"/>
                </a:lnTo>
                <a:lnTo>
                  <a:pt x="25180" y="3557"/>
                </a:lnTo>
                <a:moveTo>
                  <a:pt x="24916" y="3557"/>
                </a:moveTo>
                <a:lnTo>
                  <a:pt x="24757" y="3557"/>
                </a:lnTo>
                <a:lnTo>
                  <a:pt x="24757" y="3440"/>
                </a:lnTo>
                <a:lnTo>
                  <a:pt x="24916" y="3440"/>
                </a:lnTo>
                <a:lnTo>
                  <a:pt x="24916" y="3557"/>
                </a:lnTo>
                <a:moveTo>
                  <a:pt x="24651" y="3557"/>
                </a:moveTo>
                <a:lnTo>
                  <a:pt x="24492" y="3557"/>
                </a:lnTo>
                <a:lnTo>
                  <a:pt x="24492" y="3440"/>
                </a:lnTo>
                <a:lnTo>
                  <a:pt x="24651" y="3440"/>
                </a:lnTo>
                <a:lnTo>
                  <a:pt x="24651" y="3557"/>
                </a:lnTo>
                <a:moveTo>
                  <a:pt x="24387" y="3557"/>
                </a:moveTo>
                <a:lnTo>
                  <a:pt x="24228" y="3557"/>
                </a:lnTo>
                <a:lnTo>
                  <a:pt x="24228" y="3440"/>
                </a:lnTo>
                <a:lnTo>
                  <a:pt x="24387" y="3440"/>
                </a:lnTo>
                <a:lnTo>
                  <a:pt x="24387" y="3557"/>
                </a:lnTo>
                <a:moveTo>
                  <a:pt x="24122" y="3557"/>
                </a:moveTo>
                <a:lnTo>
                  <a:pt x="23963" y="3557"/>
                </a:lnTo>
                <a:lnTo>
                  <a:pt x="23963" y="3440"/>
                </a:lnTo>
                <a:lnTo>
                  <a:pt x="24122" y="3440"/>
                </a:lnTo>
                <a:lnTo>
                  <a:pt x="24122" y="3557"/>
                </a:lnTo>
                <a:moveTo>
                  <a:pt x="23858" y="3557"/>
                </a:moveTo>
                <a:lnTo>
                  <a:pt x="23699" y="3557"/>
                </a:lnTo>
                <a:lnTo>
                  <a:pt x="23699" y="3440"/>
                </a:lnTo>
                <a:lnTo>
                  <a:pt x="23858" y="3440"/>
                </a:lnTo>
                <a:lnTo>
                  <a:pt x="23858" y="3557"/>
                </a:lnTo>
                <a:moveTo>
                  <a:pt x="23593" y="3557"/>
                </a:moveTo>
                <a:lnTo>
                  <a:pt x="23434" y="3557"/>
                </a:lnTo>
                <a:lnTo>
                  <a:pt x="23434" y="3440"/>
                </a:lnTo>
                <a:lnTo>
                  <a:pt x="23593" y="3440"/>
                </a:lnTo>
                <a:lnTo>
                  <a:pt x="23593" y="3557"/>
                </a:lnTo>
                <a:moveTo>
                  <a:pt x="23329" y="3557"/>
                </a:moveTo>
                <a:lnTo>
                  <a:pt x="23170" y="3557"/>
                </a:lnTo>
                <a:lnTo>
                  <a:pt x="23170" y="3440"/>
                </a:lnTo>
                <a:lnTo>
                  <a:pt x="23329" y="3440"/>
                </a:lnTo>
                <a:lnTo>
                  <a:pt x="23329" y="3557"/>
                </a:lnTo>
                <a:moveTo>
                  <a:pt x="23064" y="3557"/>
                </a:moveTo>
                <a:lnTo>
                  <a:pt x="22905" y="3557"/>
                </a:lnTo>
                <a:lnTo>
                  <a:pt x="22905" y="3440"/>
                </a:lnTo>
                <a:lnTo>
                  <a:pt x="23064" y="3440"/>
                </a:lnTo>
                <a:lnTo>
                  <a:pt x="23064" y="3557"/>
                </a:lnTo>
                <a:moveTo>
                  <a:pt x="22800" y="3557"/>
                </a:moveTo>
                <a:lnTo>
                  <a:pt x="22641" y="3557"/>
                </a:lnTo>
                <a:lnTo>
                  <a:pt x="22641" y="3440"/>
                </a:lnTo>
                <a:lnTo>
                  <a:pt x="22800" y="3440"/>
                </a:lnTo>
                <a:lnTo>
                  <a:pt x="22800" y="3557"/>
                </a:lnTo>
                <a:moveTo>
                  <a:pt x="22535" y="3557"/>
                </a:moveTo>
                <a:lnTo>
                  <a:pt x="22376" y="3557"/>
                </a:lnTo>
                <a:lnTo>
                  <a:pt x="22376" y="3440"/>
                </a:lnTo>
                <a:lnTo>
                  <a:pt x="22535" y="3440"/>
                </a:lnTo>
                <a:lnTo>
                  <a:pt x="22535" y="3557"/>
                </a:lnTo>
                <a:moveTo>
                  <a:pt x="22271" y="3557"/>
                </a:moveTo>
                <a:lnTo>
                  <a:pt x="22112" y="3557"/>
                </a:lnTo>
                <a:lnTo>
                  <a:pt x="22112" y="3440"/>
                </a:lnTo>
                <a:lnTo>
                  <a:pt x="22271" y="3440"/>
                </a:lnTo>
                <a:lnTo>
                  <a:pt x="22271" y="3557"/>
                </a:lnTo>
                <a:moveTo>
                  <a:pt x="22006" y="3557"/>
                </a:moveTo>
                <a:lnTo>
                  <a:pt x="21847" y="3557"/>
                </a:lnTo>
                <a:lnTo>
                  <a:pt x="21847" y="3440"/>
                </a:lnTo>
                <a:lnTo>
                  <a:pt x="22006" y="3440"/>
                </a:lnTo>
                <a:lnTo>
                  <a:pt x="22006" y="3557"/>
                </a:lnTo>
                <a:moveTo>
                  <a:pt x="21742" y="3557"/>
                </a:moveTo>
                <a:lnTo>
                  <a:pt x="21583" y="3557"/>
                </a:lnTo>
                <a:lnTo>
                  <a:pt x="21583" y="3440"/>
                </a:lnTo>
                <a:lnTo>
                  <a:pt x="21742" y="3440"/>
                </a:lnTo>
                <a:lnTo>
                  <a:pt x="21742" y="3557"/>
                </a:lnTo>
                <a:moveTo>
                  <a:pt x="21477" y="3557"/>
                </a:moveTo>
                <a:lnTo>
                  <a:pt x="21319" y="3557"/>
                </a:lnTo>
                <a:lnTo>
                  <a:pt x="21319" y="3440"/>
                </a:lnTo>
                <a:lnTo>
                  <a:pt x="21477" y="3440"/>
                </a:lnTo>
                <a:lnTo>
                  <a:pt x="21477" y="3557"/>
                </a:lnTo>
                <a:moveTo>
                  <a:pt x="21213" y="3557"/>
                </a:moveTo>
                <a:lnTo>
                  <a:pt x="21054" y="3557"/>
                </a:lnTo>
                <a:lnTo>
                  <a:pt x="21054" y="3440"/>
                </a:lnTo>
                <a:lnTo>
                  <a:pt x="21213" y="3440"/>
                </a:lnTo>
                <a:lnTo>
                  <a:pt x="21213" y="3557"/>
                </a:lnTo>
                <a:moveTo>
                  <a:pt x="20948" y="3557"/>
                </a:moveTo>
                <a:lnTo>
                  <a:pt x="20790" y="3557"/>
                </a:lnTo>
                <a:lnTo>
                  <a:pt x="20790" y="3440"/>
                </a:lnTo>
                <a:lnTo>
                  <a:pt x="20948" y="3440"/>
                </a:lnTo>
                <a:lnTo>
                  <a:pt x="20948" y="3557"/>
                </a:lnTo>
                <a:moveTo>
                  <a:pt x="20684" y="3557"/>
                </a:moveTo>
                <a:lnTo>
                  <a:pt x="20525" y="3557"/>
                </a:lnTo>
                <a:lnTo>
                  <a:pt x="20525" y="3440"/>
                </a:lnTo>
                <a:lnTo>
                  <a:pt x="20684" y="3440"/>
                </a:lnTo>
                <a:lnTo>
                  <a:pt x="20684" y="3557"/>
                </a:lnTo>
                <a:moveTo>
                  <a:pt x="20419" y="3557"/>
                </a:moveTo>
                <a:lnTo>
                  <a:pt x="20261" y="3557"/>
                </a:lnTo>
                <a:lnTo>
                  <a:pt x="20261" y="3440"/>
                </a:lnTo>
                <a:lnTo>
                  <a:pt x="20419" y="3440"/>
                </a:lnTo>
                <a:lnTo>
                  <a:pt x="20419" y="3557"/>
                </a:lnTo>
                <a:moveTo>
                  <a:pt x="20155" y="3557"/>
                </a:moveTo>
                <a:lnTo>
                  <a:pt x="19996" y="3557"/>
                </a:lnTo>
                <a:lnTo>
                  <a:pt x="19996" y="3440"/>
                </a:lnTo>
                <a:lnTo>
                  <a:pt x="20155" y="3440"/>
                </a:lnTo>
                <a:lnTo>
                  <a:pt x="20155" y="3557"/>
                </a:lnTo>
                <a:moveTo>
                  <a:pt x="19890" y="3557"/>
                </a:moveTo>
                <a:lnTo>
                  <a:pt x="19732" y="3557"/>
                </a:lnTo>
                <a:lnTo>
                  <a:pt x="19732" y="3440"/>
                </a:lnTo>
                <a:lnTo>
                  <a:pt x="19890" y="3440"/>
                </a:lnTo>
                <a:lnTo>
                  <a:pt x="19890" y="3557"/>
                </a:lnTo>
                <a:moveTo>
                  <a:pt x="19626" y="3557"/>
                </a:moveTo>
                <a:lnTo>
                  <a:pt x="19467" y="3557"/>
                </a:lnTo>
                <a:lnTo>
                  <a:pt x="19467" y="3440"/>
                </a:lnTo>
                <a:lnTo>
                  <a:pt x="19626" y="3440"/>
                </a:lnTo>
                <a:lnTo>
                  <a:pt x="19626" y="3557"/>
                </a:lnTo>
                <a:moveTo>
                  <a:pt x="19361" y="3557"/>
                </a:moveTo>
                <a:lnTo>
                  <a:pt x="19203" y="3557"/>
                </a:lnTo>
                <a:lnTo>
                  <a:pt x="19203" y="3440"/>
                </a:lnTo>
                <a:lnTo>
                  <a:pt x="19361" y="3440"/>
                </a:lnTo>
                <a:lnTo>
                  <a:pt x="19361" y="3557"/>
                </a:lnTo>
                <a:moveTo>
                  <a:pt x="19097" y="3557"/>
                </a:moveTo>
                <a:lnTo>
                  <a:pt x="18938" y="3557"/>
                </a:lnTo>
                <a:lnTo>
                  <a:pt x="18938" y="3440"/>
                </a:lnTo>
                <a:lnTo>
                  <a:pt x="19097" y="3440"/>
                </a:lnTo>
                <a:lnTo>
                  <a:pt x="19097" y="3557"/>
                </a:lnTo>
                <a:moveTo>
                  <a:pt x="18832" y="3557"/>
                </a:moveTo>
                <a:lnTo>
                  <a:pt x="18674" y="3557"/>
                </a:lnTo>
                <a:lnTo>
                  <a:pt x="18674" y="3440"/>
                </a:lnTo>
                <a:lnTo>
                  <a:pt x="18832" y="3440"/>
                </a:lnTo>
                <a:lnTo>
                  <a:pt x="18832" y="3557"/>
                </a:lnTo>
                <a:moveTo>
                  <a:pt x="18568" y="3557"/>
                </a:moveTo>
                <a:lnTo>
                  <a:pt x="18409" y="3557"/>
                </a:lnTo>
                <a:lnTo>
                  <a:pt x="18409" y="3440"/>
                </a:lnTo>
                <a:lnTo>
                  <a:pt x="18568" y="3440"/>
                </a:lnTo>
                <a:lnTo>
                  <a:pt x="18568" y="3557"/>
                </a:lnTo>
                <a:moveTo>
                  <a:pt x="18303" y="3557"/>
                </a:moveTo>
                <a:lnTo>
                  <a:pt x="18145" y="3557"/>
                </a:lnTo>
                <a:lnTo>
                  <a:pt x="18145" y="3440"/>
                </a:lnTo>
                <a:lnTo>
                  <a:pt x="18303" y="3440"/>
                </a:lnTo>
                <a:lnTo>
                  <a:pt x="18303" y="3557"/>
                </a:lnTo>
                <a:moveTo>
                  <a:pt x="18039" y="3557"/>
                </a:moveTo>
                <a:lnTo>
                  <a:pt x="17880" y="3557"/>
                </a:lnTo>
                <a:lnTo>
                  <a:pt x="17880" y="3440"/>
                </a:lnTo>
                <a:lnTo>
                  <a:pt x="18039" y="3440"/>
                </a:lnTo>
                <a:lnTo>
                  <a:pt x="18039" y="3557"/>
                </a:lnTo>
                <a:moveTo>
                  <a:pt x="17775" y="3557"/>
                </a:moveTo>
                <a:lnTo>
                  <a:pt x="17616" y="3557"/>
                </a:lnTo>
                <a:lnTo>
                  <a:pt x="17616" y="3440"/>
                </a:lnTo>
                <a:lnTo>
                  <a:pt x="17775" y="3440"/>
                </a:lnTo>
                <a:lnTo>
                  <a:pt x="17775" y="3557"/>
                </a:lnTo>
                <a:moveTo>
                  <a:pt x="17510" y="3557"/>
                </a:moveTo>
                <a:lnTo>
                  <a:pt x="17351" y="3557"/>
                </a:lnTo>
                <a:lnTo>
                  <a:pt x="17351" y="3440"/>
                </a:lnTo>
                <a:lnTo>
                  <a:pt x="17510" y="3440"/>
                </a:lnTo>
                <a:lnTo>
                  <a:pt x="17510" y="3557"/>
                </a:lnTo>
                <a:moveTo>
                  <a:pt x="17246" y="3557"/>
                </a:moveTo>
                <a:lnTo>
                  <a:pt x="17087" y="3557"/>
                </a:lnTo>
                <a:lnTo>
                  <a:pt x="17087" y="3440"/>
                </a:lnTo>
                <a:lnTo>
                  <a:pt x="17246" y="3440"/>
                </a:lnTo>
                <a:lnTo>
                  <a:pt x="17246" y="3557"/>
                </a:lnTo>
                <a:moveTo>
                  <a:pt x="16981" y="3557"/>
                </a:moveTo>
                <a:lnTo>
                  <a:pt x="16822" y="3557"/>
                </a:lnTo>
                <a:lnTo>
                  <a:pt x="16822" y="3440"/>
                </a:lnTo>
                <a:lnTo>
                  <a:pt x="16981" y="3440"/>
                </a:lnTo>
                <a:lnTo>
                  <a:pt x="16981" y="3557"/>
                </a:lnTo>
                <a:moveTo>
                  <a:pt x="16717" y="3557"/>
                </a:moveTo>
                <a:lnTo>
                  <a:pt x="16558" y="3557"/>
                </a:lnTo>
                <a:lnTo>
                  <a:pt x="16558" y="3440"/>
                </a:lnTo>
                <a:lnTo>
                  <a:pt x="16717" y="3440"/>
                </a:lnTo>
                <a:lnTo>
                  <a:pt x="16717" y="3557"/>
                </a:lnTo>
                <a:moveTo>
                  <a:pt x="16452" y="3557"/>
                </a:moveTo>
                <a:lnTo>
                  <a:pt x="16293" y="3557"/>
                </a:lnTo>
                <a:lnTo>
                  <a:pt x="16293" y="3440"/>
                </a:lnTo>
                <a:lnTo>
                  <a:pt x="16452" y="3440"/>
                </a:lnTo>
                <a:lnTo>
                  <a:pt x="16452" y="3557"/>
                </a:lnTo>
                <a:moveTo>
                  <a:pt x="16188" y="3557"/>
                </a:moveTo>
                <a:lnTo>
                  <a:pt x="16029" y="3557"/>
                </a:lnTo>
                <a:lnTo>
                  <a:pt x="16029" y="3440"/>
                </a:lnTo>
                <a:lnTo>
                  <a:pt x="16188" y="3440"/>
                </a:lnTo>
                <a:lnTo>
                  <a:pt x="16188" y="3557"/>
                </a:lnTo>
                <a:moveTo>
                  <a:pt x="15923" y="3557"/>
                </a:moveTo>
                <a:lnTo>
                  <a:pt x="15764" y="3557"/>
                </a:lnTo>
                <a:lnTo>
                  <a:pt x="15764" y="3440"/>
                </a:lnTo>
                <a:lnTo>
                  <a:pt x="15923" y="3440"/>
                </a:lnTo>
                <a:lnTo>
                  <a:pt x="15923" y="3557"/>
                </a:lnTo>
                <a:moveTo>
                  <a:pt x="15659" y="3557"/>
                </a:moveTo>
                <a:lnTo>
                  <a:pt x="15500" y="3557"/>
                </a:lnTo>
                <a:lnTo>
                  <a:pt x="15500" y="3440"/>
                </a:lnTo>
                <a:lnTo>
                  <a:pt x="15659" y="3440"/>
                </a:lnTo>
                <a:lnTo>
                  <a:pt x="15659" y="3557"/>
                </a:lnTo>
                <a:moveTo>
                  <a:pt x="15394" y="3557"/>
                </a:moveTo>
                <a:lnTo>
                  <a:pt x="15235" y="3557"/>
                </a:lnTo>
                <a:lnTo>
                  <a:pt x="15235" y="3440"/>
                </a:lnTo>
                <a:lnTo>
                  <a:pt x="15394" y="3440"/>
                </a:lnTo>
                <a:lnTo>
                  <a:pt x="15394" y="3557"/>
                </a:lnTo>
                <a:moveTo>
                  <a:pt x="15130" y="3557"/>
                </a:moveTo>
                <a:lnTo>
                  <a:pt x="14971" y="3557"/>
                </a:lnTo>
                <a:lnTo>
                  <a:pt x="14971" y="3440"/>
                </a:lnTo>
                <a:lnTo>
                  <a:pt x="15130" y="3440"/>
                </a:lnTo>
                <a:lnTo>
                  <a:pt x="15130" y="3557"/>
                </a:lnTo>
                <a:moveTo>
                  <a:pt x="14865" y="3557"/>
                </a:moveTo>
                <a:lnTo>
                  <a:pt x="14706" y="3557"/>
                </a:lnTo>
                <a:lnTo>
                  <a:pt x="14706" y="3440"/>
                </a:lnTo>
                <a:lnTo>
                  <a:pt x="14865" y="3440"/>
                </a:lnTo>
                <a:lnTo>
                  <a:pt x="14865" y="3557"/>
                </a:lnTo>
                <a:moveTo>
                  <a:pt x="14601" y="3557"/>
                </a:moveTo>
                <a:lnTo>
                  <a:pt x="14442" y="3557"/>
                </a:lnTo>
                <a:lnTo>
                  <a:pt x="14442" y="3440"/>
                </a:lnTo>
                <a:lnTo>
                  <a:pt x="14601" y="3440"/>
                </a:lnTo>
                <a:lnTo>
                  <a:pt x="14601" y="3557"/>
                </a:lnTo>
                <a:moveTo>
                  <a:pt x="14336" y="3557"/>
                </a:moveTo>
                <a:lnTo>
                  <a:pt x="14178" y="3557"/>
                </a:lnTo>
                <a:lnTo>
                  <a:pt x="14178" y="3440"/>
                </a:lnTo>
                <a:lnTo>
                  <a:pt x="14336" y="3440"/>
                </a:lnTo>
                <a:lnTo>
                  <a:pt x="14336" y="3557"/>
                </a:lnTo>
                <a:moveTo>
                  <a:pt x="14072" y="3557"/>
                </a:moveTo>
                <a:lnTo>
                  <a:pt x="13912" y="3557"/>
                </a:lnTo>
                <a:lnTo>
                  <a:pt x="13912" y="3440"/>
                </a:lnTo>
                <a:lnTo>
                  <a:pt x="14072" y="3440"/>
                </a:lnTo>
                <a:lnTo>
                  <a:pt x="14072" y="3557"/>
                </a:lnTo>
                <a:moveTo>
                  <a:pt x="13806" y="3557"/>
                </a:moveTo>
                <a:lnTo>
                  <a:pt x="13648" y="3557"/>
                </a:lnTo>
                <a:lnTo>
                  <a:pt x="13648" y="3440"/>
                </a:lnTo>
                <a:lnTo>
                  <a:pt x="13806" y="3440"/>
                </a:lnTo>
                <a:lnTo>
                  <a:pt x="13806" y="3557"/>
                </a:lnTo>
                <a:moveTo>
                  <a:pt x="13542" y="3557"/>
                </a:moveTo>
                <a:lnTo>
                  <a:pt x="13383" y="3557"/>
                </a:lnTo>
                <a:lnTo>
                  <a:pt x="13383" y="3440"/>
                </a:lnTo>
                <a:lnTo>
                  <a:pt x="13542" y="3440"/>
                </a:lnTo>
                <a:lnTo>
                  <a:pt x="13542" y="3557"/>
                </a:lnTo>
                <a:moveTo>
                  <a:pt x="13277" y="3557"/>
                </a:moveTo>
                <a:lnTo>
                  <a:pt x="13119" y="3557"/>
                </a:lnTo>
                <a:lnTo>
                  <a:pt x="13119" y="3440"/>
                </a:lnTo>
                <a:lnTo>
                  <a:pt x="13277" y="3440"/>
                </a:lnTo>
                <a:lnTo>
                  <a:pt x="13277" y="3557"/>
                </a:lnTo>
                <a:moveTo>
                  <a:pt x="13013" y="3557"/>
                </a:moveTo>
                <a:lnTo>
                  <a:pt x="12854" y="3557"/>
                </a:lnTo>
                <a:lnTo>
                  <a:pt x="12854" y="3440"/>
                </a:lnTo>
                <a:lnTo>
                  <a:pt x="13013" y="3440"/>
                </a:lnTo>
                <a:lnTo>
                  <a:pt x="13013" y="3557"/>
                </a:lnTo>
                <a:moveTo>
                  <a:pt x="12748" y="3557"/>
                </a:moveTo>
                <a:lnTo>
                  <a:pt x="12590" y="3557"/>
                </a:lnTo>
                <a:lnTo>
                  <a:pt x="12590" y="3440"/>
                </a:lnTo>
                <a:lnTo>
                  <a:pt x="12748" y="3440"/>
                </a:lnTo>
                <a:lnTo>
                  <a:pt x="12748" y="3557"/>
                </a:lnTo>
                <a:moveTo>
                  <a:pt x="12484" y="3557"/>
                </a:moveTo>
                <a:lnTo>
                  <a:pt x="12325" y="3557"/>
                </a:lnTo>
                <a:lnTo>
                  <a:pt x="12325" y="3440"/>
                </a:lnTo>
                <a:lnTo>
                  <a:pt x="12484" y="3440"/>
                </a:lnTo>
                <a:lnTo>
                  <a:pt x="12484" y="3557"/>
                </a:lnTo>
                <a:moveTo>
                  <a:pt x="12219" y="3557"/>
                </a:moveTo>
                <a:lnTo>
                  <a:pt x="12061" y="3557"/>
                </a:lnTo>
                <a:lnTo>
                  <a:pt x="12061" y="3440"/>
                </a:lnTo>
                <a:lnTo>
                  <a:pt x="12219" y="3440"/>
                </a:lnTo>
                <a:lnTo>
                  <a:pt x="12219" y="3557"/>
                </a:lnTo>
                <a:moveTo>
                  <a:pt x="11955" y="3557"/>
                </a:moveTo>
                <a:lnTo>
                  <a:pt x="11796" y="3557"/>
                </a:lnTo>
                <a:lnTo>
                  <a:pt x="11796" y="3440"/>
                </a:lnTo>
                <a:lnTo>
                  <a:pt x="11955" y="3440"/>
                </a:lnTo>
                <a:lnTo>
                  <a:pt x="11955" y="3557"/>
                </a:lnTo>
                <a:moveTo>
                  <a:pt x="11690" y="3557"/>
                </a:moveTo>
                <a:lnTo>
                  <a:pt x="11532" y="3557"/>
                </a:lnTo>
                <a:lnTo>
                  <a:pt x="11532" y="3440"/>
                </a:lnTo>
                <a:lnTo>
                  <a:pt x="11690" y="3440"/>
                </a:lnTo>
                <a:lnTo>
                  <a:pt x="11690" y="3557"/>
                </a:lnTo>
                <a:moveTo>
                  <a:pt x="11426" y="3557"/>
                </a:moveTo>
                <a:lnTo>
                  <a:pt x="11267" y="3557"/>
                </a:lnTo>
                <a:lnTo>
                  <a:pt x="11267" y="3440"/>
                </a:lnTo>
                <a:lnTo>
                  <a:pt x="11426" y="3440"/>
                </a:lnTo>
                <a:lnTo>
                  <a:pt x="11426" y="3557"/>
                </a:lnTo>
                <a:moveTo>
                  <a:pt x="11162" y="3557"/>
                </a:moveTo>
                <a:lnTo>
                  <a:pt x="11003" y="3557"/>
                </a:lnTo>
                <a:lnTo>
                  <a:pt x="11003" y="3440"/>
                </a:lnTo>
                <a:lnTo>
                  <a:pt x="11162" y="3440"/>
                </a:lnTo>
                <a:lnTo>
                  <a:pt x="11162" y="3557"/>
                </a:lnTo>
                <a:moveTo>
                  <a:pt x="10897" y="3557"/>
                </a:moveTo>
                <a:lnTo>
                  <a:pt x="10738" y="3557"/>
                </a:lnTo>
                <a:lnTo>
                  <a:pt x="10738" y="3440"/>
                </a:lnTo>
                <a:lnTo>
                  <a:pt x="10897" y="3440"/>
                </a:lnTo>
                <a:lnTo>
                  <a:pt x="10897" y="3557"/>
                </a:lnTo>
                <a:moveTo>
                  <a:pt x="10633" y="3557"/>
                </a:moveTo>
                <a:lnTo>
                  <a:pt x="10474" y="3557"/>
                </a:lnTo>
                <a:lnTo>
                  <a:pt x="10474" y="3440"/>
                </a:lnTo>
                <a:lnTo>
                  <a:pt x="10633" y="3440"/>
                </a:lnTo>
                <a:lnTo>
                  <a:pt x="10633" y="3557"/>
                </a:lnTo>
                <a:moveTo>
                  <a:pt x="10368" y="3557"/>
                </a:moveTo>
                <a:lnTo>
                  <a:pt x="10209" y="3557"/>
                </a:lnTo>
                <a:lnTo>
                  <a:pt x="10209" y="3440"/>
                </a:lnTo>
                <a:lnTo>
                  <a:pt x="10368" y="3440"/>
                </a:lnTo>
                <a:lnTo>
                  <a:pt x="10368" y="3557"/>
                </a:lnTo>
                <a:moveTo>
                  <a:pt x="10104" y="3557"/>
                </a:moveTo>
                <a:lnTo>
                  <a:pt x="9945" y="3557"/>
                </a:lnTo>
                <a:lnTo>
                  <a:pt x="9945" y="3440"/>
                </a:lnTo>
                <a:lnTo>
                  <a:pt x="10104" y="3440"/>
                </a:lnTo>
                <a:lnTo>
                  <a:pt x="10104" y="3557"/>
                </a:lnTo>
                <a:moveTo>
                  <a:pt x="9839" y="3557"/>
                </a:moveTo>
                <a:lnTo>
                  <a:pt x="9680" y="3557"/>
                </a:lnTo>
                <a:lnTo>
                  <a:pt x="9680" y="3440"/>
                </a:lnTo>
                <a:lnTo>
                  <a:pt x="9839" y="3440"/>
                </a:lnTo>
                <a:lnTo>
                  <a:pt x="9839" y="3557"/>
                </a:lnTo>
                <a:moveTo>
                  <a:pt x="9575" y="3557"/>
                </a:moveTo>
                <a:lnTo>
                  <a:pt x="9416" y="3557"/>
                </a:lnTo>
                <a:lnTo>
                  <a:pt x="9416" y="3440"/>
                </a:lnTo>
                <a:lnTo>
                  <a:pt x="9575" y="3440"/>
                </a:lnTo>
                <a:lnTo>
                  <a:pt x="9575" y="3557"/>
                </a:lnTo>
                <a:moveTo>
                  <a:pt x="9310" y="3557"/>
                </a:moveTo>
                <a:lnTo>
                  <a:pt x="9151" y="3557"/>
                </a:lnTo>
                <a:lnTo>
                  <a:pt x="9151" y="3440"/>
                </a:lnTo>
                <a:lnTo>
                  <a:pt x="9310" y="3440"/>
                </a:lnTo>
                <a:lnTo>
                  <a:pt x="9310" y="3557"/>
                </a:lnTo>
                <a:moveTo>
                  <a:pt x="9046" y="3557"/>
                </a:moveTo>
                <a:lnTo>
                  <a:pt x="8887" y="3557"/>
                </a:lnTo>
                <a:lnTo>
                  <a:pt x="8887" y="3440"/>
                </a:lnTo>
                <a:lnTo>
                  <a:pt x="9046" y="3440"/>
                </a:lnTo>
                <a:lnTo>
                  <a:pt x="9046" y="3557"/>
                </a:lnTo>
                <a:moveTo>
                  <a:pt x="8781" y="3557"/>
                </a:moveTo>
                <a:lnTo>
                  <a:pt x="8622" y="3557"/>
                </a:lnTo>
                <a:lnTo>
                  <a:pt x="8622" y="3440"/>
                </a:lnTo>
                <a:lnTo>
                  <a:pt x="8781" y="3440"/>
                </a:lnTo>
                <a:lnTo>
                  <a:pt x="8781" y="3557"/>
                </a:lnTo>
                <a:moveTo>
                  <a:pt x="8517" y="3557"/>
                </a:moveTo>
                <a:lnTo>
                  <a:pt x="8358" y="3557"/>
                </a:lnTo>
                <a:lnTo>
                  <a:pt x="8358" y="3440"/>
                </a:lnTo>
                <a:lnTo>
                  <a:pt x="8517" y="3440"/>
                </a:lnTo>
                <a:lnTo>
                  <a:pt x="8517" y="3557"/>
                </a:lnTo>
                <a:moveTo>
                  <a:pt x="8252" y="3557"/>
                </a:moveTo>
                <a:lnTo>
                  <a:pt x="8093" y="3557"/>
                </a:lnTo>
                <a:lnTo>
                  <a:pt x="8093" y="3440"/>
                </a:lnTo>
                <a:lnTo>
                  <a:pt x="8252" y="3440"/>
                </a:lnTo>
                <a:lnTo>
                  <a:pt x="8252" y="3557"/>
                </a:lnTo>
                <a:moveTo>
                  <a:pt x="7988" y="3557"/>
                </a:moveTo>
                <a:lnTo>
                  <a:pt x="7829" y="3557"/>
                </a:lnTo>
                <a:lnTo>
                  <a:pt x="7829" y="3440"/>
                </a:lnTo>
                <a:lnTo>
                  <a:pt x="7988" y="3440"/>
                </a:lnTo>
                <a:lnTo>
                  <a:pt x="7988" y="3557"/>
                </a:lnTo>
                <a:moveTo>
                  <a:pt x="7723" y="3557"/>
                </a:moveTo>
                <a:lnTo>
                  <a:pt x="7565" y="3557"/>
                </a:lnTo>
                <a:lnTo>
                  <a:pt x="7565" y="3440"/>
                </a:lnTo>
                <a:lnTo>
                  <a:pt x="7723" y="3440"/>
                </a:lnTo>
                <a:lnTo>
                  <a:pt x="7723" y="3557"/>
                </a:lnTo>
                <a:moveTo>
                  <a:pt x="7459" y="3557"/>
                </a:moveTo>
                <a:lnTo>
                  <a:pt x="7300" y="3557"/>
                </a:lnTo>
                <a:lnTo>
                  <a:pt x="7300" y="3440"/>
                </a:lnTo>
                <a:lnTo>
                  <a:pt x="7459" y="3440"/>
                </a:lnTo>
                <a:lnTo>
                  <a:pt x="7459" y="3557"/>
                </a:lnTo>
                <a:moveTo>
                  <a:pt x="7194" y="3557"/>
                </a:moveTo>
                <a:lnTo>
                  <a:pt x="7036" y="3557"/>
                </a:lnTo>
                <a:lnTo>
                  <a:pt x="7036" y="3440"/>
                </a:lnTo>
                <a:lnTo>
                  <a:pt x="7194" y="3440"/>
                </a:lnTo>
                <a:lnTo>
                  <a:pt x="7194" y="3557"/>
                </a:lnTo>
                <a:moveTo>
                  <a:pt x="6930" y="3557"/>
                </a:moveTo>
                <a:lnTo>
                  <a:pt x="6771" y="3557"/>
                </a:lnTo>
                <a:lnTo>
                  <a:pt x="6771" y="3440"/>
                </a:lnTo>
                <a:lnTo>
                  <a:pt x="6930" y="3440"/>
                </a:lnTo>
                <a:lnTo>
                  <a:pt x="6930" y="3557"/>
                </a:lnTo>
                <a:moveTo>
                  <a:pt x="6665" y="3557"/>
                </a:moveTo>
                <a:lnTo>
                  <a:pt x="6507" y="3557"/>
                </a:lnTo>
                <a:lnTo>
                  <a:pt x="6507" y="3440"/>
                </a:lnTo>
                <a:lnTo>
                  <a:pt x="6665" y="3440"/>
                </a:lnTo>
                <a:lnTo>
                  <a:pt x="6665" y="3557"/>
                </a:lnTo>
                <a:moveTo>
                  <a:pt x="6401" y="3557"/>
                </a:moveTo>
                <a:lnTo>
                  <a:pt x="6242" y="3557"/>
                </a:lnTo>
                <a:lnTo>
                  <a:pt x="6242" y="3440"/>
                </a:lnTo>
                <a:lnTo>
                  <a:pt x="6401" y="3440"/>
                </a:lnTo>
                <a:lnTo>
                  <a:pt x="6401" y="3557"/>
                </a:lnTo>
                <a:moveTo>
                  <a:pt x="6136" y="3557"/>
                </a:moveTo>
                <a:lnTo>
                  <a:pt x="5978" y="3557"/>
                </a:lnTo>
                <a:lnTo>
                  <a:pt x="5978" y="3440"/>
                </a:lnTo>
                <a:lnTo>
                  <a:pt x="6136" y="3440"/>
                </a:lnTo>
                <a:lnTo>
                  <a:pt x="6136" y="3557"/>
                </a:lnTo>
                <a:moveTo>
                  <a:pt x="5872" y="3557"/>
                </a:moveTo>
                <a:lnTo>
                  <a:pt x="5713" y="3557"/>
                </a:lnTo>
                <a:lnTo>
                  <a:pt x="5713" y="3440"/>
                </a:lnTo>
                <a:lnTo>
                  <a:pt x="5872" y="3440"/>
                </a:lnTo>
                <a:lnTo>
                  <a:pt x="5872" y="3557"/>
                </a:lnTo>
                <a:moveTo>
                  <a:pt x="5607" y="3557"/>
                </a:moveTo>
                <a:lnTo>
                  <a:pt x="5449" y="3557"/>
                </a:lnTo>
                <a:lnTo>
                  <a:pt x="5449" y="3440"/>
                </a:lnTo>
                <a:lnTo>
                  <a:pt x="5607" y="3440"/>
                </a:lnTo>
                <a:lnTo>
                  <a:pt x="5607" y="3557"/>
                </a:lnTo>
                <a:moveTo>
                  <a:pt x="5343" y="3557"/>
                </a:moveTo>
                <a:lnTo>
                  <a:pt x="5184" y="3557"/>
                </a:lnTo>
                <a:lnTo>
                  <a:pt x="5184" y="3440"/>
                </a:lnTo>
                <a:lnTo>
                  <a:pt x="5343" y="3440"/>
                </a:lnTo>
                <a:lnTo>
                  <a:pt x="5343" y="3557"/>
                </a:lnTo>
                <a:moveTo>
                  <a:pt x="5078" y="3557"/>
                </a:moveTo>
                <a:lnTo>
                  <a:pt x="4920" y="3557"/>
                </a:lnTo>
                <a:lnTo>
                  <a:pt x="4920" y="3440"/>
                </a:lnTo>
                <a:lnTo>
                  <a:pt x="5078" y="3440"/>
                </a:lnTo>
                <a:lnTo>
                  <a:pt x="5078" y="3557"/>
                </a:lnTo>
                <a:moveTo>
                  <a:pt x="4814" y="3557"/>
                </a:moveTo>
                <a:lnTo>
                  <a:pt x="4655" y="3557"/>
                </a:lnTo>
                <a:lnTo>
                  <a:pt x="4655" y="3440"/>
                </a:lnTo>
                <a:lnTo>
                  <a:pt x="4814" y="3440"/>
                </a:lnTo>
                <a:lnTo>
                  <a:pt x="4814" y="3557"/>
                </a:lnTo>
                <a:moveTo>
                  <a:pt x="4549" y="3557"/>
                </a:moveTo>
                <a:lnTo>
                  <a:pt x="4391" y="3557"/>
                </a:lnTo>
                <a:lnTo>
                  <a:pt x="4391" y="3440"/>
                </a:lnTo>
                <a:lnTo>
                  <a:pt x="4549" y="3440"/>
                </a:lnTo>
                <a:lnTo>
                  <a:pt x="4549" y="3557"/>
                </a:lnTo>
                <a:moveTo>
                  <a:pt x="4285" y="3557"/>
                </a:moveTo>
                <a:lnTo>
                  <a:pt x="4126" y="3557"/>
                </a:lnTo>
                <a:lnTo>
                  <a:pt x="4126" y="3440"/>
                </a:lnTo>
                <a:lnTo>
                  <a:pt x="4285" y="3440"/>
                </a:lnTo>
                <a:lnTo>
                  <a:pt x="4285" y="3557"/>
                </a:lnTo>
                <a:moveTo>
                  <a:pt x="4021" y="3557"/>
                </a:moveTo>
                <a:lnTo>
                  <a:pt x="3862" y="3557"/>
                </a:lnTo>
                <a:lnTo>
                  <a:pt x="3862" y="3440"/>
                </a:lnTo>
                <a:lnTo>
                  <a:pt x="4021" y="3440"/>
                </a:lnTo>
                <a:lnTo>
                  <a:pt x="4021" y="3557"/>
                </a:lnTo>
                <a:moveTo>
                  <a:pt x="3756" y="3557"/>
                </a:moveTo>
                <a:lnTo>
                  <a:pt x="3597" y="3557"/>
                </a:lnTo>
                <a:lnTo>
                  <a:pt x="3597" y="3440"/>
                </a:lnTo>
                <a:lnTo>
                  <a:pt x="3756" y="3440"/>
                </a:lnTo>
                <a:lnTo>
                  <a:pt x="3756" y="3557"/>
                </a:lnTo>
                <a:moveTo>
                  <a:pt x="3492" y="3557"/>
                </a:moveTo>
                <a:lnTo>
                  <a:pt x="3333" y="3557"/>
                </a:lnTo>
                <a:lnTo>
                  <a:pt x="3333" y="3440"/>
                </a:lnTo>
                <a:lnTo>
                  <a:pt x="3492" y="3440"/>
                </a:lnTo>
                <a:lnTo>
                  <a:pt x="3492" y="3557"/>
                </a:lnTo>
                <a:moveTo>
                  <a:pt x="3227" y="3557"/>
                </a:moveTo>
                <a:lnTo>
                  <a:pt x="3068" y="3557"/>
                </a:lnTo>
                <a:lnTo>
                  <a:pt x="3068" y="3440"/>
                </a:lnTo>
                <a:lnTo>
                  <a:pt x="3227" y="3440"/>
                </a:lnTo>
                <a:lnTo>
                  <a:pt x="3227" y="3557"/>
                </a:lnTo>
                <a:moveTo>
                  <a:pt x="2963" y="3557"/>
                </a:moveTo>
                <a:lnTo>
                  <a:pt x="2804" y="3557"/>
                </a:lnTo>
                <a:lnTo>
                  <a:pt x="2804" y="3440"/>
                </a:lnTo>
                <a:lnTo>
                  <a:pt x="2963" y="3440"/>
                </a:lnTo>
                <a:lnTo>
                  <a:pt x="2963" y="3557"/>
                </a:lnTo>
                <a:moveTo>
                  <a:pt x="2698" y="3557"/>
                </a:moveTo>
                <a:lnTo>
                  <a:pt x="2539" y="3557"/>
                </a:lnTo>
                <a:lnTo>
                  <a:pt x="2539" y="3440"/>
                </a:lnTo>
                <a:lnTo>
                  <a:pt x="2698" y="3440"/>
                </a:lnTo>
                <a:lnTo>
                  <a:pt x="2698" y="3557"/>
                </a:lnTo>
                <a:moveTo>
                  <a:pt x="2434" y="3557"/>
                </a:moveTo>
                <a:lnTo>
                  <a:pt x="2275" y="3557"/>
                </a:lnTo>
                <a:lnTo>
                  <a:pt x="2275" y="3440"/>
                </a:lnTo>
                <a:lnTo>
                  <a:pt x="2434" y="3440"/>
                </a:lnTo>
                <a:lnTo>
                  <a:pt x="2434" y="3557"/>
                </a:lnTo>
                <a:moveTo>
                  <a:pt x="2169" y="3557"/>
                </a:moveTo>
                <a:lnTo>
                  <a:pt x="2010" y="3557"/>
                </a:lnTo>
                <a:lnTo>
                  <a:pt x="2010" y="3440"/>
                </a:lnTo>
                <a:lnTo>
                  <a:pt x="2169" y="3440"/>
                </a:lnTo>
                <a:lnTo>
                  <a:pt x="2169" y="3557"/>
                </a:lnTo>
                <a:moveTo>
                  <a:pt x="1905" y="3557"/>
                </a:moveTo>
                <a:lnTo>
                  <a:pt x="1746" y="3557"/>
                </a:lnTo>
                <a:lnTo>
                  <a:pt x="1746" y="3440"/>
                </a:lnTo>
                <a:lnTo>
                  <a:pt x="1905" y="3440"/>
                </a:lnTo>
                <a:lnTo>
                  <a:pt x="1905" y="3557"/>
                </a:lnTo>
                <a:moveTo>
                  <a:pt x="1640" y="3557"/>
                </a:moveTo>
                <a:lnTo>
                  <a:pt x="1481" y="3557"/>
                </a:lnTo>
                <a:lnTo>
                  <a:pt x="1481" y="3440"/>
                </a:lnTo>
                <a:lnTo>
                  <a:pt x="1640" y="3440"/>
                </a:lnTo>
                <a:lnTo>
                  <a:pt x="1640" y="3557"/>
                </a:lnTo>
                <a:moveTo>
                  <a:pt x="1376" y="3557"/>
                </a:moveTo>
                <a:lnTo>
                  <a:pt x="1217" y="3557"/>
                </a:lnTo>
                <a:lnTo>
                  <a:pt x="1217" y="3440"/>
                </a:lnTo>
                <a:lnTo>
                  <a:pt x="1376" y="3440"/>
                </a:lnTo>
                <a:lnTo>
                  <a:pt x="1376" y="3557"/>
                </a:lnTo>
                <a:moveTo>
                  <a:pt x="1111" y="3557"/>
                </a:moveTo>
                <a:lnTo>
                  <a:pt x="952" y="3557"/>
                </a:lnTo>
                <a:lnTo>
                  <a:pt x="952" y="3440"/>
                </a:lnTo>
                <a:lnTo>
                  <a:pt x="1111" y="3440"/>
                </a:lnTo>
                <a:lnTo>
                  <a:pt x="1111" y="3557"/>
                </a:lnTo>
                <a:moveTo>
                  <a:pt x="847" y="3557"/>
                </a:moveTo>
                <a:lnTo>
                  <a:pt x="688" y="3557"/>
                </a:lnTo>
                <a:lnTo>
                  <a:pt x="688" y="3440"/>
                </a:lnTo>
                <a:lnTo>
                  <a:pt x="847" y="3440"/>
                </a:lnTo>
                <a:lnTo>
                  <a:pt x="847" y="3557"/>
                </a:lnTo>
                <a:moveTo>
                  <a:pt x="582" y="3557"/>
                </a:moveTo>
                <a:lnTo>
                  <a:pt x="424" y="3557"/>
                </a:lnTo>
                <a:lnTo>
                  <a:pt x="424" y="3440"/>
                </a:lnTo>
                <a:lnTo>
                  <a:pt x="582" y="3440"/>
                </a:lnTo>
                <a:lnTo>
                  <a:pt x="582" y="3557"/>
                </a:lnTo>
                <a:moveTo>
                  <a:pt x="318" y="3557"/>
                </a:moveTo>
                <a:lnTo>
                  <a:pt x="244" y="3557"/>
                </a:lnTo>
                <a:cubicBezTo>
                  <a:pt x="206" y="3557"/>
                  <a:pt x="170" y="3548"/>
                  <a:pt x="136" y="3532"/>
                </a:cubicBezTo>
                <a:lnTo>
                  <a:pt x="188" y="3427"/>
                </a:lnTo>
                <a:cubicBezTo>
                  <a:pt x="205" y="3436"/>
                  <a:pt x="224" y="3440"/>
                  <a:pt x="244" y="3440"/>
                </a:cubicBezTo>
                <a:lnTo>
                  <a:pt x="318" y="3440"/>
                </a:lnTo>
                <a:lnTo>
                  <a:pt x="318" y="3557"/>
                </a:lnTo>
                <a:moveTo>
                  <a:pt x="34" y="3437"/>
                </a:moveTo>
                <a:cubicBezTo>
                  <a:pt x="12" y="3399"/>
                  <a:pt x="0" y="3358"/>
                  <a:pt x="0" y="3313"/>
                </a:cubicBezTo>
                <a:lnTo>
                  <a:pt x="0" y="3253"/>
                </a:lnTo>
                <a:lnTo>
                  <a:pt x="117" y="3253"/>
                </a:lnTo>
                <a:lnTo>
                  <a:pt x="117" y="3313"/>
                </a:lnTo>
                <a:cubicBezTo>
                  <a:pt x="117" y="3336"/>
                  <a:pt x="123" y="3358"/>
                  <a:pt x="134" y="3378"/>
                </a:cubicBezTo>
                <a:lnTo>
                  <a:pt x="34" y="3437"/>
                </a:lnTo>
                <a:moveTo>
                  <a:pt x="0" y="3147"/>
                </a:moveTo>
                <a:lnTo>
                  <a:pt x="0" y="2989"/>
                </a:lnTo>
                <a:lnTo>
                  <a:pt x="117" y="2989"/>
                </a:lnTo>
                <a:lnTo>
                  <a:pt x="117" y="3147"/>
                </a:lnTo>
                <a:lnTo>
                  <a:pt x="0" y="3147"/>
                </a:lnTo>
                <a:moveTo>
                  <a:pt x="0" y="2883"/>
                </a:moveTo>
                <a:lnTo>
                  <a:pt x="0" y="2724"/>
                </a:lnTo>
                <a:lnTo>
                  <a:pt x="117" y="2724"/>
                </a:lnTo>
                <a:lnTo>
                  <a:pt x="117" y="2883"/>
                </a:lnTo>
                <a:lnTo>
                  <a:pt x="0" y="2883"/>
                </a:lnTo>
                <a:moveTo>
                  <a:pt x="0" y="2618"/>
                </a:moveTo>
                <a:lnTo>
                  <a:pt x="0" y="2460"/>
                </a:lnTo>
                <a:lnTo>
                  <a:pt x="117" y="2460"/>
                </a:lnTo>
                <a:lnTo>
                  <a:pt x="117" y="2618"/>
                </a:lnTo>
                <a:lnTo>
                  <a:pt x="0" y="2618"/>
                </a:lnTo>
                <a:moveTo>
                  <a:pt x="0" y="2354"/>
                </a:moveTo>
                <a:lnTo>
                  <a:pt x="0" y="2195"/>
                </a:lnTo>
                <a:lnTo>
                  <a:pt x="117" y="2195"/>
                </a:lnTo>
                <a:lnTo>
                  <a:pt x="117" y="2354"/>
                </a:lnTo>
                <a:lnTo>
                  <a:pt x="0" y="2354"/>
                </a:lnTo>
                <a:moveTo>
                  <a:pt x="0" y="2089"/>
                </a:moveTo>
                <a:lnTo>
                  <a:pt x="0" y="1930"/>
                </a:lnTo>
                <a:lnTo>
                  <a:pt x="117" y="1930"/>
                </a:lnTo>
                <a:lnTo>
                  <a:pt x="117" y="2089"/>
                </a:lnTo>
                <a:lnTo>
                  <a:pt x="0" y="2089"/>
                </a:lnTo>
                <a:moveTo>
                  <a:pt x="0" y="1824"/>
                </a:moveTo>
                <a:lnTo>
                  <a:pt x="0" y="1665"/>
                </a:lnTo>
                <a:lnTo>
                  <a:pt x="117" y="1665"/>
                </a:lnTo>
                <a:lnTo>
                  <a:pt x="117" y="1824"/>
                </a:lnTo>
                <a:lnTo>
                  <a:pt x="0" y="1824"/>
                </a:lnTo>
                <a:moveTo>
                  <a:pt x="0" y="1560"/>
                </a:moveTo>
                <a:lnTo>
                  <a:pt x="0" y="1401"/>
                </a:lnTo>
                <a:lnTo>
                  <a:pt x="117" y="1401"/>
                </a:lnTo>
                <a:lnTo>
                  <a:pt x="117" y="1560"/>
                </a:lnTo>
                <a:lnTo>
                  <a:pt x="0" y="1560"/>
                </a:lnTo>
                <a:moveTo>
                  <a:pt x="0" y="1295"/>
                </a:moveTo>
                <a:lnTo>
                  <a:pt x="0" y="1136"/>
                </a:lnTo>
                <a:lnTo>
                  <a:pt x="117" y="1136"/>
                </a:lnTo>
                <a:lnTo>
                  <a:pt x="117" y="1295"/>
                </a:lnTo>
                <a:lnTo>
                  <a:pt x="0" y="1295"/>
                </a:lnTo>
                <a:moveTo>
                  <a:pt x="0" y="1031"/>
                </a:moveTo>
                <a:lnTo>
                  <a:pt x="0" y="872"/>
                </a:lnTo>
                <a:lnTo>
                  <a:pt x="117" y="872"/>
                </a:lnTo>
                <a:lnTo>
                  <a:pt x="117" y="1031"/>
                </a:lnTo>
                <a:lnTo>
                  <a:pt x="0" y="1031"/>
                </a:lnTo>
                <a:moveTo>
                  <a:pt x="0" y="766"/>
                </a:moveTo>
                <a:lnTo>
                  <a:pt x="0" y="607"/>
                </a:lnTo>
                <a:lnTo>
                  <a:pt x="117" y="607"/>
                </a:lnTo>
                <a:lnTo>
                  <a:pt x="117" y="766"/>
                </a:lnTo>
                <a:lnTo>
                  <a:pt x="0" y="766"/>
                </a:lnTo>
                <a:moveTo>
                  <a:pt x="0" y="502"/>
                </a:moveTo>
                <a:lnTo>
                  <a:pt x="0" y="343"/>
                </a:lnTo>
                <a:lnTo>
                  <a:pt x="117" y="343"/>
                </a:lnTo>
                <a:lnTo>
                  <a:pt x="117" y="502"/>
                </a:lnTo>
                <a:lnTo>
                  <a:pt x="0" y="502"/>
                </a:lnTo>
                <a:moveTo>
                  <a:pt x="1" y="236"/>
                </a:moveTo>
                <a:cubicBezTo>
                  <a:pt x="3" y="161"/>
                  <a:pt x="33" y="100"/>
                  <a:pt x="92" y="53"/>
                </a:cubicBezTo>
                <a:lnTo>
                  <a:pt x="165" y="144"/>
                </a:lnTo>
                <a:cubicBezTo>
                  <a:pt x="134" y="168"/>
                  <a:pt x="118" y="200"/>
                  <a:pt x="117" y="239"/>
                </a:cubicBezTo>
                <a:lnTo>
                  <a:pt x="1" y="236"/>
                </a:lnTo>
                <a:moveTo>
                  <a:pt x="220" y="1"/>
                </a:moveTo>
                <a:cubicBezTo>
                  <a:pt x="228" y="0"/>
                  <a:pt x="236" y="0"/>
                  <a:pt x="244" y="0"/>
                </a:cubicBezTo>
                <a:lnTo>
                  <a:pt x="403" y="0"/>
                </a:lnTo>
                <a:lnTo>
                  <a:pt x="403" y="116"/>
                </a:lnTo>
                <a:lnTo>
                  <a:pt x="244" y="116"/>
                </a:lnTo>
                <a:cubicBezTo>
                  <a:pt x="240" y="116"/>
                  <a:pt x="236" y="116"/>
                  <a:pt x="232" y="117"/>
                </a:cubicBezTo>
                <a:lnTo>
                  <a:pt x="220" y="1"/>
                </a:lnTo>
                <a:close/>
              </a:path>
            </a:pathLst>
          </a:custGeom>
          <a:solidFill>
            <a:srgbClr val="8db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755760" y="3222000"/>
            <a:ext cx="35280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7x7 kernel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で性能改善が飽和する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28360" y="5286960"/>
            <a:ext cx="990324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[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ここに論文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Figure 3/4: Block modifications 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と 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ResNet/Swin/ConvNeXt block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比較を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5645520" y="5686920"/>
            <a:ext cx="9604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入れる</a:t>
            </a:r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]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914400" y="392400"/>
            <a:ext cx="27154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手法の詳細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2: Block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設計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09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10" name=""/>
          <p:cNvSpPr/>
          <p:nvPr/>
        </p:nvSpPr>
        <p:spPr>
          <a:xfrm>
            <a:off x="54288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2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54288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2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33520" y="924480"/>
            <a:ext cx="1061100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ConvNeXt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分類、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COCO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検出、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ADE20K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セグメンテーションで評価される。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62120" y="1848600"/>
            <a:ext cx="115452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ImageNet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809280" y="290484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7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1059480" y="2336400"/>
            <a:ext cx="33404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ImageNet-1K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で分類性能を評価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1059480" y="2783880"/>
            <a:ext cx="44107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ImageNet-22K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で事前学習し、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ImageNet-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809280" y="370512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1"/>
                  <a:pt x="263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7"/>
                  <a:pt x="0" y="151"/>
                  <a:pt x="0" y="132"/>
                </a:cubicBezTo>
                <a:cubicBezTo>
                  <a:pt x="0" y="115"/>
                  <a:pt x="4" y="98"/>
                  <a:pt x="11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5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1059480" y="3136320"/>
            <a:ext cx="15699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1K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へ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fine-tune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623880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3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6238800" y="1666800"/>
            <a:ext cx="5410440" cy="2791080"/>
          </a:xfrm>
          <a:custGeom>
            <a:avLst/>
            <a:gdLst/>
            <a:ahLst/>
            <a:rect l="0" t="0" r="r" b="b"/>
            <a:pathLst>
              <a:path w="15029" h="7753">
                <a:moveTo>
                  <a:pt x="0" y="7568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7568"/>
                </a:lnTo>
                <a:cubicBezTo>
                  <a:pt x="15029" y="7580"/>
                  <a:pt x="15028" y="7592"/>
                  <a:pt x="15025" y="7604"/>
                </a:cubicBezTo>
                <a:cubicBezTo>
                  <a:pt x="15023" y="7616"/>
                  <a:pt x="15020" y="7627"/>
                  <a:pt x="15015" y="7639"/>
                </a:cubicBezTo>
                <a:cubicBezTo>
                  <a:pt x="15010" y="7650"/>
                  <a:pt x="15005" y="7661"/>
                  <a:pt x="14998" y="7671"/>
                </a:cubicBezTo>
                <a:cubicBezTo>
                  <a:pt x="14991" y="7681"/>
                  <a:pt x="14983" y="7690"/>
                  <a:pt x="14975" y="7699"/>
                </a:cubicBezTo>
                <a:cubicBezTo>
                  <a:pt x="14966" y="7707"/>
                  <a:pt x="14957" y="7715"/>
                  <a:pt x="14947" y="7722"/>
                </a:cubicBezTo>
                <a:cubicBezTo>
                  <a:pt x="14937" y="7729"/>
                  <a:pt x="14926" y="7734"/>
                  <a:pt x="14915" y="7739"/>
                </a:cubicBezTo>
                <a:cubicBezTo>
                  <a:pt x="14903" y="7744"/>
                  <a:pt x="14892" y="7747"/>
                  <a:pt x="14880" y="7749"/>
                </a:cubicBezTo>
                <a:cubicBezTo>
                  <a:pt x="14868" y="7752"/>
                  <a:pt x="14856" y="7753"/>
                  <a:pt x="14844" y="7753"/>
                </a:cubicBezTo>
                <a:lnTo>
                  <a:pt x="185" y="7753"/>
                </a:lnTo>
                <a:cubicBezTo>
                  <a:pt x="173" y="7753"/>
                  <a:pt x="161" y="7752"/>
                  <a:pt x="149" y="7749"/>
                </a:cubicBezTo>
                <a:cubicBezTo>
                  <a:pt x="137" y="7747"/>
                  <a:pt x="125" y="7744"/>
                  <a:pt x="114" y="7739"/>
                </a:cubicBezTo>
                <a:cubicBezTo>
                  <a:pt x="103" y="7734"/>
                  <a:pt x="92" y="7729"/>
                  <a:pt x="82" y="7722"/>
                </a:cubicBezTo>
                <a:cubicBezTo>
                  <a:pt x="72" y="7715"/>
                  <a:pt x="63" y="7707"/>
                  <a:pt x="54" y="7699"/>
                </a:cubicBezTo>
                <a:cubicBezTo>
                  <a:pt x="45" y="7690"/>
                  <a:pt x="38" y="7681"/>
                  <a:pt x="31" y="7671"/>
                </a:cubicBezTo>
                <a:cubicBezTo>
                  <a:pt x="24" y="7661"/>
                  <a:pt x="18" y="7650"/>
                  <a:pt x="14" y="7639"/>
                </a:cubicBezTo>
                <a:cubicBezTo>
                  <a:pt x="9" y="7627"/>
                  <a:pt x="6" y="7616"/>
                  <a:pt x="3" y="7604"/>
                </a:cubicBezTo>
                <a:cubicBezTo>
                  <a:pt x="1" y="7592"/>
                  <a:pt x="0" y="7580"/>
                  <a:pt x="0" y="7568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059480" y="3584160"/>
            <a:ext cx="34045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ConvNeXt-T/S/B/L/XL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を構成する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6458040" y="1848600"/>
            <a:ext cx="2144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Downstream tasks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6755760" y="2336400"/>
            <a:ext cx="45781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COCO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で物体検出‧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instance segmentation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6505560" y="32572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6755760" y="2698200"/>
            <a:ext cx="7138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を評価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6505560" y="37051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7"/>
                  <a:pt x="0" y="151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6755760" y="3136320"/>
            <a:ext cx="44190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ADE20K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semantic segmentation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を評価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6755760" y="3584160"/>
            <a:ext cx="45064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Swin Transformer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と同程度の複雑さで比較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533160" y="4638600"/>
            <a:ext cx="11125440" cy="638280"/>
          </a:xfrm>
          <a:custGeom>
            <a:avLst/>
            <a:gdLst/>
            <a:ahLst/>
            <a:rect l="0" t="0" r="r" b="b"/>
            <a:pathLst>
              <a:path w="30904" h="1773">
                <a:moveTo>
                  <a:pt x="0" y="0"/>
                </a:moveTo>
                <a:lnTo>
                  <a:pt x="30904" y="0"/>
                </a:lnTo>
                <a:lnTo>
                  <a:pt x="30904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533160" y="4638600"/>
            <a:ext cx="76680" cy="638280"/>
          </a:xfrm>
          <a:custGeom>
            <a:avLst/>
            <a:gdLst/>
            <a:ahLst/>
            <a:rect l="0" t="0" r="r" b="b"/>
            <a:pathLst>
              <a:path w="213" h="1773">
                <a:moveTo>
                  <a:pt x="0" y="0"/>
                </a:moveTo>
                <a:lnTo>
                  <a:pt x="213" y="0"/>
                </a:lnTo>
                <a:lnTo>
                  <a:pt x="21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755760" y="3936600"/>
            <a:ext cx="476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する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781200" y="4792320"/>
            <a:ext cx="846180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分類だけでなく、汎用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backbone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として使えるかが重要な評価軸になる。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914400" y="3924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実験設定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4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43" name=""/>
          <p:cNvSpPr txBox="1"/>
          <p:nvPr/>
        </p:nvSpPr>
        <p:spPr>
          <a:xfrm>
            <a:off x="533520" y="924480"/>
            <a:ext cx="1111032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ConvNeXt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は同程度の複雑さの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Swin 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に対して、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で同等以上の性能を示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542880" y="1923840"/>
            <a:ext cx="3571920" cy="1410120"/>
          </a:xfrm>
          <a:custGeom>
            <a:avLst/>
            <a:gdLst/>
            <a:ahLst/>
            <a:rect l="0" t="0" r="r" b="b"/>
            <a:pathLst>
              <a:path w="9922" h="3917">
                <a:moveTo>
                  <a:pt x="0" y="373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3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9737" y="0"/>
                </a:lnTo>
                <a:cubicBezTo>
                  <a:pt x="9749" y="0"/>
                  <a:pt x="9761" y="1"/>
                  <a:pt x="9773" y="4"/>
                </a:cubicBezTo>
                <a:cubicBezTo>
                  <a:pt x="9785" y="6"/>
                  <a:pt x="9797" y="10"/>
                  <a:pt x="9808" y="14"/>
                </a:cubicBezTo>
                <a:cubicBezTo>
                  <a:pt x="9819" y="19"/>
                  <a:pt x="9830" y="25"/>
                  <a:pt x="9840" y="31"/>
                </a:cubicBezTo>
                <a:cubicBezTo>
                  <a:pt x="9850" y="38"/>
                  <a:pt x="9860" y="46"/>
                  <a:pt x="9868" y="54"/>
                </a:cubicBezTo>
                <a:cubicBezTo>
                  <a:pt x="9877" y="63"/>
                  <a:pt x="9885" y="72"/>
                  <a:pt x="9891" y="82"/>
                </a:cubicBezTo>
                <a:cubicBezTo>
                  <a:pt x="9898" y="93"/>
                  <a:pt x="9904" y="103"/>
                  <a:pt x="9908" y="114"/>
                </a:cubicBezTo>
                <a:cubicBezTo>
                  <a:pt x="9913" y="126"/>
                  <a:pt x="9917" y="137"/>
                  <a:pt x="9919" y="149"/>
                </a:cubicBezTo>
                <a:cubicBezTo>
                  <a:pt x="9921" y="161"/>
                  <a:pt x="9922" y="173"/>
                  <a:pt x="9922" y="185"/>
                </a:cubicBezTo>
                <a:lnTo>
                  <a:pt x="9922" y="3732"/>
                </a:lnTo>
                <a:cubicBezTo>
                  <a:pt x="9922" y="3744"/>
                  <a:pt x="9921" y="3756"/>
                  <a:pt x="9919" y="3768"/>
                </a:cubicBezTo>
                <a:cubicBezTo>
                  <a:pt x="9917" y="3780"/>
                  <a:pt x="9913" y="3791"/>
                  <a:pt x="9908" y="3803"/>
                </a:cubicBezTo>
                <a:cubicBezTo>
                  <a:pt x="9904" y="3814"/>
                  <a:pt x="9898" y="3824"/>
                  <a:pt x="9891" y="3835"/>
                </a:cubicBezTo>
                <a:cubicBezTo>
                  <a:pt x="9885" y="3845"/>
                  <a:pt x="9877" y="3854"/>
                  <a:pt x="9868" y="3863"/>
                </a:cubicBezTo>
                <a:cubicBezTo>
                  <a:pt x="9860" y="3871"/>
                  <a:pt x="9850" y="3879"/>
                  <a:pt x="9840" y="3886"/>
                </a:cubicBezTo>
                <a:cubicBezTo>
                  <a:pt x="9830" y="3892"/>
                  <a:pt x="9819" y="3898"/>
                  <a:pt x="9808" y="3903"/>
                </a:cubicBezTo>
                <a:cubicBezTo>
                  <a:pt x="9797" y="3907"/>
                  <a:pt x="9785" y="3911"/>
                  <a:pt x="9773" y="3913"/>
                </a:cubicBezTo>
                <a:cubicBezTo>
                  <a:pt x="9761" y="3916"/>
                  <a:pt x="9749" y="3917"/>
                  <a:pt x="9737" y="3917"/>
                </a:cubicBezTo>
                <a:lnTo>
                  <a:pt x="185" y="3917"/>
                </a:lnTo>
                <a:cubicBezTo>
                  <a:pt x="173" y="3917"/>
                  <a:pt x="161" y="3916"/>
                  <a:pt x="149" y="3913"/>
                </a:cubicBezTo>
                <a:cubicBezTo>
                  <a:pt x="137" y="3911"/>
                  <a:pt x="125" y="3907"/>
                  <a:pt x="114" y="3903"/>
                </a:cubicBezTo>
                <a:cubicBezTo>
                  <a:pt x="103" y="3898"/>
                  <a:pt x="92" y="3892"/>
                  <a:pt x="82" y="3886"/>
                </a:cubicBezTo>
                <a:cubicBezTo>
                  <a:pt x="72" y="3879"/>
                  <a:pt x="62" y="3871"/>
                  <a:pt x="54" y="3863"/>
                </a:cubicBezTo>
                <a:cubicBezTo>
                  <a:pt x="45" y="3854"/>
                  <a:pt x="38" y="3845"/>
                  <a:pt x="31" y="3835"/>
                </a:cubicBezTo>
                <a:cubicBezTo>
                  <a:pt x="24" y="3824"/>
                  <a:pt x="18" y="3814"/>
                  <a:pt x="14" y="3803"/>
                </a:cubicBezTo>
                <a:cubicBezTo>
                  <a:pt x="9" y="3791"/>
                  <a:pt x="6" y="3780"/>
                  <a:pt x="3" y="3768"/>
                </a:cubicBezTo>
                <a:cubicBezTo>
                  <a:pt x="1" y="3756"/>
                  <a:pt x="0" y="3744"/>
                  <a:pt x="0" y="3732"/>
                </a:cubicBezTo>
                <a:close/>
              </a:path>
            </a:pathLst>
          </a:custGeom>
          <a:solidFill>
            <a:srgbClr val="f9fc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542880" y="1923840"/>
            <a:ext cx="3571920" cy="1410120"/>
          </a:xfrm>
          <a:custGeom>
            <a:avLst/>
            <a:gdLst/>
            <a:ahLst/>
            <a:rect l="0" t="0" r="r" b="b"/>
            <a:pathLst>
              <a:path w="9922" h="3917">
                <a:moveTo>
                  <a:pt x="0" y="373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3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9737" y="0"/>
                </a:lnTo>
                <a:cubicBezTo>
                  <a:pt x="9749" y="0"/>
                  <a:pt x="9761" y="1"/>
                  <a:pt x="9773" y="4"/>
                </a:cubicBezTo>
                <a:cubicBezTo>
                  <a:pt x="9785" y="6"/>
                  <a:pt x="9797" y="10"/>
                  <a:pt x="9808" y="14"/>
                </a:cubicBezTo>
                <a:cubicBezTo>
                  <a:pt x="9819" y="19"/>
                  <a:pt x="9830" y="25"/>
                  <a:pt x="9840" y="31"/>
                </a:cubicBezTo>
                <a:cubicBezTo>
                  <a:pt x="9850" y="38"/>
                  <a:pt x="9860" y="46"/>
                  <a:pt x="9868" y="54"/>
                </a:cubicBezTo>
                <a:cubicBezTo>
                  <a:pt x="9877" y="63"/>
                  <a:pt x="9885" y="72"/>
                  <a:pt x="9891" y="82"/>
                </a:cubicBezTo>
                <a:cubicBezTo>
                  <a:pt x="9898" y="93"/>
                  <a:pt x="9904" y="103"/>
                  <a:pt x="9908" y="114"/>
                </a:cubicBezTo>
                <a:cubicBezTo>
                  <a:pt x="9913" y="126"/>
                  <a:pt x="9917" y="137"/>
                  <a:pt x="9919" y="149"/>
                </a:cubicBezTo>
                <a:cubicBezTo>
                  <a:pt x="9921" y="161"/>
                  <a:pt x="9922" y="173"/>
                  <a:pt x="9922" y="185"/>
                </a:cubicBezTo>
                <a:lnTo>
                  <a:pt x="9922" y="3732"/>
                </a:lnTo>
                <a:cubicBezTo>
                  <a:pt x="9922" y="3744"/>
                  <a:pt x="9921" y="3756"/>
                  <a:pt x="9919" y="3768"/>
                </a:cubicBezTo>
                <a:cubicBezTo>
                  <a:pt x="9917" y="3780"/>
                  <a:pt x="9913" y="3791"/>
                  <a:pt x="9908" y="3803"/>
                </a:cubicBezTo>
                <a:cubicBezTo>
                  <a:pt x="9904" y="3814"/>
                  <a:pt x="9898" y="3824"/>
                  <a:pt x="9891" y="3835"/>
                </a:cubicBezTo>
                <a:cubicBezTo>
                  <a:pt x="9885" y="3845"/>
                  <a:pt x="9877" y="3854"/>
                  <a:pt x="9868" y="3863"/>
                </a:cubicBezTo>
                <a:cubicBezTo>
                  <a:pt x="9860" y="3871"/>
                  <a:pt x="9850" y="3879"/>
                  <a:pt x="9840" y="3886"/>
                </a:cubicBezTo>
                <a:cubicBezTo>
                  <a:pt x="9830" y="3892"/>
                  <a:pt x="9819" y="3898"/>
                  <a:pt x="9808" y="3903"/>
                </a:cubicBezTo>
                <a:cubicBezTo>
                  <a:pt x="9797" y="3907"/>
                  <a:pt x="9785" y="3911"/>
                  <a:pt x="9773" y="3913"/>
                </a:cubicBezTo>
                <a:cubicBezTo>
                  <a:pt x="9761" y="3916"/>
                  <a:pt x="9749" y="3917"/>
                  <a:pt x="9737" y="3917"/>
                </a:cubicBezTo>
                <a:lnTo>
                  <a:pt x="185" y="3917"/>
                </a:lnTo>
                <a:cubicBezTo>
                  <a:pt x="173" y="3917"/>
                  <a:pt x="161" y="3916"/>
                  <a:pt x="149" y="3913"/>
                </a:cubicBezTo>
                <a:cubicBezTo>
                  <a:pt x="137" y="3911"/>
                  <a:pt x="125" y="3907"/>
                  <a:pt x="114" y="3903"/>
                </a:cubicBezTo>
                <a:cubicBezTo>
                  <a:pt x="103" y="3898"/>
                  <a:pt x="92" y="3892"/>
                  <a:pt x="82" y="3886"/>
                </a:cubicBezTo>
                <a:cubicBezTo>
                  <a:pt x="72" y="3879"/>
                  <a:pt x="62" y="3871"/>
                  <a:pt x="54" y="3863"/>
                </a:cubicBezTo>
                <a:cubicBezTo>
                  <a:pt x="45" y="3854"/>
                  <a:pt x="38" y="3845"/>
                  <a:pt x="31" y="3835"/>
                </a:cubicBezTo>
                <a:cubicBezTo>
                  <a:pt x="24" y="3824"/>
                  <a:pt x="18" y="3814"/>
                  <a:pt x="14" y="3803"/>
                </a:cubicBezTo>
                <a:cubicBezTo>
                  <a:pt x="9" y="3791"/>
                  <a:pt x="6" y="3780"/>
                  <a:pt x="3" y="3768"/>
                </a:cubicBezTo>
                <a:cubicBezTo>
                  <a:pt x="1" y="3756"/>
                  <a:pt x="0" y="3744"/>
                  <a:pt x="0" y="373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533520" y="1343520"/>
            <a:ext cx="53424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す。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723960" y="2091240"/>
            <a:ext cx="1015560" cy="27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ConvNeXt-T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723960" y="2392920"/>
            <a:ext cx="1037160" cy="518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000" spc="-1" strike="noStrike">
                <a:solidFill>
                  <a:srgbClr val="c9342f"/>
                </a:solidFill>
                <a:latin typeface="NotoSansJP"/>
                <a:ea typeface="NotoSansJP"/>
              </a:rPr>
              <a:t>82.1%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4305240" y="1923840"/>
            <a:ext cx="3581640" cy="1410120"/>
          </a:xfrm>
          <a:custGeom>
            <a:avLst/>
            <a:gdLst/>
            <a:ahLst/>
            <a:rect l="0" t="0" r="r" b="b"/>
            <a:pathLst>
              <a:path w="9949" h="3917">
                <a:moveTo>
                  <a:pt x="0" y="373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3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9764" y="0"/>
                </a:lnTo>
                <a:cubicBezTo>
                  <a:pt x="9776" y="0"/>
                  <a:pt x="9788" y="1"/>
                  <a:pt x="9800" y="4"/>
                </a:cubicBezTo>
                <a:cubicBezTo>
                  <a:pt x="9812" y="6"/>
                  <a:pt x="9823" y="10"/>
                  <a:pt x="9835" y="14"/>
                </a:cubicBezTo>
                <a:cubicBezTo>
                  <a:pt x="9846" y="19"/>
                  <a:pt x="9857" y="25"/>
                  <a:pt x="9867" y="31"/>
                </a:cubicBezTo>
                <a:cubicBezTo>
                  <a:pt x="9877" y="38"/>
                  <a:pt x="9886" y="46"/>
                  <a:pt x="9895" y="54"/>
                </a:cubicBezTo>
                <a:cubicBezTo>
                  <a:pt x="9903" y="63"/>
                  <a:pt x="9911" y="72"/>
                  <a:pt x="9918" y="82"/>
                </a:cubicBezTo>
                <a:cubicBezTo>
                  <a:pt x="9925" y="93"/>
                  <a:pt x="9930" y="103"/>
                  <a:pt x="9935" y="114"/>
                </a:cubicBezTo>
                <a:cubicBezTo>
                  <a:pt x="9940" y="126"/>
                  <a:pt x="9943" y="137"/>
                  <a:pt x="9945" y="149"/>
                </a:cubicBezTo>
                <a:cubicBezTo>
                  <a:pt x="9948" y="161"/>
                  <a:pt x="9949" y="173"/>
                  <a:pt x="9949" y="185"/>
                </a:cubicBezTo>
                <a:lnTo>
                  <a:pt x="9949" y="3732"/>
                </a:lnTo>
                <a:cubicBezTo>
                  <a:pt x="9949" y="3744"/>
                  <a:pt x="9948" y="3756"/>
                  <a:pt x="9945" y="3768"/>
                </a:cubicBezTo>
                <a:cubicBezTo>
                  <a:pt x="9943" y="3780"/>
                  <a:pt x="9940" y="3791"/>
                  <a:pt x="9935" y="3803"/>
                </a:cubicBezTo>
                <a:cubicBezTo>
                  <a:pt x="9930" y="3814"/>
                  <a:pt x="9925" y="3824"/>
                  <a:pt x="9918" y="3835"/>
                </a:cubicBezTo>
                <a:cubicBezTo>
                  <a:pt x="9911" y="3845"/>
                  <a:pt x="9903" y="3854"/>
                  <a:pt x="9895" y="3863"/>
                </a:cubicBezTo>
                <a:cubicBezTo>
                  <a:pt x="9886" y="3871"/>
                  <a:pt x="9877" y="3879"/>
                  <a:pt x="9867" y="3886"/>
                </a:cubicBezTo>
                <a:cubicBezTo>
                  <a:pt x="9857" y="3892"/>
                  <a:pt x="9846" y="3898"/>
                  <a:pt x="9835" y="3903"/>
                </a:cubicBezTo>
                <a:cubicBezTo>
                  <a:pt x="9823" y="3907"/>
                  <a:pt x="9812" y="3911"/>
                  <a:pt x="9800" y="3913"/>
                </a:cubicBezTo>
                <a:cubicBezTo>
                  <a:pt x="9788" y="3916"/>
                  <a:pt x="9776" y="3917"/>
                  <a:pt x="9764" y="3917"/>
                </a:cubicBezTo>
                <a:lnTo>
                  <a:pt x="185" y="3917"/>
                </a:lnTo>
                <a:cubicBezTo>
                  <a:pt x="173" y="3917"/>
                  <a:pt x="161" y="3916"/>
                  <a:pt x="149" y="3913"/>
                </a:cubicBezTo>
                <a:cubicBezTo>
                  <a:pt x="137" y="3911"/>
                  <a:pt x="125" y="3907"/>
                  <a:pt x="114" y="3903"/>
                </a:cubicBezTo>
                <a:cubicBezTo>
                  <a:pt x="103" y="3898"/>
                  <a:pt x="92" y="3892"/>
                  <a:pt x="82" y="3886"/>
                </a:cubicBezTo>
                <a:cubicBezTo>
                  <a:pt x="72" y="3879"/>
                  <a:pt x="63" y="3871"/>
                  <a:pt x="54" y="3863"/>
                </a:cubicBezTo>
                <a:cubicBezTo>
                  <a:pt x="45" y="3854"/>
                  <a:pt x="38" y="3845"/>
                  <a:pt x="31" y="3835"/>
                </a:cubicBezTo>
                <a:cubicBezTo>
                  <a:pt x="24" y="3824"/>
                  <a:pt x="18" y="3814"/>
                  <a:pt x="14" y="3803"/>
                </a:cubicBezTo>
                <a:cubicBezTo>
                  <a:pt x="9" y="3791"/>
                  <a:pt x="6" y="3780"/>
                  <a:pt x="3" y="3768"/>
                </a:cubicBezTo>
                <a:cubicBezTo>
                  <a:pt x="1" y="3756"/>
                  <a:pt x="0" y="3744"/>
                  <a:pt x="0" y="3732"/>
                </a:cubicBezTo>
                <a:close/>
              </a:path>
            </a:pathLst>
          </a:custGeom>
          <a:solidFill>
            <a:srgbClr val="f9fc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4305240" y="1923840"/>
            <a:ext cx="3581640" cy="1410120"/>
          </a:xfrm>
          <a:custGeom>
            <a:avLst/>
            <a:gdLst/>
            <a:ahLst/>
            <a:rect l="0" t="0" r="r" b="b"/>
            <a:pathLst>
              <a:path w="9949" h="3917">
                <a:moveTo>
                  <a:pt x="0" y="373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8" y="103"/>
                  <a:pt x="24" y="93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9764" y="0"/>
                </a:lnTo>
                <a:cubicBezTo>
                  <a:pt x="9776" y="0"/>
                  <a:pt x="9788" y="1"/>
                  <a:pt x="9800" y="4"/>
                </a:cubicBezTo>
                <a:cubicBezTo>
                  <a:pt x="9812" y="6"/>
                  <a:pt x="9823" y="10"/>
                  <a:pt x="9835" y="14"/>
                </a:cubicBezTo>
                <a:cubicBezTo>
                  <a:pt x="9846" y="19"/>
                  <a:pt x="9857" y="25"/>
                  <a:pt x="9867" y="31"/>
                </a:cubicBezTo>
                <a:cubicBezTo>
                  <a:pt x="9877" y="38"/>
                  <a:pt x="9886" y="46"/>
                  <a:pt x="9895" y="54"/>
                </a:cubicBezTo>
                <a:cubicBezTo>
                  <a:pt x="9903" y="63"/>
                  <a:pt x="9911" y="72"/>
                  <a:pt x="9918" y="82"/>
                </a:cubicBezTo>
                <a:cubicBezTo>
                  <a:pt x="9925" y="93"/>
                  <a:pt x="9930" y="103"/>
                  <a:pt x="9935" y="114"/>
                </a:cubicBezTo>
                <a:cubicBezTo>
                  <a:pt x="9940" y="126"/>
                  <a:pt x="9943" y="137"/>
                  <a:pt x="9945" y="149"/>
                </a:cubicBezTo>
                <a:cubicBezTo>
                  <a:pt x="9948" y="161"/>
                  <a:pt x="9949" y="173"/>
                  <a:pt x="9949" y="185"/>
                </a:cubicBezTo>
                <a:lnTo>
                  <a:pt x="9949" y="3732"/>
                </a:lnTo>
                <a:cubicBezTo>
                  <a:pt x="9949" y="3744"/>
                  <a:pt x="9948" y="3756"/>
                  <a:pt x="9945" y="3768"/>
                </a:cubicBezTo>
                <a:cubicBezTo>
                  <a:pt x="9943" y="3780"/>
                  <a:pt x="9940" y="3791"/>
                  <a:pt x="9935" y="3803"/>
                </a:cubicBezTo>
                <a:cubicBezTo>
                  <a:pt x="9930" y="3814"/>
                  <a:pt x="9925" y="3824"/>
                  <a:pt x="9918" y="3835"/>
                </a:cubicBezTo>
                <a:cubicBezTo>
                  <a:pt x="9911" y="3845"/>
                  <a:pt x="9903" y="3854"/>
                  <a:pt x="9895" y="3863"/>
                </a:cubicBezTo>
                <a:cubicBezTo>
                  <a:pt x="9886" y="3871"/>
                  <a:pt x="9877" y="3879"/>
                  <a:pt x="9867" y="3886"/>
                </a:cubicBezTo>
                <a:cubicBezTo>
                  <a:pt x="9857" y="3892"/>
                  <a:pt x="9846" y="3898"/>
                  <a:pt x="9835" y="3903"/>
                </a:cubicBezTo>
                <a:cubicBezTo>
                  <a:pt x="9823" y="3907"/>
                  <a:pt x="9812" y="3911"/>
                  <a:pt x="9800" y="3913"/>
                </a:cubicBezTo>
                <a:cubicBezTo>
                  <a:pt x="9788" y="3916"/>
                  <a:pt x="9776" y="3917"/>
                  <a:pt x="9764" y="3917"/>
                </a:cubicBezTo>
                <a:lnTo>
                  <a:pt x="185" y="3917"/>
                </a:lnTo>
                <a:cubicBezTo>
                  <a:pt x="173" y="3917"/>
                  <a:pt x="161" y="3916"/>
                  <a:pt x="149" y="3913"/>
                </a:cubicBezTo>
                <a:cubicBezTo>
                  <a:pt x="137" y="3911"/>
                  <a:pt x="125" y="3907"/>
                  <a:pt x="114" y="3903"/>
                </a:cubicBezTo>
                <a:cubicBezTo>
                  <a:pt x="103" y="3898"/>
                  <a:pt x="92" y="3892"/>
                  <a:pt x="82" y="3886"/>
                </a:cubicBezTo>
                <a:cubicBezTo>
                  <a:pt x="72" y="3879"/>
                  <a:pt x="63" y="3871"/>
                  <a:pt x="54" y="3863"/>
                </a:cubicBezTo>
                <a:cubicBezTo>
                  <a:pt x="45" y="3854"/>
                  <a:pt x="38" y="3845"/>
                  <a:pt x="31" y="3835"/>
                </a:cubicBezTo>
                <a:cubicBezTo>
                  <a:pt x="24" y="3824"/>
                  <a:pt x="18" y="3814"/>
                  <a:pt x="14" y="3803"/>
                </a:cubicBezTo>
                <a:cubicBezTo>
                  <a:pt x="9" y="3791"/>
                  <a:pt x="6" y="3780"/>
                  <a:pt x="3" y="3768"/>
                </a:cubicBezTo>
                <a:cubicBezTo>
                  <a:pt x="1" y="3756"/>
                  <a:pt x="0" y="3744"/>
                  <a:pt x="0" y="373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723960" y="2913480"/>
            <a:ext cx="176868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111111"/>
                </a:solidFill>
                <a:latin typeface="NotoSansJP"/>
                <a:ea typeface="NotoSansJP"/>
              </a:rPr>
              <a:t>Swin-T: 81.3%, 4.5G FLOPs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4489560" y="2091240"/>
            <a:ext cx="1037160" cy="27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ConvNeXt-B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4489560" y="2392920"/>
            <a:ext cx="1037160" cy="518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000" spc="-1" strike="noStrike">
                <a:solidFill>
                  <a:srgbClr val="c9342f"/>
                </a:solidFill>
                <a:latin typeface="NotoSansJP"/>
                <a:ea typeface="NotoSansJP"/>
              </a:rPr>
              <a:t>85.1%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8076960" y="1923840"/>
            <a:ext cx="3572280" cy="1410120"/>
          </a:xfrm>
          <a:custGeom>
            <a:avLst/>
            <a:gdLst/>
            <a:ahLst/>
            <a:rect l="0" t="0" r="r" b="b"/>
            <a:pathLst>
              <a:path w="9923" h="3917">
                <a:moveTo>
                  <a:pt x="0" y="3732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6"/>
                  <a:pt x="14" y="114"/>
                </a:cubicBezTo>
                <a:cubicBezTo>
                  <a:pt x="19" y="103"/>
                  <a:pt x="25" y="93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3" y="25"/>
                  <a:pt x="103" y="19"/>
                  <a:pt x="114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9738" y="0"/>
                </a:lnTo>
                <a:cubicBezTo>
                  <a:pt x="9750" y="0"/>
                  <a:pt x="9762" y="1"/>
                  <a:pt x="9774" y="4"/>
                </a:cubicBezTo>
                <a:cubicBezTo>
                  <a:pt x="9786" y="6"/>
                  <a:pt x="9797" y="10"/>
                  <a:pt x="9809" y="14"/>
                </a:cubicBezTo>
                <a:cubicBezTo>
                  <a:pt x="9820" y="19"/>
                  <a:pt x="9831" y="25"/>
                  <a:pt x="9841" y="31"/>
                </a:cubicBezTo>
                <a:cubicBezTo>
                  <a:pt x="9851" y="38"/>
                  <a:pt x="9860" y="46"/>
                  <a:pt x="9869" y="54"/>
                </a:cubicBezTo>
                <a:cubicBezTo>
                  <a:pt x="9877" y="63"/>
                  <a:pt x="9885" y="72"/>
                  <a:pt x="9892" y="82"/>
                </a:cubicBezTo>
                <a:cubicBezTo>
                  <a:pt x="9899" y="93"/>
                  <a:pt x="9904" y="103"/>
                  <a:pt x="9909" y="114"/>
                </a:cubicBezTo>
                <a:cubicBezTo>
                  <a:pt x="9914" y="126"/>
                  <a:pt x="9917" y="137"/>
                  <a:pt x="9919" y="149"/>
                </a:cubicBezTo>
                <a:cubicBezTo>
                  <a:pt x="9922" y="161"/>
                  <a:pt x="9923" y="173"/>
                  <a:pt x="9923" y="185"/>
                </a:cubicBezTo>
                <a:lnTo>
                  <a:pt x="9923" y="3732"/>
                </a:lnTo>
                <a:cubicBezTo>
                  <a:pt x="9923" y="3744"/>
                  <a:pt x="9922" y="3756"/>
                  <a:pt x="9919" y="3768"/>
                </a:cubicBezTo>
                <a:cubicBezTo>
                  <a:pt x="9917" y="3780"/>
                  <a:pt x="9914" y="3791"/>
                  <a:pt x="9909" y="3803"/>
                </a:cubicBezTo>
                <a:cubicBezTo>
                  <a:pt x="9904" y="3814"/>
                  <a:pt x="9899" y="3824"/>
                  <a:pt x="9892" y="3835"/>
                </a:cubicBezTo>
                <a:cubicBezTo>
                  <a:pt x="9885" y="3845"/>
                  <a:pt x="9877" y="3854"/>
                  <a:pt x="9869" y="3863"/>
                </a:cubicBezTo>
                <a:cubicBezTo>
                  <a:pt x="9860" y="3871"/>
                  <a:pt x="9851" y="3879"/>
                  <a:pt x="9841" y="3886"/>
                </a:cubicBezTo>
                <a:cubicBezTo>
                  <a:pt x="9831" y="3892"/>
                  <a:pt x="9820" y="3898"/>
                  <a:pt x="9809" y="3903"/>
                </a:cubicBezTo>
                <a:cubicBezTo>
                  <a:pt x="9797" y="3907"/>
                  <a:pt x="9786" y="3911"/>
                  <a:pt x="9774" y="3913"/>
                </a:cubicBezTo>
                <a:cubicBezTo>
                  <a:pt x="9762" y="3916"/>
                  <a:pt x="9750" y="3917"/>
                  <a:pt x="9738" y="3917"/>
                </a:cubicBezTo>
                <a:lnTo>
                  <a:pt x="185" y="3917"/>
                </a:lnTo>
                <a:cubicBezTo>
                  <a:pt x="173" y="3917"/>
                  <a:pt x="161" y="3916"/>
                  <a:pt x="149" y="3913"/>
                </a:cubicBezTo>
                <a:cubicBezTo>
                  <a:pt x="137" y="3911"/>
                  <a:pt x="126" y="3907"/>
                  <a:pt x="114" y="3903"/>
                </a:cubicBezTo>
                <a:cubicBezTo>
                  <a:pt x="103" y="3898"/>
                  <a:pt x="93" y="3892"/>
                  <a:pt x="82" y="3886"/>
                </a:cubicBezTo>
                <a:cubicBezTo>
                  <a:pt x="72" y="3879"/>
                  <a:pt x="63" y="3871"/>
                  <a:pt x="54" y="3863"/>
                </a:cubicBezTo>
                <a:cubicBezTo>
                  <a:pt x="46" y="3854"/>
                  <a:pt x="38" y="3845"/>
                  <a:pt x="31" y="3835"/>
                </a:cubicBezTo>
                <a:cubicBezTo>
                  <a:pt x="25" y="3824"/>
                  <a:pt x="19" y="3814"/>
                  <a:pt x="14" y="3803"/>
                </a:cubicBezTo>
                <a:cubicBezTo>
                  <a:pt x="10" y="3791"/>
                  <a:pt x="6" y="3780"/>
                  <a:pt x="4" y="3768"/>
                </a:cubicBezTo>
                <a:cubicBezTo>
                  <a:pt x="1" y="3756"/>
                  <a:pt x="0" y="3744"/>
                  <a:pt x="0" y="3732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8076960" y="1923840"/>
            <a:ext cx="3572280" cy="1410120"/>
          </a:xfrm>
          <a:custGeom>
            <a:avLst/>
            <a:gdLst/>
            <a:ahLst/>
            <a:rect l="0" t="0" r="r" b="b"/>
            <a:pathLst>
              <a:path w="9923" h="3917">
                <a:moveTo>
                  <a:pt x="0" y="3732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6"/>
                  <a:pt x="14" y="114"/>
                </a:cubicBezTo>
                <a:cubicBezTo>
                  <a:pt x="19" y="103"/>
                  <a:pt x="25" y="93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3" y="25"/>
                  <a:pt x="103" y="19"/>
                  <a:pt x="114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9738" y="0"/>
                </a:lnTo>
                <a:cubicBezTo>
                  <a:pt x="9750" y="0"/>
                  <a:pt x="9762" y="1"/>
                  <a:pt x="9774" y="4"/>
                </a:cubicBezTo>
                <a:cubicBezTo>
                  <a:pt x="9786" y="6"/>
                  <a:pt x="9797" y="10"/>
                  <a:pt x="9809" y="14"/>
                </a:cubicBezTo>
                <a:cubicBezTo>
                  <a:pt x="9820" y="19"/>
                  <a:pt x="9831" y="25"/>
                  <a:pt x="9841" y="31"/>
                </a:cubicBezTo>
                <a:cubicBezTo>
                  <a:pt x="9851" y="38"/>
                  <a:pt x="9860" y="46"/>
                  <a:pt x="9869" y="54"/>
                </a:cubicBezTo>
                <a:cubicBezTo>
                  <a:pt x="9877" y="63"/>
                  <a:pt x="9885" y="72"/>
                  <a:pt x="9892" y="82"/>
                </a:cubicBezTo>
                <a:cubicBezTo>
                  <a:pt x="9899" y="93"/>
                  <a:pt x="9904" y="103"/>
                  <a:pt x="9909" y="114"/>
                </a:cubicBezTo>
                <a:cubicBezTo>
                  <a:pt x="9914" y="126"/>
                  <a:pt x="9917" y="137"/>
                  <a:pt x="9919" y="149"/>
                </a:cubicBezTo>
                <a:cubicBezTo>
                  <a:pt x="9922" y="161"/>
                  <a:pt x="9923" y="173"/>
                  <a:pt x="9923" y="185"/>
                </a:cubicBezTo>
                <a:lnTo>
                  <a:pt x="9923" y="3732"/>
                </a:lnTo>
                <a:cubicBezTo>
                  <a:pt x="9923" y="3744"/>
                  <a:pt x="9922" y="3756"/>
                  <a:pt x="9919" y="3768"/>
                </a:cubicBezTo>
                <a:cubicBezTo>
                  <a:pt x="9917" y="3780"/>
                  <a:pt x="9914" y="3791"/>
                  <a:pt x="9909" y="3803"/>
                </a:cubicBezTo>
                <a:cubicBezTo>
                  <a:pt x="9904" y="3814"/>
                  <a:pt x="9899" y="3824"/>
                  <a:pt x="9892" y="3835"/>
                </a:cubicBezTo>
                <a:cubicBezTo>
                  <a:pt x="9885" y="3845"/>
                  <a:pt x="9877" y="3854"/>
                  <a:pt x="9869" y="3863"/>
                </a:cubicBezTo>
                <a:cubicBezTo>
                  <a:pt x="9860" y="3871"/>
                  <a:pt x="9851" y="3879"/>
                  <a:pt x="9841" y="3886"/>
                </a:cubicBezTo>
                <a:cubicBezTo>
                  <a:pt x="9831" y="3892"/>
                  <a:pt x="9820" y="3898"/>
                  <a:pt x="9809" y="3903"/>
                </a:cubicBezTo>
                <a:cubicBezTo>
                  <a:pt x="9797" y="3907"/>
                  <a:pt x="9786" y="3911"/>
                  <a:pt x="9774" y="3913"/>
                </a:cubicBezTo>
                <a:cubicBezTo>
                  <a:pt x="9762" y="3916"/>
                  <a:pt x="9750" y="3917"/>
                  <a:pt x="9738" y="3917"/>
                </a:cubicBezTo>
                <a:lnTo>
                  <a:pt x="185" y="3917"/>
                </a:lnTo>
                <a:cubicBezTo>
                  <a:pt x="173" y="3917"/>
                  <a:pt x="161" y="3916"/>
                  <a:pt x="149" y="3913"/>
                </a:cubicBezTo>
                <a:cubicBezTo>
                  <a:pt x="137" y="3911"/>
                  <a:pt x="126" y="3907"/>
                  <a:pt x="114" y="3903"/>
                </a:cubicBezTo>
                <a:cubicBezTo>
                  <a:pt x="103" y="3898"/>
                  <a:pt x="93" y="3892"/>
                  <a:pt x="82" y="3886"/>
                </a:cubicBezTo>
                <a:cubicBezTo>
                  <a:pt x="72" y="3879"/>
                  <a:pt x="63" y="3871"/>
                  <a:pt x="54" y="3863"/>
                </a:cubicBezTo>
                <a:cubicBezTo>
                  <a:pt x="46" y="3854"/>
                  <a:pt x="38" y="3845"/>
                  <a:pt x="31" y="3835"/>
                </a:cubicBezTo>
                <a:cubicBezTo>
                  <a:pt x="25" y="3824"/>
                  <a:pt x="19" y="3814"/>
                  <a:pt x="14" y="3803"/>
                </a:cubicBezTo>
                <a:cubicBezTo>
                  <a:pt x="10" y="3791"/>
                  <a:pt x="6" y="3780"/>
                  <a:pt x="4" y="3768"/>
                </a:cubicBezTo>
                <a:cubicBezTo>
                  <a:pt x="1" y="3756"/>
                  <a:pt x="0" y="3744"/>
                  <a:pt x="0" y="3732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4489560" y="2913480"/>
            <a:ext cx="9716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111111"/>
                </a:solidFill>
                <a:latin typeface="NotoSansJP"/>
                <a:ea typeface="NotoSansJP"/>
              </a:rPr>
              <a:t>384 resolution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8254800" y="2091240"/>
            <a:ext cx="1116360" cy="27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ConvNeXt-XL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8254800" y="2392920"/>
            <a:ext cx="1037160" cy="518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000" spc="-1" strike="noStrike">
                <a:solidFill>
                  <a:srgbClr val="c9342f"/>
                </a:solidFill>
                <a:latin typeface="NotoSansJP"/>
                <a:ea typeface="NotoSansJP"/>
              </a:rPr>
              <a:t>87.8%</a:t>
            </a:r>
            <a:endParaRPr b="0" lang="en-US" sz="3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542880" y="3562200"/>
            <a:ext cx="2667240" cy="1219680"/>
          </a:xfrm>
          <a:custGeom>
            <a:avLst/>
            <a:gdLst/>
            <a:ahLst/>
            <a:rect l="0" t="0" r="r" b="b"/>
            <a:pathLst>
              <a:path w="7409" h="3388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6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7224" y="0"/>
                </a:lnTo>
                <a:cubicBezTo>
                  <a:pt x="7236" y="0"/>
                  <a:pt x="7248" y="1"/>
                  <a:pt x="7260" y="3"/>
                </a:cubicBezTo>
                <a:cubicBezTo>
                  <a:pt x="7272" y="6"/>
                  <a:pt x="7283" y="9"/>
                  <a:pt x="7295" y="14"/>
                </a:cubicBezTo>
                <a:cubicBezTo>
                  <a:pt x="7306" y="19"/>
                  <a:pt x="7317" y="24"/>
                  <a:pt x="7327" y="31"/>
                </a:cubicBezTo>
                <a:cubicBezTo>
                  <a:pt x="7337" y="38"/>
                  <a:pt x="7346" y="46"/>
                  <a:pt x="7355" y="54"/>
                </a:cubicBezTo>
                <a:cubicBezTo>
                  <a:pt x="7363" y="63"/>
                  <a:pt x="7371" y="72"/>
                  <a:pt x="7378" y="82"/>
                </a:cubicBezTo>
                <a:cubicBezTo>
                  <a:pt x="7385" y="92"/>
                  <a:pt x="7390" y="103"/>
                  <a:pt x="7395" y="114"/>
                </a:cubicBezTo>
                <a:cubicBezTo>
                  <a:pt x="7400" y="125"/>
                  <a:pt x="7403" y="137"/>
                  <a:pt x="7405" y="149"/>
                </a:cubicBezTo>
                <a:cubicBezTo>
                  <a:pt x="7408" y="161"/>
                  <a:pt x="7409" y="173"/>
                  <a:pt x="7409" y="185"/>
                </a:cubicBezTo>
                <a:lnTo>
                  <a:pt x="7409" y="3202"/>
                </a:lnTo>
                <a:cubicBezTo>
                  <a:pt x="7409" y="3215"/>
                  <a:pt x="7408" y="3227"/>
                  <a:pt x="7405" y="3239"/>
                </a:cubicBezTo>
                <a:cubicBezTo>
                  <a:pt x="7403" y="3250"/>
                  <a:pt x="7400" y="3262"/>
                  <a:pt x="7395" y="3273"/>
                </a:cubicBezTo>
                <a:cubicBezTo>
                  <a:pt x="7390" y="3284"/>
                  <a:pt x="7384" y="3295"/>
                  <a:pt x="7378" y="3305"/>
                </a:cubicBezTo>
                <a:cubicBezTo>
                  <a:pt x="7371" y="3315"/>
                  <a:pt x="7363" y="3325"/>
                  <a:pt x="7355" y="3333"/>
                </a:cubicBezTo>
                <a:cubicBezTo>
                  <a:pt x="7346" y="3342"/>
                  <a:pt x="7337" y="3350"/>
                  <a:pt x="7327" y="3356"/>
                </a:cubicBezTo>
                <a:cubicBezTo>
                  <a:pt x="7317" y="3363"/>
                  <a:pt x="7306" y="3369"/>
                  <a:pt x="7295" y="3373"/>
                </a:cubicBezTo>
                <a:cubicBezTo>
                  <a:pt x="7283" y="3378"/>
                  <a:pt x="7272" y="3382"/>
                  <a:pt x="7260" y="3384"/>
                </a:cubicBezTo>
                <a:cubicBezTo>
                  <a:pt x="7248" y="3386"/>
                  <a:pt x="7236" y="3388"/>
                  <a:pt x="7224" y="3388"/>
                </a:cubicBezTo>
                <a:lnTo>
                  <a:pt x="185" y="3388"/>
                </a:lnTo>
                <a:cubicBezTo>
                  <a:pt x="173" y="3388"/>
                  <a:pt x="161" y="3386"/>
                  <a:pt x="149" y="3384"/>
                </a:cubicBezTo>
                <a:cubicBezTo>
                  <a:pt x="137" y="3382"/>
                  <a:pt x="125" y="3378"/>
                  <a:pt x="114" y="3373"/>
                </a:cubicBezTo>
                <a:cubicBezTo>
                  <a:pt x="103" y="3369"/>
                  <a:pt x="92" y="3363"/>
                  <a:pt x="82" y="3356"/>
                </a:cubicBezTo>
                <a:cubicBezTo>
                  <a:pt x="72" y="3350"/>
                  <a:pt x="62" y="3342"/>
                  <a:pt x="54" y="3333"/>
                </a:cubicBezTo>
                <a:cubicBezTo>
                  <a:pt x="45" y="3325"/>
                  <a:pt x="38" y="3315"/>
                  <a:pt x="31" y="3305"/>
                </a:cubicBezTo>
                <a:cubicBezTo>
                  <a:pt x="24" y="3295"/>
                  <a:pt x="18" y="3284"/>
                  <a:pt x="14" y="3273"/>
                </a:cubicBezTo>
                <a:cubicBezTo>
                  <a:pt x="9" y="3262"/>
                  <a:pt x="6" y="3250"/>
                  <a:pt x="3" y="3239"/>
                </a:cubicBezTo>
                <a:cubicBezTo>
                  <a:pt x="1" y="3227"/>
                  <a:pt x="0" y="3215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542880" y="3562200"/>
            <a:ext cx="2667240" cy="1219680"/>
          </a:xfrm>
          <a:custGeom>
            <a:avLst/>
            <a:gdLst/>
            <a:ahLst/>
            <a:rect l="0" t="0" r="r" b="b"/>
            <a:pathLst>
              <a:path w="7409" h="3388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6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7224" y="0"/>
                </a:lnTo>
                <a:cubicBezTo>
                  <a:pt x="7236" y="0"/>
                  <a:pt x="7248" y="1"/>
                  <a:pt x="7260" y="3"/>
                </a:cubicBezTo>
                <a:cubicBezTo>
                  <a:pt x="7272" y="6"/>
                  <a:pt x="7283" y="9"/>
                  <a:pt x="7295" y="14"/>
                </a:cubicBezTo>
                <a:cubicBezTo>
                  <a:pt x="7306" y="19"/>
                  <a:pt x="7317" y="24"/>
                  <a:pt x="7327" y="31"/>
                </a:cubicBezTo>
                <a:cubicBezTo>
                  <a:pt x="7337" y="38"/>
                  <a:pt x="7346" y="46"/>
                  <a:pt x="7355" y="54"/>
                </a:cubicBezTo>
                <a:cubicBezTo>
                  <a:pt x="7363" y="63"/>
                  <a:pt x="7371" y="72"/>
                  <a:pt x="7378" y="82"/>
                </a:cubicBezTo>
                <a:cubicBezTo>
                  <a:pt x="7385" y="92"/>
                  <a:pt x="7390" y="103"/>
                  <a:pt x="7395" y="114"/>
                </a:cubicBezTo>
                <a:cubicBezTo>
                  <a:pt x="7400" y="125"/>
                  <a:pt x="7403" y="137"/>
                  <a:pt x="7405" y="149"/>
                </a:cubicBezTo>
                <a:cubicBezTo>
                  <a:pt x="7408" y="161"/>
                  <a:pt x="7409" y="173"/>
                  <a:pt x="7409" y="185"/>
                </a:cubicBezTo>
                <a:lnTo>
                  <a:pt x="7409" y="3202"/>
                </a:lnTo>
                <a:cubicBezTo>
                  <a:pt x="7409" y="3215"/>
                  <a:pt x="7408" y="3227"/>
                  <a:pt x="7405" y="3239"/>
                </a:cubicBezTo>
                <a:cubicBezTo>
                  <a:pt x="7403" y="3250"/>
                  <a:pt x="7400" y="3262"/>
                  <a:pt x="7395" y="3273"/>
                </a:cubicBezTo>
                <a:cubicBezTo>
                  <a:pt x="7390" y="3284"/>
                  <a:pt x="7384" y="3295"/>
                  <a:pt x="7378" y="3305"/>
                </a:cubicBezTo>
                <a:cubicBezTo>
                  <a:pt x="7371" y="3315"/>
                  <a:pt x="7363" y="3325"/>
                  <a:pt x="7355" y="3333"/>
                </a:cubicBezTo>
                <a:cubicBezTo>
                  <a:pt x="7346" y="3342"/>
                  <a:pt x="7337" y="3350"/>
                  <a:pt x="7327" y="3356"/>
                </a:cubicBezTo>
                <a:cubicBezTo>
                  <a:pt x="7317" y="3363"/>
                  <a:pt x="7306" y="3369"/>
                  <a:pt x="7295" y="3373"/>
                </a:cubicBezTo>
                <a:cubicBezTo>
                  <a:pt x="7283" y="3378"/>
                  <a:pt x="7272" y="3382"/>
                  <a:pt x="7260" y="3384"/>
                </a:cubicBezTo>
                <a:cubicBezTo>
                  <a:pt x="7248" y="3386"/>
                  <a:pt x="7236" y="3388"/>
                  <a:pt x="7224" y="3388"/>
                </a:cubicBezTo>
                <a:lnTo>
                  <a:pt x="185" y="3388"/>
                </a:lnTo>
                <a:cubicBezTo>
                  <a:pt x="173" y="3388"/>
                  <a:pt x="161" y="3386"/>
                  <a:pt x="149" y="3384"/>
                </a:cubicBezTo>
                <a:cubicBezTo>
                  <a:pt x="137" y="3382"/>
                  <a:pt x="125" y="3378"/>
                  <a:pt x="114" y="3373"/>
                </a:cubicBezTo>
                <a:cubicBezTo>
                  <a:pt x="103" y="3369"/>
                  <a:pt x="92" y="3363"/>
                  <a:pt x="82" y="3356"/>
                </a:cubicBezTo>
                <a:cubicBezTo>
                  <a:pt x="72" y="3350"/>
                  <a:pt x="62" y="3342"/>
                  <a:pt x="54" y="3333"/>
                </a:cubicBezTo>
                <a:cubicBezTo>
                  <a:pt x="45" y="3325"/>
                  <a:pt x="38" y="3315"/>
                  <a:pt x="31" y="3305"/>
                </a:cubicBezTo>
                <a:cubicBezTo>
                  <a:pt x="24" y="3295"/>
                  <a:pt x="18" y="3284"/>
                  <a:pt x="14" y="3273"/>
                </a:cubicBezTo>
                <a:cubicBezTo>
                  <a:pt x="9" y="3262"/>
                  <a:pt x="6" y="3250"/>
                  <a:pt x="3" y="3239"/>
                </a:cubicBezTo>
                <a:cubicBezTo>
                  <a:pt x="1" y="3227"/>
                  <a:pt x="0" y="3215"/>
                  <a:pt x="0" y="320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8254800" y="2913480"/>
            <a:ext cx="198828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ImageNet-22K pre-training</a:t>
            </a:r>
            <a:r>
              <a:rPr b="0" lang="zh-CN" sz="1200" spc="-1" strike="noStrike">
                <a:solidFill>
                  <a:srgbClr val="111111"/>
                </a:solidFill>
                <a:latin typeface="NotoSansJP"/>
                <a:ea typeface="NotoSansJP"/>
              </a:rPr>
              <a:t>後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220040" y="3725640"/>
            <a:ext cx="1157400" cy="35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0b4b78"/>
                </a:solidFill>
                <a:latin typeface="NotoSansJP"/>
                <a:ea typeface="NotoSansJP"/>
              </a:rPr>
              <a:t>1K trained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3362040" y="3562200"/>
            <a:ext cx="2657880" cy="1219680"/>
          </a:xfrm>
          <a:custGeom>
            <a:avLst/>
            <a:gdLst/>
            <a:ahLst/>
            <a:rect l="0" t="0" r="r" b="b"/>
            <a:pathLst>
              <a:path w="7383" h="3388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2" y="82"/>
                </a:cubicBezTo>
                <a:cubicBezTo>
                  <a:pt x="38" y="72"/>
                  <a:pt x="46" y="63"/>
                  <a:pt x="55" y="54"/>
                </a:cubicBezTo>
                <a:cubicBezTo>
                  <a:pt x="63" y="46"/>
                  <a:pt x="72" y="38"/>
                  <a:pt x="83" y="31"/>
                </a:cubicBezTo>
                <a:cubicBezTo>
                  <a:pt x="93" y="24"/>
                  <a:pt x="103" y="19"/>
                  <a:pt x="115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7198" y="0"/>
                </a:lnTo>
                <a:cubicBezTo>
                  <a:pt x="7210" y="0"/>
                  <a:pt x="7222" y="1"/>
                  <a:pt x="7234" y="3"/>
                </a:cubicBezTo>
                <a:cubicBezTo>
                  <a:pt x="7246" y="6"/>
                  <a:pt x="7258" y="9"/>
                  <a:pt x="7269" y="14"/>
                </a:cubicBezTo>
                <a:cubicBezTo>
                  <a:pt x="7280" y="19"/>
                  <a:pt x="7291" y="24"/>
                  <a:pt x="7301" y="31"/>
                </a:cubicBezTo>
                <a:cubicBezTo>
                  <a:pt x="7311" y="38"/>
                  <a:pt x="7320" y="46"/>
                  <a:pt x="7329" y="54"/>
                </a:cubicBezTo>
                <a:cubicBezTo>
                  <a:pt x="7338" y="63"/>
                  <a:pt x="7345" y="72"/>
                  <a:pt x="7352" y="82"/>
                </a:cubicBezTo>
                <a:cubicBezTo>
                  <a:pt x="7359" y="92"/>
                  <a:pt x="7364" y="103"/>
                  <a:pt x="7369" y="114"/>
                </a:cubicBezTo>
                <a:cubicBezTo>
                  <a:pt x="7374" y="125"/>
                  <a:pt x="7377" y="137"/>
                  <a:pt x="7380" y="149"/>
                </a:cubicBezTo>
                <a:cubicBezTo>
                  <a:pt x="7382" y="161"/>
                  <a:pt x="7383" y="173"/>
                  <a:pt x="7383" y="185"/>
                </a:cubicBezTo>
                <a:lnTo>
                  <a:pt x="7383" y="3202"/>
                </a:lnTo>
                <a:cubicBezTo>
                  <a:pt x="7383" y="3215"/>
                  <a:pt x="7382" y="3227"/>
                  <a:pt x="7380" y="3239"/>
                </a:cubicBezTo>
                <a:cubicBezTo>
                  <a:pt x="7377" y="3250"/>
                  <a:pt x="7374" y="3262"/>
                  <a:pt x="7369" y="3273"/>
                </a:cubicBezTo>
                <a:cubicBezTo>
                  <a:pt x="7364" y="3284"/>
                  <a:pt x="7359" y="3295"/>
                  <a:pt x="7352" y="3305"/>
                </a:cubicBezTo>
                <a:cubicBezTo>
                  <a:pt x="7345" y="3315"/>
                  <a:pt x="7338" y="3325"/>
                  <a:pt x="7329" y="3333"/>
                </a:cubicBezTo>
                <a:cubicBezTo>
                  <a:pt x="7320" y="3342"/>
                  <a:pt x="7311" y="3350"/>
                  <a:pt x="7301" y="3356"/>
                </a:cubicBezTo>
                <a:cubicBezTo>
                  <a:pt x="7291" y="3363"/>
                  <a:pt x="7280" y="3369"/>
                  <a:pt x="7269" y="3373"/>
                </a:cubicBezTo>
                <a:cubicBezTo>
                  <a:pt x="7258" y="3378"/>
                  <a:pt x="7246" y="3382"/>
                  <a:pt x="7234" y="3384"/>
                </a:cubicBezTo>
                <a:cubicBezTo>
                  <a:pt x="7222" y="3386"/>
                  <a:pt x="7210" y="3388"/>
                  <a:pt x="7198" y="3388"/>
                </a:cubicBezTo>
                <a:lnTo>
                  <a:pt x="185" y="3388"/>
                </a:lnTo>
                <a:cubicBezTo>
                  <a:pt x="173" y="3388"/>
                  <a:pt x="161" y="3386"/>
                  <a:pt x="149" y="3384"/>
                </a:cubicBezTo>
                <a:cubicBezTo>
                  <a:pt x="137" y="3382"/>
                  <a:pt x="126" y="3378"/>
                  <a:pt x="115" y="3373"/>
                </a:cubicBezTo>
                <a:cubicBezTo>
                  <a:pt x="103" y="3369"/>
                  <a:pt x="93" y="3363"/>
                  <a:pt x="83" y="3356"/>
                </a:cubicBezTo>
                <a:cubicBezTo>
                  <a:pt x="72" y="3350"/>
                  <a:pt x="63" y="3342"/>
                  <a:pt x="55" y="3333"/>
                </a:cubicBezTo>
                <a:cubicBezTo>
                  <a:pt x="46" y="3325"/>
                  <a:pt x="38" y="3315"/>
                  <a:pt x="32" y="3305"/>
                </a:cubicBezTo>
                <a:cubicBezTo>
                  <a:pt x="25" y="3295"/>
                  <a:pt x="19" y="3284"/>
                  <a:pt x="14" y="3273"/>
                </a:cubicBezTo>
                <a:cubicBezTo>
                  <a:pt x="10" y="3262"/>
                  <a:pt x="6" y="3250"/>
                  <a:pt x="4" y="3239"/>
                </a:cubicBezTo>
                <a:cubicBezTo>
                  <a:pt x="1" y="3227"/>
                  <a:pt x="0" y="3215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3362040" y="3562200"/>
            <a:ext cx="2657880" cy="1219680"/>
          </a:xfrm>
          <a:custGeom>
            <a:avLst/>
            <a:gdLst/>
            <a:ahLst/>
            <a:rect l="0" t="0" r="r" b="b"/>
            <a:pathLst>
              <a:path w="7383" h="3388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2" y="82"/>
                </a:cubicBezTo>
                <a:cubicBezTo>
                  <a:pt x="38" y="72"/>
                  <a:pt x="46" y="63"/>
                  <a:pt x="55" y="54"/>
                </a:cubicBezTo>
                <a:cubicBezTo>
                  <a:pt x="63" y="46"/>
                  <a:pt x="72" y="38"/>
                  <a:pt x="83" y="31"/>
                </a:cubicBezTo>
                <a:cubicBezTo>
                  <a:pt x="93" y="24"/>
                  <a:pt x="103" y="19"/>
                  <a:pt x="115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7198" y="0"/>
                </a:lnTo>
                <a:cubicBezTo>
                  <a:pt x="7210" y="0"/>
                  <a:pt x="7222" y="1"/>
                  <a:pt x="7234" y="3"/>
                </a:cubicBezTo>
                <a:cubicBezTo>
                  <a:pt x="7246" y="6"/>
                  <a:pt x="7258" y="9"/>
                  <a:pt x="7269" y="14"/>
                </a:cubicBezTo>
                <a:cubicBezTo>
                  <a:pt x="7280" y="19"/>
                  <a:pt x="7291" y="24"/>
                  <a:pt x="7301" y="31"/>
                </a:cubicBezTo>
                <a:cubicBezTo>
                  <a:pt x="7311" y="38"/>
                  <a:pt x="7320" y="46"/>
                  <a:pt x="7329" y="54"/>
                </a:cubicBezTo>
                <a:cubicBezTo>
                  <a:pt x="7338" y="63"/>
                  <a:pt x="7345" y="72"/>
                  <a:pt x="7352" y="82"/>
                </a:cubicBezTo>
                <a:cubicBezTo>
                  <a:pt x="7359" y="92"/>
                  <a:pt x="7364" y="103"/>
                  <a:pt x="7369" y="114"/>
                </a:cubicBezTo>
                <a:cubicBezTo>
                  <a:pt x="7374" y="125"/>
                  <a:pt x="7377" y="137"/>
                  <a:pt x="7380" y="149"/>
                </a:cubicBezTo>
                <a:cubicBezTo>
                  <a:pt x="7382" y="161"/>
                  <a:pt x="7383" y="173"/>
                  <a:pt x="7383" y="185"/>
                </a:cubicBezTo>
                <a:lnTo>
                  <a:pt x="7383" y="3202"/>
                </a:lnTo>
                <a:cubicBezTo>
                  <a:pt x="7383" y="3215"/>
                  <a:pt x="7382" y="3227"/>
                  <a:pt x="7380" y="3239"/>
                </a:cubicBezTo>
                <a:cubicBezTo>
                  <a:pt x="7377" y="3250"/>
                  <a:pt x="7374" y="3262"/>
                  <a:pt x="7369" y="3273"/>
                </a:cubicBezTo>
                <a:cubicBezTo>
                  <a:pt x="7364" y="3284"/>
                  <a:pt x="7359" y="3295"/>
                  <a:pt x="7352" y="3305"/>
                </a:cubicBezTo>
                <a:cubicBezTo>
                  <a:pt x="7345" y="3315"/>
                  <a:pt x="7338" y="3325"/>
                  <a:pt x="7329" y="3333"/>
                </a:cubicBezTo>
                <a:cubicBezTo>
                  <a:pt x="7320" y="3342"/>
                  <a:pt x="7311" y="3350"/>
                  <a:pt x="7301" y="3356"/>
                </a:cubicBezTo>
                <a:cubicBezTo>
                  <a:pt x="7291" y="3363"/>
                  <a:pt x="7280" y="3369"/>
                  <a:pt x="7269" y="3373"/>
                </a:cubicBezTo>
                <a:cubicBezTo>
                  <a:pt x="7258" y="3378"/>
                  <a:pt x="7246" y="3382"/>
                  <a:pt x="7234" y="3384"/>
                </a:cubicBezTo>
                <a:cubicBezTo>
                  <a:pt x="7222" y="3386"/>
                  <a:pt x="7210" y="3388"/>
                  <a:pt x="7198" y="3388"/>
                </a:cubicBezTo>
                <a:lnTo>
                  <a:pt x="185" y="3388"/>
                </a:lnTo>
                <a:cubicBezTo>
                  <a:pt x="173" y="3388"/>
                  <a:pt x="161" y="3386"/>
                  <a:pt x="149" y="3384"/>
                </a:cubicBezTo>
                <a:cubicBezTo>
                  <a:pt x="137" y="3382"/>
                  <a:pt x="126" y="3378"/>
                  <a:pt x="115" y="3373"/>
                </a:cubicBezTo>
                <a:cubicBezTo>
                  <a:pt x="103" y="3369"/>
                  <a:pt x="93" y="3363"/>
                  <a:pt x="83" y="3356"/>
                </a:cubicBezTo>
                <a:cubicBezTo>
                  <a:pt x="72" y="3350"/>
                  <a:pt x="63" y="3342"/>
                  <a:pt x="55" y="3333"/>
                </a:cubicBezTo>
                <a:cubicBezTo>
                  <a:pt x="46" y="3325"/>
                  <a:pt x="38" y="3315"/>
                  <a:pt x="32" y="3305"/>
                </a:cubicBezTo>
                <a:cubicBezTo>
                  <a:pt x="25" y="3295"/>
                  <a:pt x="19" y="3284"/>
                  <a:pt x="14" y="3273"/>
                </a:cubicBezTo>
                <a:cubicBezTo>
                  <a:pt x="10" y="3262"/>
                  <a:pt x="6" y="3250"/>
                  <a:pt x="4" y="3239"/>
                </a:cubicBezTo>
                <a:cubicBezTo>
                  <a:pt x="1" y="3227"/>
                  <a:pt x="0" y="3215"/>
                  <a:pt x="0" y="320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1245600" y="4158000"/>
            <a:ext cx="125388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Swin</a:t>
            </a:r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同等以上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3931560" y="3725640"/>
            <a:ext cx="1347840" cy="35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0b4b78"/>
                </a:solidFill>
                <a:latin typeface="NotoSansJP"/>
                <a:ea typeface="NotoSansJP"/>
              </a:rPr>
              <a:t>Throughput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6171840" y="3562200"/>
            <a:ext cx="2667600" cy="1219680"/>
          </a:xfrm>
          <a:custGeom>
            <a:avLst/>
            <a:gdLst/>
            <a:ahLst/>
            <a:rect l="0" t="0" r="r" b="b"/>
            <a:pathLst>
              <a:path w="7410" h="3388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2" y="161"/>
                  <a:pt x="4" y="149"/>
                </a:cubicBezTo>
                <a:cubicBezTo>
                  <a:pt x="6" y="137"/>
                  <a:pt x="10" y="125"/>
                  <a:pt x="15" y="114"/>
                </a:cubicBezTo>
                <a:cubicBezTo>
                  <a:pt x="19" y="103"/>
                  <a:pt x="25" y="92"/>
                  <a:pt x="32" y="82"/>
                </a:cubicBezTo>
                <a:cubicBezTo>
                  <a:pt x="38" y="72"/>
                  <a:pt x="46" y="63"/>
                  <a:pt x="55" y="54"/>
                </a:cubicBezTo>
                <a:cubicBezTo>
                  <a:pt x="63" y="46"/>
                  <a:pt x="73" y="38"/>
                  <a:pt x="83" y="31"/>
                </a:cubicBezTo>
                <a:cubicBezTo>
                  <a:pt x="93" y="24"/>
                  <a:pt x="104" y="19"/>
                  <a:pt x="115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lnTo>
                  <a:pt x="7225" y="0"/>
                </a:lnTo>
                <a:cubicBezTo>
                  <a:pt x="7237" y="0"/>
                  <a:pt x="7249" y="1"/>
                  <a:pt x="7261" y="3"/>
                </a:cubicBezTo>
                <a:cubicBezTo>
                  <a:pt x="7273" y="6"/>
                  <a:pt x="7284" y="9"/>
                  <a:pt x="7295" y="14"/>
                </a:cubicBezTo>
                <a:cubicBezTo>
                  <a:pt x="7307" y="19"/>
                  <a:pt x="7317" y="24"/>
                  <a:pt x="7328" y="31"/>
                </a:cubicBezTo>
                <a:cubicBezTo>
                  <a:pt x="7338" y="38"/>
                  <a:pt x="7347" y="46"/>
                  <a:pt x="7356" y="54"/>
                </a:cubicBezTo>
                <a:cubicBezTo>
                  <a:pt x="7364" y="63"/>
                  <a:pt x="7372" y="72"/>
                  <a:pt x="7379" y="82"/>
                </a:cubicBezTo>
                <a:cubicBezTo>
                  <a:pt x="7385" y="92"/>
                  <a:pt x="7391" y="103"/>
                  <a:pt x="7396" y="114"/>
                </a:cubicBezTo>
                <a:cubicBezTo>
                  <a:pt x="7400" y="125"/>
                  <a:pt x="7404" y="137"/>
                  <a:pt x="7406" y="149"/>
                </a:cubicBezTo>
                <a:cubicBezTo>
                  <a:pt x="7409" y="161"/>
                  <a:pt x="7410" y="173"/>
                  <a:pt x="7410" y="185"/>
                </a:cubicBezTo>
                <a:lnTo>
                  <a:pt x="7410" y="3202"/>
                </a:lnTo>
                <a:cubicBezTo>
                  <a:pt x="7410" y="3215"/>
                  <a:pt x="7409" y="3227"/>
                  <a:pt x="7406" y="3239"/>
                </a:cubicBezTo>
                <a:cubicBezTo>
                  <a:pt x="7404" y="3250"/>
                  <a:pt x="7400" y="3262"/>
                  <a:pt x="7396" y="3273"/>
                </a:cubicBezTo>
                <a:cubicBezTo>
                  <a:pt x="7391" y="3284"/>
                  <a:pt x="7385" y="3295"/>
                  <a:pt x="7379" y="3305"/>
                </a:cubicBezTo>
                <a:cubicBezTo>
                  <a:pt x="7372" y="3315"/>
                  <a:pt x="7364" y="3325"/>
                  <a:pt x="7356" y="3333"/>
                </a:cubicBezTo>
                <a:cubicBezTo>
                  <a:pt x="7347" y="3342"/>
                  <a:pt x="7338" y="3350"/>
                  <a:pt x="7328" y="3356"/>
                </a:cubicBezTo>
                <a:cubicBezTo>
                  <a:pt x="7317" y="3363"/>
                  <a:pt x="7307" y="3369"/>
                  <a:pt x="7295" y="3373"/>
                </a:cubicBezTo>
                <a:cubicBezTo>
                  <a:pt x="7284" y="3378"/>
                  <a:pt x="7273" y="3382"/>
                  <a:pt x="7261" y="3384"/>
                </a:cubicBezTo>
                <a:cubicBezTo>
                  <a:pt x="7249" y="3386"/>
                  <a:pt x="7237" y="3388"/>
                  <a:pt x="7225" y="3388"/>
                </a:cubicBezTo>
                <a:lnTo>
                  <a:pt x="186" y="3388"/>
                </a:lnTo>
                <a:cubicBezTo>
                  <a:pt x="174" y="3388"/>
                  <a:pt x="162" y="3386"/>
                  <a:pt x="150" y="3384"/>
                </a:cubicBezTo>
                <a:cubicBezTo>
                  <a:pt x="138" y="3382"/>
                  <a:pt x="126" y="3378"/>
                  <a:pt x="115" y="3373"/>
                </a:cubicBezTo>
                <a:cubicBezTo>
                  <a:pt x="104" y="3369"/>
                  <a:pt x="93" y="3363"/>
                  <a:pt x="83" y="3356"/>
                </a:cubicBezTo>
                <a:cubicBezTo>
                  <a:pt x="73" y="3350"/>
                  <a:pt x="63" y="3342"/>
                  <a:pt x="55" y="3333"/>
                </a:cubicBezTo>
                <a:cubicBezTo>
                  <a:pt x="46" y="3325"/>
                  <a:pt x="38" y="3315"/>
                  <a:pt x="32" y="3305"/>
                </a:cubicBezTo>
                <a:cubicBezTo>
                  <a:pt x="25" y="3295"/>
                  <a:pt x="19" y="3284"/>
                  <a:pt x="15" y="3273"/>
                </a:cubicBezTo>
                <a:cubicBezTo>
                  <a:pt x="10" y="3262"/>
                  <a:pt x="6" y="3250"/>
                  <a:pt x="4" y="3239"/>
                </a:cubicBezTo>
                <a:cubicBezTo>
                  <a:pt x="2" y="3227"/>
                  <a:pt x="0" y="3215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6171840" y="3562200"/>
            <a:ext cx="2667600" cy="1219680"/>
          </a:xfrm>
          <a:custGeom>
            <a:avLst/>
            <a:gdLst/>
            <a:ahLst/>
            <a:rect l="0" t="0" r="r" b="b"/>
            <a:pathLst>
              <a:path w="7410" h="3388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2" y="161"/>
                  <a:pt x="4" y="149"/>
                </a:cubicBezTo>
                <a:cubicBezTo>
                  <a:pt x="6" y="137"/>
                  <a:pt x="10" y="125"/>
                  <a:pt x="15" y="114"/>
                </a:cubicBezTo>
                <a:cubicBezTo>
                  <a:pt x="19" y="103"/>
                  <a:pt x="25" y="92"/>
                  <a:pt x="32" y="82"/>
                </a:cubicBezTo>
                <a:cubicBezTo>
                  <a:pt x="38" y="72"/>
                  <a:pt x="46" y="63"/>
                  <a:pt x="55" y="54"/>
                </a:cubicBezTo>
                <a:cubicBezTo>
                  <a:pt x="63" y="46"/>
                  <a:pt x="73" y="38"/>
                  <a:pt x="83" y="31"/>
                </a:cubicBezTo>
                <a:cubicBezTo>
                  <a:pt x="93" y="24"/>
                  <a:pt x="104" y="19"/>
                  <a:pt x="115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lnTo>
                  <a:pt x="7225" y="0"/>
                </a:lnTo>
                <a:cubicBezTo>
                  <a:pt x="7237" y="0"/>
                  <a:pt x="7249" y="1"/>
                  <a:pt x="7261" y="3"/>
                </a:cubicBezTo>
                <a:cubicBezTo>
                  <a:pt x="7273" y="6"/>
                  <a:pt x="7284" y="9"/>
                  <a:pt x="7295" y="14"/>
                </a:cubicBezTo>
                <a:cubicBezTo>
                  <a:pt x="7307" y="19"/>
                  <a:pt x="7317" y="24"/>
                  <a:pt x="7328" y="31"/>
                </a:cubicBezTo>
                <a:cubicBezTo>
                  <a:pt x="7338" y="38"/>
                  <a:pt x="7347" y="46"/>
                  <a:pt x="7356" y="54"/>
                </a:cubicBezTo>
                <a:cubicBezTo>
                  <a:pt x="7364" y="63"/>
                  <a:pt x="7372" y="72"/>
                  <a:pt x="7379" y="82"/>
                </a:cubicBezTo>
                <a:cubicBezTo>
                  <a:pt x="7385" y="92"/>
                  <a:pt x="7391" y="103"/>
                  <a:pt x="7396" y="114"/>
                </a:cubicBezTo>
                <a:cubicBezTo>
                  <a:pt x="7400" y="125"/>
                  <a:pt x="7404" y="137"/>
                  <a:pt x="7406" y="149"/>
                </a:cubicBezTo>
                <a:cubicBezTo>
                  <a:pt x="7409" y="161"/>
                  <a:pt x="7410" y="173"/>
                  <a:pt x="7410" y="185"/>
                </a:cubicBezTo>
                <a:lnTo>
                  <a:pt x="7410" y="3202"/>
                </a:lnTo>
                <a:cubicBezTo>
                  <a:pt x="7410" y="3215"/>
                  <a:pt x="7409" y="3227"/>
                  <a:pt x="7406" y="3239"/>
                </a:cubicBezTo>
                <a:cubicBezTo>
                  <a:pt x="7404" y="3250"/>
                  <a:pt x="7400" y="3262"/>
                  <a:pt x="7396" y="3273"/>
                </a:cubicBezTo>
                <a:cubicBezTo>
                  <a:pt x="7391" y="3284"/>
                  <a:pt x="7385" y="3295"/>
                  <a:pt x="7379" y="3305"/>
                </a:cubicBezTo>
                <a:cubicBezTo>
                  <a:pt x="7372" y="3315"/>
                  <a:pt x="7364" y="3325"/>
                  <a:pt x="7356" y="3333"/>
                </a:cubicBezTo>
                <a:cubicBezTo>
                  <a:pt x="7347" y="3342"/>
                  <a:pt x="7338" y="3350"/>
                  <a:pt x="7328" y="3356"/>
                </a:cubicBezTo>
                <a:cubicBezTo>
                  <a:pt x="7317" y="3363"/>
                  <a:pt x="7307" y="3369"/>
                  <a:pt x="7295" y="3373"/>
                </a:cubicBezTo>
                <a:cubicBezTo>
                  <a:pt x="7284" y="3378"/>
                  <a:pt x="7273" y="3382"/>
                  <a:pt x="7261" y="3384"/>
                </a:cubicBezTo>
                <a:cubicBezTo>
                  <a:pt x="7249" y="3386"/>
                  <a:pt x="7237" y="3388"/>
                  <a:pt x="7225" y="3388"/>
                </a:cubicBezTo>
                <a:lnTo>
                  <a:pt x="186" y="3388"/>
                </a:lnTo>
                <a:cubicBezTo>
                  <a:pt x="174" y="3388"/>
                  <a:pt x="162" y="3386"/>
                  <a:pt x="150" y="3384"/>
                </a:cubicBezTo>
                <a:cubicBezTo>
                  <a:pt x="138" y="3382"/>
                  <a:pt x="126" y="3378"/>
                  <a:pt x="115" y="3373"/>
                </a:cubicBezTo>
                <a:cubicBezTo>
                  <a:pt x="104" y="3369"/>
                  <a:pt x="93" y="3363"/>
                  <a:pt x="83" y="3356"/>
                </a:cubicBezTo>
                <a:cubicBezTo>
                  <a:pt x="73" y="3350"/>
                  <a:pt x="63" y="3342"/>
                  <a:pt x="55" y="3333"/>
                </a:cubicBezTo>
                <a:cubicBezTo>
                  <a:pt x="46" y="3325"/>
                  <a:pt x="38" y="3315"/>
                  <a:pt x="32" y="3305"/>
                </a:cubicBezTo>
                <a:cubicBezTo>
                  <a:pt x="25" y="3295"/>
                  <a:pt x="19" y="3284"/>
                  <a:pt x="15" y="3273"/>
                </a:cubicBezTo>
                <a:cubicBezTo>
                  <a:pt x="10" y="3262"/>
                  <a:pt x="6" y="3250"/>
                  <a:pt x="4" y="3239"/>
                </a:cubicBezTo>
                <a:cubicBezTo>
                  <a:pt x="2" y="3227"/>
                  <a:pt x="0" y="3215"/>
                  <a:pt x="0" y="320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3799440" y="4158000"/>
            <a:ext cx="186516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同程度</a:t>
            </a:r>
            <a:r>
              <a:rPr b="0" lang="en-US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FLOPs</a:t>
            </a:r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で良好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7147800" y="3725640"/>
            <a:ext cx="704880" cy="35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0b4b78"/>
                </a:solidFill>
                <a:latin typeface="NotoSansJP"/>
                <a:ea typeface="NotoSansJP"/>
              </a:rPr>
              <a:t>COCO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8991360" y="3562200"/>
            <a:ext cx="2657880" cy="1219680"/>
          </a:xfrm>
          <a:custGeom>
            <a:avLst/>
            <a:gdLst/>
            <a:ahLst/>
            <a:rect l="0" t="0" r="r" b="b"/>
            <a:pathLst>
              <a:path w="7383" h="3388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3" y="24"/>
                  <a:pt x="103" y="19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7198" y="0"/>
                </a:lnTo>
                <a:cubicBezTo>
                  <a:pt x="7210" y="0"/>
                  <a:pt x="7222" y="1"/>
                  <a:pt x="7234" y="3"/>
                </a:cubicBezTo>
                <a:cubicBezTo>
                  <a:pt x="7246" y="6"/>
                  <a:pt x="7257" y="9"/>
                  <a:pt x="7269" y="14"/>
                </a:cubicBezTo>
                <a:cubicBezTo>
                  <a:pt x="7280" y="19"/>
                  <a:pt x="7291" y="24"/>
                  <a:pt x="7301" y="31"/>
                </a:cubicBezTo>
                <a:cubicBezTo>
                  <a:pt x="7311" y="38"/>
                  <a:pt x="7320" y="46"/>
                  <a:pt x="7329" y="54"/>
                </a:cubicBezTo>
                <a:cubicBezTo>
                  <a:pt x="7337" y="63"/>
                  <a:pt x="7345" y="72"/>
                  <a:pt x="7352" y="82"/>
                </a:cubicBezTo>
                <a:cubicBezTo>
                  <a:pt x="7359" y="92"/>
                  <a:pt x="7364" y="103"/>
                  <a:pt x="7369" y="114"/>
                </a:cubicBezTo>
                <a:cubicBezTo>
                  <a:pt x="7374" y="125"/>
                  <a:pt x="7377" y="137"/>
                  <a:pt x="7379" y="149"/>
                </a:cubicBezTo>
                <a:cubicBezTo>
                  <a:pt x="7382" y="161"/>
                  <a:pt x="7383" y="173"/>
                  <a:pt x="7383" y="185"/>
                </a:cubicBezTo>
                <a:lnTo>
                  <a:pt x="7383" y="3202"/>
                </a:lnTo>
                <a:cubicBezTo>
                  <a:pt x="7383" y="3215"/>
                  <a:pt x="7382" y="3227"/>
                  <a:pt x="7379" y="3239"/>
                </a:cubicBezTo>
                <a:cubicBezTo>
                  <a:pt x="7377" y="3250"/>
                  <a:pt x="7374" y="3262"/>
                  <a:pt x="7369" y="3273"/>
                </a:cubicBezTo>
                <a:cubicBezTo>
                  <a:pt x="7364" y="3284"/>
                  <a:pt x="7359" y="3295"/>
                  <a:pt x="7352" y="3305"/>
                </a:cubicBezTo>
                <a:cubicBezTo>
                  <a:pt x="7345" y="3315"/>
                  <a:pt x="7337" y="3325"/>
                  <a:pt x="7329" y="3333"/>
                </a:cubicBezTo>
                <a:cubicBezTo>
                  <a:pt x="7320" y="3342"/>
                  <a:pt x="7311" y="3350"/>
                  <a:pt x="7301" y="3356"/>
                </a:cubicBezTo>
                <a:cubicBezTo>
                  <a:pt x="7291" y="3363"/>
                  <a:pt x="7280" y="3369"/>
                  <a:pt x="7269" y="3373"/>
                </a:cubicBezTo>
                <a:cubicBezTo>
                  <a:pt x="7257" y="3378"/>
                  <a:pt x="7246" y="3382"/>
                  <a:pt x="7234" y="3384"/>
                </a:cubicBezTo>
                <a:cubicBezTo>
                  <a:pt x="7222" y="3386"/>
                  <a:pt x="7210" y="3388"/>
                  <a:pt x="7198" y="3388"/>
                </a:cubicBezTo>
                <a:lnTo>
                  <a:pt x="185" y="3388"/>
                </a:lnTo>
                <a:cubicBezTo>
                  <a:pt x="173" y="3388"/>
                  <a:pt x="161" y="3386"/>
                  <a:pt x="149" y="3384"/>
                </a:cubicBezTo>
                <a:cubicBezTo>
                  <a:pt x="137" y="3382"/>
                  <a:pt x="126" y="3378"/>
                  <a:pt x="114" y="3373"/>
                </a:cubicBezTo>
                <a:cubicBezTo>
                  <a:pt x="103" y="3369"/>
                  <a:pt x="93" y="3363"/>
                  <a:pt x="82" y="3356"/>
                </a:cubicBezTo>
                <a:cubicBezTo>
                  <a:pt x="72" y="3350"/>
                  <a:pt x="63" y="3342"/>
                  <a:pt x="54" y="3333"/>
                </a:cubicBezTo>
                <a:cubicBezTo>
                  <a:pt x="46" y="3325"/>
                  <a:pt x="38" y="3315"/>
                  <a:pt x="31" y="3305"/>
                </a:cubicBezTo>
                <a:cubicBezTo>
                  <a:pt x="25" y="3295"/>
                  <a:pt x="19" y="3284"/>
                  <a:pt x="14" y="3273"/>
                </a:cubicBezTo>
                <a:cubicBezTo>
                  <a:pt x="10" y="3262"/>
                  <a:pt x="6" y="3250"/>
                  <a:pt x="4" y="3239"/>
                </a:cubicBezTo>
                <a:cubicBezTo>
                  <a:pt x="1" y="3227"/>
                  <a:pt x="0" y="3215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8991360" y="3562200"/>
            <a:ext cx="2657880" cy="1219680"/>
          </a:xfrm>
          <a:custGeom>
            <a:avLst/>
            <a:gdLst/>
            <a:ahLst/>
            <a:rect l="0" t="0" r="r" b="b"/>
            <a:pathLst>
              <a:path w="7383" h="3388">
                <a:moveTo>
                  <a:pt x="0" y="3202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3" y="24"/>
                  <a:pt x="103" y="19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7198" y="0"/>
                </a:lnTo>
                <a:cubicBezTo>
                  <a:pt x="7210" y="0"/>
                  <a:pt x="7222" y="1"/>
                  <a:pt x="7234" y="3"/>
                </a:cubicBezTo>
                <a:cubicBezTo>
                  <a:pt x="7246" y="6"/>
                  <a:pt x="7257" y="9"/>
                  <a:pt x="7269" y="14"/>
                </a:cubicBezTo>
                <a:cubicBezTo>
                  <a:pt x="7280" y="19"/>
                  <a:pt x="7291" y="24"/>
                  <a:pt x="7301" y="31"/>
                </a:cubicBezTo>
                <a:cubicBezTo>
                  <a:pt x="7311" y="38"/>
                  <a:pt x="7320" y="46"/>
                  <a:pt x="7329" y="54"/>
                </a:cubicBezTo>
                <a:cubicBezTo>
                  <a:pt x="7337" y="63"/>
                  <a:pt x="7345" y="72"/>
                  <a:pt x="7352" y="82"/>
                </a:cubicBezTo>
                <a:cubicBezTo>
                  <a:pt x="7359" y="92"/>
                  <a:pt x="7364" y="103"/>
                  <a:pt x="7369" y="114"/>
                </a:cubicBezTo>
                <a:cubicBezTo>
                  <a:pt x="7374" y="125"/>
                  <a:pt x="7377" y="137"/>
                  <a:pt x="7379" y="149"/>
                </a:cubicBezTo>
                <a:cubicBezTo>
                  <a:pt x="7382" y="161"/>
                  <a:pt x="7383" y="173"/>
                  <a:pt x="7383" y="185"/>
                </a:cubicBezTo>
                <a:lnTo>
                  <a:pt x="7383" y="3202"/>
                </a:lnTo>
                <a:cubicBezTo>
                  <a:pt x="7383" y="3215"/>
                  <a:pt x="7382" y="3227"/>
                  <a:pt x="7379" y="3239"/>
                </a:cubicBezTo>
                <a:cubicBezTo>
                  <a:pt x="7377" y="3250"/>
                  <a:pt x="7374" y="3262"/>
                  <a:pt x="7369" y="3273"/>
                </a:cubicBezTo>
                <a:cubicBezTo>
                  <a:pt x="7364" y="3284"/>
                  <a:pt x="7359" y="3295"/>
                  <a:pt x="7352" y="3305"/>
                </a:cubicBezTo>
                <a:cubicBezTo>
                  <a:pt x="7345" y="3315"/>
                  <a:pt x="7337" y="3325"/>
                  <a:pt x="7329" y="3333"/>
                </a:cubicBezTo>
                <a:cubicBezTo>
                  <a:pt x="7320" y="3342"/>
                  <a:pt x="7311" y="3350"/>
                  <a:pt x="7301" y="3356"/>
                </a:cubicBezTo>
                <a:cubicBezTo>
                  <a:pt x="7291" y="3363"/>
                  <a:pt x="7280" y="3369"/>
                  <a:pt x="7269" y="3373"/>
                </a:cubicBezTo>
                <a:cubicBezTo>
                  <a:pt x="7257" y="3378"/>
                  <a:pt x="7246" y="3382"/>
                  <a:pt x="7234" y="3384"/>
                </a:cubicBezTo>
                <a:cubicBezTo>
                  <a:pt x="7222" y="3386"/>
                  <a:pt x="7210" y="3388"/>
                  <a:pt x="7198" y="3388"/>
                </a:cubicBezTo>
                <a:lnTo>
                  <a:pt x="185" y="3388"/>
                </a:lnTo>
                <a:cubicBezTo>
                  <a:pt x="173" y="3388"/>
                  <a:pt x="161" y="3386"/>
                  <a:pt x="149" y="3384"/>
                </a:cubicBezTo>
                <a:cubicBezTo>
                  <a:pt x="137" y="3382"/>
                  <a:pt x="126" y="3378"/>
                  <a:pt x="114" y="3373"/>
                </a:cubicBezTo>
                <a:cubicBezTo>
                  <a:pt x="103" y="3369"/>
                  <a:pt x="93" y="3363"/>
                  <a:pt x="82" y="3356"/>
                </a:cubicBezTo>
                <a:cubicBezTo>
                  <a:pt x="72" y="3350"/>
                  <a:pt x="63" y="3342"/>
                  <a:pt x="54" y="3333"/>
                </a:cubicBezTo>
                <a:cubicBezTo>
                  <a:pt x="46" y="3325"/>
                  <a:pt x="38" y="3315"/>
                  <a:pt x="31" y="3305"/>
                </a:cubicBezTo>
                <a:cubicBezTo>
                  <a:pt x="25" y="3295"/>
                  <a:pt x="19" y="3284"/>
                  <a:pt x="14" y="3273"/>
                </a:cubicBezTo>
                <a:cubicBezTo>
                  <a:pt x="10" y="3262"/>
                  <a:pt x="6" y="3250"/>
                  <a:pt x="4" y="3239"/>
                </a:cubicBezTo>
                <a:cubicBezTo>
                  <a:pt x="1" y="3227"/>
                  <a:pt x="0" y="3215"/>
                  <a:pt x="0" y="320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879240" y="4158000"/>
            <a:ext cx="128520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同等以上の</a:t>
            </a:r>
            <a:r>
              <a:rPr b="0" lang="en-US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AP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9824760" y="3725640"/>
            <a:ext cx="906120" cy="35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0b4b78"/>
                </a:solidFill>
                <a:latin typeface="NotoSansJP"/>
                <a:ea typeface="NotoSansJP"/>
              </a:rPr>
              <a:t>ADE20K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9663120" y="4158000"/>
            <a:ext cx="133992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競争的な</a:t>
            </a:r>
            <a:r>
              <a:rPr b="0" lang="en-US" sz="1580" spc="-1" strike="noStrike">
                <a:solidFill>
                  <a:srgbClr val="111111"/>
                </a:solidFill>
                <a:latin typeface="NotoSansJP"/>
                <a:ea typeface="NotoSansJP"/>
              </a:rPr>
              <a:t>mIoU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914400" y="3924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83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84" name=""/>
          <p:cNvSpPr txBox="1"/>
          <p:nvPr/>
        </p:nvSpPr>
        <p:spPr>
          <a:xfrm>
            <a:off x="533520" y="924480"/>
            <a:ext cx="1087524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ConvNeXt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の結果は、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の強さの一部が設計‧学習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recipe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にも由来することを示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542880" y="2076120"/>
            <a:ext cx="5410440" cy="3153240"/>
          </a:xfrm>
          <a:custGeom>
            <a:avLst/>
            <a:gdLst/>
            <a:ahLst/>
            <a:rect l="0" t="0" r="r" b="b"/>
            <a:pathLst>
              <a:path w="15029" h="8759">
                <a:moveTo>
                  <a:pt x="0" y="8574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8574"/>
                </a:lnTo>
                <a:cubicBezTo>
                  <a:pt x="15029" y="8586"/>
                  <a:pt x="15028" y="8598"/>
                  <a:pt x="15025" y="8610"/>
                </a:cubicBezTo>
                <a:cubicBezTo>
                  <a:pt x="15023" y="8622"/>
                  <a:pt x="15020" y="8634"/>
                  <a:pt x="15015" y="8645"/>
                </a:cubicBezTo>
                <a:cubicBezTo>
                  <a:pt x="15010" y="8656"/>
                  <a:pt x="15005" y="8667"/>
                  <a:pt x="14998" y="8677"/>
                </a:cubicBezTo>
                <a:cubicBezTo>
                  <a:pt x="14991" y="8687"/>
                  <a:pt x="14983" y="8696"/>
                  <a:pt x="14975" y="8705"/>
                </a:cubicBezTo>
                <a:cubicBezTo>
                  <a:pt x="14966" y="8713"/>
                  <a:pt x="14957" y="8721"/>
                  <a:pt x="14947" y="8728"/>
                </a:cubicBezTo>
                <a:cubicBezTo>
                  <a:pt x="14937" y="8735"/>
                  <a:pt x="14926" y="8740"/>
                  <a:pt x="14915" y="8745"/>
                </a:cubicBezTo>
                <a:cubicBezTo>
                  <a:pt x="14903" y="8750"/>
                  <a:pt x="14892" y="8753"/>
                  <a:pt x="14880" y="8756"/>
                </a:cubicBezTo>
                <a:cubicBezTo>
                  <a:pt x="14868" y="8758"/>
                  <a:pt x="14856" y="8759"/>
                  <a:pt x="14844" y="8759"/>
                </a:cubicBezTo>
                <a:lnTo>
                  <a:pt x="185" y="8759"/>
                </a:lnTo>
                <a:cubicBezTo>
                  <a:pt x="173" y="8759"/>
                  <a:pt x="161" y="8758"/>
                  <a:pt x="149" y="8756"/>
                </a:cubicBezTo>
                <a:cubicBezTo>
                  <a:pt x="137" y="8753"/>
                  <a:pt x="125" y="8750"/>
                  <a:pt x="114" y="8745"/>
                </a:cubicBezTo>
                <a:cubicBezTo>
                  <a:pt x="103" y="8740"/>
                  <a:pt x="92" y="8735"/>
                  <a:pt x="82" y="8728"/>
                </a:cubicBezTo>
                <a:cubicBezTo>
                  <a:pt x="72" y="8721"/>
                  <a:pt x="62" y="8713"/>
                  <a:pt x="54" y="8705"/>
                </a:cubicBezTo>
                <a:cubicBezTo>
                  <a:pt x="45" y="8696"/>
                  <a:pt x="38" y="8687"/>
                  <a:pt x="31" y="8677"/>
                </a:cubicBezTo>
                <a:cubicBezTo>
                  <a:pt x="24" y="8667"/>
                  <a:pt x="18" y="8656"/>
                  <a:pt x="14" y="8645"/>
                </a:cubicBezTo>
                <a:cubicBezTo>
                  <a:pt x="9" y="8634"/>
                  <a:pt x="6" y="8622"/>
                  <a:pt x="3" y="8610"/>
                </a:cubicBezTo>
                <a:cubicBezTo>
                  <a:pt x="1" y="8598"/>
                  <a:pt x="0" y="8586"/>
                  <a:pt x="0" y="8574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542880" y="2076120"/>
            <a:ext cx="5410440" cy="3153240"/>
          </a:xfrm>
          <a:custGeom>
            <a:avLst/>
            <a:gdLst/>
            <a:ahLst/>
            <a:rect l="0" t="0" r="r" b="b"/>
            <a:pathLst>
              <a:path w="15029" h="8759">
                <a:moveTo>
                  <a:pt x="0" y="8574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8574"/>
                </a:lnTo>
                <a:cubicBezTo>
                  <a:pt x="15029" y="8586"/>
                  <a:pt x="15028" y="8598"/>
                  <a:pt x="15025" y="8610"/>
                </a:cubicBezTo>
                <a:cubicBezTo>
                  <a:pt x="15023" y="8622"/>
                  <a:pt x="15020" y="8634"/>
                  <a:pt x="15015" y="8645"/>
                </a:cubicBezTo>
                <a:cubicBezTo>
                  <a:pt x="15010" y="8656"/>
                  <a:pt x="15005" y="8667"/>
                  <a:pt x="14998" y="8677"/>
                </a:cubicBezTo>
                <a:cubicBezTo>
                  <a:pt x="14991" y="8687"/>
                  <a:pt x="14983" y="8696"/>
                  <a:pt x="14975" y="8705"/>
                </a:cubicBezTo>
                <a:cubicBezTo>
                  <a:pt x="14966" y="8713"/>
                  <a:pt x="14957" y="8721"/>
                  <a:pt x="14947" y="8728"/>
                </a:cubicBezTo>
                <a:cubicBezTo>
                  <a:pt x="14937" y="8735"/>
                  <a:pt x="14926" y="8740"/>
                  <a:pt x="14915" y="8745"/>
                </a:cubicBezTo>
                <a:cubicBezTo>
                  <a:pt x="14903" y="8750"/>
                  <a:pt x="14892" y="8753"/>
                  <a:pt x="14880" y="8756"/>
                </a:cubicBezTo>
                <a:cubicBezTo>
                  <a:pt x="14868" y="8758"/>
                  <a:pt x="14856" y="8759"/>
                  <a:pt x="14844" y="8759"/>
                </a:cubicBezTo>
                <a:lnTo>
                  <a:pt x="185" y="8759"/>
                </a:lnTo>
                <a:cubicBezTo>
                  <a:pt x="173" y="8759"/>
                  <a:pt x="161" y="8758"/>
                  <a:pt x="149" y="8756"/>
                </a:cubicBezTo>
                <a:cubicBezTo>
                  <a:pt x="137" y="8753"/>
                  <a:pt x="125" y="8750"/>
                  <a:pt x="114" y="8745"/>
                </a:cubicBezTo>
                <a:cubicBezTo>
                  <a:pt x="103" y="8740"/>
                  <a:pt x="92" y="8735"/>
                  <a:pt x="82" y="8728"/>
                </a:cubicBezTo>
                <a:cubicBezTo>
                  <a:pt x="72" y="8721"/>
                  <a:pt x="62" y="8713"/>
                  <a:pt x="54" y="8705"/>
                </a:cubicBezTo>
                <a:cubicBezTo>
                  <a:pt x="45" y="8696"/>
                  <a:pt x="38" y="8687"/>
                  <a:pt x="31" y="8677"/>
                </a:cubicBezTo>
                <a:cubicBezTo>
                  <a:pt x="24" y="8667"/>
                  <a:pt x="18" y="8656"/>
                  <a:pt x="14" y="8645"/>
                </a:cubicBezTo>
                <a:cubicBezTo>
                  <a:pt x="9" y="8634"/>
                  <a:pt x="6" y="8622"/>
                  <a:pt x="3" y="8610"/>
                </a:cubicBezTo>
                <a:cubicBezTo>
                  <a:pt x="1" y="8598"/>
                  <a:pt x="0" y="8586"/>
                  <a:pt x="0" y="8574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533520" y="1343520"/>
            <a:ext cx="53424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す。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809280" y="287640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3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8"/>
                  <a:pt x="0" y="151"/>
                  <a:pt x="0" y="133"/>
                </a:cubicBezTo>
                <a:cubicBezTo>
                  <a:pt x="0" y="116"/>
                  <a:pt x="4" y="99"/>
                  <a:pt x="11" y="83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3" y="99"/>
                  <a:pt x="266" y="116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762120" y="225792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重要な観察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059480" y="2755440"/>
            <a:ext cx="45867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も現代的な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recipe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で大きく改善す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809280" y="367632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4"/>
                  <a:pt x="17" y="200"/>
                  <a:pt x="11" y="183"/>
                </a:cubicBezTo>
                <a:cubicBezTo>
                  <a:pt x="4" y="167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059480" y="3107880"/>
            <a:ext cx="238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059480" y="3555360"/>
            <a:ext cx="37162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Swin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に似た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macro/micro design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は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809280" y="447660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3"/>
                </a:moveTo>
                <a:cubicBezTo>
                  <a:pt x="266" y="151"/>
                  <a:pt x="263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8"/>
                  <a:pt x="0" y="151"/>
                  <a:pt x="0" y="133"/>
                </a:cubicBezTo>
                <a:cubicBezTo>
                  <a:pt x="0" y="116"/>
                  <a:pt x="4" y="98"/>
                  <a:pt x="11" y="82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3" y="98"/>
                  <a:pt x="266" y="116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1059480" y="3907800"/>
            <a:ext cx="19065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でも有効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059480" y="4355640"/>
            <a:ext cx="45673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attention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なしでも同等以上に競える場面が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6238800" y="2076120"/>
            <a:ext cx="5410440" cy="3153240"/>
          </a:xfrm>
          <a:custGeom>
            <a:avLst/>
            <a:gdLst/>
            <a:ahLst/>
            <a:rect l="0" t="0" r="r" b="b"/>
            <a:pathLst>
              <a:path w="15029" h="8759">
                <a:moveTo>
                  <a:pt x="0" y="8574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8574"/>
                </a:lnTo>
                <a:cubicBezTo>
                  <a:pt x="15029" y="8586"/>
                  <a:pt x="15028" y="8598"/>
                  <a:pt x="15025" y="8610"/>
                </a:cubicBezTo>
                <a:cubicBezTo>
                  <a:pt x="15023" y="8622"/>
                  <a:pt x="15020" y="8634"/>
                  <a:pt x="15015" y="8645"/>
                </a:cubicBezTo>
                <a:cubicBezTo>
                  <a:pt x="15010" y="8656"/>
                  <a:pt x="15005" y="8667"/>
                  <a:pt x="14998" y="8677"/>
                </a:cubicBezTo>
                <a:cubicBezTo>
                  <a:pt x="14991" y="8687"/>
                  <a:pt x="14983" y="8696"/>
                  <a:pt x="14975" y="8705"/>
                </a:cubicBezTo>
                <a:cubicBezTo>
                  <a:pt x="14966" y="8713"/>
                  <a:pt x="14957" y="8721"/>
                  <a:pt x="14947" y="8728"/>
                </a:cubicBezTo>
                <a:cubicBezTo>
                  <a:pt x="14937" y="8735"/>
                  <a:pt x="14926" y="8740"/>
                  <a:pt x="14915" y="8745"/>
                </a:cubicBezTo>
                <a:cubicBezTo>
                  <a:pt x="14903" y="8750"/>
                  <a:pt x="14892" y="8753"/>
                  <a:pt x="14880" y="8756"/>
                </a:cubicBezTo>
                <a:cubicBezTo>
                  <a:pt x="14868" y="8758"/>
                  <a:pt x="14856" y="8759"/>
                  <a:pt x="14844" y="8759"/>
                </a:cubicBezTo>
                <a:lnTo>
                  <a:pt x="185" y="8759"/>
                </a:lnTo>
                <a:cubicBezTo>
                  <a:pt x="173" y="8759"/>
                  <a:pt x="161" y="8758"/>
                  <a:pt x="149" y="8756"/>
                </a:cubicBezTo>
                <a:cubicBezTo>
                  <a:pt x="137" y="8753"/>
                  <a:pt x="125" y="8750"/>
                  <a:pt x="114" y="8745"/>
                </a:cubicBezTo>
                <a:cubicBezTo>
                  <a:pt x="103" y="8740"/>
                  <a:pt x="92" y="8735"/>
                  <a:pt x="82" y="8728"/>
                </a:cubicBezTo>
                <a:cubicBezTo>
                  <a:pt x="72" y="8721"/>
                  <a:pt x="63" y="8713"/>
                  <a:pt x="54" y="8705"/>
                </a:cubicBezTo>
                <a:cubicBezTo>
                  <a:pt x="45" y="8696"/>
                  <a:pt x="38" y="8687"/>
                  <a:pt x="31" y="8677"/>
                </a:cubicBezTo>
                <a:cubicBezTo>
                  <a:pt x="24" y="8667"/>
                  <a:pt x="18" y="8656"/>
                  <a:pt x="14" y="8645"/>
                </a:cubicBezTo>
                <a:cubicBezTo>
                  <a:pt x="9" y="8634"/>
                  <a:pt x="6" y="8622"/>
                  <a:pt x="3" y="8610"/>
                </a:cubicBezTo>
                <a:cubicBezTo>
                  <a:pt x="1" y="8598"/>
                  <a:pt x="0" y="8586"/>
                  <a:pt x="0" y="857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6238800" y="2076120"/>
            <a:ext cx="5410440" cy="3153240"/>
          </a:xfrm>
          <a:custGeom>
            <a:avLst/>
            <a:gdLst/>
            <a:ahLst/>
            <a:rect l="0" t="0" r="r" b="b"/>
            <a:pathLst>
              <a:path w="15029" h="8759">
                <a:moveTo>
                  <a:pt x="0" y="8574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2"/>
                  <a:pt x="14880" y="4"/>
                </a:cubicBezTo>
                <a:cubicBezTo>
                  <a:pt x="14892" y="6"/>
                  <a:pt x="14903" y="10"/>
                  <a:pt x="14915" y="15"/>
                </a:cubicBezTo>
                <a:cubicBezTo>
                  <a:pt x="14926" y="19"/>
                  <a:pt x="14937" y="25"/>
                  <a:pt x="14947" y="32"/>
                </a:cubicBezTo>
                <a:cubicBezTo>
                  <a:pt x="14957" y="38"/>
                  <a:pt x="14966" y="46"/>
                  <a:pt x="14975" y="55"/>
                </a:cubicBezTo>
                <a:cubicBezTo>
                  <a:pt x="14983" y="63"/>
                  <a:pt x="14991" y="73"/>
                  <a:pt x="14998" y="83"/>
                </a:cubicBezTo>
                <a:cubicBezTo>
                  <a:pt x="15005" y="93"/>
                  <a:pt x="15010" y="104"/>
                  <a:pt x="15015" y="115"/>
                </a:cubicBezTo>
                <a:cubicBezTo>
                  <a:pt x="15020" y="126"/>
                  <a:pt x="15023" y="138"/>
                  <a:pt x="15025" y="149"/>
                </a:cubicBezTo>
                <a:cubicBezTo>
                  <a:pt x="15028" y="161"/>
                  <a:pt x="15029" y="173"/>
                  <a:pt x="15029" y="186"/>
                </a:cubicBezTo>
                <a:lnTo>
                  <a:pt x="15029" y="8574"/>
                </a:lnTo>
                <a:cubicBezTo>
                  <a:pt x="15029" y="8586"/>
                  <a:pt x="15028" y="8598"/>
                  <a:pt x="15025" y="8610"/>
                </a:cubicBezTo>
                <a:cubicBezTo>
                  <a:pt x="15023" y="8622"/>
                  <a:pt x="15020" y="8634"/>
                  <a:pt x="15015" y="8645"/>
                </a:cubicBezTo>
                <a:cubicBezTo>
                  <a:pt x="15010" y="8656"/>
                  <a:pt x="15005" y="8667"/>
                  <a:pt x="14998" y="8677"/>
                </a:cubicBezTo>
                <a:cubicBezTo>
                  <a:pt x="14991" y="8687"/>
                  <a:pt x="14983" y="8696"/>
                  <a:pt x="14975" y="8705"/>
                </a:cubicBezTo>
                <a:cubicBezTo>
                  <a:pt x="14966" y="8713"/>
                  <a:pt x="14957" y="8721"/>
                  <a:pt x="14947" y="8728"/>
                </a:cubicBezTo>
                <a:cubicBezTo>
                  <a:pt x="14937" y="8735"/>
                  <a:pt x="14926" y="8740"/>
                  <a:pt x="14915" y="8745"/>
                </a:cubicBezTo>
                <a:cubicBezTo>
                  <a:pt x="14903" y="8750"/>
                  <a:pt x="14892" y="8753"/>
                  <a:pt x="14880" y="8756"/>
                </a:cubicBezTo>
                <a:cubicBezTo>
                  <a:pt x="14868" y="8758"/>
                  <a:pt x="14856" y="8759"/>
                  <a:pt x="14844" y="8759"/>
                </a:cubicBezTo>
                <a:lnTo>
                  <a:pt x="185" y="8759"/>
                </a:lnTo>
                <a:cubicBezTo>
                  <a:pt x="173" y="8759"/>
                  <a:pt x="161" y="8758"/>
                  <a:pt x="149" y="8756"/>
                </a:cubicBezTo>
                <a:cubicBezTo>
                  <a:pt x="137" y="8753"/>
                  <a:pt x="125" y="8750"/>
                  <a:pt x="114" y="8745"/>
                </a:cubicBezTo>
                <a:cubicBezTo>
                  <a:pt x="103" y="8740"/>
                  <a:pt x="92" y="8735"/>
                  <a:pt x="82" y="8728"/>
                </a:cubicBezTo>
                <a:cubicBezTo>
                  <a:pt x="72" y="8721"/>
                  <a:pt x="63" y="8713"/>
                  <a:pt x="54" y="8705"/>
                </a:cubicBezTo>
                <a:cubicBezTo>
                  <a:pt x="45" y="8696"/>
                  <a:pt x="38" y="8687"/>
                  <a:pt x="31" y="8677"/>
                </a:cubicBezTo>
                <a:cubicBezTo>
                  <a:pt x="24" y="8667"/>
                  <a:pt x="18" y="8656"/>
                  <a:pt x="14" y="8645"/>
                </a:cubicBezTo>
                <a:cubicBezTo>
                  <a:pt x="9" y="8634"/>
                  <a:pt x="6" y="8622"/>
                  <a:pt x="3" y="8610"/>
                </a:cubicBezTo>
                <a:cubicBezTo>
                  <a:pt x="1" y="8598"/>
                  <a:pt x="0" y="8586"/>
                  <a:pt x="0" y="8574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059480" y="4708080"/>
            <a:ext cx="476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ある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6505560" y="287640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458040" y="2257920"/>
            <a:ext cx="200880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ConvNeXt</a:t>
            </a:r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らしさ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6505560" y="33145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8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6755760" y="2755440"/>
            <a:ext cx="45903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標準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モジュールだけで構成される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6755760" y="3193560"/>
            <a:ext cx="43408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shifted window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や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relative position bias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な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6505560" y="41144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1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7" y="52"/>
                  <a:pt x="39" y="39"/>
                </a:cubicBezTo>
                <a:cubicBezTo>
                  <a:pt x="52" y="27"/>
                  <a:pt x="66" y="17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1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6755760" y="3555360"/>
            <a:ext cx="261576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どの専用機構を使わない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533160" y="5410080"/>
            <a:ext cx="11125440" cy="638640"/>
          </a:xfrm>
          <a:custGeom>
            <a:avLst/>
            <a:gdLst/>
            <a:ahLst/>
            <a:rect l="0" t="0" r="r" b="b"/>
            <a:pathLst>
              <a:path w="30904" h="1774">
                <a:moveTo>
                  <a:pt x="0" y="0"/>
                </a:moveTo>
                <a:lnTo>
                  <a:pt x="30904" y="0"/>
                </a:lnTo>
                <a:lnTo>
                  <a:pt x="30904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533160" y="5410080"/>
            <a:ext cx="76680" cy="638640"/>
          </a:xfrm>
          <a:custGeom>
            <a:avLst/>
            <a:gdLst/>
            <a:ahLst/>
            <a:rect l="0" t="0" r="r" b="b"/>
            <a:pathLst>
              <a:path w="213" h="1774">
                <a:moveTo>
                  <a:pt x="0" y="0"/>
                </a:moveTo>
                <a:lnTo>
                  <a:pt x="213" y="0"/>
                </a:lnTo>
                <a:lnTo>
                  <a:pt x="21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6755760" y="3993480"/>
            <a:ext cx="28537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実装の単純さと効率を保つ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781200" y="5563800"/>
            <a:ext cx="1040652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ConvNeXt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は、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Swin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を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側から再解釈したモデルとして読むと流れを追いやすい。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914400" y="3924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考察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1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19" name=""/>
          <p:cNvSpPr/>
          <p:nvPr/>
        </p:nvSpPr>
        <p:spPr>
          <a:xfrm>
            <a:off x="54288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2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54288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2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33520" y="924480"/>
            <a:ext cx="100846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ConvNeXt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の有効性を示すが、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を不要にする結論ではない。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809280" y="245736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0"/>
                  <a:pt x="263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6"/>
                  <a:pt x="0" y="150"/>
                  <a:pt x="0" y="132"/>
                </a:cubicBezTo>
                <a:cubicBezTo>
                  <a:pt x="0" y="114"/>
                  <a:pt x="4" y="98"/>
                  <a:pt x="11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4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62120" y="1848600"/>
            <a:ext cx="53424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限界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809280" y="290484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133"/>
                </a:moveTo>
                <a:cubicBezTo>
                  <a:pt x="266" y="150"/>
                  <a:pt x="263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1" y="183"/>
                </a:cubicBezTo>
                <a:cubicBezTo>
                  <a:pt x="4" y="167"/>
                  <a:pt x="0" y="150"/>
                  <a:pt x="0" y="133"/>
                </a:cubicBezTo>
                <a:cubicBezTo>
                  <a:pt x="0" y="115"/>
                  <a:pt x="4" y="98"/>
                  <a:pt x="11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3" y="98"/>
                  <a:pt x="266" y="115"/>
                  <a:pt x="266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059480" y="2336400"/>
            <a:ext cx="42800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大規模学習では計算資源とデータが必要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1059480" y="2783880"/>
            <a:ext cx="47329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global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な関係を扱う柔軟性は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に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809280" y="3705120"/>
            <a:ext cx="95760" cy="95400"/>
          </a:xfrm>
          <a:custGeom>
            <a:avLst/>
            <a:gdLst/>
            <a:ahLst/>
            <a:rect l="0" t="0" r="r" b="b"/>
            <a:pathLst>
              <a:path w="266" h="265">
                <a:moveTo>
                  <a:pt x="266" y="132"/>
                </a:moveTo>
                <a:cubicBezTo>
                  <a:pt x="266" y="151"/>
                  <a:pt x="263" y="167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1" y="184"/>
                </a:cubicBezTo>
                <a:cubicBezTo>
                  <a:pt x="4" y="167"/>
                  <a:pt x="0" y="151"/>
                  <a:pt x="0" y="132"/>
                </a:cubicBezTo>
                <a:cubicBezTo>
                  <a:pt x="0" y="115"/>
                  <a:pt x="4" y="98"/>
                  <a:pt x="11" y="81"/>
                </a:cubicBezTo>
                <a:cubicBezTo>
                  <a:pt x="17" y="65"/>
                  <a:pt x="27" y="51"/>
                  <a:pt x="39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3" y="98"/>
                  <a:pt x="266" y="115"/>
                  <a:pt x="266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059480" y="3136320"/>
            <a:ext cx="237816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利点がある場合がある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623880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3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6238800" y="1666800"/>
            <a:ext cx="5410440" cy="2429280"/>
          </a:xfrm>
          <a:custGeom>
            <a:avLst/>
            <a:gdLst/>
            <a:ahLst/>
            <a:rect l="0" t="0" r="r" b="b"/>
            <a:pathLst>
              <a:path w="15029" h="6748">
                <a:moveTo>
                  <a:pt x="0" y="656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14844" y="0"/>
                </a:lnTo>
                <a:cubicBezTo>
                  <a:pt x="14856" y="0"/>
                  <a:pt x="14868" y="1"/>
                  <a:pt x="14880" y="3"/>
                </a:cubicBezTo>
                <a:cubicBezTo>
                  <a:pt x="14892" y="6"/>
                  <a:pt x="14903" y="9"/>
                  <a:pt x="14915" y="14"/>
                </a:cubicBezTo>
                <a:cubicBezTo>
                  <a:pt x="14926" y="18"/>
                  <a:pt x="14937" y="24"/>
                  <a:pt x="14947" y="31"/>
                </a:cubicBezTo>
                <a:cubicBezTo>
                  <a:pt x="14957" y="38"/>
                  <a:pt x="14966" y="45"/>
                  <a:pt x="14975" y="54"/>
                </a:cubicBezTo>
                <a:cubicBezTo>
                  <a:pt x="14983" y="63"/>
                  <a:pt x="14991" y="72"/>
                  <a:pt x="14998" y="82"/>
                </a:cubicBezTo>
                <a:cubicBezTo>
                  <a:pt x="15005" y="92"/>
                  <a:pt x="15010" y="103"/>
                  <a:pt x="15015" y="114"/>
                </a:cubicBezTo>
                <a:cubicBezTo>
                  <a:pt x="15020" y="125"/>
                  <a:pt x="15023" y="137"/>
                  <a:pt x="15025" y="149"/>
                </a:cubicBezTo>
                <a:cubicBezTo>
                  <a:pt x="15028" y="161"/>
                  <a:pt x="15029" y="173"/>
                  <a:pt x="15029" y="185"/>
                </a:cubicBezTo>
                <a:lnTo>
                  <a:pt x="15029" y="6562"/>
                </a:lnTo>
                <a:cubicBezTo>
                  <a:pt x="15029" y="6575"/>
                  <a:pt x="15028" y="6587"/>
                  <a:pt x="15025" y="6599"/>
                </a:cubicBezTo>
                <a:cubicBezTo>
                  <a:pt x="15023" y="6610"/>
                  <a:pt x="15020" y="6622"/>
                  <a:pt x="15015" y="6633"/>
                </a:cubicBezTo>
                <a:cubicBezTo>
                  <a:pt x="15010" y="6644"/>
                  <a:pt x="15005" y="6655"/>
                  <a:pt x="14998" y="6665"/>
                </a:cubicBezTo>
                <a:cubicBezTo>
                  <a:pt x="14991" y="6675"/>
                  <a:pt x="14983" y="6685"/>
                  <a:pt x="14975" y="6693"/>
                </a:cubicBezTo>
                <a:cubicBezTo>
                  <a:pt x="14966" y="6702"/>
                  <a:pt x="14957" y="6710"/>
                  <a:pt x="14947" y="6716"/>
                </a:cubicBezTo>
                <a:cubicBezTo>
                  <a:pt x="14937" y="6723"/>
                  <a:pt x="14926" y="6729"/>
                  <a:pt x="14915" y="6733"/>
                </a:cubicBezTo>
                <a:cubicBezTo>
                  <a:pt x="14903" y="6738"/>
                  <a:pt x="14892" y="6742"/>
                  <a:pt x="14880" y="6744"/>
                </a:cubicBezTo>
                <a:cubicBezTo>
                  <a:pt x="14868" y="6746"/>
                  <a:pt x="14856" y="6748"/>
                  <a:pt x="14844" y="6748"/>
                </a:cubicBezTo>
                <a:lnTo>
                  <a:pt x="185" y="6748"/>
                </a:lnTo>
                <a:cubicBezTo>
                  <a:pt x="173" y="6748"/>
                  <a:pt x="161" y="6746"/>
                  <a:pt x="149" y="6744"/>
                </a:cubicBezTo>
                <a:cubicBezTo>
                  <a:pt x="137" y="6742"/>
                  <a:pt x="125" y="6738"/>
                  <a:pt x="114" y="6733"/>
                </a:cubicBezTo>
                <a:cubicBezTo>
                  <a:pt x="103" y="6729"/>
                  <a:pt x="92" y="6723"/>
                  <a:pt x="82" y="6716"/>
                </a:cubicBezTo>
                <a:cubicBezTo>
                  <a:pt x="72" y="6710"/>
                  <a:pt x="63" y="6702"/>
                  <a:pt x="54" y="6693"/>
                </a:cubicBezTo>
                <a:cubicBezTo>
                  <a:pt x="45" y="6685"/>
                  <a:pt x="38" y="6675"/>
                  <a:pt x="31" y="6665"/>
                </a:cubicBezTo>
                <a:cubicBezTo>
                  <a:pt x="24" y="6655"/>
                  <a:pt x="18" y="6644"/>
                  <a:pt x="14" y="6633"/>
                </a:cubicBezTo>
                <a:cubicBezTo>
                  <a:pt x="9" y="6622"/>
                  <a:pt x="6" y="6610"/>
                  <a:pt x="3" y="6599"/>
                </a:cubicBezTo>
                <a:cubicBezTo>
                  <a:pt x="1" y="6587"/>
                  <a:pt x="0" y="6575"/>
                  <a:pt x="0" y="6562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1059480" y="3584160"/>
            <a:ext cx="44823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タスクによって最適な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backbone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は変わる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6505560" y="2457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6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6" y="249"/>
                  <a:pt x="52" y="239"/>
                  <a:pt x="39" y="227"/>
                </a:cubicBezTo>
                <a:cubicBezTo>
                  <a:pt x="27" y="214"/>
                  <a:pt x="17" y="200"/>
                  <a:pt x="10" y="184"/>
                </a:cubicBezTo>
                <a:cubicBezTo>
                  <a:pt x="3" y="166"/>
                  <a:pt x="0" y="150"/>
                  <a:pt x="0" y="132"/>
                </a:cubicBezTo>
                <a:cubicBezTo>
                  <a:pt x="0" y="114"/>
                  <a:pt x="3" y="98"/>
                  <a:pt x="10" y="81"/>
                </a:cubicBezTo>
                <a:cubicBezTo>
                  <a:pt x="17" y="65"/>
                  <a:pt x="27" y="51"/>
                  <a:pt x="39" y="38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4"/>
                  <a:pt x="265" y="132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6458040" y="1848600"/>
            <a:ext cx="1334160" cy="385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00" spc="-1" strike="noStrike">
                <a:solidFill>
                  <a:srgbClr val="0b4b78"/>
                </a:solidFill>
                <a:latin typeface="NotoSansJP"/>
                <a:ea typeface="NotoSansJP"/>
              </a:rPr>
              <a:t>今後の方向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65055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39"/>
                  <a:pt x="39" y="226"/>
                </a:cubicBezTo>
                <a:cubicBezTo>
                  <a:pt x="27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7" y="51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6755760" y="2336400"/>
            <a:ext cx="451476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と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の設計原理の整理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6505560" y="33429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9" y="227"/>
                </a:cubicBezTo>
                <a:cubicBezTo>
                  <a:pt x="27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6755760" y="2783880"/>
            <a:ext cx="30556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より効率的な</a:t>
            </a:r>
            <a:r>
              <a:rPr b="0" lang="en-US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backbone</a:t>
            </a:r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設計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6755760" y="3222000"/>
            <a:ext cx="451800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検出‧セグメンテーションでのさらなる検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533160" y="4276440"/>
            <a:ext cx="11125440" cy="1019520"/>
          </a:xfrm>
          <a:custGeom>
            <a:avLst/>
            <a:gdLst/>
            <a:ahLst/>
            <a:rect l="0" t="0" r="r" b="b"/>
            <a:pathLst>
              <a:path w="30904" h="2832">
                <a:moveTo>
                  <a:pt x="0" y="0"/>
                </a:moveTo>
                <a:lnTo>
                  <a:pt x="30904" y="0"/>
                </a:lnTo>
                <a:lnTo>
                  <a:pt x="30904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533160" y="4276440"/>
            <a:ext cx="76680" cy="1019520"/>
          </a:xfrm>
          <a:custGeom>
            <a:avLst/>
            <a:gdLst/>
            <a:ahLst/>
            <a:rect l="0" t="0" r="r" b="b"/>
            <a:pathLst>
              <a:path w="213" h="2832">
                <a:moveTo>
                  <a:pt x="0" y="0"/>
                </a:moveTo>
                <a:lnTo>
                  <a:pt x="213" y="0"/>
                </a:lnTo>
                <a:lnTo>
                  <a:pt x="213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6755760" y="3584160"/>
            <a:ext cx="23832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70" spc="-1" strike="noStrike">
                <a:solidFill>
                  <a:srgbClr val="111111"/>
                </a:solidFill>
                <a:latin typeface="NotoSansJP"/>
                <a:ea typeface="NotoSansJP"/>
              </a:rPr>
              <a:t>証</a:t>
            </a:r>
            <a:endParaRPr b="0" lang="en-US" sz="18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81200" y="4430520"/>
            <a:ext cx="10519560" cy="37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論文の主張は「畳み込みはまだ重要であり、設計次第で</a:t>
            </a:r>
            <a:r>
              <a:rPr b="0" lang="en-US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2020</a:t>
            </a:r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年代でも強い」という点にあ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781200" y="4811400"/>
            <a:ext cx="51588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る。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914400" y="3924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限界‧今後の課題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5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52" name=""/>
          <p:cNvSpPr/>
          <p:nvPr/>
        </p:nvSpPr>
        <p:spPr>
          <a:xfrm>
            <a:off x="542880" y="1723680"/>
            <a:ext cx="3571920" cy="1429200"/>
          </a:xfrm>
          <a:custGeom>
            <a:avLst/>
            <a:gdLst/>
            <a:ahLst/>
            <a:rect l="0" t="0" r="r" b="b"/>
            <a:pathLst>
              <a:path w="9922" h="3970">
                <a:moveTo>
                  <a:pt x="0" y="3785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7" y="0"/>
                </a:lnTo>
                <a:cubicBezTo>
                  <a:pt x="9749" y="0"/>
                  <a:pt x="9761" y="2"/>
                  <a:pt x="9773" y="4"/>
                </a:cubicBezTo>
                <a:cubicBezTo>
                  <a:pt x="9785" y="6"/>
                  <a:pt x="9797" y="10"/>
                  <a:pt x="9808" y="15"/>
                </a:cubicBezTo>
                <a:cubicBezTo>
                  <a:pt x="9819" y="19"/>
                  <a:pt x="9830" y="25"/>
                  <a:pt x="9840" y="32"/>
                </a:cubicBezTo>
                <a:cubicBezTo>
                  <a:pt x="9850" y="38"/>
                  <a:pt x="9860" y="46"/>
                  <a:pt x="9868" y="55"/>
                </a:cubicBezTo>
                <a:cubicBezTo>
                  <a:pt x="9877" y="63"/>
                  <a:pt x="9885" y="73"/>
                  <a:pt x="9891" y="83"/>
                </a:cubicBezTo>
                <a:cubicBezTo>
                  <a:pt x="9898" y="93"/>
                  <a:pt x="9904" y="104"/>
                  <a:pt x="9908" y="115"/>
                </a:cubicBezTo>
                <a:cubicBezTo>
                  <a:pt x="9913" y="126"/>
                  <a:pt x="9917" y="138"/>
                  <a:pt x="9919" y="150"/>
                </a:cubicBezTo>
                <a:cubicBezTo>
                  <a:pt x="9921" y="161"/>
                  <a:pt x="9922" y="174"/>
                  <a:pt x="9922" y="186"/>
                </a:cubicBezTo>
                <a:lnTo>
                  <a:pt x="9922" y="3785"/>
                </a:lnTo>
                <a:cubicBezTo>
                  <a:pt x="9922" y="3797"/>
                  <a:pt x="9921" y="3809"/>
                  <a:pt x="9919" y="3821"/>
                </a:cubicBezTo>
                <a:cubicBezTo>
                  <a:pt x="9917" y="3833"/>
                  <a:pt x="9913" y="3845"/>
                  <a:pt x="9908" y="3856"/>
                </a:cubicBezTo>
                <a:cubicBezTo>
                  <a:pt x="9904" y="3867"/>
                  <a:pt x="9898" y="3878"/>
                  <a:pt x="9891" y="3888"/>
                </a:cubicBezTo>
                <a:cubicBezTo>
                  <a:pt x="9885" y="3898"/>
                  <a:pt x="9877" y="3907"/>
                  <a:pt x="9868" y="3916"/>
                </a:cubicBezTo>
                <a:cubicBezTo>
                  <a:pt x="9860" y="3925"/>
                  <a:pt x="9850" y="3932"/>
                  <a:pt x="9840" y="3939"/>
                </a:cubicBezTo>
                <a:cubicBezTo>
                  <a:pt x="9830" y="3946"/>
                  <a:pt x="9819" y="3951"/>
                  <a:pt x="9808" y="3956"/>
                </a:cubicBezTo>
                <a:cubicBezTo>
                  <a:pt x="9797" y="3961"/>
                  <a:pt x="9785" y="3964"/>
                  <a:pt x="9773" y="3967"/>
                </a:cubicBezTo>
                <a:cubicBezTo>
                  <a:pt x="9761" y="3969"/>
                  <a:pt x="9749" y="3970"/>
                  <a:pt x="9737" y="3970"/>
                </a:cubicBezTo>
                <a:lnTo>
                  <a:pt x="185" y="3970"/>
                </a:lnTo>
                <a:cubicBezTo>
                  <a:pt x="173" y="3970"/>
                  <a:pt x="161" y="3969"/>
                  <a:pt x="149" y="3967"/>
                </a:cubicBezTo>
                <a:cubicBezTo>
                  <a:pt x="137" y="3964"/>
                  <a:pt x="125" y="3961"/>
                  <a:pt x="114" y="3956"/>
                </a:cubicBezTo>
                <a:cubicBezTo>
                  <a:pt x="103" y="3951"/>
                  <a:pt x="92" y="3946"/>
                  <a:pt x="82" y="3939"/>
                </a:cubicBezTo>
                <a:cubicBezTo>
                  <a:pt x="72" y="3932"/>
                  <a:pt x="62" y="3925"/>
                  <a:pt x="54" y="3916"/>
                </a:cubicBezTo>
                <a:cubicBezTo>
                  <a:pt x="45" y="3907"/>
                  <a:pt x="38" y="3898"/>
                  <a:pt x="31" y="3888"/>
                </a:cubicBezTo>
                <a:cubicBezTo>
                  <a:pt x="24" y="3878"/>
                  <a:pt x="18" y="3867"/>
                  <a:pt x="14" y="3856"/>
                </a:cubicBezTo>
                <a:cubicBezTo>
                  <a:pt x="9" y="3845"/>
                  <a:pt x="6" y="3833"/>
                  <a:pt x="3" y="3821"/>
                </a:cubicBezTo>
                <a:cubicBezTo>
                  <a:pt x="1" y="3809"/>
                  <a:pt x="0" y="3797"/>
                  <a:pt x="0" y="3785"/>
                </a:cubicBezTo>
                <a:close/>
              </a:path>
            </a:pathLst>
          </a:custGeom>
          <a:solidFill>
            <a:srgbClr val="f9fc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542880" y="1723680"/>
            <a:ext cx="3571920" cy="1429200"/>
          </a:xfrm>
          <a:custGeom>
            <a:avLst/>
            <a:gdLst/>
            <a:ahLst/>
            <a:rect l="0" t="0" r="r" b="b"/>
            <a:pathLst>
              <a:path w="9922" h="3970">
                <a:moveTo>
                  <a:pt x="0" y="3785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2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7" y="0"/>
                </a:lnTo>
                <a:cubicBezTo>
                  <a:pt x="9749" y="0"/>
                  <a:pt x="9761" y="2"/>
                  <a:pt x="9773" y="4"/>
                </a:cubicBezTo>
                <a:cubicBezTo>
                  <a:pt x="9785" y="6"/>
                  <a:pt x="9797" y="10"/>
                  <a:pt x="9808" y="15"/>
                </a:cubicBezTo>
                <a:cubicBezTo>
                  <a:pt x="9819" y="19"/>
                  <a:pt x="9830" y="25"/>
                  <a:pt x="9840" y="32"/>
                </a:cubicBezTo>
                <a:cubicBezTo>
                  <a:pt x="9850" y="38"/>
                  <a:pt x="9860" y="46"/>
                  <a:pt x="9868" y="55"/>
                </a:cubicBezTo>
                <a:cubicBezTo>
                  <a:pt x="9877" y="63"/>
                  <a:pt x="9885" y="73"/>
                  <a:pt x="9891" y="83"/>
                </a:cubicBezTo>
                <a:cubicBezTo>
                  <a:pt x="9898" y="93"/>
                  <a:pt x="9904" y="104"/>
                  <a:pt x="9908" y="115"/>
                </a:cubicBezTo>
                <a:cubicBezTo>
                  <a:pt x="9913" y="126"/>
                  <a:pt x="9917" y="138"/>
                  <a:pt x="9919" y="150"/>
                </a:cubicBezTo>
                <a:cubicBezTo>
                  <a:pt x="9921" y="161"/>
                  <a:pt x="9922" y="174"/>
                  <a:pt x="9922" y="186"/>
                </a:cubicBezTo>
                <a:lnTo>
                  <a:pt x="9922" y="3785"/>
                </a:lnTo>
                <a:cubicBezTo>
                  <a:pt x="9922" y="3797"/>
                  <a:pt x="9921" y="3809"/>
                  <a:pt x="9919" y="3821"/>
                </a:cubicBezTo>
                <a:cubicBezTo>
                  <a:pt x="9917" y="3833"/>
                  <a:pt x="9913" y="3845"/>
                  <a:pt x="9908" y="3856"/>
                </a:cubicBezTo>
                <a:cubicBezTo>
                  <a:pt x="9904" y="3867"/>
                  <a:pt x="9898" y="3878"/>
                  <a:pt x="9891" y="3888"/>
                </a:cubicBezTo>
                <a:cubicBezTo>
                  <a:pt x="9885" y="3898"/>
                  <a:pt x="9877" y="3907"/>
                  <a:pt x="9868" y="3916"/>
                </a:cubicBezTo>
                <a:cubicBezTo>
                  <a:pt x="9860" y="3925"/>
                  <a:pt x="9850" y="3932"/>
                  <a:pt x="9840" y="3939"/>
                </a:cubicBezTo>
                <a:cubicBezTo>
                  <a:pt x="9830" y="3946"/>
                  <a:pt x="9819" y="3951"/>
                  <a:pt x="9808" y="3956"/>
                </a:cubicBezTo>
                <a:cubicBezTo>
                  <a:pt x="9797" y="3961"/>
                  <a:pt x="9785" y="3964"/>
                  <a:pt x="9773" y="3967"/>
                </a:cubicBezTo>
                <a:cubicBezTo>
                  <a:pt x="9761" y="3969"/>
                  <a:pt x="9749" y="3970"/>
                  <a:pt x="9737" y="3970"/>
                </a:cubicBezTo>
                <a:lnTo>
                  <a:pt x="185" y="3970"/>
                </a:lnTo>
                <a:cubicBezTo>
                  <a:pt x="173" y="3970"/>
                  <a:pt x="161" y="3969"/>
                  <a:pt x="149" y="3967"/>
                </a:cubicBezTo>
                <a:cubicBezTo>
                  <a:pt x="137" y="3964"/>
                  <a:pt x="125" y="3961"/>
                  <a:pt x="114" y="3956"/>
                </a:cubicBezTo>
                <a:cubicBezTo>
                  <a:pt x="103" y="3951"/>
                  <a:pt x="92" y="3946"/>
                  <a:pt x="82" y="3939"/>
                </a:cubicBezTo>
                <a:cubicBezTo>
                  <a:pt x="72" y="3932"/>
                  <a:pt x="62" y="3925"/>
                  <a:pt x="54" y="3916"/>
                </a:cubicBezTo>
                <a:cubicBezTo>
                  <a:pt x="45" y="3907"/>
                  <a:pt x="38" y="3898"/>
                  <a:pt x="31" y="3888"/>
                </a:cubicBezTo>
                <a:cubicBezTo>
                  <a:pt x="24" y="3878"/>
                  <a:pt x="18" y="3867"/>
                  <a:pt x="14" y="3856"/>
                </a:cubicBezTo>
                <a:cubicBezTo>
                  <a:pt x="9" y="3845"/>
                  <a:pt x="6" y="3833"/>
                  <a:pt x="3" y="3821"/>
                </a:cubicBezTo>
                <a:cubicBezTo>
                  <a:pt x="1" y="3809"/>
                  <a:pt x="0" y="3797"/>
                  <a:pt x="0" y="3785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33520" y="924480"/>
            <a:ext cx="10084680" cy="387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ConvNeXt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は、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時代の設計を取り入れた純</a:t>
            </a:r>
            <a:r>
              <a:rPr b="0" lang="en-US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2100" spc="-1" strike="noStrike">
                <a:solidFill>
                  <a:srgbClr val="111111"/>
                </a:solidFill>
                <a:latin typeface="NotoSansJP"/>
                <a:ea typeface="NotoSansJP"/>
              </a:rPr>
              <a:t>として提案された。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723960" y="1891080"/>
            <a:ext cx="39996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背景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723960" y="2264760"/>
            <a:ext cx="310284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ViT/Swin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の成功後、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の価値と設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4305240" y="1723680"/>
            <a:ext cx="3581640" cy="1429200"/>
          </a:xfrm>
          <a:custGeom>
            <a:avLst/>
            <a:gdLst/>
            <a:ahLst/>
            <a:rect l="0" t="0" r="r" b="b"/>
            <a:pathLst>
              <a:path w="9949" h="3970">
                <a:moveTo>
                  <a:pt x="0" y="3785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64" y="0"/>
                </a:lnTo>
                <a:cubicBezTo>
                  <a:pt x="9776" y="0"/>
                  <a:pt x="9788" y="2"/>
                  <a:pt x="9800" y="4"/>
                </a:cubicBezTo>
                <a:cubicBezTo>
                  <a:pt x="9812" y="6"/>
                  <a:pt x="9823" y="10"/>
                  <a:pt x="9835" y="15"/>
                </a:cubicBezTo>
                <a:cubicBezTo>
                  <a:pt x="9846" y="19"/>
                  <a:pt x="9857" y="25"/>
                  <a:pt x="9867" y="32"/>
                </a:cubicBezTo>
                <a:cubicBezTo>
                  <a:pt x="9877" y="38"/>
                  <a:pt x="9886" y="46"/>
                  <a:pt x="9895" y="55"/>
                </a:cubicBezTo>
                <a:cubicBezTo>
                  <a:pt x="9903" y="63"/>
                  <a:pt x="9911" y="73"/>
                  <a:pt x="9918" y="83"/>
                </a:cubicBezTo>
                <a:cubicBezTo>
                  <a:pt x="9925" y="93"/>
                  <a:pt x="9930" y="104"/>
                  <a:pt x="9935" y="115"/>
                </a:cubicBezTo>
                <a:cubicBezTo>
                  <a:pt x="9940" y="126"/>
                  <a:pt x="9943" y="138"/>
                  <a:pt x="9945" y="150"/>
                </a:cubicBezTo>
                <a:cubicBezTo>
                  <a:pt x="9948" y="161"/>
                  <a:pt x="9949" y="174"/>
                  <a:pt x="9949" y="186"/>
                </a:cubicBezTo>
                <a:lnTo>
                  <a:pt x="9949" y="3785"/>
                </a:lnTo>
                <a:cubicBezTo>
                  <a:pt x="9949" y="3797"/>
                  <a:pt x="9948" y="3809"/>
                  <a:pt x="9945" y="3821"/>
                </a:cubicBezTo>
                <a:cubicBezTo>
                  <a:pt x="9943" y="3833"/>
                  <a:pt x="9940" y="3845"/>
                  <a:pt x="9935" y="3856"/>
                </a:cubicBezTo>
                <a:cubicBezTo>
                  <a:pt x="9930" y="3867"/>
                  <a:pt x="9925" y="3878"/>
                  <a:pt x="9918" y="3888"/>
                </a:cubicBezTo>
                <a:cubicBezTo>
                  <a:pt x="9911" y="3898"/>
                  <a:pt x="9903" y="3907"/>
                  <a:pt x="9895" y="3916"/>
                </a:cubicBezTo>
                <a:cubicBezTo>
                  <a:pt x="9886" y="3925"/>
                  <a:pt x="9877" y="3932"/>
                  <a:pt x="9867" y="3939"/>
                </a:cubicBezTo>
                <a:cubicBezTo>
                  <a:pt x="9857" y="3946"/>
                  <a:pt x="9846" y="3951"/>
                  <a:pt x="9835" y="3956"/>
                </a:cubicBezTo>
                <a:cubicBezTo>
                  <a:pt x="9823" y="3961"/>
                  <a:pt x="9812" y="3964"/>
                  <a:pt x="9800" y="3967"/>
                </a:cubicBezTo>
                <a:cubicBezTo>
                  <a:pt x="9788" y="3969"/>
                  <a:pt x="9776" y="3970"/>
                  <a:pt x="9764" y="3970"/>
                </a:cubicBezTo>
                <a:lnTo>
                  <a:pt x="185" y="3970"/>
                </a:lnTo>
                <a:cubicBezTo>
                  <a:pt x="173" y="3970"/>
                  <a:pt x="161" y="3969"/>
                  <a:pt x="149" y="3967"/>
                </a:cubicBezTo>
                <a:cubicBezTo>
                  <a:pt x="137" y="3964"/>
                  <a:pt x="125" y="3961"/>
                  <a:pt x="114" y="3956"/>
                </a:cubicBezTo>
                <a:cubicBezTo>
                  <a:pt x="103" y="3951"/>
                  <a:pt x="92" y="3946"/>
                  <a:pt x="82" y="3939"/>
                </a:cubicBezTo>
                <a:cubicBezTo>
                  <a:pt x="72" y="3932"/>
                  <a:pt x="63" y="3925"/>
                  <a:pt x="54" y="3916"/>
                </a:cubicBezTo>
                <a:cubicBezTo>
                  <a:pt x="45" y="3907"/>
                  <a:pt x="38" y="3898"/>
                  <a:pt x="31" y="3888"/>
                </a:cubicBezTo>
                <a:cubicBezTo>
                  <a:pt x="24" y="3878"/>
                  <a:pt x="18" y="3867"/>
                  <a:pt x="14" y="3856"/>
                </a:cubicBezTo>
                <a:cubicBezTo>
                  <a:pt x="9" y="3845"/>
                  <a:pt x="6" y="3833"/>
                  <a:pt x="3" y="3821"/>
                </a:cubicBezTo>
                <a:cubicBezTo>
                  <a:pt x="1" y="3809"/>
                  <a:pt x="0" y="3797"/>
                  <a:pt x="0" y="3785"/>
                </a:cubicBezTo>
                <a:close/>
              </a:path>
            </a:pathLst>
          </a:custGeom>
          <a:solidFill>
            <a:srgbClr val="fff8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4305240" y="1723680"/>
            <a:ext cx="3581640" cy="1429200"/>
          </a:xfrm>
          <a:custGeom>
            <a:avLst/>
            <a:gdLst/>
            <a:ahLst/>
            <a:rect l="0" t="0" r="r" b="b"/>
            <a:pathLst>
              <a:path w="9949" h="3970">
                <a:moveTo>
                  <a:pt x="0" y="3785"/>
                </a:moveTo>
                <a:lnTo>
                  <a:pt x="0" y="186"/>
                </a:lnTo>
                <a:cubicBezTo>
                  <a:pt x="0" y="174"/>
                  <a:pt x="1" y="161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5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64" y="0"/>
                </a:lnTo>
                <a:cubicBezTo>
                  <a:pt x="9776" y="0"/>
                  <a:pt x="9788" y="2"/>
                  <a:pt x="9800" y="4"/>
                </a:cubicBezTo>
                <a:cubicBezTo>
                  <a:pt x="9812" y="6"/>
                  <a:pt x="9823" y="10"/>
                  <a:pt x="9835" y="15"/>
                </a:cubicBezTo>
                <a:cubicBezTo>
                  <a:pt x="9846" y="19"/>
                  <a:pt x="9857" y="25"/>
                  <a:pt x="9867" y="32"/>
                </a:cubicBezTo>
                <a:cubicBezTo>
                  <a:pt x="9877" y="38"/>
                  <a:pt x="9886" y="46"/>
                  <a:pt x="9895" y="55"/>
                </a:cubicBezTo>
                <a:cubicBezTo>
                  <a:pt x="9903" y="63"/>
                  <a:pt x="9911" y="73"/>
                  <a:pt x="9918" y="83"/>
                </a:cubicBezTo>
                <a:cubicBezTo>
                  <a:pt x="9925" y="93"/>
                  <a:pt x="9930" y="104"/>
                  <a:pt x="9935" y="115"/>
                </a:cubicBezTo>
                <a:cubicBezTo>
                  <a:pt x="9940" y="126"/>
                  <a:pt x="9943" y="138"/>
                  <a:pt x="9945" y="150"/>
                </a:cubicBezTo>
                <a:cubicBezTo>
                  <a:pt x="9948" y="161"/>
                  <a:pt x="9949" y="174"/>
                  <a:pt x="9949" y="186"/>
                </a:cubicBezTo>
                <a:lnTo>
                  <a:pt x="9949" y="3785"/>
                </a:lnTo>
                <a:cubicBezTo>
                  <a:pt x="9949" y="3797"/>
                  <a:pt x="9948" y="3809"/>
                  <a:pt x="9945" y="3821"/>
                </a:cubicBezTo>
                <a:cubicBezTo>
                  <a:pt x="9943" y="3833"/>
                  <a:pt x="9940" y="3845"/>
                  <a:pt x="9935" y="3856"/>
                </a:cubicBezTo>
                <a:cubicBezTo>
                  <a:pt x="9930" y="3867"/>
                  <a:pt x="9925" y="3878"/>
                  <a:pt x="9918" y="3888"/>
                </a:cubicBezTo>
                <a:cubicBezTo>
                  <a:pt x="9911" y="3898"/>
                  <a:pt x="9903" y="3907"/>
                  <a:pt x="9895" y="3916"/>
                </a:cubicBezTo>
                <a:cubicBezTo>
                  <a:pt x="9886" y="3925"/>
                  <a:pt x="9877" y="3932"/>
                  <a:pt x="9867" y="3939"/>
                </a:cubicBezTo>
                <a:cubicBezTo>
                  <a:pt x="9857" y="3946"/>
                  <a:pt x="9846" y="3951"/>
                  <a:pt x="9835" y="3956"/>
                </a:cubicBezTo>
                <a:cubicBezTo>
                  <a:pt x="9823" y="3961"/>
                  <a:pt x="9812" y="3964"/>
                  <a:pt x="9800" y="3967"/>
                </a:cubicBezTo>
                <a:cubicBezTo>
                  <a:pt x="9788" y="3969"/>
                  <a:pt x="9776" y="3970"/>
                  <a:pt x="9764" y="3970"/>
                </a:cubicBezTo>
                <a:lnTo>
                  <a:pt x="185" y="3970"/>
                </a:lnTo>
                <a:cubicBezTo>
                  <a:pt x="173" y="3970"/>
                  <a:pt x="161" y="3969"/>
                  <a:pt x="149" y="3967"/>
                </a:cubicBezTo>
                <a:cubicBezTo>
                  <a:pt x="137" y="3964"/>
                  <a:pt x="125" y="3961"/>
                  <a:pt x="114" y="3956"/>
                </a:cubicBezTo>
                <a:cubicBezTo>
                  <a:pt x="103" y="3951"/>
                  <a:pt x="92" y="3946"/>
                  <a:pt x="82" y="3939"/>
                </a:cubicBezTo>
                <a:cubicBezTo>
                  <a:pt x="72" y="3932"/>
                  <a:pt x="63" y="3925"/>
                  <a:pt x="54" y="3916"/>
                </a:cubicBezTo>
                <a:cubicBezTo>
                  <a:pt x="45" y="3907"/>
                  <a:pt x="38" y="3898"/>
                  <a:pt x="31" y="3888"/>
                </a:cubicBezTo>
                <a:cubicBezTo>
                  <a:pt x="24" y="3878"/>
                  <a:pt x="18" y="3867"/>
                  <a:pt x="14" y="3856"/>
                </a:cubicBezTo>
                <a:cubicBezTo>
                  <a:pt x="9" y="3845"/>
                  <a:pt x="6" y="3833"/>
                  <a:pt x="3" y="3821"/>
                </a:cubicBezTo>
                <a:cubicBezTo>
                  <a:pt x="1" y="3809"/>
                  <a:pt x="0" y="3797"/>
                  <a:pt x="0" y="3785"/>
                </a:cubicBezTo>
                <a:close/>
              </a:path>
            </a:pathLst>
          </a:custGeom>
          <a:noFill/>
          <a:ln w="18720">
            <a:solidFill>
              <a:srgbClr val="e8bbb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723960" y="2512440"/>
            <a:ext cx="22197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計差を見直す必要があった。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4489560" y="1891080"/>
            <a:ext cx="39996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方法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4489560" y="2264760"/>
            <a:ext cx="287496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ResNet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を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training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macro design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4489560" y="2512440"/>
            <a:ext cx="30736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block design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micro design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の順に近代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8076960" y="1723680"/>
            <a:ext cx="3572280" cy="1429200"/>
          </a:xfrm>
          <a:custGeom>
            <a:avLst/>
            <a:gdLst/>
            <a:ahLst/>
            <a:rect l="0" t="0" r="r" b="b"/>
            <a:pathLst>
              <a:path w="9923" h="3970">
                <a:moveTo>
                  <a:pt x="0" y="3785"/>
                </a:moveTo>
                <a:lnTo>
                  <a:pt x="0" y="186"/>
                </a:lnTo>
                <a:cubicBezTo>
                  <a:pt x="0" y="174"/>
                  <a:pt x="1" y="161"/>
                  <a:pt x="4" y="150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4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4" y="15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8" y="0"/>
                </a:lnTo>
                <a:cubicBezTo>
                  <a:pt x="9750" y="0"/>
                  <a:pt x="9762" y="2"/>
                  <a:pt x="9774" y="4"/>
                </a:cubicBezTo>
                <a:cubicBezTo>
                  <a:pt x="9786" y="6"/>
                  <a:pt x="9797" y="10"/>
                  <a:pt x="9809" y="15"/>
                </a:cubicBezTo>
                <a:cubicBezTo>
                  <a:pt x="9820" y="19"/>
                  <a:pt x="9831" y="25"/>
                  <a:pt x="9841" y="32"/>
                </a:cubicBezTo>
                <a:cubicBezTo>
                  <a:pt x="9851" y="38"/>
                  <a:pt x="9860" y="46"/>
                  <a:pt x="9869" y="55"/>
                </a:cubicBezTo>
                <a:cubicBezTo>
                  <a:pt x="9877" y="63"/>
                  <a:pt x="9885" y="73"/>
                  <a:pt x="9892" y="83"/>
                </a:cubicBezTo>
                <a:cubicBezTo>
                  <a:pt x="9899" y="93"/>
                  <a:pt x="9904" y="104"/>
                  <a:pt x="9909" y="115"/>
                </a:cubicBezTo>
                <a:cubicBezTo>
                  <a:pt x="9914" y="126"/>
                  <a:pt x="9917" y="138"/>
                  <a:pt x="9919" y="150"/>
                </a:cubicBezTo>
                <a:cubicBezTo>
                  <a:pt x="9922" y="161"/>
                  <a:pt x="9923" y="174"/>
                  <a:pt x="9923" y="186"/>
                </a:cubicBezTo>
                <a:lnTo>
                  <a:pt x="9923" y="3785"/>
                </a:lnTo>
                <a:cubicBezTo>
                  <a:pt x="9923" y="3797"/>
                  <a:pt x="9922" y="3809"/>
                  <a:pt x="9919" y="3821"/>
                </a:cubicBezTo>
                <a:cubicBezTo>
                  <a:pt x="9917" y="3833"/>
                  <a:pt x="9914" y="3845"/>
                  <a:pt x="9909" y="3856"/>
                </a:cubicBezTo>
                <a:cubicBezTo>
                  <a:pt x="9904" y="3867"/>
                  <a:pt x="9899" y="3878"/>
                  <a:pt x="9892" y="3888"/>
                </a:cubicBezTo>
                <a:cubicBezTo>
                  <a:pt x="9885" y="3898"/>
                  <a:pt x="9877" y="3907"/>
                  <a:pt x="9869" y="3916"/>
                </a:cubicBezTo>
                <a:cubicBezTo>
                  <a:pt x="9860" y="3925"/>
                  <a:pt x="9851" y="3932"/>
                  <a:pt x="9841" y="3939"/>
                </a:cubicBezTo>
                <a:cubicBezTo>
                  <a:pt x="9831" y="3946"/>
                  <a:pt x="9820" y="3951"/>
                  <a:pt x="9809" y="3956"/>
                </a:cubicBezTo>
                <a:cubicBezTo>
                  <a:pt x="9797" y="3961"/>
                  <a:pt x="9786" y="3964"/>
                  <a:pt x="9774" y="3967"/>
                </a:cubicBezTo>
                <a:cubicBezTo>
                  <a:pt x="9762" y="3969"/>
                  <a:pt x="9750" y="3970"/>
                  <a:pt x="9738" y="3970"/>
                </a:cubicBezTo>
                <a:lnTo>
                  <a:pt x="185" y="3970"/>
                </a:lnTo>
                <a:cubicBezTo>
                  <a:pt x="173" y="3970"/>
                  <a:pt x="161" y="3969"/>
                  <a:pt x="149" y="3967"/>
                </a:cubicBezTo>
                <a:cubicBezTo>
                  <a:pt x="137" y="3964"/>
                  <a:pt x="126" y="3961"/>
                  <a:pt x="114" y="3956"/>
                </a:cubicBezTo>
                <a:cubicBezTo>
                  <a:pt x="103" y="3951"/>
                  <a:pt x="93" y="3946"/>
                  <a:pt x="82" y="3939"/>
                </a:cubicBezTo>
                <a:cubicBezTo>
                  <a:pt x="72" y="3932"/>
                  <a:pt x="63" y="3925"/>
                  <a:pt x="54" y="3916"/>
                </a:cubicBezTo>
                <a:cubicBezTo>
                  <a:pt x="46" y="3907"/>
                  <a:pt x="38" y="3898"/>
                  <a:pt x="31" y="3888"/>
                </a:cubicBezTo>
                <a:cubicBezTo>
                  <a:pt x="25" y="3878"/>
                  <a:pt x="19" y="3867"/>
                  <a:pt x="14" y="3856"/>
                </a:cubicBezTo>
                <a:cubicBezTo>
                  <a:pt x="10" y="3845"/>
                  <a:pt x="6" y="3833"/>
                  <a:pt x="4" y="3821"/>
                </a:cubicBezTo>
                <a:cubicBezTo>
                  <a:pt x="1" y="3809"/>
                  <a:pt x="0" y="3797"/>
                  <a:pt x="0" y="3785"/>
                </a:cubicBezTo>
                <a:close/>
              </a:path>
            </a:pathLst>
          </a:custGeom>
          <a:solidFill>
            <a:srgbClr val="f9fc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8076960" y="1723680"/>
            <a:ext cx="3572280" cy="1429200"/>
          </a:xfrm>
          <a:custGeom>
            <a:avLst/>
            <a:gdLst/>
            <a:ahLst/>
            <a:rect l="0" t="0" r="r" b="b"/>
            <a:pathLst>
              <a:path w="9923" h="3970">
                <a:moveTo>
                  <a:pt x="0" y="3785"/>
                </a:moveTo>
                <a:lnTo>
                  <a:pt x="0" y="186"/>
                </a:lnTo>
                <a:cubicBezTo>
                  <a:pt x="0" y="174"/>
                  <a:pt x="1" y="161"/>
                  <a:pt x="4" y="150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4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4" y="15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2"/>
                  <a:pt x="173" y="0"/>
                  <a:pt x="185" y="0"/>
                </a:cubicBezTo>
                <a:lnTo>
                  <a:pt x="9738" y="0"/>
                </a:lnTo>
                <a:cubicBezTo>
                  <a:pt x="9750" y="0"/>
                  <a:pt x="9762" y="2"/>
                  <a:pt x="9774" y="4"/>
                </a:cubicBezTo>
                <a:cubicBezTo>
                  <a:pt x="9786" y="6"/>
                  <a:pt x="9797" y="10"/>
                  <a:pt x="9809" y="15"/>
                </a:cubicBezTo>
                <a:cubicBezTo>
                  <a:pt x="9820" y="19"/>
                  <a:pt x="9831" y="25"/>
                  <a:pt x="9841" y="32"/>
                </a:cubicBezTo>
                <a:cubicBezTo>
                  <a:pt x="9851" y="38"/>
                  <a:pt x="9860" y="46"/>
                  <a:pt x="9869" y="55"/>
                </a:cubicBezTo>
                <a:cubicBezTo>
                  <a:pt x="9877" y="63"/>
                  <a:pt x="9885" y="73"/>
                  <a:pt x="9892" y="83"/>
                </a:cubicBezTo>
                <a:cubicBezTo>
                  <a:pt x="9899" y="93"/>
                  <a:pt x="9904" y="104"/>
                  <a:pt x="9909" y="115"/>
                </a:cubicBezTo>
                <a:cubicBezTo>
                  <a:pt x="9914" y="126"/>
                  <a:pt x="9917" y="138"/>
                  <a:pt x="9919" y="150"/>
                </a:cubicBezTo>
                <a:cubicBezTo>
                  <a:pt x="9922" y="161"/>
                  <a:pt x="9923" y="174"/>
                  <a:pt x="9923" y="186"/>
                </a:cubicBezTo>
                <a:lnTo>
                  <a:pt x="9923" y="3785"/>
                </a:lnTo>
                <a:cubicBezTo>
                  <a:pt x="9923" y="3797"/>
                  <a:pt x="9922" y="3809"/>
                  <a:pt x="9919" y="3821"/>
                </a:cubicBezTo>
                <a:cubicBezTo>
                  <a:pt x="9917" y="3833"/>
                  <a:pt x="9914" y="3845"/>
                  <a:pt x="9909" y="3856"/>
                </a:cubicBezTo>
                <a:cubicBezTo>
                  <a:pt x="9904" y="3867"/>
                  <a:pt x="9899" y="3878"/>
                  <a:pt x="9892" y="3888"/>
                </a:cubicBezTo>
                <a:cubicBezTo>
                  <a:pt x="9885" y="3898"/>
                  <a:pt x="9877" y="3907"/>
                  <a:pt x="9869" y="3916"/>
                </a:cubicBezTo>
                <a:cubicBezTo>
                  <a:pt x="9860" y="3925"/>
                  <a:pt x="9851" y="3932"/>
                  <a:pt x="9841" y="3939"/>
                </a:cubicBezTo>
                <a:cubicBezTo>
                  <a:pt x="9831" y="3946"/>
                  <a:pt x="9820" y="3951"/>
                  <a:pt x="9809" y="3956"/>
                </a:cubicBezTo>
                <a:cubicBezTo>
                  <a:pt x="9797" y="3961"/>
                  <a:pt x="9786" y="3964"/>
                  <a:pt x="9774" y="3967"/>
                </a:cubicBezTo>
                <a:cubicBezTo>
                  <a:pt x="9762" y="3969"/>
                  <a:pt x="9750" y="3970"/>
                  <a:pt x="9738" y="3970"/>
                </a:cubicBezTo>
                <a:lnTo>
                  <a:pt x="185" y="3970"/>
                </a:lnTo>
                <a:cubicBezTo>
                  <a:pt x="173" y="3970"/>
                  <a:pt x="161" y="3969"/>
                  <a:pt x="149" y="3967"/>
                </a:cubicBezTo>
                <a:cubicBezTo>
                  <a:pt x="137" y="3964"/>
                  <a:pt x="126" y="3961"/>
                  <a:pt x="114" y="3956"/>
                </a:cubicBezTo>
                <a:cubicBezTo>
                  <a:pt x="103" y="3951"/>
                  <a:pt x="93" y="3946"/>
                  <a:pt x="82" y="3939"/>
                </a:cubicBezTo>
                <a:cubicBezTo>
                  <a:pt x="72" y="3932"/>
                  <a:pt x="63" y="3925"/>
                  <a:pt x="54" y="3916"/>
                </a:cubicBezTo>
                <a:cubicBezTo>
                  <a:pt x="46" y="3907"/>
                  <a:pt x="38" y="3898"/>
                  <a:pt x="31" y="3888"/>
                </a:cubicBezTo>
                <a:cubicBezTo>
                  <a:pt x="25" y="3878"/>
                  <a:pt x="19" y="3867"/>
                  <a:pt x="14" y="3856"/>
                </a:cubicBezTo>
                <a:cubicBezTo>
                  <a:pt x="10" y="3845"/>
                  <a:pt x="6" y="3833"/>
                  <a:pt x="4" y="3821"/>
                </a:cubicBezTo>
                <a:cubicBezTo>
                  <a:pt x="1" y="3809"/>
                  <a:pt x="0" y="3797"/>
                  <a:pt x="0" y="3785"/>
                </a:cubicBezTo>
                <a:close/>
              </a:path>
            </a:pathLst>
          </a:custGeom>
          <a:noFill/>
          <a:ln w="18720">
            <a:solidFill>
              <a:srgbClr val="d7e5e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4489560" y="2760120"/>
            <a:ext cx="68364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化する。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8254800" y="1891080"/>
            <a:ext cx="399960" cy="28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580" spc="-1" strike="noStrike">
                <a:solidFill>
                  <a:srgbClr val="0b4b78"/>
                </a:solidFill>
                <a:latin typeface="NotoSansJP"/>
                <a:ea typeface="NotoSansJP"/>
              </a:rPr>
              <a:t>結論</a:t>
            </a:r>
            <a:endParaRPr b="0" lang="en-US" sz="15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8254800" y="2264760"/>
            <a:ext cx="29836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純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ConvNet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でも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ImageNet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COCO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、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8254800" y="2512440"/>
            <a:ext cx="32014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ADE20K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で</a:t>
            </a:r>
            <a:r>
              <a:rPr b="0" lang="en-US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Transformer</a:t>
            </a:r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と同等以上に競え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533160" y="3333600"/>
            <a:ext cx="11125440" cy="638640"/>
          </a:xfrm>
          <a:custGeom>
            <a:avLst/>
            <a:gdLst/>
            <a:ahLst/>
            <a:rect l="0" t="0" r="r" b="b"/>
            <a:pathLst>
              <a:path w="30904" h="1774">
                <a:moveTo>
                  <a:pt x="0" y="0"/>
                </a:moveTo>
                <a:lnTo>
                  <a:pt x="30904" y="0"/>
                </a:lnTo>
                <a:lnTo>
                  <a:pt x="30904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533160" y="3333600"/>
            <a:ext cx="76680" cy="638640"/>
          </a:xfrm>
          <a:custGeom>
            <a:avLst/>
            <a:gdLst/>
            <a:ahLst/>
            <a:rect l="0" t="0" r="r" b="b"/>
            <a:pathLst>
              <a:path w="213" h="1774">
                <a:moveTo>
                  <a:pt x="0" y="0"/>
                </a:moveTo>
                <a:lnTo>
                  <a:pt x="213" y="0"/>
                </a:lnTo>
                <a:lnTo>
                  <a:pt x="21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8254800" y="2760120"/>
            <a:ext cx="34200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350" spc="-1" strike="noStrike">
                <a:solidFill>
                  <a:srgbClr val="111111"/>
                </a:solidFill>
                <a:latin typeface="NotoSansJP"/>
                <a:ea typeface="NotoSansJP"/>
              </a:rPr>
              <a:t>る。</a:t>
            </a:r>
            <a:endParaRPr b="0" lang="en-US" sz="13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781200" y="3487320"/>
            <a:ext cx="1030284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020" spc="-1" strike="noStrike">
                <a:solidFill>
                  <a:srgbClr val="111111"/>
                </a:solidFill>
                <a:latin typeface="NotoSansJP"/>
                <a:ea typeface="NotoSansJP"/>
              </a:rPr>
              <a:t>標準構成にすると、背景から課題、手法、実験、考察、限界までを一続きで説明できる。</a:t>
            </a:r>
            <a:endParaRPr b="0" lang="en-US" sz="20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914400" y="392400"/>
            <a:ext cx="745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